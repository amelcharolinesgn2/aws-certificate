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5765800" cy="3244850"/>
  <p:notesSz cx="5765800" cy="32448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223" d="100"/>
          <a:sy n="223" d="100"/>
        </p:scale>
        <p:origin x="768" y="19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725" y="531044"/>
            <a:ext cx="4324350" cy="1129689"/>
          </a:xfrm>
        </p:spPr>
        <p:txBody>
          <a:bodyPr anchor="b"/>
          <a:lstStyle>
            <a:lvl1pPr algn="ctr">
              <a:defRPr sz="2837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0725" y="1704297"/>
            <a:ext cx="4324350" cy="783421"/>
          </a:xfrm>
        </p:spPr>
        <p:txBody>
          <a:bodyPr/>
          <a:lstStyle>
            <a:lvl1pPr marL="0" indent="0" algn="ctr">
              <a:buNone/>
              <a:defRPr sz="1135"/>
            </a:lvl1pPr>
            <a:lvl2pPr marL="216210" indent="0" algn="ctr">
              <a:buNone/>
              <a:defRPr sz="946"/>
            </a:lvl2pPr>
            <a:lvl3pPr marL="432420" indent="0" algn="ctr">
              <a:buNone/>
              <a:defRPr sz="851"/>
            </a:lvl3pPr>
            <a:lvl4pPr marL="648630" indent="0" algn="ctr">
              <a:buNone/>
              <a:defRPr sz="757"/>
            </a:lvl4pPr>
            <a:lvl5pPr marL="864840" indent="0" algn="ctr">
              <a:buNone/>
              <a:defRPr sz="757"/>
            </a:lvl5pPr>
            <a:lvl6pPr marL="1081049" indent="0" algn="ctr">
              <a:buNone/>
              <a:defRPr sz="757"/>
            </a:lvl6pPr>
            <a:lvl7pPr marL="1297259" indent="0" algn="ctr">
              <a:buNone/>
              <a:defRPr sz="757"/>
            </a:lvl7pPr>
            <a:lvl8pPr marL="1513469" indent="0" algn="ctr">
              <a:buNone/>
              <a:defRPr sz="757"/>
            </a:lvl8pPr>
            <a:lvl9pPr marL="1729679" indent="0" algn="ctr">
              <a:buNone/>
              <a:defRPr sz="757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89535">
              <a:lnSpc>
                <a:spcPts val="865"/>
              </a:lnSpc>
            </a:pPr>
            <a:fld id="{81D60167-4931-47E6-BA6A-407CBD079E47}" type="slidenum">
              <a:rPr lang="en-US" spc="-20" smtClean="0"/>
              <a:t>‹#›</a:t>
            </a:fld>
            <a:r>
              <a:rPr lang="en-US" spc="-20" smtClean="0"/>
              <a:t>/35</a:t>
            </a:r>
            <a:endParaRPr lang="en-US" spc="-20" dirty="0"/>
          </a:p>
        </p:txBody>
      </p:sp>
    </p:spTree>
    <p:extLst>
      <p:ext uri="{BB962C8B-B14F-4D97-AF65-F5344CB8AC3E}">
        <p14:creationId xmlns:p14="http://schemas.microsoft.com/office/powerpoint/2010/main" val="1528463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89535">
              <a:lnSpc>
                <a:spcPts val="865"/>
              </a:lnSpc>
            </a:pPr>
            <a:fld id="{81D60167-4931-47E6-BA6A-407CBD079E47}" type="slidenum">
              <a:rPr lang="en-US" spc="-20" smtClean="0"/>
              <a:t>‹#›</a:t>
            </a:fld>
            <a:r>
              <a:rPr lang="en-US" spc="-20" smtClean="0"/>
              <a:t>/35</a:t>
            </a:r>
            <a:endParaRPr lang="en-US" spc="-20" dirty="0"/>
          </a:p>
        </p:txBody>
      </p:sp>
    </p:spTree>
    <p:extLst>
      <p:ext uri="{BB962C8B-B14F-4D97-AF65-F5344CB8AC3E}">
        <p14:creationId xmlns:p14="http://schemas.microsoft.com/office/powerpoint/2010/main" val="1691166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395" y="808960"/>
            <a:ext cx="4973003" cy="1349767"/>
          </a:xfrm>
        </p:spPr>
        <p:txBody>
          <a:bodyPr anchor="b"/>
          <a:lstStyle>
            <a:lvl1pPr>
              <a:defRPr sz="2837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3395" y="2171496"/>
            <a:ext cx="4973003" cy="709811"/>
          </a:xfrm>
        </p:spPr>
        <p:txBody>
          <a:bodyPr/>
          <a:lstStyle>
            <a:lvl1pPr marL="0" indent="0">
              <a:buNone/>
              <a:defRPr sz="1135">
                <a:solidFill>
                  <a:schemeClr val="tx1">
                    <a:tint val="75000"/>
                  </a:schemeClr>
                </a:solidFill>
              </a:defRPr>
            </a:lvl1pPr>
            <a:lvl2pPr marL="216210" indent="0">
              <a:buNone/>
              <a:defRPr sz="946">
                <a:solidFill>
                  <a:schemeClr val="tx1">
                    <a:tint val="75000"/>
                  </a:schemeClr>
                </a:solidFill>
              </a:defRPr>
            </a:lvl2pPr>
            <a:lvl3pPr marL="432420" indent="0">
              <a:buNone/>
              <a:defRPr sz="851">
                <a:solidFill>
                  <a:schemeClr val="tx1">
                    <a:tint val="75000"/>
                  </a:schemeClr>
                </a:solidFill>
              </a:defRPr>
            </a:lvl3pPr>
            <a:lvl4pPr marL="648630" indent="0">
              <a:buNone/>
              <a:defRPr sz="757">
                <a:solidFill>
                  <a:schemeClr val="tx1">
                    <a:tint val="75000"/>
                  </a:schemeClr>
                </a:solidFill>
              </a:defRPr>
            </a:lvl4pPr>
            <a:lvl5pPr marL="864840" indent="0">
              <a:buNone/>
              <a:defRPr sz="757">
                <a:solidFill>
                  <a:schemeClr val="tx1">
                    <a:tint val="75000"/>
                  </a:schemeClr>
                </a:solidFill>
              </a:defRPr>
            </a:lvl5pPr>
            <a:lvl6pPr marL="1081049" indent="0">
              <a:buNone/>
              <a:defRPr sz="757">
                <a:solidFill>
                  <a:schemeClr val="tx1">
                    <a:tint val="75000"/>
                  </a:schemeClr>
                </a:solidFill>
              </a:defRPr>
            </a:lvl6pPr>
            <a:lvl7pPr marL="1297259" indent="0">
              <a:buNone/>
              <a:defRPr sz="757">
                <a:solidFill>
                  <a:schemeClr val="tx1">
                    <a:tint val="75000"/>
                  </a:schemeClr>
                </a:solidFill>
              </a:defRPr>
            </a:lvl7pPr>
            <a:lvl8pPr marL="1513469" indent="0">
              <a:buNone/>
              <a:defRPr sz="757">
                <a:solidFill>
                  <a:schemeClr val="tx1">
                    <a:tint val="75000"/>
                  </a:schemeClr>
                </a:solidFill>
              </a:defRPr>
            </a:lvl8pPr>
            <a:lvl9pPr marL="1729679" indent="0">
              <a:buNone/>
              <a:defRPr sz="75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89535">
              <a:lnSpc>
                <a:spcPts val="865"/>
              </a:lnSpc>
            </a:pPr>
            <a:fld id="{81D60167-4931-47E6-BA6A-407CBD079E47}" type="slidenum">
              <a:rPr lang="en-US" spc="-20" smtClean="0"/>
              <a:t>‹#›</a:t>
            </a:fld>
            <a:r>
              <a:rPr lang="en-US" spc="-20" smtClean="0"/>
              <a:t>/35</a:t>
            </a:r>
            <a:endParaRPr lang="en-US" spc="-20" dirty="0"/>
          </a:p>
        </p:txBody>
      </p:sp>
    </p:spTree>
    <p:extLst>
      <p:ext uri="{BB962C8B-B14F-4D97-AF65-F5344CB8AC3E}">
        <p14:creationId xmlns:p14="http://schemas.microsoft.com/office/powerpoint/2010/main" val="970086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6399" y="863791"/>
            <a:ext cx="2450465" cy="205882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18936" y="863791"/>
            <a:ext cx="2450465" cy="205882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89535">
              <a:lnSpc>
                <a:spcPts val="865"/>
              </a:lnSpc>
            </a:pPr>
            <a:fld id="{81D60167-4931-47E6-BA6A-407CBD079E47}" type="slidenum">
              <a:rPr lang="en-US" spc="-20" smtClean="0"/>
              <a:t>‹#›</a:t>
            </a:fld>
            <a:r>
              <a:rPr lang="en-US" spc="-20" smtClean="0"/>
              <a:t>/35</a:t>
            </a:r>
            <a:endParaRPr lang="en-US" spc="-20" dirty="0"/>
          </a:p>
        </p:txBody>
      </p:sp>
    </p:spTree>
    <p:extLst>
      <p:ext uri="{BB962C8B-B14F-4D97-AF65-F5344CB8AC3E}">
        <p14:creationId xmlns:p14="http://schemas.microsoft.com/office/powerpoint/2010/main" val="1350007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7149" y="172758"/>
            <a:ext cx="4973003" cy="62718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7150" y="795439"/>
            <a:ext cx="2439203" cy="389832"/>
          </a:xfrm>
        </p:spPr>
        <p:txBody>
          <a:bodyPr anchor="b"/>
          <a:lstStyle>
            <a:lvl1pPr marL="0" indent="0">
              <a:buNone/>
              <a:defRPr sz="1135" b="1"/>
            </a:lvl1pPr>
            <a:lvl2pPr marL="216210" indent="0">
              <a:buNone/>
              <a:defRPr sz="946" b="1"/>
            </a:lvl2pPr>
            <a:lvl3pPr marL="432420" indent="0">
              <a:buNone/>
              <a:defRPr sz="851" b="1"/>
            </a:lvl3pPr>
            <a:lvl4pPr marL="648630" indent="0">
              <a:buNone/>
              <a:defRPr sz="757" b="1"/>
            </a:lvl4pPr>
            <a:lvl5pPr marL="864840" indent="0">
              <a:buNone/>
              <a:defRPr sz="757" b="1"/>
            </a:lvl5pPr>
            <a:lvl6pPr marL="1081049" indent="0">
              <a:buNone/>
              <a:defRPr sz="757" b="1"/>
            </a:lvl6pPr>
            <a:lvl7pPr marL="1297259" indent="0">
              <a:buNone/>
              <a:defRPr sz="757" b="1"/>
            </a:lvl7pPr>
            <a:lvl8pPr marL="1513469" indent="0">
              <a:buNone/>
              <a:defRPr sz="757" b="1"/>
            </a:lvl8pPr>
            <a:lvl9pPr marL="1729679" indent="0">
              <a:buNone/>
              <a:defRPr sz="757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7150" y="1185272"/>
            <a:ext cx="2439203" cy="174335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8936" y="795439"/>
            <a:ext cx="2451216" cy="389832"/>
          </a:xfrm>
        </p:spPr>
        <p:txBody>
          <a:bodyPr anchor="b"/>
          <a:lstStyle>
            <a:lvl1pPr marL="0" indent="0">
              <a:buNone/>
              <a:defRPr sz="1135" b="1"/>
            </a:lvl1pPr>
            <a:lvl2pPr marL="216210" indent="0">
              <a:buNone/>
              <a:defRPr sz="946" b="1"/>
            </a:lvl2pPr>
            <a:lvl3pPr marL="432420" indent="0">
              <a:buNone/>
              <a:defRPr sz="851" b="1"/>
            </a:lvl3pPr>
            <a:lvl4pPr marL="648630" indent="0">
              <a:buNone/>
              <a:defRPr sz="757" b="1"/>
            </a:lvl4pPr>
            <a:lvl5pPr marL="864840" indent="0">
              <a:buNone/>
              <a:defRPr sz="757" b="1"/>
            </a:lvl5pPr>
            <a:lvl6pPr marL="1081049" indent="0">
              <a:buNone/>
              <a:defRPr sz="757" b="1"/>
            </a:lvl6pPr>
            <a:lvl7pPr marL="1297259" indent="0">
              <a:buNone/>
              <a:defRPr sz="757" b="1"/>
            </a:lvl7pPr>
            <a:lvl8pPr marL="1513469" indent="0">
              <a:buNone/>
              <a:defRPr sz="757" b="1"/>
            </a:lvl8pPr>
            <a:lvl9pPr marL="1729679" indent="0">
              <a:buNone/>
              <a:defRPr sz="757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918936" y="1185272"/>
            <a:ext cx="2451216" cy="174335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89535">
              <a:lnSpc>
                <a:spcPts val="865"/>
              </a:lnSpc>
            </a:pPr>
            <a:fld id="{81D60167-4931-47E6-BA6A-407CBD079E47}" type="slidenum">
              <a:rPr lang="en-US" spc="-20" smtClean="0"/>
              <a:t>‹#›</a:t>
            </a:fld>
            <a:r>
              <a:rPr lang="en-US" spc="-20" smtClean="0"/>
              <a:t>/35</a:t>
            </a:r>
            <a:endParaRPr lang="en-US" spc="-20" dirty="0"/>
          </a:p>
        </p:txBody>
      </p:sp>
    </p:spTree>
    <p:extLst>
      <p:ext uri="{BB962C8B-B14F-4D97-AF65-F5344CB8AC3E}">
        <p14:creationId xmlns:p14="http://schemas.microsoft.com/office/powerpoint/2010/main" val="3187351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89535">
              <a:lnSpc>
                <a:spcPts val="865"/>
              </a:lnSpc>
            </a:pPr>
            <a:fld id="{81D60167-4931-47E6-BA6A-407CBD079E47}" type="slidenum">
              <a:rPr lang="en-US" spc="-20" smtClean="0"/>
              <a:t>‹#›</a:t>
            </a:fld>
            <a:r>
              <a:rPr lang="en-US" spc="-20" smtClean="0"/>
              <a:t>/35</a:t>
            </a:r>
            <a:endParaRPr lang="en-US" spc="-20" dirty="0"/>
          </a:p>
        </p:txBody>
      </p:sp>
    </p:spTree>
    <p:extLst>
      <p:ext uri="{BB962C8B-B14F-4D97-AF65-F5344CB8AC3E}">
        <p14:creationId xmlns:p14="http://schemas.microsoft.com/office/powerpoint/2010/main" val="2168732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89535">
              <a:lnSpc>
                <a:spcPts val="865"/>
              </a:lnSpc>
            </a:pPr>
            <a:fld id="{81D60167-4931-47E6-BA6A-407CBD079E47}" type="slidenum">
              <a:rPr lang="en-US" spc="-20" smtClean="0"/>
              <a:t>‹#›</a:t>
            </a:fld>
            <a:r>
              <a:rPr lang="en-US" spc="-20" smtClean="0"/>
              <a:t>/35</a:t>
            </a:r>
            <a:endParaRPr lang="en-US" spc="-20" dirty="0"/>
          </a:p>
        </p:txBody>
      </p:sp>
    </p:spTree>
    <p:extLst>
      <p:ext uri="{BB962C8B-B14F-4D97-AF65-F5344CB8AC3E}">
        <p14:creationId xmlns:p14="http://schemas.microsoft.com/office/powerpoint/2010/main" val="691482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7150" y="216323"/>
            <a:ext cx="1859620" cy="757132"/>
          </a:xfrm>
        </p:spPr>
        <p:txBody>
          <a:bodyPr anchor="b"/>
          <a:lstStyle>
            <a:lvl1pPr>
              <a:defRPr sz="1513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51216" y="467198"/>
            <a:ext cx="2918936" cy="2305947"/>
          </a:xfrm>
        </p:spPr>
        <p:txBody>
          <a:bodyPr/>
          <a:lstStyle>
            <a:lvl1pPr>
              <a:defRPr sz="1513"/>
            </a:lvl1pPr>
            <a:lvl2pPr>
              <a:defRPr sz="1324"/>
            </a:lvl2pPr>
            <a:lvl3pPr>
              <a:defRPr sz="1135"/>
            </a:lvl3pPr>
            <a:lvl4pPr>
              <a:defRPr sz="946"/>
            </a:lvl4pPr>
            <a:lvl5pPr>
              <a:defRPr sz="946"/>
            </a:lvl5pPr>
            <a:lvl6pPr>
              <a:defRPr sz="946"/>
            </a:lvl6pPr>
            <a:lvl7pPr>
              <a:defRPr sz="946"/>
            </a:lvl7pPr>
            <a:lvl8pPr>
              <a:defRPr sz="946"/>
            </a:lvl8pPr>
            <a:lvl9pPr>
              <a:defRPr sz="946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7150" y="973455"/>
            <a:ext cx="1859620" cy="1803446"/>
          </a:xfrm>
        </p:spPr>
        <p:txBody>
          <a:bodyPr/>
          <a:lstStyle>
            <a:lvl1pPr marL="0" indent="0">
              <a:buNone/>
              <a:defRPr sz="757"/>
            </a:lvl1pPr>
            <a:lvl2pPr marL="216210" indent="0">
              <a:buNone/>
              <a:defRPr sz="662"/>
            </a:lvl2pPr>
            <a:lvl3pPr marL="432420" indent="0">
              <a:buNone/>
              <a:defRPr sz="567"/>
            </a:lvl3pPr>
            <a:lvl4pPr marL="648630" indent="0">
              <a:buNone/>
              <a:defRPr sz="473"/>
            </a:lvl4pPr>
            <a:lvl5pPr marL="864840" indent="0">
              <a:buNone/>
              <a:defRPr sz="473"/>
            </a:lvl5pPr>
            <a:lvl6pPr marL="1081049" indent="0">
              <a:buNone/>
              <a:defRPr sz="473"/>
            </a:lvl6pPr>
            <a:lvl7pPr marL="1297259" indent="0">
              <a:buNone/>
              <a:defRPr sz="473"/>
            </a:lvl7pPr>
            <a:lvl8pPr marL="1513469" indent="0">
              <a:buNone/>
              <a:defRPr sz="473"/>
            </a:lvl8pPr>
            <a:lvl9pPr marL="1729679" indent="0">
              <a:buNone/>
              <a:defRPr sz="47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89535">
              <a:lnSpc>
                <a:spcPts val="865"/>
              </a:lnSpc>
            </a:pPr>
            <a:fld id="{81D60167-4931-47E6-BA6A-407CBD079E47}" type="slidenum">
              <a:rPr lang="en-US" spc="-20" smtClean="0"/>
              <a:t>‹#›</a:t>
            </a:fld>
            <a:r>
              <a:rPr lang="en-US" spc="-20" smtClean="0"/>
              <a:t>/35</a:t>
            </a:r>
            <a:endParaRPr lang="en-US" spc="-20" dirty="0"/>
          </a:p>
        </p:txBody>
      </p:sp>
    </p:spTree>
    <p:extLst>
      <p:ext uri="{BB962C8B-B14F-4D97-AF65-F5344CB8AC3E}">
        <p14:creationId xmlns:p14="http://schemas.microsoft.com/office/powerpoint/2010/main" val="684112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7150" y="216323"/>
            <a:ext cx="1859620" cy="757132"/>
          </a:xfrm>
        </p:spPr>
        <p:txBody>
          <a:bodyPr anchor="b"/>
          <a:lstStyle>
            <a:lvl1pPr>
              <a:defRPr sz="1513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451216" y="467198"/>
            <a:ext cx="2918936" cy="2305947"/>
          </a:xfrm>
        </p:spPr>
        <p:txBody>
          <a:bodyPr/>
          <a:lstStyle>
            <a:lvl1pPr marL="0" indent="0">
              <a:buNone/>
              <a:defRPr sz="1513"/>
            </a:lvl1pPr>
            <a:lvl2pPr marL="216210" indent="0">
              <a:buNone/>
              <a:defRPr sz="1324"/>
            </a:lvl2pPr>
            <a:lvl3pPr marL="432420" indent="0">
              <a:buNone/>
              <a:defRPr sz="1135"/>
            </a:lvl3pPr>
            <a:lvl4pPr marL="648630" indent="0">
              <a:buNone/>
              <a:defRPr sz="946"/>
            </a:lvl4pPr>
            <a:lvl5pPr marL="864840" indent="0">
              <a:buNone/>
              <a:defRPr sz="946"/>
            </a:lvl5pPr>
            <a:lvl6pPr marL="1081049" indent="0">
              <a:buNone/>
              <a:defRPr sz="946"/>
            </a:lvl6pPr>
            <a:lvl7pPr marL="1297259" indent="0">
              <a:buNone/>
              <a:defRPr sz="946"/>
            </a:lvl7pPr>
            <a:lvl8pPr marL="1513469" indent="0">
              <a:buNone/>
              <a:defRPr sz="946"/>
            </a:lvl8pPr>
            <a:lvl9pPr marL="1729679" indent="0">
              <a:buNone/>
              <a:defRPr sz="946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7150" y="973455"/>
            <a:ext cx="1859620" cy="1803446"/>
          </a:xfrm>
        </p:spPr>
        <p:txBody>
          <a:bodyPr/>
          <a:lstStyle>
            <a:lvl1pPr marL="0" indent="0">
              <a:buNone/>
              <a:defRPr sz="757"/>
            </a:lvl1pPr>
            <a:lvl2pPr marL="216210" indent="0">
              <a:buNone/>
              <a:defRPr sz="662"/>
            </a:lvl2pPr>
            <a:lvl3pPr marL="432420" indent="0">
              <a:buNone/>
              <a:defRPr sz="567"/>
            </a:lvl3pPr>
            <a:lvl4pPr marL="648630" indent="0">
              <a:buNone/>
              <a:defRPr sz="473"/>
            </a:lvl4pPr>
            <a:lvl5pPr marL="864840" indent="0">
              <a:buNone/>
              <a:defRPr sz="473"/>
            </a:lvl5pPr>
            <a:lvl6pPr marL="1081049" indent="0">
              <a:buNone/>
              <a:defRPr sz="473"/>
            </a:lvl6pPr>
            <a:lvl7pPr marL="1297259" indent="0">
              <a:buNone/>
              <a:defRPr sz="473"/>
            </a:lvl7pPr>
            <a:lvl8pPr marL="1513469" indent="0">
              <a:buNone/>
              <a:defRPr sz="473"/>
            </a:lvl8pPr>
            <a:lvl9pPr marL="1729679" indent="0">
              <a:buNone/>
              <a:defRPr sz="47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89535">
              <a:lnSpc>
                <a:spcPts val="865"/>
              </a:lnSpc>
            </a:pPr>
            <a:fld id="{81D60167-4931-47E6-BA6A-407CBD079E47}" type="slidenum">
              <a:rPr lang="en-US" spc="-20" smtClean="0"/>
              <a:t>‹#›</a:t>
            </a:fld>
            <a:r>
              <a:rPr lang="en-US" spc="-20" smtClean="0"/>
              <a:t>/35</a:t>
            </a:r>
            <a:endParaRPr lang="en-US" spc="-20" dirty="0"/>
          </a:p>
        </p:txBody>
      </p:sp>
    </p:spTree>
    <p:extLst>
      <p:ext uri="{BB962C8B-B14F-4D97-AF65-F5344CB8AC3E}">
        <p14:creationId xmlns:p14="http://schemas.microsoft.com/office/powerpoint/2010/main" val="4150959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89535">
              <a:lnSpc>
                <a:spcPts val="865"/>
              </a:lnSpc>
            </a:pPr>
            <a:fld id="{81D60167-4931-47E6-BA6A-407CBD079E47}" type="slidenum">
              <a:rPr lang="en-US" spc="-20" smtClean="0"/>
              <a:t>‹#›</a:t>
            </a:fld>
            <a:r>
              <a:rPr lang="en-US" spc="-20" smtClean="0"/>
              <a:t>/35</a:t>
            </a:r>
            <a:endParaRPr lang="en-US" spc="-20" dirty="0"/>
          </a:p>
        </p:txBody>
      </p:sp>
    </p:spTree>
    <p:extLst>
      <p:ext uri="{BB962C8B-B14F-4D97-AF65-F5344CB8AC3E}">
        <p14:creationId xmlns:p14="http://schemas.microsoft.com/office/powerpoint/2010/main" val="2241591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126150" y="172758"/>
            <a:ext cx="1243251" cy="274986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6399" y="172758"/>
            <a:ext cx="3657679" cy="274986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89535">
              <a:lnSpc>
                <a:spcPts val="865"/>
              </a:lnSpc>
            </a:pPr>
            <a:fld id="{81D60167-4931-47E6-BA6A-407CBD079E47}" type="slidenum">
              <a:rPr lang="en-US" spc="-20" smtClean="0"/>
              <a:t>‹#›</a:t>
            </a:fld>
            <a:r>
              <a:rPr lang="en-US" spc="-20" smtClean="0"/>
              <a:t>/35</a:t>
            </a:r>
            <a:endParaRPr lang="en-US" spc="-20" dirty="0"/>
          </a:p>
        </p:txBody>
      </p:sp>
    </p:spTree>
    <p:extLst>
      <p:ext uri="{BB962C8B-B14F-4D97-AF65-F5344CB8AC3E}">
        <p14:creationId xmlns:p14="http://schemas.microsoft.com/office/powerpoint/2010/main" val="2950100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6399" y="172758"/>
            <a:ext cx="4973003" cy="627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6399" y="863791"/>
            <a:ext cx="4973003" cy="2058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6399" y="3007496"/>
            <a:ext cx="1297305" cy="172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09921" y="3007496"/>
            <a:ext cx="1945958" cy="172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072096" y="3007496"/>
            <a:ext cx="1297305" cy="172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89535">
              <a:lnSpc>
                <a:spcPts val="865"/>
              </a:lnSpc>
            </a:pPr>
            <a:fld id="{81D60167-4931-47E6-BA6A-407CBD079E47}" type="slidenum">
              <a:rPr lang="en-US" spc="-20" smtClean="0"/>
              <a:t>‹#›</a:t>
            </a:fld>
            <a:r>
              <a:rPr lang="en-US" spc="-20" smtClean="0"/>
              <a:t>/35</a:t>
            </a:r>
            <a:endParaRPr lang="en-US" spc="-20" dirty="0"/>
          </a:p>
        </p:txBody>
      </p:sp>
    </p:spTree>
    <p:extLst>
      <p:ext uri="{BB962C8B-B14F-4D97-AF65-F5344CB8AC3E}">
        <p14:creationId xmlns:p14="http://schemas.microsoft.com/office/powerpoint/2010/main" val="15745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432420" rtl="0" eaLnBrk="1" latinLnBrk="0" hangingPunct="1">
        <a:lnSpc>
          <a:spcPct val="90000"/>
        </a:lnSpc>
        <a:spcBef>
          <a:spcPct val="0"/>
        </a:spcBef>
        <a:buNone/>
        <a:defRPr sz="208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8105" indent="-108105" algn="l" defTabSz="432420" rtl="0" eaLnBrk="1" latinLnBrk="0" hangingPunct="1">
        <a:lnSpc>
          <a:spcPct val="90000"/>
        </a:lnSpc>
        <a:spcBef>
          <a:spcPts val="473"/>
        </a:spcBef>
        <a:buFont typeface="Arial" panose="020B0604020202020204" pitchFamily="34" charset="0"/>
        <a:buChar char="•"/>
        <a:defRPr sz="1324" kern="1200">
          <a:solidFill>
            <a:schemeClr val="tx1"/>
          </a:solidFill>
          <a:latin typeface="+mn-lt"/>
          <a:ea typeface="+mn-ea"/>
          <a:cs typeface="+mn-cs"/>
        </a:defRPr>
      </a:lvl1pPr>
      <a:lvl2pPr marL="324315" indent="-108105" algn="l" defTabSz="432420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1135" kern="1200">
          <a:solidFill>
            <a:schemeClr val="tx1"/>
          </a:solidFill>
          <a:latin typeface="+mn-lt"/>
          <a:ea typeface="+mn-ea"/>
          <a:cs typeface="+mn-cs"/>
        </a:defRPr>
      </a:lvl2pPr>
      <a:lvl3pPr marL="540525" indent="-108105" algn="l" defTabSz="432420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946" kern="1200">
          <a:solidFill>
            <a:schemeClr val="tx1"/>
          </a:solidFill>
          <a:latin typeface="+mn-lt"/>
          <a:ea typeface="+mn-ea"/>
          <a:cs typeface="+mn-cs"/>
        </a:defRPr>
      </a:lvl3pPr>
      <a:lvl4pPr marL="756735" indent="-108105" algn="l" defTabSz="432420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4pPr>
      <a:lvl5pPr marL="972944" indent="-108105" algn="l" defTabSz="432420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5pPr>
      <a:lvl6pPr marL="1189154" indent="-108105" algn="l" defTabSz="432420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6pPr>
      <a:lvl7pPr marL="1405364" indent="-108105" algn="l" defTabSz="432420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7pPr>
      <a:lvl8pPr marL="1621574" indent="-108105" algn="l" defTabSz="432420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8pPr>
      <a:lvl9pPr marL="1837784" indent="-108105" algn="l" defTabSz="432420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2420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1pPr>
      <a:lvl2pPr marL="216210" algn="l" defTabSz="432420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2pPr>
      <a:lvl3pPr marL="432420" algn="l" defTabSz="432420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3pPr>
      <a:lvl4pPr marL="648630" algn="l" defTabSz="432420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4pPr>
      <a:lvl5pPr marL="864840" algn="l" defTabSz="432420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5pPr>
      <a:lvl6pPr marL="1081049" algn="l" defTabSz="432420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6pPr>
      <a:lvl7pPr marL="1297259" algn="l" defTabSz="432420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7pPr>
      <a:lvl8pPr marL="1513469" algn="l" defTabSz="432420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8pPr>
      <a:lvl9pPr marL="1729679" algn="l" defTabSz="432420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6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Relationship Id="rId27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18" Type="http://schemas.openxmlformats.org/officeDocument/2006/relationships/image" Target="../media/image44.png"/><Relationship Id="rId26" Type="http://schemas.openxmlformats.org/officeDocument/2006/relationships/image" Target="../media/image52.png"/><Relationship Id="rId3" Type="http://schemas.openxmlformats.org/officeDocument/2006/relationships/image" Target="../media/image29.png"/><Relationship Id="rId21" Type="http://schemas.openxmlformats.org/officeDocument/2006/relationships/image" Target="../media/image47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17" Type="http://schemas.openxmlformats.org/officeDocument/2006/relationships/image" Target="../media/image43.png"/><Relationship Id="rId25" Type="http://schemas.openxmlformats.org/officeDocument/2006/relationships/image" Target="../media/image51.png"/><Relationship Id="rId2" Type="http://schemas.openxmlformats.org/officeDocument/2006/relationships/image" Target="../media/image28.png"/><Relationship Id="rId16" Type="http://schemas.openxmlformats.org/officeDocument/2006/relationships/image" Target="../media/image42.png"/><Relationship Id="rId20" Type="http://schemas.openxmlformats.org/officeDocument/2006/relationships/image" Target="../media/image46.png"/><Relationship Id="rId29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24" Type="http://schemas.openxmlformats.org/officeDocument/2006/relationships/image" Target="../media/image50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23" Type="http://schemas.openxmlformats.org/officeDocument/2006/relationships/image" Target="../media/image49.png"/><Relationship Id="rId28" Type="http://schemas.openxmlformats.org/officeDocument/2006/relationships/image" Target="../media/image54.png"/><Relationship Id="rId10" Type="http://schemas.openxmlformats.org/officeDocument/2006/relationships/image" Target="../media/image36.png"/><Relationship Id="rId19" Type="http://schemas.openxmlformats.org/officeDocument/2006/relationships/image" Target="../media/image45.png"/><Relationship Id="rId31" Type="http://schemas.openxmlformats.org/officeDocument/2006/relationships/image" Target="../media/image57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Relationship Id="rId22" Type="http://schemas.openxmlformats.org/officeDocument/2006/relationships/image" Target="../media/image48.png"/><Relationship Id="rId27" Type="http://schemas.openxmlformats.org/officeDocument/2006/relationships/image" Target="../media/image53.png"/><Relationship Id="rId30" Type="http://schemas.openxmlformats.org/officeDocument/2006/relationships/image" Target="../media/image5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9766"/>
            <a:ext cx="5775981" cy="3244850"/>
          </a:xfrm>
          <a:prstGeom prst="rect">
            <a:avLst/>
          </a:prstGeom>
        </p:spPr>
      </p:pic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58900" y="713551"/>
            <a:ext cx="3508375" cy="2359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dirty="0">
                <a:solidFill>
                  <a:schemeClr val="bg1"/>
                </a:solidFill>
              </a:rPr>
              <a:t>AWS</a:t>
            </a:r>
            <a:r>
              <a:rPr sz="1450" spc="-20" dirty="0">
                <a:solidFill>
                  <a:schemeClr val="bg1"/>
                </a:solidFill>
              </a:rPr>
              <a:t> </a:t>
            </a:r>
            <a:r>
              <a:rPr sz="1450" dirty="0">
                <a:solidFill>
                  <a:schemeClr val="bg1"/>
                </a:solidFill>
              </a:rPr>
              <a:t>CLI:</a:t>
            </a:r>
            <a:r>
              <a:rPr sz="1450" spc="-15" dirty="0">
                <a:solidFill>
                  <a:schemeClr val="bg1"/>
                </a:solidFill>
              </a:rPr>
              <a:t> </a:t>
            </a:r>
            <a:r>
              <a:rPr sz="1450" dirty="0">
                <a:solidFill>
                  <a:schemeClr val="bg1"/>
                </a:solidFill>
              </a:rPr>
              <a:t>Automasi</a:t>
            </a:r>
            <a:r>
              <a:rPr sz="1450" spc="-10" dirty="0">
                <a:solidFill>
                  <a:schemeClr val="bg1"/>
                </a:solidFill>
              </a:rPr>
              <a:t> </a:t>
            </a:r>
            <a:r>
              <a:rPr sz="1450" dirty="0">
                <a:solidFill>
                  <a:schemeClr val="bg1"/>
                </a:solidFill>
              </a:rPr>
              <a:t>Operasi</a:t>
            </a:r>
            <a:r>
              <a:rPr sz="1450" spc="-10" dirty="0">
                <a:solidFill>
                  <a:schemeClr val="bg1"/>
                </a:solidFill>
              </a:rPr>
              <a:t> </a:t>
            </a:r>
            <a:r>
              <a:rPr sz="1450" dirty="0">
                <a:solidFill>
                  <a:schemeClr val="bg1"/>
                </a:solidFill>
              </a:rPr>
              <a:t>AWS</a:t>
            </a:r>
            <a:r>
              <a:rPr sz="1450" spc="-20" dirty="0">
                <a:solidFill>
                  <a:schemeClr val="bg1"/>
                </a:solidFill>
              </a:rPr>
              <a:t> </a:t>
            </a:r>
            <a:r>
              <a:rPr sz="1450" dirty="0">
                <a:solidFill>
                  <a:schemeClr val="bg1"/>
                </a:solidFill>
              </a:rPr>
              <a:t>via</a:t>
            </a:r>
            <a:r>
              <a:rPr sz="1450" spc="-15" dirty="0">
                <a:solidFill>
                  <a:schemeClr val="bg1"/>
                </a:solidFill>
              </a:rPr>
              <a:t> </a:t>
            </a:r>
            <a:r>
              <a:rPr sz="1450" spc="-10" dirty="0">
                <a:solidFill>
                  <a:schemeClr val="bg1"/>
                </a:solidFill>
              </a:rPr>
              <a:t>Terminal</a:t>
            </a:r>
            <a:endParaRPr sz="1450" dirty="0">
              <a:solidFill>
                <a:schemeClr val="bg1"/>
              </a:solidFill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5467350" y="2974975"/>
            <a:ext cx="298450" cy="1285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535">
              <a:lnSpc>
                <a:spcPts val="865"/>
              </a:lnSpc>
            </a:pPr>
            <a:fld id="{81D60167-4931-47E6-BA6A-407CBD079E47}" type="slidenum">
              <a:rPr spc="-20" dirty="0"/>
              <a:t>1</a:t>
            </a:fld>
            <a:r>
              <a:rPr spc="-20" dirty="0"/>
              <a:t>/35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86305" y="1089025"/>
            <a:ext cx="41217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chemeClr val="bg1"/>
                </a:solidFill>
                <a:latin typeface="Calibri"/>
                <a:cs typeface="Calibri"/>
              </a:rPr>
              <a:t>Perintah</a:t>
            </a:r>
            <a:r>
              <a:rPr sz="1200" spc="-3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chemeClr val="bg1"/>
                </a:solidFill>
                <a:latin typeface="Calibri"/>
                <a:cs typeface="Calibri"/>
              </a:rPr>
              <a:t>Standar,</a:t>
            </a:r>
            <a:r>
              <a:rPr sz="1200" spc="-4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chemeClr val="bg1"/>
                </a:solidFill>
                <a:latin typeface="Calibri"/>
                <a:cs typeface="Calibri"/>
              </a:rPr>
              <a:t>Konfigurasi,</a:t>
            </a:r>
            <a:r>
              <a:rPr sz="1200" spc="-2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chemeClr val="bg1"/>
                </a:solidFill>
                <a:latin typeface="Calibri"/>
                <a:cs typeface="Calibri"/>
              </a:rPr>
              <a:t>Query</a:t>
            </a:r>
            <a:r>
              <a:rPr sz="1200" spc="-3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chemeClr val="bg1"/>
                </a:solidFill>
                <a:latin typeface="Calibri"/>
                <a:cs typeface="Calibri"/>
              </a:rPr>
              <a:t>Output,</a:t>
            </a:r>
            <a:r>
              <a:rPr sz="1200" spc="-4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chemeClr val="bg1"/>
                </a:solidFill>
                <a:latin typeface="Calibri"/>
                <a:cs typeface="Calibri"/>
              </a:rPr>
              <a:t>dan</a:t>
            </a:r>
            <a:r>
              <a:rPr sz="1200" spc="-3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chemeClr val="bg1"/>
                </a:solidFill>
                <a:latin typeface="Calibri"/>
                <a:cs typeface="Calibri"/>
              </a:rPr>
              <a:t>Praktikum</a:t>
            </a:r>
            <a:r>
              <a:rPr sz="1200" spc="-4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chemeClr val="bg1"/>
                </a:solidFill>
                <a:latin typeface="Calibri"/>
                <a:cs typeface="Calibri"/>
              </a:rPr>
              <a:t>Dasar</a:t>
            </a:r>
            <a:endParaRPr sz="12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5759450" cy="3239770"/>
          </a:xfrm>
          <a:custGeom>
            <a:avLst/>
            <a:gdLst/>
            <a:ahLst/>
            <a:cxnLst/>
            <a:rect l="l" t="t" r="r" b="b"/>
            <a:pathLst>
              <a:path w="5759450" h="3239770">
                <a:moveTo>
                  <a:pt x="5759450" y="0"/>
                </a:moveTo>
                <a:lnTo>
                  <a:pt x="0" y="0"/>
                </a:lnTo>
                <a:lnTo>
                  <a:pt x="0" y="3239769"/>
                </a:lnTo>
                <a:lnTo>
                  <a:pt x="5759450" y="3239769"/>
                </a:lnTo>
                <a:lnTo>
                  <a:pt x="5759450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38404" y="1627073"/>
            <a:ext cx="2635250" cy="78930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685"/>
              </a:spcBef>
              <a:buAutoNum type="arabicPeriod"/>
              <a:tabLst>
                <a:tab pos="189230" algn="l"/>
              </a:tabLst>
            </a:pP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Konsep</a:t>
            </a:r>
            <a:r>
              <a:rPr sz="1100" spc="-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AWS</a:t>
            </a:r>
            <a:r>
              <a:rPr sz="1100" spc="-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CLI</a:t>
            </a:r>
            <a:r>
              <a:rPr sz="1100" spc="-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dan</a:t>
            </a:r>
            <a:r>
              <a:rPr sz="1100" spc="-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struktur</a:t>
            </a:r>
            <a:r>
              <a:rPr sz="1100" spc="-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perintah</a:t>
            </a:r>
            <a:endParaRPr sz="1100">
              <a:latin typeface="Calibri"/>
              <a:cs typeface="Calibri"/>
            </a:endParaRPr>
          </a:p>
          <a:p>
            <a:pPr marL="189230" indent="-176530">
              <a:lnSpc>
                <a:spcPct val="100000"/>
              </a:lnSpc>
              <a:spcBef>
                <a:spcPts val="590"/>
              </a:spcBef>
              <a:buAutoNum type="arabicPeriod"/>
              <a:tabLst>
                <a:tab pos="189230" algn="l"/>
              </a:tabLst>
            </a:pP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Konfigurasi</a:t>
            </a:r>
            <a:r>
              <a:rPr sz="1100" spc="-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kredensial</a:t>
            </a:r>
            <a:r>
              <a:rPr sz="1100" spc="-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(profile/region/SSO)</a:t>
            </a:r>
            <a:endParaRPr sz="1100">
              <a:latin typeface="Calibri"/>
              <a:cs typeface="Calibri"/>
            </a:endParaRPr>
          </a:p>
          <a:p>
            <a:pPr marL="189230" indent="-176530">
              <a:lnSpc>
                <a:spcPct val="100000"/>
              </a:lnSpc>
              <a:spcBef>
                <a:spcPts val="875"/>
              </a:spcBef>
              <a:buAutoNum type="arabicPeriod"/>
              <a:tabLst>
                <a:tab pos="189230" algn="l"/>
              </a:tabLst>
            </a:pP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Opsi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global: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22373A"/>
                </a:solidFill>
                <a:latin typeface="Calibri"/>
                <a:cs typeface="Calibri"/>
              </a:rPr>
              <a:t>–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output,</a:t>
            </a:r>
            <a:r>
              <a:rPr sz="1100" spc="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–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query,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–</a:t>
            </a:r>
            <a:r>
              <a:rPr sz="1100" spc="-20" dirty="0">
                <a:solidFill>
                  <a:srgbClr val="22373A"/>
                </a:solidFill>
                <a:latin typeface="Calibri"/>
                <a:cs typeface="Calibri"/>
              </a:rPr>
              <a:t>debug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xfrm>
            <a:off x="5467350" y="2974975"/>
            <a:ext cx="298450" cy="1285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535">
              <a:lnSpc>
                <a:spcPts val="865"/>
              </a:lnSpc>
            </a:pPr>
            <a:fld id="{81D60167-4931-47E6-BA6A-407CBD079E47}" type="slidenum">
              <a:rPr spc="-20" dirty="0"/>
              <a:t>2</a:t>
            </a:fld>
            <a:r>
              <a:rPr spc="-20" dirty="0"/>
              <a:t>/35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5759450" cy="3239770"/>
          </a:xfrm>
          <a:custGeom>
            <a:avLst/>
            <a:gdLst/>
            <a:ahLst/>
            <a:cxnLst/>
            <a:rect l="l" t="t" r="r" b="b"/>
            <a:pathLst>
              <a:path w="5759450" h="3239770">
                <a:moveTo>
                  <a:pt x="5759450" y="0"/>
                </a:moveTo>
                <a:lnTo>
                  <a:pt x="0" y="0"/>
                </a:lnTo>
                <a:lnTo>
                  <a:pt x="0" y="3239769"/>
                </a:lnTo>
                <a:lnTo>
                  <a:pt x="5759450" y="3239769"/>
                </a:lnTo>
                <a:lnTo>
                  <a:pt x="5759450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38404" y="831316"/>
            <a:ext cx="3272154" cy="75120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685"/>
              </a:spcBef>
              <a:buAutoNum type="arabicPeriod" startAt="4"/>
              <a:tabLst>
                <a:tab pos="189230" algn="l"/>
              </a:tabLst>
            </a:pP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Perintah</a:t>
            </a:r>
            <a:r>
              <a:rPr sz="1100" spc="-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standar:</a:t>
            </a:r>
            <a:r>
              <a:rPr sz="1100" spc="-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S3,</a:t>
            </a:r>
            <a:r>
              <a:rPr sz="1100" spc="-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EC2,</a:t>
            </a:r>
            <a:r>
              <a:rPr sz="1100" spc="-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VPC,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IAM,</a:t>
            </a:r>
            <a:r>
              <a:rPr sz="1100" spc="-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CloudWatch</a:t>
            </a:r>
            <a:r>
              <a:rPr sz="1100" spc="-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22373A"/>
                </a:solidFill>
                <a:latin typeface="Calibri"/>
                <a:cs typeface="Calibri"/>
              </a:rPr>
              <a:t>Logs</a:t>
            </a:r>
            <a:endParaRPr sz="1100">
              <a:latin typeface="Calibri"/>
              <a:cs typeface="Calibri"/>
            </a:endParaRPr>
          </a:p>
          <a:p>
            <a:pPr marL="189230" indent="-176530">
              <a:lnSpc>
                <a:spcPct val="100000"/>
              </a:lnSpc>
              <a:spcBef>
                <a:spcPts val="590"/>
              </a:spcBef>
              <a:buAutoNum type="arabicPeriod" startAt="4"/>
              <a:tabLst>
                <a:tab pos="189230" algn="l"/>
              </a:tabLst>
            </a:pP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Automasi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dasar</a:t>
            </a:r>
            <a:r>
              <a:rPr sz="1100" spc="-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dan</a:t>
            </a:r>
            <a:r>
              <a:rPr sz="1100" spc="-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troubleshooting</a:t>
            </a:r>
            <a:endParaRPr sz="1100">
              <a:latin typeface="Calibri"/>
              <a:cs typeface="Calibri"/>
            </a:endParaRPr>
          </a:p>
          <a:p>
            <a:pPr marL="189230" indent="-176530">
              <a:lnSpc>
                <a:spcPct val="100000"/>
              </a:lnSpc>
              <a:spcBef>
                <a:spcPts val="575"/>
              </a:spcBef>
              <a:buAutoNum type="arabicPeriod" startAt="4"/>
              <a:tabLst>
                <a:tab pos="189230" algn="l"/>
              </a:tabLst>
            </a:pP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Lab</a:t>
            </a:r>
            <a:r>
              <a:rPr sz="1100" spc="-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praktikum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dan</a:t>
            </a:r>
            <a:r>
              <a:rPr sz="1100" spc="-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checklist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 keamanan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xfrm>
            <a:off x="5467350" y="2974975"/>
            <a:ext cx="298450" cy="1285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535">
              <a:lnSpc>
                <a:spcPts val="865"/>
              </a:lnSpc>
            </a:pPr>
            <a:fld id="{81D60167-4931-47E6-BA6A-407CBD079E47}" type="slidenum">
              <a:rPr spc="-20" dirty="0"/>
              <a:t>3</a:t>
            </a:fld>
            <a:r>
              <a:rPr spc="-20" dirty="0"/>
              <a:t>/35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5759450" cy="3239770"/>
          </a:xfrm>
          <a:custGeom>
            <a:avLst/>
            <a:gdLst/>
            <a:ahLst/>
            <a:cxnLst/>
            <a:rect l="l" t="t" r="r" b="b"/>
            <a:pathLst>
              <a:path w="5759450" h="3239770">
                <a:moveTo>
                  <a:pt x="5759450" y="0"/>
                </a:moveTo>
                <a:lnTo>
                  <a:pt x="0" y="0"/>
                </a:lnTo>
                <a:lnTo>
                  <a:pt x="0" y="3239769"/>
                </a:lnTo>
                <a:lnTo>
                  <a:pt x="5759450" y="3239769"/>
                </a:lnTo>
                <a:lnTo>
                  <a:pt x="5759450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46963" y="1562480"/>
            <a:ext cx="3406140" cy="506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Setelah</a:t>
            </a:r>
            <a:r>
              <a:rPr sz="1100" spc="-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sesi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ini,</a:t>
            </a:r>
            <a:r>
              <a:rPr sz="1100" spc="-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mahasiswa</a:t>
            </a:r>
            <a:r>
              <a:rPr sz="1100" spc="-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mampu:</a:t>
            </a:r>
            <a:endParaRPr sz="1100">
              <a:latin typeface="Calibri"/>
              <a:cs typeface="Calibri"/>
            </a:endParaRPr>
          </a:p>
          <a:p>
            <a:pPr marL="280670" indent="-176530">
              <a:lnSpc>
                <a:spcPct val="100000"/>
              </a:lnSpc>
              <a:spcBef>
                <a:spcPts val="1145"/>
              </a:spcBef>
              <a:buChar char="•"/>
              <a:tabLst>
                <a:tab pos="280670" algn="l"/>
              </a:tabLst>
            </a:pP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Menjelaskan</a:t>
            </a:r>
            <a:r>
              <a:rPr sz="1100" spc="-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pola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perintah</a:t>
            </a:r>
            <a:r>
              <a:rPr sz="1100" spc="-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aws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 &lt;service&gt;</a:t>
            </a:r>
            <a:r>
              <a:rPr sz="1100" spc="-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&lt;command&gt;.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xfrm>
            <a:off x="5467350" y="2974975"/>
            <a:ext cx="298450" cy="1285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535">
              <a:lnSpc>
                <a:spcPts val="865"/>
              </a:lnSpc>
            </a:pPr>
            <a:fld id="{81D60167-4931-47E6-BA6A-407CBD079E47}" type="slidenum">
              <a:rPr spc="-20" dirty="0"/>
              <a:t>4</a:t>
            </a:fld>
            <a:r>
              <a:rPr spc="-20" dirty="0"/>
              <a:t>/35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5759450" cy="3239770"/>
          </a:xfrm>
          <a:custGeom>
            <a:avLst/>
            <a:gdLst/>
            <a:ahLst/>
            <a:cxnLst/>
            <a:rect l="l" t="t" r="r" b="b"/>
            <a:pathLst>
              <a:path w="5759450" h="3239770">
                <a:moveTo>
                  <a:pt x="5759450" y="0"/>
                </a:moveTo>
                <a:lnTo>
                  <a:pt x="0" y="0"/>
                </a:lnTo>
                <a:lnTo>
                  <a:pt x="0" y="3239769"/>
                </a:lnTo>
                <a:lnTo>
                  <a:pt x="5759450" y="3239769"/>
                </a:lnTo>
                <a:lnTo>
                  <a:pt x="5759450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38404" y="884656"/>
            <a:ext cx="4695190" cy="1144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9230" marR="5080" indent="-177165">
              <a:lnSpc>
                <a:spcPct val="113599"/>
              </a:lnSpc>
              <a:spcBef>
                <a:spcPts val="100"/>
              </a:spcBef>
              <a:buChar char="•"/>
              <a:tabLst>
                <a:tab pos="189230" algn="l"/>
              </a:tabLst>
            </a:pP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Mengonfigurasi</a:t>
            </a:r>
            <a:r>
              <a:rPr sz="1100" spc="-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akses</a:t>
            </a:r>
            <a:r>
              <a:rPr sz="1100" spc="-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AWS</a:t>
            </a:r>
            <a:r>
              <a:rPr sz="1100" spc="-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secara</a:t>
            </a:r>
            <a:r>
              <a:rPr sz="1100" spc="-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aman</a:t>
            </a:r>
            <a:r>
              <a:rPr sz="1100" spc="-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menggunakan</a:t>
            </a:r>
            <a:r>
              <a:rPr sz="1100" spc="-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profile/region</a:t>
            </a:r>
            <a:r>
              <a:rPr sz="1100" spc="-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(opsional SSO).</a:t>
            </a:r>
            <a:endParaRPr sz="1100">
              <a:latin typeface="Calibri"/>
              <a:cs typeface="Calibri"/>
            </a:endParaRPr>
          </a:p>
          <a:p>
            <a:pPr marL="189230" indent="-176530">
              <a:lnSpc>
                <a:spcPct val="100000"/>
              </a:lnSpc>
              <a:spcBef>
                <a:spcPts val="585"/>
              </a:spcBef>
              <a:buChar char="•"/>
              <a:tabLst>
                <a:tab pos="189230" algn="l"/>
              </a:tabLst>
            </a:pP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Menjalankan</a:t>
            </a:r>
            <a:r>
              <a:rPr sz="1100" spc="-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perintah</a:t>
            </a:r>
            <a:r>
              <a:rPr sz="1100" spc="-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standar</a:t>
            </a:r>
            <a:r>
              <a:rPr sz="1100" spc="-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untuk</a:t>
            </a:r>
            <a:r>
              <a:rPr sz="1100" spc="-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layanan</a:t>
            </a:r>
            <a:r>
              <a:rPr sz="1100" spc="-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utama</a:t>
            </a:r>
            <a:r>
              <a:rPr sz="1100" spc="-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(S3/EC2/VPC/IAM/Logs).</a:t>
            </a:r>
            <a:endParaRPr sz="1100">
              <a:latin typeface="Calibri"/>
              <a:cs typeface="Calibri"/>
            </a:endParaRPr>
          </a:p>
          <a:p>
            <a:pPr marL="189230" indent="-176530">
              <a:lnSpc>
                <a:spcPct val="100000"/>
              </a:lnSpc>
              <a:spcBef>
                <a:spcPts val="685"/>
              </a:spcBef>
              <a:buChar char="•"/>
              <a:tabLst>
                <a:tab pos="189230" algn="l"/>
              </a:tabLst>
            </a:pP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Memfilter</a:t>
            </a:r>
            <a:r>
              <a:rPr sz="1100" spc="-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output</a:t>
            </a:r>
            <a:r>
              <a:rPr sz="1100" spc="-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menggunakan</a:t>
            </a:r>
            <a:r>
              <a:rPr sz="1100" spc="-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22373A"/>
                </a:solidFill>
                <a:latin typeface="Calibri"/>
                <a:cs typeface="Calibri"/>
              </a:rPr>
              <a:t>–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output</a:t>
            </a:r>
            <a:r>
              <a:rPr sz="1100" spc="-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dan</a:t>
            </a:r>
            <a:r>
              <a:rPr sz="1100" spc="-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–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query</a:t>
            </a:r>
            <a:r>
              <a:rPr sz="1100" spc="-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(JMESPath).</a:t>
            </a:r>
            <a:endParaRPr sz="1100">
              <a:latin typeface="Calibri"/>
              <a:cs typeface="Calibri"/>
            </a:endParaRPr>
          </a:p>
          <a:p>
            <a:pPr marL="189230" indent="-176530">
              <a:lnSpc>
                <a:spcPct val="100000"/>
              </a:lnSpc>
              <a:spcBef>
                <a:spcPts val="580"/>
              </a:spcBef>
              <a:buChar char="•"/>
              <a:tabLst>
                <a:tab pos="189230" algn="l"/>
              </a:tabLst>
            </a:pP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Melakukan</a:t>
            </a:r>
            <a:r>
              <a:rPr sz="1100" spc="-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troubleshooting</a:t>
            </a:r>
            <a:r>
              <a:rPr sz="1100" spc="-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dasar</a:t>
            </a:r>
            <a:r>
              <a:rPr sz="1100" spc="-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menggunakan</a:t>
            </a:r>
            <a:r>
              <a:rPr sz="1100" spc="-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–debug.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xfrm>
            <a:off x="5467350" y="2974975"/>
            <a:ext cx="298450" cy="1285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535">
              <a:lnSpc>
                <a:spcPts val="865"/>
              </a:lnSpc>
            </a:pPr>
            <a:fld id="{81D60167-4931-47E6-BA6A-407CBD079E47}" type="slidenum">
              <a:rPr spc="-20" dirty="0"/>
              <a:t>5</a:t>
            </a:fld>
            <a:r>
              <a:rPr spc="-20" dirty="0"/>
              <a:t>/35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5759450" cy="3239770"/>
          </a:xfrm>
          <a:custGeom>
            <a:avLst/>
            <a:gdLst/>
            <a:ahLst/>
            <a:cxnLst/>
            <a:rect l="l" t="t" r="r" b="b"/>
            <a:pathLst>
              <a:path w="5759450" h="3239770">
                <a:moveTo>
                  <a:pt x="5759450" y="0"/>
                </a:moveTo>
                <a:lnTo>
                  <a:pt x="0" y="0"/>
                </a:lnTo>
                <a:lnTo>
                  <a:pt x="0" y="3239769"/>
                </a:lnTo>
                <a:lnTo>
                  <a:pt x="5759450" y="3239769"/>
                </a:lnTo>
                <a:lnTo>
                  <a:pt x="5759450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38404" y="860272"/>
            <a:ext cx="4653915" cy="147891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470"/>
              </a:spcBef>
              <a:buChar char="•"/>
              <a:tabLst>
                <a:tab pos="189230" algn="l"/>
              </a:tabLst>
            </a:pP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AWS</a:t>
            </a:r>
            <a:r>
              <a:rPr sz="1100" spc="-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CLI</a:t>
            </a:r>
            <a:r>
              <a:rPr sz="1100" spc="-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adalah</a:t>
            </a:r>
            <a:r>
              <a:rPr sz="1100" spc="-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alat</a:t>
            </a:r>
            <a:r>
              <a:rPr sz="1100" spc="-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baris</a:t>
            </a:r>
            <a:r>
              <a:rPr sz="1100" spc="-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perintah</a:t>
            </a:r>
            <a:r>
              <a:rPr sz="1100" spc="-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untuk</a:t>
            </a:r>
            <a:r>
              <a:rPr sz="1100" spc="-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mengakses</a:t>
            </a:r>
            <a:r>
              <a:rPr sz="1100" spc="-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layanan</a:t>
            </a:r>
            <a:r>
              <a:rPr sz="1100" spc="-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AWS</a:t>
            </a:r>
            <a:r>
              <a:rPr sz="1100" spc="-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melalui</a:t>
            </a:r>
            <a:r>
              <a:rPr sz="1100" spc="-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22373A"/>
                </a:solidFill>
                <a:latin typeface="Calibri"/>
                <a:cs typeface="Calibri"/>
              </a:rPr>
              <a:t>API.</a:t>
            </a:r>
            <a:endParaRPr sz="1100">
              <a:latin typeface="Calibri"/>
              <a:cs typeface="Calibri"/>
            </a:endParaRPr>
          </a:p>
          <a:p>
            <a:pPr marL="189230" indent="-176530">
              <a:lnSpc>
                <a:spcPct val="100000"/>
              </a:lnSpc>
              <a:spcBef>
                <a:spcPts val="370"/>
              </a:spcBef>
              <a:buChar char="•"/>
              <a:tabLst>
                <a:tab pos="189230" algn="l"/>
              </a:tabLst>
            </a:pP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Cocok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 untuk:</a:t>
            </a:r>
            <a:endParaRPr sz="1100">
              <a:latin typeface="Calibri"/>
              <a:cs typeface="Calibri"/>
            </a:endParaRPr>
          </a:p>
          <a:p>
            <a:pPr marL="189230" indent="-176530">
              <a:lnSpc>
                <a:spcPct val="100000"/>
              </a:lnSpc>
              <a:spcBef>
                <a:spcPts val="380"/>
              </a:spcBef>
              <a:buSzPct val="110000"/>
              <a:buChar char="•"/>
              <a:tabLst>
                <a:tab pos="189230" algn="l"/>
              </a:tabLst>
            </a:pP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inspeksi</a:t>
            </a:r>
            <a:r>
              <a:rPr sz="1000" spc="-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cepat</a:t>
            </a:r>
            <a:r>
              <a:rPr sz="1000" spc="-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Calibri"/>
                <a:cs typeface="Calibri"/>
              </a:rPr>
              <a:t>resource,</a:t>
            </a:r>
            <a:endParaRPr sz="1000">
              <a:latin typeface="Calibri"/>
              <a:cs typeface="Calibri"/>
            </a:endParaRPr>
          </a:p>
          <a:p>
            <a:pPr marL="189230" indent="-176530">
              <a:lnSpc>
                <a:spcPct val="100000"/>
              </a:lnSpc>
              <a:spcBef>
                <a:spcPts val="275"/>
              </a:spcBef>
              <a:buSzPct val="110000"/>
              <a:buChar char="•"/>
              <a:tabLst>
                <a:tab pos="189230" algn="l"/>
              </a:tabLst>
            </a:pP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operasi</a:t>
            </a:r>
            <a:r>
              <a:rPr sz="1000" spc="-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rutin </a:t>
            </a:r>
            <a:r>
              <a:rPr sz="1000" spc="-10" dirty="0">
                <a:solidFill>
                  <a:srgbClr val="22373A"/>
                </a:solidFill>
                <a:latin typeface="Calibri"/>
                <a:cs typeface="Calibri"/>
              </a:rPr>
              <a:t>(start/stop,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Calibri"/>
                <a:cs typeface="Calibri"/>
              </a:rPr>
              <a:t>upload/download),</a:t>
            </a:r>
            <a:endParaRPr sz="1000">
              <a:latin typeface="Calibri"/>
              <a:cs typeface="Calibri"/>
            </a:endParaRPr>
          </a:p>
          <a:p>
            <a:pPr marL="189230" indent="-176530">
              <a:lnSpc>
                <a:spcPct val="100000"/>
              </a:lnSpc>
              <a:spcBef>
                <a:spcPts val="275"/>
              </a:spcBef>
              <a:buSzPct val="110000"/>
              <a:buChar char="•"/>
              <a:tabLst>
                <a:tab pos="189230" algn="l"/>
              </a:tabLst>
            </a:pP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automasi</a:t>
            </a:r>
            <a:r>
              <a:rPr sz="1000" spc="-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2373A"/>
                </a:solidFill>
                <a:latin typeface="Calibri"/>
                <a:cs typeface="Calibri"/>
              </a:rPr>
              <a:t>(script,</a:t>
            </a:r>
            <a:r>
              <a:rPr sz="1000" spc="-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Calibri"/>
                <a:cs typeface="Calibri"/>
              </a:rPr>
              <a:t>CI/CD).</a:t>
            </a:r>
            <a:endParaRPr sz="1000">
              <a:latin typeface="Calibri"/>
              <a:cs typeface="Calibri"/>
            </a:endParaRPr>
          </a:p>
          <a:p>
            <a:pPr marL="189230" marR="309245" indent="-177165">
              <a:lnSpc>
                <a:spcPct val="113799"/>
              </a:lnSpc>
              <a:spcBef>
                <a:spcPts val="525"/>
              </a:spcBef>
              <a:buChar char="•"/>
              <a:tabLst>
                <a:tab pos="189230" algn="l"/>
              </a:tabLst>
            </a:pP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CLI</a:t>
            </a:r>
            <a:r>
              <a:rPr sz="1100" spc="-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bersifat</a:t>
            </a:r>
            <a:r>
              <a:rPr sz="1100" spc="-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22373A"/>
                </a:solidFill>
                <a:latin typeface="Calibri"/>
                <a:cs typeface="Calibri"/>
              </a:rPr>
              <a:t>imperatif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;</a:t>
            </a:r>
            <a:r>
              <a:rPr sz="1100" spc="-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untuk</a:t>
            </a:r>
            <a:r>
              <a:rPr sz="1100" spc="-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IaC</a:t>
            </a:r>
            <a:r>
              <a:rPr sz="1100" spc="-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deklaratif,</a:t>
            </a:r>
            <a:r>
              <a:rPr sz="1100" spc="-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biasanya</a:t>
            </a:r>
            <a:r>
              <a:rPr sz="1100" spc="-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dipasangkan</a:t>
            </a:r>
            <a:r>
              <a:rPr sz="1100" spc="-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dengan Terraform.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xfrm>
            <a:off x="5467350" y="2974975"/>
            <a:ext cx="298450" cy="1285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535">
              <a:lnSpc>
                <a:spcPts val="865"/>
              </a:lnSpc>
            </a:pPr>
            <a:fld id="{81D60167-4931-47E6-BA6A-407CBD079E47}" type="slidenum">
              <a:rPr spc="-20" dirty="0"/>
              <a:t>6</a:t>
            </a:fld>
            <a:r>
              <a:rPr spc="-20" dirty="0"/>
              <a:t>/35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5759450" cy="3239770"/>
          </a:xfrm>
          <a:custGeom>
            <a:avLst/>
            <a:gdLst/>
            <a:ahLst/>
            <a:cxnLst/>
            <a:rect l="l" t="t" r="r" b="b"/>
            <a:pathLst>
              <a:path w="5759450" h="3239770">
                <a:moveTo>
                  <a:pt x="5759450" y="0"/>
                </a:moveTo>
                <a:lnTo>
                  <a:pt x="0" y="0"/>
                </a:lnTo>
                <a:lnTo>
                  <a:pt x="0" y="3239769"/>
                </a:lnTo>
                <a:lnTo>
                  <a:pt x="5759450" y="3239769"/>
                </a:lnTo>
                <a:lnTo>
                  <a:pt x="5759450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91159" y="1716404"/>
            <a:ext cx="915669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22373A"/>
                </a:solidFill>
                <a:latin typeface="Calibri"/>
                <a:cs typeface="Calibri"/>
              </a:rPr>
              <a:t>Struktur</a:t>
            </a:r>
            <a:r>
              <a:rPr sz="1100" b="1" spc="-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b="1" spc="-20" dirty="0">
                <a:solidFill>
                  <a:srgbClr val="22373A"/>
                </a:solidFill>
                <a:latin typeface="Calibri"/>
                <a:cs typeface="Calibri"/>
              </a:rPr>
              <a:t>umum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xfrm>
            <a:off x="5467350" y="2974975"/>
            <a:ext cx="298450" cy="1285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535">
              <a:lnSpc>
                <a:spcPts val="865"/>
              </a:lnSpc>
            </a:pPr>
            <a:fld id="{81D60167-4931-47E6-BA6A-407CBD079E47}" type="slidenum">
              <a:rPr spc="-20" dirty="0"/>
              <a:t>7</a:t>
            </a:fld>
            <a:r>
              <a:rPr spc="-20" dirty="0"/>
              <a:t>/35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880486" y="1716404"/>
            <a:ext cx="29400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0" dirty="0">
                <a:solidFill>
                  <a:srgbClr val="22373A"/>
                </a:solidFill>
                <a:latin typeface="Calibri"/>
                <a:cs typeface="Calibri"/>
              </a:rPr>
              <a:t>Help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320040" y="1921128"/>
          <a:ext cx="5124450" cy="3155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215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03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5595"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aws</a:t>
                      </a:r>
                      <a:r>
                        <a:rPr sz="900" spc="15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&lt;service&gt;</a:t>
                      </a:r>
                      <a:r>
                        <a:rPr sz="900" spc="25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&lt;command&gt;</a:t>
                      </a:r>
                      <a:r>
                        <a:rPr sz="900" spc="15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[--</a:t>
                      </a:r>
                      <a:r>
                        <a:rPr sz="900" spc="-1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options]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3175">
                      <a:solidFill>
                        <a:srgbClr val="DCDFE3"/>
                      </a:solidFill>
                      <a:prstDash val="solid"/>
                    </a:lnL>
                    <a:lnR w="3175">
                      <a:solidFill>
                        <a:srgbClr val="DCDFE3"/>
                      </a:solidFill>
                      <a:prstDash val="solid"/>
                    </a:lnR>
                    <a:lnT w="3175">
                      <a:solidFill>
                        <a:srgbClr val="DCDFE3"/>
                      </a:solidFill>
                      <a:prstDash val="solid"/>
                    </a:lnT>
                    <a:lnB w="3175">
                      <a:solidFill>
                        <a:srgbClr val="DCDFE3"/>
                      </a:solidFill>
                      <a:prstDash val="soli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CDFE3"/>
                      </a:solidFill>
                      <a:prstDash val="solid"/>
                    </a:lnL>
                    <a:lnR w="3175">
                      <a:solidFill>
                        <a:srgbClr val="DCDFE3"/>
                      </a:solidFill>
                      <a:prstDash val="solid"/>
                    </a:lnR>
                    <a:lnT w="3175">
                      <a:solidFill>
                        <a:srgbClr val="DCDFE3"/>
                      </a:solidFill>
                      <a:prstDash val="solid"/>
                    </a:lnT>
                    <a:lnB w="3175">
                      <a:solidFill>
                        <a:srgbClr val="DCDFE3"/>
                      </a:solidFill>
                      <a:prstDash val="soli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14604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ws</a:t>
                      </a:r>
                      <a:r>
                        <a:rPr sz="900" spc="-5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2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help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3175">
                      <a:solidFill>
                        <a:srgbClr val="DCDFE3"/>
                      </a:solidFill>
                      <a:prstDash val="solid"/>
                    </a:lnL>
                    <a:lnR w="3175">
                      <a:solidFill>
                        <a:srgbClr val="DCDFE3"/>
                      </a:solidFill>
                      <a:prstDash val="solid"/>
                    </a:lnR>
                    <a:lnT w="3175">
                      <a:solidFill>
                        <a:srgbClr val="DCDFE3"/>
                      </a:solidFill>
                      <a:prstDash val="solid"/>
                    </a:lnT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5759450" cy="3239770"/>
          </a:xfrm>
          <a:custGeom>
            <a:avLst/>
            <a:gdLst/>
            <a:ahLst/>
            <a:cxnLst/>
            <a:rect l="l" t="t" r="r" b="b"/>
            <a:pathLst>
              <a:path w="5759450" h="3239770">
                <a:moveTo>
                  <a:pt x="5759450" y="0"/>
                </a:moveTo>
                <a:lnTo>
                  <a:pt x="0" y="0"/>
                </a:lnTo>
                <a:lnTo>
                  <a:pt x="0" y="3239769"/>
                </a:lnTo>
                <a:lnTo>
                  <a:pt x="5759450" y="3239769"/>
                </a:lnTo>
                <a:lnTo>
                  <a:pt x="5759450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20040" y="927226"/>
          <a:ext cx="5124450" cy="10604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215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03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33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0640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Contoh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R w="3175">
                      <a:solidFill>
                        <a:srgbClr val="DCDFE3"/>
                      </a:solidFill>
                      <a:prstDash val="solid"/>
                    </a:lnR>
                    <a:lnT w="3175">
                      <a:solidFill>
                        <a:srgbClr val="DCDFE3"/>
                      </a:solidFill>
                      <a:prstDash val="solid"/>
                    </a:lnT>
                    <a:lnB w="9525">
                      <a:solidFill>
                        <a:srgbClr val="DCDFE3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aws s3</a:t>
                      </a:r>
                      <a:r>
                        <a:rPr sz="900" spc="5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2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help</a:t>
                      </a:r>
                      <a:endParaRPr sz="900">
                        <a:latin typeface="Calibri"/>
                        <a:cs typeface="Calibri"/>
                      </a:endParaRPr>
                    </a:p>
                    <a:p>
                      <a:pPr marL="4254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aws ec2</a:t>
                      </a:r>
                      <a:r>
                        <a:rPr sz="900" spc="5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describe-</a:t>
                      </a:r>
                      <a:r>
                        <a:rPr sz="90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instances</a:t>
                      </a:r>
                      <a:r>
                        <a:rPr sz="900" spc="15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2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help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3175">
                      <a:solidFill>
                        <a:srgbClr val="DCDFE3"/>
                      </a:solidFill>
                      <a:prstDash val="solid"/>
                    </a:lnL>
                    <a:lnR w="3175">
                      <a:solidFill>
                        <a:srgbClr val="DCDFE3"/>
                      </a:solidFill>
                      <a:prstDash val="solid"/>
                    </a:lnR>
                    <a:lnB w="9525">
                      <a:solidFill>
                        <a:srgbClr val="DCDFE3"/>
                      </a:solidFill>
                      <a:prstDash val="solid"/>
                    </a:lnB>
                    <a:solidFill>
                      <a:srgbClr val="F5F6F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 gridSpan="2"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aws s3</a:t>
                      </a:r>
                      <a:r>
                        <a:rPr sz="900" spc="5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25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ls</a:t>
                      </a:r>
                      <a:endParaRPr sz="900">
                        <a:latin typeface="Calibri"/>
                        <a:cs typeface="Calibri"/>
                      </a:endParaRPr>
                    </a:p>
                    <a:p>
                      <a:pPr marL="4254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aws</a:t>
                      </a:r>
                      <a:r>
                        <a:rPr sz="900" spc="25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ec2</a:t>
                      </a:r>
                      <a:r>
                        <a:rPr sz="900" spc="3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describe-instances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45719" marB="0">
                    <a:lnL w="3175">
                      <a:solidFill>
                        <a:srgbClr val="DCDFE3"/>
                      </a:solidFill>
                      <a:prstDash val="solid"/>
                    </a:lnL>
                    <a:lnR w="3175">
                      <a:solidFill>
                        <a:srgbClr val="DCDFE3"/>
                      </a:solidFill>
                      <a:prstDash val="solid"/>
                    </a:lnR>
                    <a:lnT w="9525">
                      <a:solidFill>
                        <a:srgbClr val="DCDFE3"/>
                      </a:solidFill>
                      <a:prstDash val="solid"/>
                    </a:lnT>
                    <a:lnB w="28575">
                      <a:solidFill>
                        <a:srgbClr val="F5F6F8"/>
                      </a:solidFill>
                      <a:prstDash val="solid"/>
                    </a:lnB>
                    <a:solidFill>
                      <a:srgbClr val="F5F6F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100" b="1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ek </a:t>
                      </a:r>
                      <a:r>
                        <a:rPr sz="1100" b="1" spc="-1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versi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3345" marB="0">
                    <a:lnL w="3175">
                      <a:solidFill>
                        <a:srgbClr val="DCDFE3"/>
                      </a:solidFill>
                      <a:prstDash val="solid"/>
                    </a:lnL>
                    <a:lnT w="9525">
                      <a:solidFill>
                        <a:srgbClr val="DCDFE3"/>
                      </a:solidFill>
                      <a:prstDash val="solid"/>
                    </a:lnT>
                    <a:lnB w="28575">
                      <a:solidFill>
                        <a:srgbClr val="F5F6F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070"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aws iam</a:t>
                      </a:r>
                      <a:r>
                        <a:rPr sz="900" spc="1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-1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list-users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3175">
                      <a:solidFill>
                        <a:srgbClr val="DCDFE3"/>
                      </a:solidFill>
                      <a:prstDash val="solid"/>
                    </a:lnL>
                    <a:lnR w="3175">
                      <a:solidFill>
                        <a:srgbClr val="DCDFE3"/>
                      </a:solidFill>
                      <a:prstDash val="solid"/>
                    </a:lnR>
                    <a:lnT w="28575">
                      <a:solidFill>
                        <a:srgbClr val="F5F6F8"/>
                      </a:solidFill>
                      <a:prstDash val="solid"/>
                    </a:lnT>
                    <a:lnB w="3175">
                      <a:solidFill>
                        <a:srgbClr val="DCDFE3"/>
                      </a:solidFill>
                      <a:prstDash val="soli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DCDFE3"/>
                      </a:solidFill>
                      <a:prstDash val="solid"/>
                    </a:lnL>
                    <a:lnR w="3175">
                      <a:solidFill>
                        <a:srgbClr val="DCDFE3"/>
                      </a:solidFill>
                      <a:prstDash val="solid"/>
                    </a:lnR>
                    <a:lnT w="28575">
                      <a:solidFill>
                        <a:srgbClr val="F5F6F8"/>
                      </a:solidFill>
                      <a:prstDash val="solid"/>
                    </a:lnT>
                    <a:lnB w="3175">
                      <a:solidFill>
                        <a:srgbClr val="DCDFE3"/>
                      </a:solidFill>
                      <a:prstDash val="soli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14604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90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ws</a:t>
                      </a:r>
                      <a:r>
                        <a:rPr sz="900" spc="-15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--</a:t>
                      </a:r>
                      <a:r>
                        <a:rPr sz="900" spc="-10" dirty="0">
                          <a:solidFill>
                            <a:srgbClr val="22373A"/>
                          </a:solidFill>
                          <a:latin typeface="Calibri"/>
                          <a:cs typeface="Calibri"/>
                        </a:rPr>
                        <a:t>version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3175">
                      <a:solidFill>
                        <a:srgbClr val="DCDFE3"/>
                      </a:solidFill>
                      <a:prstDash val="solid"/>
                    </a:lnL>
                    <a:lnR w="3175">
                      <a:solidFill>
                        <a:srgbClr val="DCDFE3"/>
                      </a:solidFill>
                      <a:prstDash val="solid"/>
                    </a:lnR>
                    <a:lnT w="28575">
                      <a:solidFill>
                        <a:srgbClr val="F5F6F8"/>
                      </a:solidFill>
                      <a:prstDash val="solid"/>
                    </a:lnT>
                    <a:lnB w="3175">
                      <a:solidFill>
                        <a:srgbClr val="DCDFE3"/>
                      </a:solidFill>
                      <a:prstDash val="solid"/>
                    </a:lnB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xfrm>
            <a:off x="5467350" y="2974975"/>
            <a:ext cx="298450" cy="1285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535">
              <a:lnSpc>
                <a:spcPts val="865"/>
              </a:lnSpc>
            </a:pPr>
            <a:fld id="{81D60167-4931-47E6-BA6A-407CBD079E47}" type="slidenum">
              <a:rPr spc="-20" dirty="0"/>
              <a:t>8</a:t>
            </a:fld>
            <a:r>
              <a:rPr spc="-20" dirty="0"/>
              <a:t>/35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5759450" cy="3239770"/>
          </a:xfrm>
          <a:custGeom>
            <a:avLst/>
            <a:gdLst/>
            <a:ahLst/>
            <a:cxnLst/>
            <a:rect l="l" t="t" r="r" b="b"/>
            <a:pathLst>
              <a:path w="5759450" h="3239770">
                <a:moveTo>
                  <a:pt x="5759450" y="0"/>
                </a:moveTo>
                <a:lnTo>
                  <a:pt x="0" y="0"/>
                </a:lnTo>
                <a:lnTo>
                  <a:pt x="0" y="3239769"/>
                </a:lnTo>
                <a:lnTo>
                  <a:pt x="5759450" y="3239769"/>
                </a:lnTo>
                <a:lnTo>
                  <a:pt x="5759450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xfrm>
            <a:off x="5467350" y="2974975"/>
            <a:ext cx="298450" cy="1285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535">
              <a:lnSpc>
                <a:spcPts val="865"/>
              </a:lnSpc>
            </a:pPr>
            <a:fld id="{81D60167-4931-47E6-BA6A-407CBD079E47}" type="slidenum">
              <a:rPr spc="-20" dirty="0"/>
              <a:t>9</a:t>
            </a:fld>
            <a:r>
              <a:rPr spc="-20" dirty="0"/>
              <a:t>/35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1594" y="1237106"/>
            <a:ext cx="423087" cy="9029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4011" y="1230756"/>
            <a:ext cx="215352" cy="12001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57730" y="1230756"/>
            <a:ext cx="108585" cy="9664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4440" y="1228343"/>
            <a:ext cx="453084" cy="12166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838451" y="1228343"/>
            <a:ext cx="232156" cy="12166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65366" y="1512569"/>
            <a:ext cx="189649" cy="5511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24319" y="1488693"/>
            <a:ext cx="478205" cy="9829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480860" y="1799589"/>
            <a:ext cx="67945" cy="43815"/>
          </a:xfrm>
          <a:custGeom>
            <a:avLst/>
            <a:gdLst/>
            <a:ahLst/>
            <a:cxnLst/>
            <a:rect l="l" t="t" r="r" b="b"/>
            <a:pathLst>
              <a:path w="67945" h="43814">
                <a:moveTo>
                  <a:pt x="38481" y="0"/>
                </a:moveTo>
                <a:lnTo>
                  <a:pt x="29222" y="0"/>
                </a:lnTo>
                <a:lnTo>
                  <a:pt x="24828" y="635"/>
                </a:lnTo>
                <a:lnTo>
                  <a:pt x="0" y="18796"/>
                </a:lnTo>
                <a:lnTo>
                  <a:pt x="0" y="24765"/>
                </a:lnTo>
                <a:lnTo>
                  <a:pt x="29121" y="43434"/>
                </a:lnTo>
                <a:lnTo>
                  <a:pt x="38442" y="43434"/>
                </a:lnTo>
                <a:lnTo>
                  <a:pt x="67716" y="24765"/>
                </a:lnTo>
                <a:lnTo>
                  <a:pt x="67716" y="21717"/>
                </a:lnTo>
                <a:lnTo>
                  <a:pt x="67716" y="18796"/>
                </a:lnTo>
                <a:lnTo>
                  <a:pt x="42875" y="635"/>
                </a:lnTo>
                <a:lnTo>
                  <a:pt x="38481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49605" y="1770506"/>
            <a:ext cx="224917" cy="9613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42023" y="2031606"/>
            <a:ext cx="910899" cy="12180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48436" y="1833372"/>
            <a:ext cx="1259332" cy="119761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480860" y="2232469"/>
            <a:ext cx="67945" cy="43815"/>
          </a:xfrm>
          <a:custGeom>
            <a:avLst/>
            <a:gdLst/>
            <a:ahLst/>
            <a:cxnLst/>
            <a:rect l="l" t="t" r="r" b="b"/>
            <a:pathLst>
              <a:path w="67945" h="43814">
                <a:moveTo>
                  <a:pt x="38481" y="0"/>
                </a:moveTo>
                <a:lnTo>
                  <a:pt x="29222" y="0"/>
                </a:lnTo>
                <a:lnTo>
                  <a:pt x="24828" y="558"/>
                </a:lnTo>
                <a:lnTo>
                  <a:pt x="0" y="18707"/>
                </a:lnTo>
                <a:lnTo>
                  <a:pt x="0" y="24739"/>
                </a:lnTo>
                <a:lnTo>
                  <a:pt x="29121" y="43408"/>
                </a:lnTo>
                <a:lnTo>
                  <a:pt x="38442" y="43408"/>
                </a:lnTo>
                <a:lnTo>
                  <a:pt x="67716" y="24663"/>
                </a:lnTo>
                <a:lnTo>
                  <a:pt x="67716" y="21704"/>
                </a:lnTo>
                <a:lnTo>
                  <a:pt x="67716" y="18694"/>
                </a:lnTo>
                <a:lnTo>
                  <a:pt x="42875" y="558"/>
                </a:lnTo>
                <a:lnTo>
                  <a:pt x="38481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2891027" y="1224025"/>
            <a:ext cx="803910" cy="120650"/>
            <a:chOff x="2891027" y="1224025"/>
            <a:chExt cx="803910" cy="120650"/>
          </a:xfrm>
        </p:grpSpPr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91027" y="1224787"/>
              <a:ext cx="328930" cy="9651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232277" y="1224025"/>
              <a:ext cx="462915" cy="120650"/>
            </a:xfrm>
            <a:custGeom>
              <a:avLst/>
              <a:gdLst/>
              <a:ahLst/>
              <a:cxnLst/>
              <a:rect l="l" t="t" r="r" b="b"/>
              <a:pathLst>
                <a:path w="462914" h="120650">
                  <a:moveTo>
                    <a:pt x="38735" y="60071"/>
                  </a:moveTo>
                  <a:lnTo>
                    <a:pt x="38214" y="56388"/>
                  </a:lnTo>
                  <a:lnTo>
                    <a:pt x="37846" y="55880"/>
                  </a:lnTo>
                  <a:lnTo>
                    <a:pt x="37592" y="55245"/>
                  </a:lnTo>
                  <a:lnTo>
                    <a:pt x="37211" y="54864"/>
                  </a:lnTo>
                  <a:lnTo>
                    <a:pt x="36322" y="54483"/>
                  </a:lnTo>
                  <a:lnTo>
                    <a:pt x="35801" y="54356"/>
                  </a:lnTo>
                  <a:lnTo>
                    <a:pt x="2286" y="54356"/>
                  </a:lnTo>
                  <a:lnTo>
                    <a:pt x="1397" y="54864"/>
                  </a:lnTo>
                  <a:lnTo>
                    <a:pt x="254" y="57023"/>
                  </a:lnTo>
                  <a:lnTo>
                    <a:pt x="0" y="58801"/>
                  </a:lnTo>
                  <a:lnTo>
                    <a:pt x="0" y="63881"/>
                  </a:lnTo>
                  <a:lnTo>
                    <a:pt x="254" y="65786"/>
                  </a:lnTo>
                  <a:lnTo>
                    <a:pt x="889" y="66802"/>
                  </a:lnTo>
                  <a:lnTo>
                    <a:pt x="1397" y="67945"/>
                  </a:lnTo>
                  <a:lnTo>
                    <a:pt x="2286" y="68453"/>
                  </a:lnTo>
                  <a:lnTo>
                    <a:pt x="36449" y="68453"/>
                  </a:lnTo>
                  <a:lnTo>
                    <a:pt x="37338" y="67945"/>
                  </a:lnTo>
                  <a:lnTo>
                    <a:pt x="38481" y="65786"/>
                  </a:lnTo>
                  <a:lnTo>
                    <a:pt x="38735" y="64008"/>
                  </a:lnTo>
                  <a:lnTo>
                    <a:pt x="38735" y="61341"/>
                  </a:lnTo>
                  <a:lnTo>
                    <a:pt x="38735" y="60071"/>
                  </a:lnTo>
                  <a:close/>
                </a:path>
                <a:path w="462914" h="120650">
                  <a:moveTo>
                    <a:pt x="120650" y="57404"/>
                  </a:moveTo>
                  <a:lnTo>
                    <a:pt x="120167" y="53340"/>
                  </a:lnTo>
                  <a:lnTo>
                    <a:pt x="120142" y="53086"/>
                  </a:lnTo>
                  <a:lnTo>
                    <a:pt x="118110" y="44958"/>
                  </a:lnTo>
                  <a:lnTo>
                    <a:pt x="117335" y="43307"/>
                  </a:lnTo>
                  <a:lnTo>
                    <a:pt x="116459" y="41402"/>
                  </a:lnTo>
                  <a:lnTo>
                    <a:pt x="115100" y="39497"/>
                  </a:lnTo>
                  <a:lnTo>
                    <a:pt x="114300" y="38354"/>
                  </a:lnTo>
                  <a:lnTo>
                    <a:pt x="112014" y="35306"/>
                  </a:lnTo>
                  <a:lnTo>
                    <a:pt x="109220" y="32893"/>
                  </a:lnTo>
                  <a:lnTo>
                    <a:pt x="105905" y="31242"/>
                  </a:lnTo>
                  <a:lnTo>
                    <a:pt x="102235" y="29337"/>
                  </a:lnTo>
                  <a:lnTo>
                    <a:pt x="100711" y="29019"/>
                  </a:lnTo>
                  <a:lnTo>
                    <a:pt x="100711" y="60579"/>
                  </a:lnTo>
                  <a:lnTo>
                    <a:pt x="100711" y="65532"/>
                  </a:lnTo>
                  <a:lnTo>
                    <a:pt x="100507" y="67437"/>
                  </a:lnTo>
                  <a:lnTo>
                    <a:pt x="100457" y="67945"/>
                  </a:lnTo>
                  <a:lnTo>
                    <a:pt x="99949" y="70231"/>
                  </a:lnTo>
                  <a:lnTo>
                    <a:pt x="93078" y="81026"/>
                  </a:lnTo>
                  <a:lnTo>
                    <a:pt x="91427" y="82169"/>
                  </a:lnTo>
                  <a:lnTo>
                    <a:pt x="89281" y="82677"/>
                  </a:lnTo>
                  <a:lnTo>
                    <a:pt x="84201" y="82677"/>
                  </a:lnTo>
                  <a:lnTo>
                    <a:pt x="81661" y="81788"/>
                  </a:lnTo>
                  <a:lnTo>
                    <a:pt x="79248" y="80137"/>
                  </a:lnTo>
                  <a:lnTo>
                    <a:pt x="76708" y="78486"/>
                  </a:lnTo>
                  <a:lnTo>
                    <a:pt x="74168" y="76200"/>
                  </a:lnTo>
                  <a:lnTo>
                    <a:pt x="71501" y="73152"/>
                  </a:lnTo>
                  <a:lnTo>
                    <a:pt x="71501" y="53086"/>
                  </a:lnTo>
                  <a:lnTo>
                    <a:pt x="83693" y="43688"/>
                  </a:lnTo>
                  <a:lnTo>
                    <a:pt x="84836" y="43307"/>
                  </a:lnTo>
                  <a:lnTo>
                    <a:pt x="90449" y="43307"/>
                  </a:lnTo>
                  <a:lnTo>
                    <a:pt x="92075" y="43688"/>
                  </a:lnTo>
                  <a:lnTo>
                    <a:pt x="99491" y="53086"/>
                  </a:lnTo>
                  <a:lnTo>
                    <a:pt x="99568" y="53340"/>
                  </a:lnTo>
                  <a:lnTo>
                    <a:pt x="100076" y="55753"/>
                  </a:lnTo>
                  <a:lnTo>
                    <a:pt x="100330" y="57404"/>
                  </a:lnTo>
                  <a:lnTo>
                    <a:pt x="100457" y="58166"/>
                  </a:lnTo>
                  <a:lnTo>
                    <a:pt x="100711" y="60579"/>
                  </a:lnTo>
                  <a:lnTo>
                    <a:pt x="100711" y="29019"/>
                  </a:lnTo>
                  <a:lnTo>
                    <a:pt x="98044" y="28448"/>
                  </a:lnTo>
                  <a:lnTo>
                    <a:pt x="90665" y="28448"/>
                  </a:lnTo>
                  <a:lnTo>
                    <a:pt x="88392" y="28702"/>
                  </a:lnTo>
                  <a:lnTo>
                    <a:pt x="86360" y="29083"/>
                  </a:lnTo>
                  <a:lnTo>
                    <a:pt x="83654" y="29718"/>
                  </a:lnTo>
                  <a:lnTo>
                    <a:pt x="83858" y="29718"/>
                  </a:lnTo>
                  <a:lnTo>
                    <a:pt x="81876" y="30480"/>
                  </a:lnTo>
                  <a:lnTo>
                    <a:pt x="68580" y="39497"/>
                  </a:lnTo>
                  <a:lnTo>
                    <a:pt x="68580" y="31877"/>
                  </a:lnTo>
                  <a:lnTo>
                    <a:pt x="68440" y="31496"/>
                  </a:lnTo>
                  <a:lnTo>
                    <a:pt x="68275" y="31242"/>
                  </a:lnTo>
                  <a:lnTo>
                    <a:pt x="67945" y="30861"/>
                  </a:lnTo>
                  <a:lnTo>
                    <a:pt x="67437" y="30480"/>
                  </a:lnTo>
                  <a:lnTo>
                    <a:pt x="67106" y="30480"/>
                  </a:lnTo>
                  <a:lnTo>
                    <a:pt x="66167" y="30099"/>
                  </a:lnTo>
                  <a:lnTo>
                    <a:pt x="66421" y="30099"/>
                  </a:lnTo>
                  <a:lnTo>
                    <a:pt x="63360" y="29718"/>
                  </a:lnTo>
                  <a:lnTo>
                    <a:pt x="57658" y="29718"/>
                  </a:lnTo>
                  <a:lnTo>
                    <a:pt x="54419" y="30099"/>
                  </a:lnTo>
                  <a:lnTo>
                    <a:pt x="54737" y="30099"/>
                  </a:lnTo>
                  <a:lnTo>
                    <a:pt x="53784" y="30480"/>
                  </a:lnTo>
                  <a:lnTo>
                    <a:pt x="53467" y="30480"/>
                  </a:lnTo>
                  <a:lnTo>
                    <a:pt x="52959" y="30861"/>
                  </a:lnTo>
                  <a:lnTo>
                    <a:pt x="52616" y="31242"/>
                  </a:lnTo>
                  <a:lnTo>
                    <a:pt x="52451" y="31496"/>
                  </a:lnTo>
                  <a:lnTo>
                    <a:pt x="52324" y="118110"/>
                  </a:lnTo>
                  <a:lnTo>
                    <a:pt x="53086" y="119253"/>
                  </a:lnTo>
                  <a:lnTo>
                    <a:pt x="53759" y="119761"/>
                  </a:lnTo>
                  <a:lnTo>
                    <a:pt x="54356" y="119761"/>
                  </a:lnTo>
                  <a:lnTo>
                    <a:pt x="55118" y="120015"/>
                  </a:lnTo>
                  <a:lnTo>
                    <a:pt x="56134" y="120269"/>
                  </a:lnTo>
                  <a:lnTo>
                    <a:pt x="57264" y="120396"/>
                  </a:lnTo>
                  <a:lnTo>
                    <a:pt x="66548" y="120396"/>
                  </a:lnTo>
                  <a:lnTo>
                    <a:pt x="67818" y="120269"/>
                  </a:lnTo>
                  <a:lnTo>
                    <a:pt x="68834" y="120015"/>
                  </a:lnTo>
                  <a:lnTo>
                    <a:pt x="69469" y="119761"/>
                  </a:lnTo>
                  <a:lnTo>
                    <a:pt x="70053" y="119761"/>
                  </a:lnTo>
                  <a:lnTo>
                    <a:pt x="70726" y="119253"/>
                  </a:lnTo>
                  <a:lnTo>
                    <a:pt x="71120" y="118872"/>
                  </a:lnTo>
                  <a:lnTo>
                    <a:pt x="71374" y="118491"/>
                  </a:lnTo>
                  <a:lnTo>
                    <a:pt x="71501" y="88900"/>
                  </a:lnTo>
                  <a:lnTo>
                    <a:pt x="74676" y="91567"/>
                  </a:lnTo>
                  <a:lnTo>
                    <a:pt x="85598" y="96774"/>
                  </a:lnTo>
                  <a:lnTo>
                    <a:pt x="87795" y="97282"/>
                  </a:lnTo>
                  <a:lnTo>
                    <a:pt x="95758" y="97282"/>
                  </a:lnTo>
                  <a:lnTo>
                    <a:pt x="100076" y="96520"/>
                  </a:lnTo>
                  <a:lnTo>
                    <a:pt x="107442" y="93218"/>
                  </a:lnTo>
                  <a:lnTo>
                    <a:pt x="110490" y="90932"/>
                  </a:lnTo>
                  <a:lnTo>
                    <a:pt x="112102" y="88900"/>
                  </a:lnTo>
                  <a:lnTo>
                    <a:pt x="115443" y="84709"/>
                  </a:lnTo>
                  <a:lnTo>
                    <a:pt x="116484" y="82677"/>
                  </a:lnTo>
                  <a:lnTo>
                    <a:pt x="117348" y="81026"/>
                  </a:lnTo>
                  <a:lnTo>
                    <a:pt x="118618" y="76708"/>
                  </a:lnTo>
                  <a:lnTo>
                    <a:pt x="119964" y="72517"/>
                  </a:lnTo>
                  <a:lnTo>
                    <a:pt x="120573" y="67945"/>
                  </a:lnTo>
                  <a:lnTo>
                    <a:pt x="120650" y="57404"/>
                  </a:lnTo>
                  <a:close/>
                </a:path>
                <a:path w="462914" h="120650">
                  <a:moveTo>
                    <a:pt x="179705" y="34163"/>
                  </a:moveTo>
                  <a:lnTo>
                    <a:pt x="179552" y="32893"/>
                  </a:lnTo>
                  <a:lnTo>
                    <a:pt x="179451" y="32004"/>
                  </a:lnTo>
                  <a:lnTo>
                    <a:pt x="179349" y="31623"/>
                  </a:lnTo>
                  <a:lnTo>
                    <a:pt x="179197" y="31115"/>
                  </a:lnTo>
                  <a:lnTo>
                    <a:pt x="179070" y="30861"/>
                  </a:lnTo>
                  <a:lnTo>
                    <a:pt x="178943" y="30607"/>
                  </a:lnTo>
                  <a:lnTo>
                    <a:pt x="179184" y="30607"/>
                  </a:lnTo>
                  <a:lnTo>
                    <a:pt x="178435" y="30099"/>
                  </a:lnTo>
                  <a:lnTo>
                    <a:pt x="178054" y="29718"/>
                  </a:lnTo>
                  <a:lnTo>
                    <a:pt x="177800" y="29718"/>
                  </a:lnTo>
                  <a:lnTo>
                    <a:pt x="176847" y="29337"/>
                  </a:lnTo>
                  <a:lnTo>
                    <a:pt x="177165" y="29337"/>
                  </a:lnTo>
                  <a:lnTo>
                    <a:pt x="175247" y="28956"/>
                  </a:lnTo>
                  <a:lnTo>
                    <a:pt x="175006" y="28956"/>
                  </a:lnTo>
                  <a:lnTo>
                    <a:pt x="174244" y="28702"/>
                  </a:lnTo>
                  <a:lnTo>
                    <a:pt x="173482" y="28575"/>
                  </a:lnTo>
                  <a:lnTo>
                    <a:pt x="167767" y="28575"/>
                  </a:lnTo>
                  <a:lnTo>
                    <a:pt x="166243" y="28956"/>
                  </a:lnTo>
                  <a:lnTo>
                    <a:pt x="152527" y="40005"/>
                  </a:lnTo>
                  <a:lnTo>
                    <a:pt x="152400" y="31623"/>
                  </a:lnTo>
                  <a:lnTo>
                    <a:pt x="152146" y="31115"/>
                  </a:lnTo>
                  <a:lnTo>
                    <a:pt x="151638" y="30607"/>
                  </a:lnTo>
                  <a:lnTo>
                    <a:pt x="151371" y="30607"/>
                  </a:lnTo>
                  <a:lnTo>
                    <a:pt x="150368" y="30099"/>
                  </a:lnTo>
                  <a:lnTo>
                    <a:pt x="147434" y="29718"/>
                  </a:lnTo>
                  <a:lnTo>
                    <a:pt x="141478" y="29718"/>
                  </a:lnTo>
                  <a:lnTo>
                    <a:pt x="138557" y="30099"/>
                  </a:lnTo>
                  <a:lnTo>
                    <a:pt x="137287" y="30607"/>
                  </a:lnTo>
                  <a:lnTo>
                    <a:pt x="137109" y="30607"/>
                  </a:lnTo>
                  <a:lnTo>
                    <a:pt x="136779" y="30861"/>
                  </a:lnTo>
                  <a:lnTo>
                    <a:pt x="136525" y="31115"/>
                  </a:lnTo>
                  <a:lnTo>
                    <a:pt x="136258" y="31623"/>
                  </a:lnTo>
                  <a:lnTo>
                    <a:pt x="136144" y="93853"/>
                  </a:lnTo>
                  <a:lnTo>
                    <a:pt x="136906" y="94996"/>
                  </a:lnTo>
                  <a:lnTo>
                    <a:pt x="137414" y="95250"/>
                  </a:lnTo>
                  <a:lnTo>
                    <a:pt x="138163" y="95504"/>
                  </a:lnTo>
                  <a:lnTo>
                    <a:pt x="136893" y="95504"/>
                  </a:lnTo>
                  <a:lnTo>
                    <a:pt x="138925" y="95770"/>
                  </a:lnTo>
                  <a:lnTo>
                    <a:pt x="140957" y="96012"/>
                  </a:lnTo>
                  <a:lnTo>
                    <a:pt x="141097" y="96012"/>
                  </a:lnTo>
                  <a:lnTo>
                    <a:pt x="142367" y="96139"/>
                  </a:lnTo>
                  <a:lnTo>
                    <a:pt x="149225" y="96139"/>
                  </a:lnTo>
                  <a:lnTo>
                    <a:pt x="150431" y="96012"/>
                  </a:lnTo>
                  <a:lnTo>
                    <a:pt x="150622" y="96012"/>
                  </a:lnTo>
                  <a:lnTo>
                    <a:pt x="152019" y="96012"/>
                  </a:lnTo>
                  <a:lnTo>
                    <a:pt x="152654" y="95758"/>
                  </a:lnTo>
                  <a:lnTo>
                    <a:pt x="153289" y="95504"/>
                  </a:lnTo>
                  <a:lnTo>
                    <a:pt x="155321" y="55372"/>
                  </a:lnTo>
                  <a:lnTo>
                    <a:pt x="156718" y="53340"/>
                  </a:lnTo>
                  <a:lnTo>
                    <a:pt x="158115" y="51689"/>
                  </a:lnTo>
                  <a:lnTo>
                    <a:pt x="159385" y="50292"/>
                  </a:lnTo>
                  <a:lnTo>
                    <a:pt x="160528" y="48895"/>
                  </a:lnTo>
                  <a:lnTo>
                    <a:pt x="162941" y="46990"/>
                  </a:lnTo>
                  <a:lnTo>
                    <a:pt x="164084" y="46228"/>
                  </a:lnTo>
                  <a:lnTo>
                    <a:pt x="165100" y="45593"/>
                  </a:lnTo>
                  <a:lnTo>
                    <a:pt x="166243" y="45212"/>
                  </a:lnTo>
                  <a:lnTo>
                    <a:pt x="167259" y="44831"/>
                  </a:lnTo>
                  <a:lnTo>
                    <a:pt x="172389" y="44831"/>
                  </a:lnTo>
                  <a:lnTo>
                    <a:pt x="173355" y="45212"/>
                  </a:lnTo>
                  <a:lnTo>
                    <a:pt x="173990" y="45339"/>
                  </a:lnTo>
                  <a:lnTo>
                    <a:pt x="174739" y="45593"/>
                  </a:lnTo>
                  <a:lnTo>
                    <a:pt x="175768" y="45859"/>
                  </a:lnTo>
                  <a:lnTo>
                    <a:pt x="176784" y="46101"/>
                  </a:lnTo>
                  <a:lnTo>
                    <a:pt x="177927" y="46101"/>
                  </a:lnTo>
                  <a:lnTo>
                    <a:pt x="178435" y="45593"/>
                  </a:lnTo>
                  <a:lnTo>
                    <a:pt x="178689" y="45593"/>
                  </a:lnTo>
                  <a:lnTo>
                    <a:pt x="178816" y="45339"/>
                  </a:lnTo>
                  <a:lnTo>
                    <a:pt x="178879" y="45212"/>
                  </a:lnTo>
                  <a:lnTo>
                    <a:pt x="179006" y="44831"/>
                  </a:lnTo>
                  <a:lnTo>
                    <a:pt x="179324" y="43942"/>
                  </a:lnTo>
                  <a:lnTo>
                    <a:pt x="179451" y="43180"/>
                  </a:lnTo>
                  <a:lnTo>
                    <a:pt x="179705" y="41021"/>
                  </a:lnTo>
                  <a:lnTo>
                    <a:pt x="179705" y="40005"/>
                  </a:lnTo>
                  <a:lnTo>
                    <a:pt x="179705" y="34163"/>
                  </a:lnTo>
                  <a:close/>
                </a:path>
                <a:path w="462914" h="120650">
                  <a:moveTo>
                    <a:pt x="259588" y="67437"/>
                  </a:moveTo>
                  <a:lnTo>
                    <a:pt x="259549" y="56642"/>
                  </a:lnTo>
                  <a:lnTo>
                    <a:pt x="258953" y="52070"/>
                  </a:lnTo>
                  <a:lnTo>
                    <a:pt x="257340" y="47625"/>
                  </a:lnTo>
                  <a:lnTo>
                    <a:pt x="256032" y="43688"/>
                  </a:lnTo>
                  <a:lnTo>
                    <a:pt x="255028" y="42037"/>
                  </a:lnTo>
                  <a:lnTo>
                    <a:pt x="253873" y="40132"/>
                  </a:lnTo>
                  <a:lnTo>
                    <a:pt x="248031" y="34290"/>
                  </a:lnTo>
                  <a:lnTo>
                    <a:pt x="244348" y="32131"/>
                  </a:lnTo>
                  <a:lnTo>
                    <a:pt x="239903" y="30734"/>
                  </a:lnTo>
                  <a:lnTo>
                    <a:pt x="239649" y="30657"/>
                  </a:lnTo>
                  <a:lnTo>
                    <a:pt x="239649" y="69088"/>
                  </a:lnTo>
                  <a:lnTo>
                    <a:pt x="238887" y="71628"/>
                  </a:lnTo>
                  <a:lnTo>
                    <a:pt x="238379" y="73660"/>
                  </a:lnTo>
                  <a:lnTo>
                    <a:pt x="238252" y="74168"/>
                  </a:lnTo>
                  <a:lnTo>
                    <a:pt x="237236" y="76327"/>
                  </a:lnTo>
                  <a:lnTo>
                    <a:pt x="235839" y="78105"/>
                  </a:lnTo>
                  <a:lnTo>
                    <a:pt x="234569" y="79883"/>
                  </a:lnTo>
                  <a:lnTo>
                    <a:pt x="232791" y="81280"/>
                  </a:lnTo>
                  <a:lnTo>
                    <a:pt x="228473" y="83058"/>
                  </a:lnTo>
                  <a:lnTo>
                    <a:pt x="226060" y="83566"/>
                  </a:lnTo>
                  <a:lnTo>
                    <a:pt x="219964" y="83566"/>
                  </a:lnTo>
                  <a:lnTo>
                    <a:pt x="217297" y="83058"/>
                  </a:lnTo>
                  <a:lnTo>
                    <a:pt x="215265" y="82042"/>
                  </a:lnTo>
                  <a:lnTo>
                    <a:pt x="213106" y="81026"/>
                  </a:lnTo>
                  <a:lnTo>
                    <a:pt x="207746" y="72263"/>
                  </a:lnTo>
                  <a:lnTo>
                    <a:pt x="207619" y="71628"/>
                  </a:lnTo>
                  <a:lnTo>
                    <a:pt x="207518" y="71120"/>
                  </a:lnTo>
                  <a:lnTo>
                    <a:pt x="207010" y="69088"/>
                  </a:lnTo>
                  <a:lnTo>
                    <a:pt x="206883" y="68580"/>
                  </a:lnTo>
                  <a:lnTo>
                    <a:pt x="206768" y="67437"/>
                  </a:lnTo>
                  <a:lnTo>
                    <a:pt x="206654" y="66167"/>
                  </a:lnTo>
                  <a:lnTo>
                    <a:pt x="206629" y="59563"/>
                  </a:lnTo>
                  <a:lnTo>
                    <a:pt x="206933" y="57150"/>
                  </a:lnTo>
                  <a:lnTo>
                    <a:pt x="217766" y="42672"/>
                  </a:lnTo>
                  <a:lnTo>
                    <a:pt x="217424" y="42672"/>
                  </a:lnTo>
                  <a:lnTo>
                    <a:pt x="220599" y="42037"/>
                  </a:lnTo>
                  <a:lnTo>
                    <a:pt x="226568" y="42037"/>
                  </a:lnTo>
                  <a:lnTo>
                    <a:pt x="239649" y="69088"/>
                  </a:lnTo>
                  <a:lnTo>
                    <a:pt x="239649" y="30657"/>
                  </a:lnTo>
                  <a:lnTo>
                    <a:pt x="235826" y="29337"/>
                  </a:lnTo>
                  <a:lnTo>
                    <a:pt x="236321" y="29337"/>
                  </a:lnTo>
                  <a:lnTo>
                    <a:pt x="230251" y="28448"/>
                  </a:lnTo>
                  <a:lnTo>
                    <a:pt x="217932" y="28448"/>
                  </a:lnTo>
                  <a:lnTo>
                    <a:pt x="212471" y="29337"/>
                  </a:lnTo>
                  <a:lnTo>
                    <a:pt x="186944" y="58293"/>
                  </a:lnTo>
                  <a:lnTo>
                    <a:pt x="186956" y="69088"/>
                  </a:lnTo>
                  <a:lnTo>
                    <a:pt x="216408" y="97282"/>
                  </a:lnTo>
                  <a:lnTo>
                    <a:pt x="228727" y="97282"/>
                  </a:lnTo>
                  <a:lnTo>
                    <a:pt x="234061" y="96520"/>
                  </a:lnTo>
                  <a:lnTo>
                    <a:pt x="238760" y="94742"/>
                  </a:lnTo>
                  <a:lnTo>
                    <a:pt x="243459" y="93091"/>
                  </a:lnTo>
                  <a:lnTo>
                    <a:pt x="247269" y="90678"/>
                  </a:lnTo>
                  <a:lnTo>
                    <a:pt x="250444" y="87630"/>
                  </a:lnTo>
                  <a:lnTo>
                    <a:pt x="253492" y="84455"/>
                  </a:lnTo>
                  <a:lnTo>
                    <a:pt x="254038" y="83566"/>
                  </a:lnTo>
                  <a:lnTo>
                    <a:pt x="255778" y="80772"/>
                  </a:lnTo>
                  <a:lnTo>
                    <a:pt x="257302" y="76581"/>
                  </a:lnTo>
                  <a:lnTo>
                    <a:pt x="258826" y="72263"/>
                  </a:lnTo>
                  <a:lnTo>
                    <a:pt x="259588" y="67437"/>
                  </a:lnTo>
                  <a:close/>
                </a:path>
                <a:path w="462914" h="120650">
                  <a:moveTo>
                    <a:pt x="313817" y="4191"/>
                  </a:moveTo>
                  <a:lnTo>
                    <a:pt x="313563" y="3556"/>
                  </a:lnTo>
                  <a:lnTo>
                    <a:pt x="313055" y="2540"/>
                  </a:lnTo>
                  <a:lnTo>
                    <a:pt x="312674" y="2286"/>
                  </a:lnTo>
                  <a:lnTo>
                    <a:pt x="312420" y="2032"/>
                  </a:lnTo>
                  <a:lnTo>
                    <a:pt x="311658" y="1651"/>
                  </a:lnTo>
                  <a:lnTo>
                    <a:pt x="310642" y="1270"/>
                  </a:lnTo>
                  <a:lnTo>
                    <a:pt x="309626" y="1016"/>
                  </a:lnTo>
                  <a:lnTo>
                    <a:pt x="308229" y="635"/>
                  </a:lnTo>
                  <a:lnTo>
                    <a:pt x="306451" y="381"/>
                  </a:lnTo>
                  <a:lnTo>
                    <a:pt x="304673" y="0"/>
                  </a:lnTo>
                  <a:lnTo>
                    <a:pt x="295910" y="0"/>
                  </a:lnTo>
                  <a:lnTo>
                    <a:pt x="293243" y="381"/>
                  </a:lnTo>
                  <a:lnTo>
                    <a:pt x="289814" y="1651"/>
                  </a:lnTo>
                  <a:lnTo>
                    <a:pt x="287147" y="2540"/>
                  </a:lnTo>
                  <a:lnTo>
                    <a:pt x="277114" y="20701"/>
                  </a:lnTo>
                  <a:lnTo>
                    <a:pt x="277114" y="30099"/>
                  </a:lnTo>
                  <a:lnTo>
                    <a:pt x="267716" y="30099"/>
                  </a:lnTo>
                  <a:lnTo>
                    <a:pt x="266954" y="30607"/>
                  </a:lnTo>
                  <a:lnTo>
                    <a:pt x="266573" y="30988"/>
                  </a:lnTo>
                  <a:lnTo>
                    <a:pt x="266446" y="31496"/>
                  </a:lnTo>
                  <a:lnTo>
                    <a:pt x="266192" y="32004"/>
                  </a:lnTo>
                  <a:lnTo>
                    <a:pt x="265938" y="32766"/>
                  </a:lnTo>
                  <a:lnTo>
                    <a:pt x="265938" y="41275"/>
                  </a:lnTo>
                  <a:lnTo>
                    <a:pt x="266446" y="42418"/>
                  </a:lnTo>
                  <a:lnTo>
                    <a:pt x="266827" y="43434"/>
                  </a:lnTo>
                  <a:lnTo>
                    <a:pt x="267589" y="43942"/>
                  </a:lnTo>
                  <a:lnTo>
                    <a:pt x="277114" y="43942"/>
                  </a:lnTo>
                  <a:lnTo>
                    <a:pt x="277241" y="94234"/>
                  </a:lnTo>
                  <a:lnTo>
                    <a:pt x="277749" y="94996"/>
                  </a:lnTo>
                  <a:lnTo>
                    <a:pt x="278257" y="95250"/>
                  </a:lnTo>
                  <a:lnTo>
                    <a:pt x="279006" y="95504"/>
                  </a:lnTo>
                  <a:lnTo>
                    <a:pt x="277736" y="95504"/>
                  </a:lnTo>
                  <a:lnTo>
                    <a:pt x="279730" y="95758"/>
                  </a:lnTo>
                  <a:lnTo>
                    <a:pt x="281940" y="96012"/>
                  </a:lnTo>
                  <a:lnTo>
                    <a:pt x="283210" y="96139"/>
                  </a:lnTo>
                  <a:lnTo>
                    <a:pt x="289941" y="96139"/>
                  </a:lnTo>
                  <a:lnTo>
                    <a:pt x="291211" y="96012"/>
                  </a:lnTo>
                  <a:lnTo>
                    <a:pt x="291465" y="96012"/>
                  </a:lnTo>
                  <a:lnTo>
                    <a:pt x="292862" y="96012"/>
                  </a:lnTo>
                  <a:lnTo>
                    <a:pt x="293497" y="95758"/>
                  </a:lnTo>
                  <a:lnTo>
                    <a:pt x="294132" y="95504"/>
                  </a:lnTo>
                  <a:lnTo>
                    <a:pt x="294894" y="95250"/>
                  </a:lnTo>
                  <a:lnTo>
                    <a:pt x="295402" y="94996"/>
                  </a:lnTo>
                  <a:lnTo>
                    <a:pt x="295656" y="94615"/>
                  </a:lnTo>
                  <a:lnTo>
                    <a:pt x="296037" y="94234"/>
                  </a:lnTo>
                  <a:lnTo>
                    <a:pt x="296164" y="43942"/>
                  </a:lnTo>
                  <a:lnTo>
                    <a:pt x="309499" y="43942"/>
                  </a:lnTo>
                  <a:lnTo>
                    <a:pt x="310261" y="43434"/>
                  </a:lnTo>
                  <a:lnTo>
                    <a:pt x="310769" y="42418"/>
                  </a:lnTo>
                  <a:lnTo>
                    <a:pt x="311277" y="41275"/>
                  </a:lnTo>
                  <a:lnTo>
                    <a:pt x="311531" y="39497"/>
                  </a:lnTo>
                  <a:lnTo>
                    <a:pt x="311531" y="35687"/>
                  </a:lnTo>
                  <a:lnTo>
                    <a:pt x="311404" y="34544"/>
                  </a:lnTo>
                  <a:lnTo>
                    <a:pt x="311277" y="33655"/>
                  </a:lnTo>
                  <a:lnTo>
                    <a:pt x="311150" y="32766"/>
                  </a:lnTo>
                  <a:lnTo>
                    <a:pt x="311023" y="32004"/>
                  </a:lnTo>
                  <a:lnTo>
                    <a:pt x="310515" y="30988"/>
                  </a:lnTo>
                  <a:lnTo>
                    <a:pt x="310134" y="30607"/>
                  </a:lnTo>
                  <a:lnTo>
                    <a:pt x="309372" y="30099"/>
                  </a:lnTo>
                  <a:lnTo>
                    <a:pt x="296151" y="30099"/>
                  </a:lnTo>
                  <a:lnTo>
                    <a:pt x="296291" y="20828"/>
                  </a:lnTo>
                  <a:lnTo>
                    <a:pt x="301155" y="14097"/>
                  </a:lnTo>
                  <a:lnTo>
                    <a:pt x="300926" y="14097"/>
                  </a:lnTo>
                  <a:lnTo>
                    <a:pt x="301472" y="13982"/>
                  </a:lnTo>
                  <a:lnTo>
                    <a:pt x="302069" y="13843"/>
                  </a:lnTo>
                  <a:lnTo>
                    <a:pt x="306197" y="13843"/>
                  </a:lnTo>
                  <a:lnTo>
                    <a:pt x="307975" y="14097"/>
                  </a:lnTo>
                  <a:lnTo>
                    <a:pt x="308737" y="14351"/>
                  </a:lnTo>
                  <a:lnTo>
                    <a:pt x="309041" y="14351"/>
                  </a:lnTo>
                  <a:lnTo>
                    <a:pt x="310121" y="14732"/>
                  </a:lnTo>
                  <a:lnTo>
                    <a:pt x="311404" y="15113"/>
                  </a:lnTo>
                  <a:lnTo>
                    <a:pt x="312153" y="15367"/>
                  </a:lnTo>
                  <a:lnTo>
                    <a:pt x="313436" y="14732"/>
                  </a:lnTo>
                  <a:lnTo>
                    <a:pt x="313563" y="14351"/>
                  </a:lnTo>
                  <a:lnTo>
                    <a:pt x="313690" y="14097"/>
                  </a:lnTo>
                  <a:lnTo>
                    <a:pt x="313766" y="13843"/>
                  </a:lnTo>
                  <a:lnTo>
                    <a:pt x="313817" y="4191"/>
                  </a:lnTo>
                  <a:close/>
                </a:path>
                <a:path w="462914" h="120650">
                  <a:moveTo>
                    <a:pt x="341122" y="31623"/>
                  </a:moveTo>
                  <a:lnTo>
                    <a:pt x="340868" y="31242"/>
                  </a:lnTo>
                  <a:lnTo>
                    <a:pt x="340487" y="30988"/>
                  </a:lnTo>
                  <a:lnTo>
                    <a:pt x="339979" y="30607"/>
                  </a:lnTo>
                  <a:lnTo>
                    <a:pt x="339217" y="30353"/>
                  </a:lnTo>
                  <a:lnTo>
                    <a:pt x="338582" y="30099"/>
                  </a:lnTo>
                  <a:lnTo>
                    <a:pt x="338823" y="30099"/>
                  </a:lnTo>
                  <a:lnTo>
                    <a:pt x="335013" y="29718"/>
                  </a:lnTo>
                  <a:lnTo>
                    <a:pt x="328295" y="29718"/>
                  </a:lnTo>
                  <a:lnTo>
                    <a:pt x="324675" y="30099"/>
                  </a:lnTo>
                  <a:lnTo>
                    <a:pt x="324866" y="30099"/>
                  </a:lnTo>
                  <a:lnTo>
                    <a:pt x="323342" y="30607"/>
                  </a:lnTo>
                  <a:lnTo>
                    <a:pt x="322834" y="30988"/>
                  </a:lnTo>
                  <a:lnTo>
                    <a:pt x="322580" y="31242"/>
                  </a:lnTo>
                  <a:lnTo>
                    <a:pt x="322072" y="32004"/>
                  </a:lnTo>
                  <a:lnTo>
                    <a:pt x="322072" y="93853"/>
                  </a:lnTo>
                  <a:lnTo>
                    <a:pt x="322834" y="94996"/>
                  </a:lnTo>
                  <a:lnTo>
                    <a:pt x="323342" y="95250"/>
                  </a:lnTo>
                  <a:lnTo>
                    <a:pt x="324091" y="95504"/>
                  </a:lnTo>
                  <a:lnTo>
                    <a:pt x="322821" y="95504"/>
                  </a:lnTo>
                  <a:lnTo>
                    <a:pt x="324815" y="95758"/>
                  </a:lnTo>
                  <a:lnTo>
                    <a:pt x="327025" y="96012"/>
                  </a:lnTo>
                  <a:lnTo>
                    <a:pt x="328295" y="96139"/>
                  </a:lnTo>
                  <a:lnTo>
                    <a:pt x="335153" y="96139"/>
                  </a:lnTo>
                  <a:lnTo>
                    <a:pt x="336359" y="96012"/>
                  </a:lnTo>
                  <a:lnTo>
                    <a:pt x="336537" y="96012"/>
                  </a:lnTo>
                  <a:lnTo>
                    <a:pt x="337947" y="96012"/>
                  </a:lnTo>
                  <a:lnTo>
                    <a:pt x="338582" y="95758"/>
                  </a:lnTo>
                  <a:lnTo>
                    <a:pt x="339217" y="95504"/>
                  </a:lnTo>
                  <a:lnTo>
                    <a:pt x="339979" y="95250"/>
                  </a:lnTo>
                  <a:lnTo>
                    <a:pt x="340487" y="94996"/>
                  </a:lnTo>
                  <a:lnTo>
                    <a:pt x="340868" y="94615"/>
                  </a:lnTo>
                  <a:lnTo>
                    <a:pt x="341122" y="94234"/>
                  </a:lnTo>
                  <a:lnTo>
                    <a:pt x="341122" y="31623"/>
                  </a:lnTo>
                  <a:close/>
                </a:path>
                <a:path w="462914" h="120650">
                  <a:moveTo>
                    <a:pt x="342773" y="8382"/>
                  </a:moveTo>
                  <a:lnTo>
                    <a:pt x="342011" y="6096"/>
                  </a:lnTo>
                  <a:lnTo>
                    <a:pt x="340614" y="4826"/>
                  </a:lnTo>
                  <a:lnTo>
                    <a:pt x="338963" y="3429"/>
                  </a:lnTo>
                  <a:lnTo>
                    <a:pt x="336042" y="2794"/>
                  </a:lnTo>
                  <a:lnTo>
                    <a:pt x="327406" y="2794"/>
                  </a:lnTo>
                  <a:lnTo>
                    <a:pt x="324485" y="3429"/>
                  </a:lnTo>
                  <a:lnTo>
                    <a:pt x="322961" y="4826"/>
                  </a:lnTo>
                  <a:lnTo>
                    <a:pt x="321437" y="6096"/>
                  </a:lnTo>
                  <a:lnTo>
                    <a:pt x="320713" y="8382"/>
                  </a:lnTo>
                  <a:lnTo>
                    <a:pt x="320675" y="15367"/>
                  </a:lnTo>
                  <a:lnTo>
                    <a:pt x="321386" y="17526"/>
                  </a:lnTo>
                  <a:lnTo>
                    <a:pt x="321437" y="17653"/>
                  </a:lnTo>
                  <a:lnTo>
                    <a:pt x="322961" y="18923"/>
                  </a:lnTo>
                  <a:lnTo>
                    <a:pt x="324358" y="20193"/>
                  </a:lnTo>
                  <a:lnTo>
                    <a:pt x="327279" y="20828"/>
                  </a:lnTo>
                  <a:lnTo>
                    <a:pt x="335915" y="20828"/>
                  </a:lnTo>
                  <a:lnTo>
                    <a:pt x="338836" y="20193"/>
                  </a:lnTo>
                  <a:lnTo>
                    <a:pt x="340360" y="18923"/>
                  </a:lnTo>
                  <a:lnTo>
                    <a:pt x="341884" y="17526"/>
                  </a:lnTo>
                  <a:lnTo>
                    <a:pt x="342671" y="15367"/>
                  </a:lnTo>
                  <a:lnTo>
                    <a:pt x="342773" y="8382"/>
                  </a:lnTo>
                  <a:close/>
                </a:path>
                <a:path w="462914" h="120650">
                  <a:moveTo>
                    <a:pt x="379222" y="2540"/>
                  </a:moveTo>
                  <a:lnTo>
                    <a:pt x="378968" y="2159"/>
                  </a:lnTo>
                  <a:lnTo>
                    <a:pt x="378587" y="1778"/>
                  </a:lnTo>
                  <a:lnTo>
                    <a:pt x="378079" y="1524"/>
                  </a:lnTo>
                  <a:lnTo>
                    <a:pt x="377317" y="1270"/>
                  </a:lnTo>
                  <a:lnTo>
                    <a:pt x="376682" y="1016"/>
                  </a:lnTo>
                  <a:lnTo>
                    <a:pt x="375666" y="762"/>
                  </a:lnTo>
                  <a:lnTo>
                    <a:pt x="363982" y="762"/>
                  </a:lnTo>
                  <a:lnTo>
                    <a:pt x="362966" y="1016"/>
                  </a:lnTo>
                  <a:lnTo>
                    <a:pt x="361442" y="1524"/>
                  </a:lnTo>
                  <a:lnTo>
                    <a:pt x="360934" y="1778"/>
                  </a:lnTo>
                  <a:lnTo>
                    <a:pt x="360172" y="2921"/>
                  </a:lnTo>
                  <a:lnTo>
                    <a:pt x="360172" y="93853"/>
                  </a:lnTo>
                  <a:lnTo>
                    <a:pt x="360934" y="94996"/>
                  </a:lnTo>
                  <a:lnTo>
                    <a:pt x="361442" y="95250"/>
                  </a:lnTo>
                  <a:lnTo>
                    <a:pt x="362191" y="95504"/>
                  </a:lnTo>
                  <a:lnTo>
                    <a:pt x="360921" y="95504"/>
                  </a:lnTo>
                  <a:lnTo>
                    <a:pt x="362915" y="95758"/>
                  </a:lnTo>
                  <a:lnTo>
                    <a:pt x="365125" y="96012"/>
                  </a:lnTo>
                  <a:lnTo>
                    <a:pt x="366395" y="96139"/>
                  </a:lnTo>
                  <a:lnTo>
                    <a:pt x="373253" y="96139"/>
                  </a:lnTo>
                  <a:lnTo>
                    <a:pt x="374459" y="96012"/>
                  </a:lnTo>
                  <a:lnTo>
                    <a:pt x="374637" y="96012"/>
                  </a:lnTo>
                  <a:lnTo>
                    <a:pt x="376047" y="96012"/>
                  </a:lnTo>
                  <a:lnTo>
                    <a:pt x="376682" y="95758"/>
                  </a:lnTo>
                  <a:lnTo>
                    <a:pt x="377317" y="95504"/>
                  </a:lnTo>
                  <a:lnTo>
                    <a:pt x="378079" y="95250"/>
                  </a:lnTo>
                  <a:lnTo>
                    <a:pt x="378587" y="94996"/>
                  </a:lnTo>
                  <a:lnTo>
                    <a:pt x="378968" y="94615"/>
                  </a:lnTo>
                  <a:lnTo>
                    <a:pt x="379222" y="94234"/>
                  </a:lnTo>
                  <a:lnTo>
                    <a:pt x="379222" y="2540"/>
                  </a:lnTo>
                  <a:close/>
                </a:path>
                <a:path w="462914" h="120650">
                  <a:moveTo>
                    <a:pt x="462407" y="56134"/>
                  </a:moveTo>
                  <a:lnTo>
                    <a:pt x="462280" y="53213"/>
                  </a:lnTo>
                  <a:lnTo>
                    <a:pt x="461899" y="50165"/>
                  </a:lnTo>
                  <a:lnTo>
                    <a:pt x="460667" y="46609"/>
                  </a:lnTo>
                  <a:lnTo>
                    <a:pt x="459486" y="42799"/>
                  </a:lnTo>
                  <a:lnTo>
                    <a:pt x="458190" y="40640"/>
                  </a:lnTo>
                  <a:lnTo>
                    <a:pt x="457581" y="39624"/>
                  </a:lnTo>
                  <a:lnTo>
                    <a:pt x="454914" y="36957"/>
                  </a:lnTo>
                  <a:lnTo>
                    <a:pt x="452374" y="34290"/>
                  </a:lnTo>
                  <a:lnTo>
                    <a:pt x="449072" y="32258"/>
                  </a:lnTo>
                  <a:lnTo>
                    <a:pt x="444119" y="30403"/>
                  </a:lnTo>
                  <a:lnTo>
                    <a:pt x="444119" y="51308"/>
                  </a:lnTo>
                  <a:lnTo>
                    <a:pt x="444068" y="52070"/>
                  </a:lnTo>
                  <a:lnTo>
                    <a:pt x="443966" y="54102"/>
                  </a:lnTo>
                  <a:lnTo>
                    <a:pt x="443865" y="56134"/>
                  </a:lnTo>
                  <a:lnTo>
                    <a:pt x="415290" y="56134"/>
                  </a:lnTo>
                  <a:lnTo>
                    <a:pt x="419227" y="45212"/>
                  </a:lnTo>
                  <a:lnTo>
                    <a:pt x="420370" y="43815"/>
                  </a:lnTo>
                  <a:lnTo>
                    <a:pt x="421716" y="42799"/>
                  </a:lnTo>
                  <a:lnTo>
                    <a:pt x="423367" y="42037"/>
                  </a:lnTo>
                  <a:lnTo>
                    <a:pt x="425450" y="41021"/>
                  </a:lnTo>
                  <a:lnTo>
                    <a:pt x="427609" y="40640"/>
                  </a:lnTo>
                  <a:lnTo>
                    <a:pt x="434848" y="40640"/>
                  </a:lnTo>
                  <a:lnTo>
                    <a:pt x="438404" y="42037"/>
                  </a:lnTo>
                  <a:lnTo>
                    <a:pt x="440690" y="44831"/>
                  </a:lnTo>
                  <a:lnTo>
                    <a:pt x="442976" y="47498"/>
                  </a:lnTo>
                  <a:lnTo>
                    <a:pt x="444119" y="51308"/>
                  </a:lnTo>
                  <a:lnTo>
                    <a:pt x="444119" y="30403"/>
                  </a:lnTo>
                  <a:lnTo>
                    <a:pt x="440944" y="29210"/>
                  </a:lnTo>
                  <a:lnTo>
                    <a:pt x="436118" y="28448"/>
                  </a:lnTo>
                  <a:lnTo>
                    <a:pt x="425069" y="28448"/>
                  </a:lnTo>
                  <a:lnTo>
                    <a:pt x="420243" y="29210"/>
                  </a:lnTo>
                  <a:lnTo>
                    <a:pt x="416052" y="30861"/>
                  </a:lnTo>
                  <a:lnTo>
                    <a:pt x="411734" y="32512"/>
                  </a:lnTo>
                  <a:lnTo>
                    <a:pt x="408051" y="34798"/>
                  </a:lnTo>
                  <a:lnTo>
                    <a:pt x="405130" y="37846"/>
                  </a:lnTo>
                  <a:lnTo>
                    <a:pt x="402082" y="40894"/>
                  </a:lnTo>
                  <a:lnTo>
                    <a:pt x="399796" y="44577"/>
                  </a:lnTo>
                  <a:lnTo>
                    <a:pt x="398272" y="48895"/>
                  </a:lnTo>
                  <a:lnTo>
                    <a:pt x="396621" y="53213"/>
                  </a:lnTo>
                  <a:lnTo>
                    <a:pt x="395859" y="58166"/>
                  </a:lnTo>
                  <a:lnTo>
                    <a:pt x="395935" y="69850"/>
                  </a:lnTo>
                  <a:lnTo>
                    <a:pt x="396303" y="72263"/>
                  </a:lnTo>
                  <a:lnTo>
                    <a:pt x="396659" y="74422"/>
                  </a:lnTo>
                  <a:lnTo>
                    <a:pt x="398043" y="78232"/>
                  </a:lnTo>
                  <a:lnTo>
                    <a:pt x="399669" y="82804"/>
                  </a:lnTo>
                  <a:lnTo>
                    <a:pt x="426085" y="97282"/>
                  </a:lnTo>
                  <a:lnTo>
                    <a:pt x="437680" y="97282"/>
                  </a:lnTo>
                  <a:lnTo>
                    <a:pt x="455041" y="93726"/>
                  </a:lnTo>
                  <a:lnTo>
                    <a:pt x="456438" y="93218"/>
                  </a:lnTo>
                  <a:lnTo>
                    <a:pt x="457327" y="92837"/>
                  </a:lnTo>
                  <a:lnTo>
                    <a:pt x="457708" y="92456"/>
                  </a:lnTo>
                  <a:lnTo>
                    <a:pt x="458089" y="92202"/>
                  </a:lnTo>
                  <a:lnTo>
                    <a:pt x="458343" y="91821"/>
                  </a:lnTo>
                  <a:lnTo>
                    <a:pt x="458470" y="91440"/>
                  </a:lnTo>
                  <a:lnTo>
                    <a:pt x="458724" y="91186"/>
                  </a:lnTo>
                  <a:lnTo>
                    <a:pt x="459105" y="89662"/>
                  </a:lnTo>
                  <a:lnTo>
                    <a:pt x="459105" y="84328"/>
                  </a:lnTo>
                  <a:lnTo>
                    <a:pt x="459105" y="82423"/>
                  </a:lnTo>
                  <a:lnTo>
                    <a:pt x="458978" y="81661"/>
                  </a:lnTo>
                  <a:lnTo>
                    <a:pt x="458724" y="81280"/>
                  </a:lnTo>
                  <a:lnTo>
                    <a:pt x="458597" y="80772"/>
                  </a:lnTo>
                  <a:lnTo>
                    <a:pt x="458343" y="80518"/>
                  </a:lnTo>
                  <a:lnTo>
                    <a:pt x="458216" y="80518"/>
                  </a:lnTo>
                  <a:lnTo>
                    <a:pt x="457454" y="80137"/>
                  </a:lnTo>
                  <a:lnTo>
                    <a:pt x="456057" y="80137"/>
                  </a:lnTo>
                  <a:lnTo>
                    <a:pt x="454660" y="80518"/>
                  </a:lnTo>
                  <a:lnTo>
                    <a:pt x="453898" y="80772"/>
                  </a:lnTo>
                  <a:lnTo>
                    <a:pt x="452628" y="81280"/>
                  </a:lnTo>
                  <a:lnTo>
                    <a:pt x="451104" y="81661"/>
                  </a:lnTo>
                  <a:lnTo>
                    <a:pt x="448843" y="82423"/>
                  </a:lnTo>
                  <a:lnTo>
                    <a:pt x="447421" y="82804"/>
                  </a:lnTo>
                  <a:lnTo>
                    <a:pt x="445262" y="83185"/>
                  </a:lnTo>
                  <a:lnTo>
                    <a:pt x="442722" y="83693"/>
                  </a:lnTo>
                  <a:lnTo>
                    <a:pt x="440182" y="84074"/>
                  </a:lnTo>
                  <a:lnTo>
                    <a:pt x="437261" y="84328"/>
                  </a:lnTo>
                  <a:lnTo>
                    <a:pt x="430657" y="84328"/>
                  </a:lnTo>
                  <a:lnTo>
                    <a:pt x="428701" y="84074"/>
                  </a:lnTo>
                  <a:lnTo>
                    <a:pt x="428104" y="84074"/>
                  </a:lnTo>
                  <a:lnTo>
                    <a:pt x="425450" y="83185"/>
                  </a:lnTo>
                  <a:lnTo>
                    <a:pt x="423037" y="82423"/>
                  </a:lnTo>
                  <a:lnTo>
                    <a:pt x="421132" y="81280"/>
                  </a:lnTo>
                  <a:lnTo>
                    <a:pt x="418084" y="78232"/>
                  </a:lnTo>
                  <a:lnTo>
                    <a:pt x="417068" y="76454"/>
                  </a:lnTo>
                  <a:lnTo>
                    <a:pt x="416433" y="74422"/>
                  </a:lnTo>
                  <a:lnTo>
                    <a:pt x="415671" y="72263"/>
                  </a:lnTo>
                  <a:lnTo>
                    <a:pt x="415290" y="69850"/>
                  </a:lnTo>
                  <a:lnTo>
                    <a:pt x="415290" y="67310"/>
                  </a:lnTo>
                  <a:lnTo>
                    <a:pt x="458470" y="67310"/>
                  </a:lnTo>
                  <a:lnTo>
                    <a:pt x="459867" y="66802"/>
                  </a:lnTo>
                  <a:lnTo>
                    <a:pt x="461899" y="64770"/>
                  </a:lnTo>
                  <a:lnTo>
                    <a:pt x="462407" y="63246"/>
                  </a:lnTo>
                  <a:lnTo>
                    <a:pt x="462407" y="56134"/>
                  </a:lnTo>
                  <a:close/>
                </a:path>
              </a:pathLst>
            </a:custGeom>
            <a:solidFill>
              <a:srgbClr val="2237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7" name="object 1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886455" y="1508124"/>
            <a:ext cx="203073" cy="54991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163697" y="1483994"/>
            <a:ext cx="510920" cy="94868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747515" y="1483994"/>
            <a:ext cx="433070" cy="94868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256785" y="1484756"/>
            <a:ext cx="191515" cy="78359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886455" y="1668017"/>
            <a:ext cx="201168" cy="55118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160648" y="1644014"/>
            <a:ext cx="507364" cy="94868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740022" y="1644014"/>
            <a:ext cx="430911" cy="94868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4249801" y="1644650"/>
            <a:ext cx="239775" cy="94234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2886582" y="1988019"/>
            <a:ext cx="208787" cy="55194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3772027" y="1964816"/>
            <a:ext cx="151892" cy="78397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2886836" y="2148039"/>
            <a:ext cx="216662" cy="55194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3169920" y="1964054"/>
            <a:ext cx="556006" cy="254888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3807205" y="2124163"/>
            <a:ext cx="645033" cy="94780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2882294" y="2429421"/>
            <a:ext cx="595474" cy="97421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3548507" y="2430246"/>
            <a:ext cx="559995" cy="965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5759450" cy="3239770"/>
            <a:chOff x="0" y="0"/>
            <a:chExt cx="5759450" cy="3239770"/>
          </a:xfrm>
        </p:grpSpPr>
        <p:sp>
          <p:nvSpPr>
            <p:cNvPr id="3" name="object 3"/>
            <p:cNvSpPr/>
            <p:nvPr/>
          </p:nvSpPr>
          <p:spPr>
            <a:xfrm>
              <a:off x="0" y="378459"/>
              <a:ext cx="5759450" cy="0"/>
            </a:xfrm>
            <a:custGeom>
              <a:avLst/>
              <a:gdLst/>
              <a:ahLst/>
              <a:cxnLst/>
              <a:rect l="l" t="t" r="r" b="b"/>
              <a:pathLst>
                <a:path w="5759450">
                  <a:moveTo>
                    <a:pt x="0" y="0"/>
                  </a:moveTo>
                  <a:lnTo>
                    <a:pt x="5759450" y="0"/>
                  </a:lnTo>
                </a:path>
              </a:pathLst>
            </a:custGeom>
            <a:ln w="5054">
              <a:solidFill>
                <a:srgbClr val="D5C5B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375919"/>
              <a:ext cx="5759450" cy="9525"/>
            </a:xfrm>
            <a:custGeom>
              <a:avLst/>
              <a:gdLst/>
              <a:ahLst/>
              <a:cxnLst/>
              <a:rect l="l" t="t" r="r" b="b"/>
              <a:pathLst>
                <a:path w="5759450" h="9525">
                  <a:moveTo>
                    <a:pt x="5759450" y="0"/>
                  </a:moveTo>
                  <a:lnTo>
                    <a:pt x="0" y="0"/>
                  </a:lnTo>
                  <a:lnTo>
                    <a:pt x="0" y="9143"/>
                  </a:lnTo>
                  <a:lnTo>
                    <a:pt x="5759450" y="9143"/>
                  </a:lnTo>
                  <a:lnTo>
                    <a:pt x="5759450" y="0"/>
                  </a:lnTo>
                  <a:close/>
                </a:path>
              </a:pathLst>
            </a:custGeom>
            <a:solidFill>
              <a:srgbClr val="D5C5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862707" y="930274"/>
              <a:ext cx="2370455" cy="315595"/>
            </a:xfrm>
            <a:custGeom>
              <a:avLst/>
              <a:gdLst/>
              <a:ahLst/>
              <a:cxnLst/>
              <a:rect l="l" t="t" r="r" b="b"/>
              <a:pathLst>
                <a:path w="2370454" h="315594">
                  <a:moveTo>
                    <a:pt x="2370455" y="0"/>
                  </a:moveTo>
                  <a:lnTo>
                    <a:pt x="0" y="0"/>
                  </a:lnTo>
                  <a:lnTo>
                    <a:pt x="0" y="156972"/>
                  </a:lnTo>
                  <a:lnTo>
                    <a:pt x="0" y="315468"/>
                  </a:lnTo>
                  <a:lnTo>
                    <a:pt x="2370455" y="315468"/>
                  </a:lnTo>
                  <a:lnTo>
                    <a:pt x="2370455" y="156972"/>
                  </a:lnTo>
                  <a:lnTo>
                    <a:pt x="2370455" y="0"/>
                  </a:lnTo>
                  <a:close/>
                </a:path>
              </a:pathLst>
            </a:custGeom>
            <a:solidFill>
              <a:srgbClr val="F5F6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861183" y="928750"/>
            <a:ext cx="2373630" cy="318770"/>
          </a:xfrm>
          <a:prstGeom prst="rect">
            <a:avLst/>
          </a:prstGeom>
          <a:ln w="3175">
            <a:solidFill>
              <a:srgbClr val="DCDFE3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055"/>
              </a:lnSpc>
            </a:pP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aws</a:t>
            </a:r>
            <a:r>
              <a:rPr sz="900" spc="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sts</a:t>
            </a:r>
            <a:r>
              <a:rPr sz="900" spc="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get-caller-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identity</a:t>
            </a:r>
            <a:r>
              <a:rPr sz="900" spc="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aws</a:t>
            </a:r>
            <a:r>
              <a:rPr sz="900" spc="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sts</a:t>
            </a:r>
            <a:r>
              <a:rPr sz="900" spc="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get-caller-</a:t>
            </a:r>
            <a:endParaRPr sz="900">
              <a:latin typeface="Calibri"/>
              <a:cs typeface="Calibri"/>
            </a:endParaRPr>
          </a:p>
          <a:p>
            <a:pPr marL="25400">
              <a:lnSpc>
                <a:spcPct val="100000"/>
              </a:lnSpc>
              <a:spcBef>
                <a:spcPts val="155"/>
              </a:spcBef>
            </a:pP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identity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--profile </a:t>
            </a:r>
            <a:r>
              <a:rPr sz="900" spc="-25" dirty="0">
                <a:solidFill>
                  <a:srgbClr val="22373A"/>
                </a:solidFill>
                <a:latin typeface="Calibri"/>
                <a:cs typeface="Calibri"/>
              </a:rPr>
              <a:t>dev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xfrm>
            <a:off x="5467350" y="2974975"/>
            <a:ext cx="298450" cy="1285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65"/>
              </a:lnSpc>
            </a:pPr>
            <a:fld id="{81D60167-4931-47E6-BA6A-407CBD079E47}" type="slidenum">
              <a:rPr spc="-10" dirty="0"/>
              <a:t>11</a:t>
            </a:fld>
            <a:r>
              <a:rPr spc="-10" dirty="0"/>
              <a:t>/35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5759450" cy="3239770"/>
            <a:chOff x="0" y="0"/>
            <a:chExt cx="5759450" cy="3239770"/>
          </a:xfrm>
        </p:grpSpPr>
        <p:sp>
          <p:nvSpPr>
            <p:cNvPr id="3" name="object 3"/>
            <p:cNvSpPr/>
            <p:nvPr/>
          </p:nvSpPr>
          <p:spPr>
            <a:xfrm>
              <a:off x="0" y="378459"/>
              <a:ext cx="5759450" cy="0"/>
            </a:xfrm>
            <a:custGeom>
              <a:avLst/>
              <a:gdLst/>
              <a:ahLst/>
              <a:cxnLst/>
              <a:rect l="l" t="t" r="r" b="b"/>
              <a:pathLst>
                <a:path w="5759450">
                  <a:moveTo>
                    <a:pt x="0" y="0"/>
                  </a:moveTo>
                  <a:lnTo>
                    <a:pt x="5759450" y="0"/>
                  </a:lnTo>
                </a:path>
              </a:pathLst>
            </a:custGeom>
            <a:ln w="5054">
              <a:solidFill>
                <a:srgbClr val="D5C5B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375919"/>
              <a:ext cx="5759450" cy="9525"/>
            </a:xfrm>
            <a:custGeom>
              <a:avLst/>
              <a:gdLst/>
              <a:ahLst/>
              <a:cxnLst/>
              <a:rect l="l" t="t" r="r" b="b"/>
              <a:pathLst>
                <a:path w="5759450" h="9525">
                  <a:moveTo>
                    <a:pt x="5759450" y="0"/>
                  </a:moveTo>
                  <a:lnTo>
                    <a:pt x="0" y="0"/>
                  </a:lnTo>
                  <a:lnTo>
                    <a:pt x="0" y="9143"/>
                  </a:lnTo>
                  <a:lnTo>
                    <a:pt x="5759450" y="9143"/>
                  </a:lnTo>
                  <a:lnTo>
                    <a:pt x="5759450" y="0"/>
                  </a:lnTo>
                  <a:close/>
                </a:path>
              </a:pathLst>
            </a:custGeom>
            <a:solidFill>
              <a:srgbClr val="D5C5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75919"/>
              <a:ext cx="1832610" cy="8255"/>
            </a:xfrm>
            <a:custGeom>
              <a:avLst/>
              <a:gdLst/>
              <a:ahLst/>
              <a:cxnLst/>
              <a:rect l="l" t="t" r="r" b="b"/>
              <a:pathLst>
                <a:path w="1832610" h="8254">
                  <a:moveTo>
                    <a:pt x="1832610" y="0"/>
                  </a:moveTo>
                  <a:lnTo>
                    <a:pt x="0" y="0"/>
                  </a:lnTo>
                  <a:lnTo>
                    <a:pt x="0" y="8001"/>
                  </a:lnTo>
                  <a:lnTo>
                    <a:pt x="1832610" y="8001"/>
                  </a:lnTo>
                  <a:lnTo>
                    <a:pt x="1832610" y="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xfrm>
            <a:off x="5467350" y="2974975"/>
            <a:ext cx="298450" cy="1285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65"/>
              </a:lnSpc>
            </a:pPr>
            <a:fld id="{81D60167-4931-47E6-BA6A-407CBD079E47}" type="slidenum">
              <a:rPr spc="-10" dirty="0"/>
              <a:t>12</a:t>
            </a:fld>
            <a:r>
              <a:rPr spc="-10" dirty="0"/>
              <a:t>/35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540" y="0"/>
            <a:ext cx="5764530" cy="3239770"/>
            <a:chOff x="-2540" y="0"/>
            <a:chExt cx="5764530" cy="3239770"/>
          </a:xfrm>
        </p:grpSpPr>
        <p:sp>
          <p:nvSpPr>
            <p:cNvPr id="3" name="object 3"/>
            <p:cNvSpPr/>
            <p:nvPr/>
          </p:nvSpPr>
          <p:spPr>
            <a:xfrm>
              <a:off x="0" y="378459"/>
              <a:ext cx="5759450" cy="0"/>
            </a:xfrm>
            <a:custGeom>
              <a:avLst/>
              <a:gdLst/>
              <a:ahLst/>
              <a:cxnLst/>
              <a:rect l="l" t="t" r="r" b="b"/>
              <a:pathLst>
                <a:path w="5759450">
                  <a:moveTo>
                    <a:pt x="0" y="0"/>
                  </a:moveTo>
                  <a:lnTo>
                    <a:pt x="5759450" y="0"/>
                  </a:lnTo>
                </a:path>
              </a:pathLst>
            </a:custGeom>
            <a:ln w="5054">
              <a:solidFill>
                <a:srgbClr val="D5C5B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375919"/>
              <a:ext cx="5759450" cy="9525"/>
            </a:xfrm>
            <a:custGeom>
              <a:avLst/>
              <a:gdLst/>
              <a:ahLst/>
              <a:cxnLst/>
              <a:rect l="l" t="t" r="r" b="b"/>
              <a:pathLst>
                <a:path w="5759450" h="9525">
                  <a:moveTo>
                    <a:pt x="5759450" y="0"/>
                  </a:moveTo>
                  <a:lnTo>
                    <a:pt x="0" y="0"/>
                  </a:lnTo>
                  <a:lnTo>
                    <a:pt x="0" y="9143"/>
                  </a:lnTo>
                  <a:lnTo>
                    <a:pt x="5759450" y="9143"/>
                  </a:lnTo>
                  <a:lnTo>
                    <a:pt x="5759450" y="0"/>
                  </a:lnTo>
                  <a:close/>
                </a:path>
              </a:pathLst>
            </a:custGeom>
            <a:solidFill>
              <a:srgbClr val="D5C5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2232" y="930274"/>
              <a:ext cx="2951480" cy="315595"/>
            </a:xfrm>
            <a:custGeom>
              <a:avLst/>
              <a:gdLst/>
              <a:ahLst/>
              <a:cxnLst/>
              <a:rect l="l" t="t" r="r" b="b"/>
              <a:pathLst>
                <a:path w="2951479" h="315594">
                  <a:moveTo>
                    <a:pt x="2951353" y="0"/>
                  </a:moveTo>
                  <a:lnTo>
                    <a:pt x="0" y="0"/>
                  </a:lnTo>
                  <a:lnTo>
                    <a:pt x="0" y="156972"/>
                  </a:lnTo>
                  <a:lnTo>
                    <a:pt x="0" y="315468"/>
                  </a:lnTo>
                  <a:lnTo>
                    <a:pt x="2951353" y="315468"/>
                  </a:lnTo>
                  <a:lnTo>
                    <a:pt x="2951353" y="156972"/>
                  </a:lnTo>
                  <a:lnTo>
                    <a:pt x="2951353" y="0"/>
                  </a:lnTo>
                  <a:close/>
                </a:path>
              </a:pathLst>
            </a:custGeom>
            <a:solidFill>
              <a:srgbClr val="F5F6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30708" y="928750"/>
            <a:ext cx="2954655" cy="318770"/>
          </a:xfrm>
          <a:prstGeom prst="rect">
            <a:avLst/>
          </a:prstGeom>
          <a:ln w="3175">
            <a:solidFill>
              <a:srgbClr val="DCDFE3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055"/>
              </a:lnSpc>
            </a:pP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aws 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configure</a:t>
            </a:r>
            <a:r>
              <a:rPr sz="900" spc="-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sso</a:t>
            </a:r>
            <a:r>
              <a:rPr sz="900" spc="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aws</a:t>
            </a:r>
            <a:r>
              <a:rPr sz="900" spc="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sso</a:t>
            </a:r>
            <a:r>
              <a:rPr sz="900" spc="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login</a:t>
            </a:r>
            <a:r>
              <a:rPr sz="900" spc="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--profile 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&lt;profile_sso&gt;</a:t>
            </a:r>
            <a:r>
              <a:rPr sz="900" spc="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aws </a:t>
            </a:r>
            <a:r>
              <a:rPr sz="900" spc="-25" dirty="0">
                <a:solidFill>
                  <a:srgbClr val="22373A"/>
                </a:solidFill>
                <a:latin typeface="Calibri"/>
                <a:cs typeface="Calibri"/>
              </a:rPr>
              <a:t>sts</a:t>
            </a:r>
            <a:endParaRPr sz="900">
              <a:latin typeface="Calibri"/>
              <a:cs typeface="Calibri"/>
            </a:endParaRPr>
          </a:p>
          <a:p>
            <a:pPr marL="25400">
              <a:lnSpc>
                <a:spcPct val="100000"/>
              </a:lnSpc>
              <a:spcBef>
                <a:spcPts val="155"/>
              </a:spcBef>
            </a:pP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get-caller-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identity</a:t>
            </a:r>
            <a:r>
              <a:rPr sz="900" spc="-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--profile</a:t>
            </a:r>
            <a:r>
              <a:rPr sz="900" spc="-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&lt;profile_sso&gt;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8404" y="1899310"/>
            <a:ext cx="2874010" cy="480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100"/>
              </a:spcBef>
              <a:buChar char="•"/>
              <a:tabLst>
                <a:tab pos="189230" algn="l"/>
              </a:tabLst>
            </a:pP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–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profile</a:t>
            </a:r>
            <a:r>
              <a:rPr sz="1100" spc="-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(pilih</a:t>
            </a:r>
            <a:r>
              <a:rPr sz="1100" spc="-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kredensial),</a:t>
            </a:r>
            <a:r>
              <a:rPr sz="1100" spc="-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22373A"/>
                </a:solidFill>
                <a:latin typeface="Calibri"/>
                <a:cs typeface="Calibri"/>
              </a:rPr>
              <a:t>–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region</a:t>
            </a:r>
            <a:r>
              <a:rPr sz="1100" spc="-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(pilih</a:t>
            </a:r>
            <a:r>
              <a:rPr sz="1100" spc="-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region)</a:t>
            </a:r>
            <a:endParaRPr sz="1100">
              <a:latin typeface="Calibri"/>
              <a:cs typeface="Calibri"/>
            </a:endParaRPr>
          </a:p>
          <a:p>
            <a:pPr marL="189230" indent="-176530">
              <a:lnSpc>
                <a:spcPct val="100000"/>
              </a:lnSpc>
              <a:spcBef>
                <a:spcPts val="940"/>
              </a:spcBef>
              <a:buChar char="•"/>
              <a:tabLst>
                <a:tab pos="189230" algn="l"/>
              </a:tabLst>
            </a:pP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–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output</a:t>
            </a:r>
            <a:r>
              <a:rPr sz="1100" spc="-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json|table|text</a:t>
            </a:r>
            <a:r>
              <a:rPr sz="1100" spc="-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(format</a:t>
            </a:r>
            <a:r>
              <a:rPr sz="1100" spc="-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output)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75919"/>
            <a:ext cx="2094230" cy="8255"/>
          </a:xfrm>
          <a:custGeom>
            <a:avLst/>
            <a:gdLst/>
            <a:ahLst/>
            <a:cxnLst/>
            <a:rect l="l" t="t" r="r" b="b"/>
            <a:pathLst>
              <a:path w="2094230" h="8254">
                <a:moveTo>
                  <a:pt x="2094230" y="0"/>
                </a:moveTo>
                <a:lnTo>
                  <a:pt x="0" y="0"/>
                </a:lnTo>
                <a:lnTo>
                  <a:pt x="0" y="8001"/>
                </a:lnTo>
                <a:lnTo>
                  <a:pt x="2094230" y="8001"/>
                </a:lnTo>
                <a:lnTo>
                  <a:pt x="2094230" y="0"/>
                </a:lnTo>
                <a:close/>
              </a:path>
            </a:pathLst>
          </a:custGeom>
          <a:solidFill>
            <a:srgbClr val="EB811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xfrm>
            <a:off x="5467350" y="2974975"/>
            <a:ext cx="298450" cy="1285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65"/>
              </a:lnSpc>
            </a:pPr>
            <a:fld id="{81D60167-4931-47E6-BA6A-407CBD079E47}" type="slidenum">
              <a:rPr spc="-10" dirty="0"/>
              <a:t>13</a:t>
            </a:fld>
            <a:r>
              <a:rPr spc="-10" dirty="0"/>
              <a:t>/35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540" y="0"/>
            <a:ext cx="5764530" cy="3239770"/>
            <a:chOff x="-2540" y="0"/>
            <a:chExt cx="5764530" cy="3239770"/>
          </a:xfrm>
        </p:grpSpPr>
        <p:sp>
          <p:nvSpPr>
            <p:cNvPr id="3" name="object 3"/>
            <p:cNvSpPr/>
            <p:nvPr/>
          </p:nvSpPr>
          <p:spPr>
            <a:xfrm>
              <a:off x="0" y="378459"/>
              <a:ext cx="5759450" cy="0"/>
            </a:xfrm>
            <a:custGeom>
              <a:avLst/>
              <a:gdLst/>
              <a:ahLst/>
              <a:cxnLst/>
              <a:rect l="l" t="t" r="r" b="b"/>
              <a:pathLst>
                <a:path w="5759450">
                  <a:moveTo>
                    <a:pt x="0" y="0"/>
                  </a:moveTo>
                  <a:lnTo>
                    <a:pt x="5759450" y="0"/>
                  </a:lnTo>
                </a:path>
              </a:pathLst>
            </a:custGeom>
            <a:ln w="5054">
              <a:solidFill>
                <a:srgbClr val="D5C5B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375919"/>
              <a:ext cx="5759450" cy="9525"/>
            </a:xfrm>
            <a:custGeom>
              <a:avLst/>
              <a:gdLst/>
              <a:ahLst/>
              <a:cxnLst/>
              <a:rect l="l" t="t" r="r" b="b"/>
              <a:pathLst>
                <a:path w="5759450" h="9525">
                  <a:moveTo>
                    <a:pt x="5759450" y="0"/>
                  </a:moveTo>
                  <a:lnTo>
                    <a:pt x="0" y="0"/>
                  </a:lnTo>
                  <a:lnTo>
                    <a:pt x="0" y="9143"/>
                  </a:lnTo>
                  <a:lnTo>
                    <a:pt x="5759450" y="9143"/>
                  </a:lnTo>
                  <a:lnTo>
                    <a:pt x="5759450" y="0"/>
                  </a:lnTo>
                  <a:close/>
                </a:path>
              </a:pathLst>
            </a:custGeom>
            <a:solidFill>
              <a:srgbClr val="D5C5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38404" y="905383"/>
            <a:ext cx="3880485" cy="473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100"/>
              </a:spcBef>
              <a:buChar char="•"/>
              <a:tabLst>
                <a:tab pos="189230" algn="l"/>
              </a:tabLst>
            </a:pP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–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query</a:t>
            </a:r>
            <a:r>
              <a:rPr sz="1100" spc="-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"&lt;JMESPath&gt;"</a:t>
            </a:r>
            <a:r>
              <a:rPr sz="1100" spc="-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(filter</a:t>
            </a:r>
            <a:r>
              <a:rPr sz="1100" spc="-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output)</a:t>
            </a:r>
            <a:endParaRPr sz="1100">
              <a:latin typeface="Calibri"/>
              <a:cs typeface="Calibri"/>
            </a:endParaRPr>
          </a:p>
          <a:p>
            <a:pPr marL="189230" indent="-176530">
              <a:lnSpc>
                <a:spcPct val="100000"/>
              </a:lnSpc>
              <a:spcBef>
                <a:spcPts val="880"/>
              </a:spcBef>
              <a:buChar char="•"/>
              <a:tabLst>
                <a:tab pos="189230" algn="l"/>
              </a:tabLst>
            </a:pP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–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no-paginate</a:t>
            </a:r>
            <a:r>
              <a:rPr sz="1100" spc="-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(matikan</a:t>
            </a:r>
            <a:r>
              <a:rPr sz="1100" spc="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paging)</a:t>
            </a:r>
            <a:r>
              <a:rPr sz="1100" spc="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•</a:t>
            </a:r>
            <a:r>
              <a:rPr sz="1100" spc="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–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debug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(troubleshooting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detail)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32232" y="1497164"/>
            <a:ext cx="4485005" cy="314325"/>
          </a:xfrm>
          <a:custGeom>
            <a:avLst/>
            <a:gdLst/>
            <a:ahLst/>
            <a:cxnLst/>
            <a:rect l="l" t="t" r="r" b="b"/>
            <a:pathLst>
              <a:path w="4485005" h="314325">
                <a:moveTo>
                  <a:pt x="4484878" y="0"/>
                </a:moveTo>
                <a:lnTo>
                  <a:pt x="0" y="0"/>
                </a:lnTo>
                <a:lnTo>
                  <a:pt x="0" y="157264"/>
                </a:lnTo>
                <a:lnTo>
                  <a:pt x="0" y="314236"/>
                </a:lnTo>
                <a:lnTo>
                  <a:pt x="4484878" y="314236"/>
                </a:lnTo>
                <a:lnTo>
                  <a:pt x="4484878" y="157264"/>
                </a:lnTo>
                <a:lnTo>
                  <a:pt x="4484878" y="0"/>
                </a:lnTo>
                <a:close/>
              </a:path>
            </a:pathLst>
          </a:custGeom>
          <a:solidFill>
            <a:srgbClr val="F5F6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30708" y="1495678"/>
            <a:ext cx="4488180" cy="317500"/>
          </a:xfrm>
          <a:prstGeom prst="rect">
            <a:avLst/>
          </a:prstGeom>
          <a:ln w="3175">
            <a:solidFill>
              <a:srgbClr val="DCDFE3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060"/>
              </a:lnSpc>
            </a:pP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aws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ec2 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describe-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regions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--output table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aws</a:t>
            </a:r>
            <a:r>
              <a:rPr sz="900" spc="-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ec2</a:t>
            </a:r>
            <a:r>
              <a:rPr sz="900" spc="-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describe-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instances</a:t>
            </a:r>
            <a:r>
              <a:rPr sz="900" spc="-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--profile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dev --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region </a:t>
            </a:r>
            <a:r>
              <a:rPr sz="900" spc="-25" dirty="0">
                <a:solidFill>
                  <a:srgbClr val="22373A"/>
                </a:solidFill>
                <a:latin typeface="Calibri"/>
                <a:cs typeface="Calibri"/>
              </a:rPr>
              <a:t>ap-</a:t>
            </a:r>
            <a:endParaRPr sz="900">
              <a:latin typeface="Calibri"/>
              <a:cs typeface="Calibri"/>
            </a:endParaRPr>
          </a:p>
          <a:p>
            <a:pPr marL="25400">
              <a:lnSpc>
                <a:spcPct val="100000"/>
              </a:lnSpc>
              <a:spcBef>
                <a:spcPts val="155"/>
              </a:spcBef>
            </a:pP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southeast-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r>
              <a:rPr sz="900" spc="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--output</a:t>
            </a:r>
            <a:r>
              <a:rPr sz="900" spc="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Calibri"/>
                <a:cs typeface="Calibri"/>
              </a:rPr>
              <a:t>json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xfrm>
            <a:off x="5467350" y="2974975"/>
            <a:ext cx="298450" cy="1285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65"/>
              </a:lnSpc>
            </a:pPr>
            <a:fld id="{81D60167-4931-47E6-BA6A-407CBD079E47}" type="slidenum">
              <a:rPr spc="-10" dirty="0"/>
              <a:t>14</a:t>
            </a:fld>
            <a:r>
              <a:rPr spc="-10" dirty="0"/>
              <a:t>/35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5759450" cy="3239770"/>
            <a:chOff x="0" y="0"/>
            <a:chExt cx="5759450" cy="3239770"/>
          </a:xfrm>
        </p:grpSpPr>
        <p:sp>
          <p:nvSpPr>
            <p:cNvPr id="3" name="object 3"/>
            <p:cNvSpPr/>
            <p:nvPr/>
          </p:nvSpPr>
          <p:spPr>
            <a:xfrm>
              <a:off x="0" y="378205"/>
              <a:ext cx="5759450" cy="0"/>
            </a:xfrm>
            <a:custGeom>
              <a:avLst/>
              <a:gdLst/>
              <a:ahLst/>
              <a:cxnLst/>
              <a:rect l="l" t="t" r="r" b="b"/>
              <a:pathLst>
                <a:path w="5759450">
                  <a:moveTo>
                    <a:pt x="0" y="0"/>
                  </a:moveTo>
                  <a:lnTo>
                    <a:pt x="5759450" y="0"/>
                  </a:lnTo>
                </a:path>
              </a:pathLst>
            </a:custGeom>
            <a:ln w="5054">
              <a:solidFill>
                <a:srgbClr val="D5C5B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375919"/>
              <a:ext cx="5759450" cy="8255"/>
            </a:xfrm>
            <a:custGeom>
              <a:avLst/>
              <a:gdLst/>
              <a:ahLst/>
              <a:cxnLst/>
              <a:rect l="l" t="t" r="r" b="b"/>
              <a:pathLst>
                <a:path w="5759450" h="8254">
                  <a:moveTo>
                    <a:pt x="5759450" y="0"/>
                  </a:moveTo>
                  <a:lnTo>
                    <a:pt x="0" y="0"/>
                  </a:lnTo>
                  <a:lnTo>
                    <a:pt x="0" y="8001"/>
                  </a:lnTo>
                  <a:lnTo>
                    <a:pt x="5759450" y="8001"/>
                  </a:lnTo>
                  <a:lnTo>
                    <a:pt x="5759450" y="0"/>
                  </a:lnTo>
                  <a:close/>
                </a:path>
              </a:pathLst>
            </a:custGeom>
            <a:solidFill>
              <a:srgbClr val="D5C5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75919"/>
              <a:ext cx="2356485" cy="8255"/>
            </a:xfrm>
            <a:custGeom>
              <a:avLst/>
              <a:gdLst/>
              <a:ahLst/>
              <a:cxnLst/>
              <a:rect l="l" t="t" r="r" b="b"/>
              <a:pathLst>
                <a:path w="2356485" h="8254">
                  <a:moveTo>
                    <a:pt x="2356104" y="0"/>
                  </a:moveTo>
                  <a:lnTo>
                    <a:pt x="0" y="0"/>
                  </a:lnTo>
                  <a:lnTo>
                    <a:pt x="0" y="8001"/>
                  </a:lnTo>
                  <a:lnTo>
                    <a:pt x="2356104" y="8001"/>
                  </a:lnTo>
                  <a:lnTo>
                    <a:pt x="2356104" y="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xfrm>
            <a:off x="5467350" y="2974975"/>
            <a:ext cx="298450" cy="1285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65"/>
              </a:lnSpc>
            </a:pPr>
            <a:fld id="{81D60167-4931-47E6-BA6A-407CBD079E47}" type="slidenum">
              <a:rPr spc="-10" dirty="0"/>
              <a:t>15</a:t>
            </a:fld>
            <a:r>
              <a:rPr spc="-10" dirty="0"/>
              <a:t>/35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4591" y="1229613"/>
            <a:ext cx="179539" cy="9169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0237" y="1224787"/>
            <a:ext cx="346417" cy="9651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0467" y="1252473"/>
            <a:ext cx="342976" cy="6883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67992" y="1224787"/>
            <a:ext cx="422656" cy="9651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65925" y="1508124"/>
            <a:ext cx="208737" cy="5499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48754" y="1488058"/>
            <a:ext cx="280974" cy="9410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11770" y="1484375"/>
            <a:ext cx="632752" cy="78740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712214" y="1480438"/>
            <a:ext cx="53340" cy="97155"/>
          </a:xfrm>
          <a:custGeom>
            <a:avLst/>
            <a:gdLst/>
            <a:ahLst/>
            <a:cxnLst/>
            <a:rect l="l" t="t" r="r" b="b"/>
            <a:pathLst>
              <a:path w="53339" h="97155">
                <a:moveTo>
                  <a:pt x="7238" y="0"/>
                </a:moveTo>
                <a:lnTo>
                  <a:pt x="1397" y="127"/>
                </a:lnTo>
                <a:lnTo>
                  <a:pt x="127" y="635"/>
                </a:lnTo>
                <a:lnTo>
                  <a:pt x="0" y="1651"/>
                </a:lnTo>
                <a:lnTo>
                  <a:pt x="41656" y="95377"/>
                </a:lnTo>
                <a:lnTo>
                  <a:pt x="42418" y="96393"/>
                </a:lnTo>
                <a:lnTo>
                  <a:pt x="44958" y="96901"/>
                </a:lnTo>
                <a:lnTo>
                  <a:pt x="52069" y="96647"/>
                </a:lnTo>
                <a:lnTo>
                  <a:pt x="52831" y="96266"/>
                </a:lnTo>
                <a:lnTo>
                  <a:pt x="52959" y="96012"/>
                </a:lnTo>
                <a:lnTo>
                  <a:pt x="52578" y="94107"/>
                </a:lnTo>
                <a:lnTo>
                  <a:pt x="11303" y="1524"/>
                </a:lnTo>
                <a:lnTo>
                  <a:pt x="10794" y="762"/>
                </a:lnTo>
                <a:lnTo>
                  <a:pt x="9779" y="254"/>
                </a:lnTo>
                <a:lnTo>
                  <a:pt x="7238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55090" y="1644014"/>
            <a:ext cx="912190" cy="9601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80237" y="1668017"/>
            <a:ext cx="404571" cy="74422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936114" y="1640458"/>
            <a:ext cx="48895" cy="97155"/>
          </a:xfrm>
          <a:custGeom>
            <a:avLst/>
            <a:gdLst/>
            <a:ahLst/>
            <a:cxnLst/>
            <a:rect l="l" t="t" r="r" b="b"/>
            <a:pathLst>
              <a:path w="48894" h="97155">
                <a:moveTo>
                  <a:pt x="6731" y="0"/>
                </a:moveTo>
                <a:lnTo>
                  <a:pt x="889" y="253"/>
                </a:lnTo>
                <a:lnTo>
                  <a:pt x="0" y="888"/>
                </a:lnTo>
                <a:lnTo>
                  <a:pt x="0" y="1650"/>
                </a:lnTo>
                <a:lnTo>
                  <a:pt x="38354" y="95376"/>
                </a:lnTo>
                <a:lnTo>
                  <a:pt x="38989" y="96392"/>
                </a:lnTo>
                <a:lnTo>
                  <a:pt x="41275" y="96900"/>
                </a:lnTo>
                <a:lnTo>
                  <a:pt x="47371" y="96773"/>
                </a:lnTo>
                <a:lnTo>
                  <a:pt x="48514" y="96265"/>
                </a:lnTo>
                <a:lnTo>
                  <a:pt x="48641" y="96011"/>
                </a:lnTo>
                <a:lnTo>
                  <a:pt x="48260" y="94106"/>
                </a:lnTo>
                <a:lnTo>
                  <a:pt x="10160" y="1015"/>
                </a:lnTo>
                <a:lnTo>
                  <a:pt x="9017" y="253"/>
                </a:lnTo>
                <a:lnTo>
                  <a:pt x="6731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80237" y="1815338"/>
            <a:ext cx="466318" cy="87122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014056" y="1804416"/>
            <a:ext cx="262674" cy="78740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370662" y="2115070"/>
            <a:ext cx="266065" cy="92075"/>
          </a:xfrm>
          <a:custGeom>
            <a:avLst/>
            <a:gdLst/>
            <a:ahLst/>
            <a:cxnLst/>
            <a:rect l="l" t="t" r="r" b="b"/>
            <a:pathLst>
              <a:path w="266065" h="92075">
                <a:moveTo>
                  <a:pt x="57391" y="1676"/>
                </a:moveTo>
                <a:lnTo>
                  <a:pt x="4050" y="1676"/>
                </a:lnTo>
                <a:lnTo>
                  <a:pt x="2561" y="2133"/>
                </a:lnTo>
                <a:lnTo>
                  <a:pt x="2783" y="2133"/>
                </a:lnTo>
                <a:lnTo>
                  <a:pt x="596" y="3797"/>
                </a:lnTo>
                <a:lnTo>
                  <a:pt x="0" y="5245"/>
                </a:lnTo>
                <a:lnTo>
                  <a:pt x="0" y="86487"/>
                </a:lnTo>
                <a:lnTo>
                  <a:pt x="340" y="87312"/>
                </a:lnTo>
                <a:lnTo>
                  <a:pt x="730" y="88036"/>
                </a:lnTo>
                <a:lnTo>
                  <a:pt x="2933" y="89712"/>
                </a:lnTo>
                <a:lnTo>
                  <a:pt x="4381" y="90157"/>
                </a:lnTo>
                <a:lnTo>
                  <a:pt x="57522" y="90157"/>
                </a:lnTo>
                <a:lnTo>
                  <a:pt x="59804" y="85534"/>
                </a:lnTo>
                <a:lnTo>
                  <a:pt x="59804" y="80670"/>
                </a:lnTo>
                <a:lnTo>
                  <a:pt x="20459" y="76174"/>
                </a:lnTo>
                <a:lnTo>
                  <a:pt x="20459" y="51066"/>
                </a:lnTo>
                <a:lnTo>
                  <a:pt x="51669" y="51066"/>
                </a:lnTo>
                <a:lnTo>
                  <a:pt x="52654" y="50495"/>
                </a:lnTo>
                <a:lnTo>
                  <a:pt x="52971" y="50114"/>
                </a:lnTo>
                <a:lnTo>
                  <a:pt x="53492" y="49072"/>
                </a:lnTo>
                <a:lnTo>
                  <a:pt x="53682" y="48374"/>
                </a:lnTo>
                <a:lnTo>
                  <a:pt x="53822" y="47510"/>
                </a:lnTo>
                <a:lnTo>
                  <a:pt x="53822" y="40970"/>
                </a:lnTo>
                <a:lnTo>
                  <a:pt x="51866" y="37426"/>
                </a:lnTo>
                <a:lnTo>
                  <a:pt x="20459" y="37426"/>
                </a:lnTo>
                <a:lnTo>
                  <a:pt x="20459" y="15671"/>
                </a:lnTo>
                <a:lnTo>
                  <a:pt x="56984" y="15671"/>
                </a:lnTo>
                <a:lnTo>
                  <a:pt x="57391" y="15544"/>
                </a:lnTo>
                <a:lnTo>
                  <a:pt x="58127" y="15049"/>
                </a:lnTo>
                <a:lnTo>
                  <a:pt x="58432" y="14643"/>
                </a:lnTo>
                <a:lnTo>
                  <a:pt x="58953" y="13550"/>
                </a:lnTo>
                <a:lnTo>
                  <a:pt x="59156" y="12827"/>
                </a:lnTo>
                <a:lnTo>
                  <a:pt x="59156" y="4406"/>
                </a:lnTo>
                <a:lnTo>
                  <a:pt x="58985" y="3797"/>
                </a:lnTo>
                <a:lnTo>
                  <a:pt x="58432" y="2540"/>
                </a:lnTo>
                <a:lnTo>
                  <a:pt x="58127" y="2133"/>
                </a:lnTo>
                <a:lnTo>
                  <a:pt x="57391" y="1676"/>
                </a:lnTo>
                <a:close/>
              </a:path>
              <a:path w="266065" h="92075">
                <a:moveTo>
                  <a:pt x="122529" y="127"/>
                </a:moveTo>
                <a:lnTo>
                  <a:pt x="112801" y="127"/>
                </a:lnTo>
                <a:lnTo>
                  <a:pt x="106464" y="1155"/>
                </a:lnTo>
                <a:lnTo>
                  <a:pt x="74040" y="32804"/>
                </a:lnTo>
                <a:lnTo>
                  <a:pt x="72885" y="39497"/>
                </a:lnTo>
                <a:lnTo>
                  <a:pt x="72885" y="54419"/>
                </a:lnTo>
                <a:lnTo>
                  <a:pt x="73926" y="60896"/>
                </a:lnTo>
                <a:lnTo>
                  <a:pt x="78011" y="71818"/>
                </a:lnTo>
                <a:lnTo>
                  <a:pt x="78092" y="72034"/>
                </a:lnTo>
                <a:lnTo>
                  <a:pt x="110998" y="91592"/>
                </a:lnTo>
                <a:lnTo>
                  <a:pt x="121462" y="91592"/>
                </a:lnTo>
                <a:lnTo>
                  <a:pt x="147577" y="76327"/>
                </a:lnTo>
                <a:lnTo>
                  <a:pt x="117119" y="76327"/>
                </a:lnTo>
                <a:lnTo>
                  <a:pt x="113512" y="75717"/>
                </a:lnTo>
                <a:lnTo>
                  <a:pt x="95059" y="51269"/>
                </a:lnTo>
                <a:lnTo>
                  <a:pt x="95059" y="41325"/>
                </a:lnTo>
                <a:lnTo>
                  <a:pt x="105061" y="20104"/>
                </a:lnTo>
                <a:lnTo>
                  <a:pt x="106692" y="18859"/>
                </a:lnTo>
                <a:lnTo>
                  <a:pt x="112991" y="15976"/>
                </a:lnTo>
                <a:lnTo>
                  <a:pt x="116573" y="15265"/>
                </a:lnTo>
                <a:lnTo>
                  <a:pt x="146977" y="15265"/>
                </a:lnTo>
                <a:lnTo>
                  <a:pt x="146951" y="10629"/>
                </a:lnTo>
                <a:lnTo>
                  <a:pt x="125234" y="330"/>
                </a:lnTo>
                <a:lnTo>
                  <a:pt x="122529" y="127"/>
                </a:lnTo>
                <a:close/>
              </a:path>
              <a:path w="266065" h="92075">
                <a:moveTo>
                  <a:pt x="145859" y="69227"/>
                </a:moveTo>
                <a:lnTo>
                  <a:pt x="144019" y="69227"/>
                </a:lnTo>
                <a:lnTo>
                  <a:pt x="143157" y="69596"/>
                </a:lnTo>
                <a:lnTo>
                  <a:pt x="140684" y="71056"/>
                </a:lnTo>
                <a:lnTo>
                  <a:pt x="139214" y="71818"/>
                </a:lnTo>
                <a:lnTo>
                  <a:pt x="135496" y="73609"/>
                </a:lnTo>
                <a:lnTo>
                  <a:pt x="133223" y="74447"/>
                </a:lnTo>
                <a:lnTo>
                  <a:pt x="127914" y="75946"/>
                </a:lnTo>
                <a:lnTo>
                  <a:pt x="124764" y="76327"/>
                </a:lnTo>
                <a:lnTo>
                  <a:pt x="147577" y="76327"/>
                </a:lnTo>
                <a:lnTo>
                  <a:pt x="147473" y="73304"/>
                </a:lnTo>
                <a:lnTo>
                  <a:pt x="147421" y="72796"/>
                </a:lnTo>
                <a:lnTo>
                  <a:pt x="147320" y="71818"/>
                </a:lnTo>
                <a:lnTo>
                  <a:pt x="147248" y="71462"/>
                </a:lnTo>
                <a:lnTo>
                  <a:pt x="147167" y="71056"/>
                </a:lnTo>
                <a:lnTo>
                  <a:pt x="146748" y="69964"/>
                </a:lnTo>
                <a:lnTo>
                  <a:pt x="146494" y="69596"/>
                </a:lnTo>
                <a:lnTo>
                  <a:pt x="145859" y="69227"/>
                </a:lnTo>
                <a:close/>
              </a:path>
              <a:path w="266065" h="92075">
                <a:moveTo>
                  <a:pt x="146977" y="15265"/>
                </a:moveTo>
                <a:lnTo>
                  <a:pt x="124218" y="15265"/>
                </a:lnTo>
                <a:lnTo>
                  <a:pt x="127355" y="15659"/>
                </a:lnTo>
                <a:lnTo>
                  <a:pt x="132613" y="17259"/>
                </a:lnTo>
                <a:lnTo>
                  <a:pt x="134873" y="18148"/>
                </a:lnTo>
                <a:lnTo>
                  <a:pt x="138671" y="20104"/>
                </a:lnTo>
                <a:lnTo>
                  <a:pt x="140392" y="21120"/>
                </a:lnTo>
                <a:lnTo>
                  <a:pt x="142608" y="22593"/>
                </a:lnTo>
                <a:lnTo>
                  <a:pt x="143598" y="22999"/>
                </a:lnTo>
                <a:lnTo>
                  <a:pt x="144843" y="22999"/>
                </a:lnTo>
                <a:lnTo>
                  <a:pt x="145262" y="22860"/>
                </a:lnTo>
                <a:lnTo>
                  <a:pt x="145999" y="22313"/>
                </a:lnTo>
                <a:lnTo>
                  <a:pt x="146304" y="21882"/>
                </a:lnTo>
                <a:lnTo>
                  <a:pt x="146824" y="20688"/>
                </a:lnTo>
                <a:lnTo>
                  <a:pt x="146958" y="20104"/>
                </a:lnTo>
                <a:lnTo>
                  <a:pt x="146977" y="15265"/>
                </a:lnTo>
                <a:close/>
              </a:path>
              <a:path w="266065" h="92075">
                <a:moveTo>
                  <a:pt x="220175" y="16217"/>
                </a:moveTo>
                <a:lnTo>
                  <a:pt x="185902" y="16217"/>
                </a:lnTo>
                <a:lnTo>
                  <a:pt x="188123" y="16560"/>
                </a:lnTo>
                <a:lnTo>
                  <a:pt x="187939" y="16560"/>
                </a:lnTo>
                <a:lnTo>
                  <a:pt x="196672" y="25730"/>
                </a:lnTo>
                <a:lnTo>
                  <a:pt x="196668" y="28905"/>
                </a:lnTo>
                <a:lnTo>
                  <a:pt x="180124" y="54356"/>
                </a:lnTo>
                <a:lnTo>
                  <a:pt x="161607" y="71742"/>
                </a:lnTo>
                <a:lnTo>
                  <a:pt x="157492" y="79832"/>
                </a:lnTo>
                <a:lnTo>
                  <a:pt x="157530" y="85521"/>
                </a:lnTo>
                <a:lnTo>
                  <a:pt x="157914" y="87160"/>
                </a:lnTo>
                <a:lnTo>
                  <a:pt x="158000" y="87528"/>
                </a:lnTo>
                <a:lnTo>
                  <a:pt x="158381" y="88303"/>
                </a:lnTo>
                <a:lnTo>
                  <a:pt x="159423" y="89344"/>
                </a:lnTo>
                <a:lnTo>
                  <a:pt x="160096" y="89700"/>
                </a:lnTo>
                <a:lnTo>
                  <a:pt x="161759" y="90068"/>
                </a:lnTo>
                <a:lnTo>
                  <a:pt x="222884" y="90068"/>
                </a:lnTo>
                <a:lnTo>
                  <a:pt x="225060" y="85521"/>
                </a:lnTo>
                <a:lnTo>
                  <a:pt x="224978" y="79832"/>
                </a:lnTo>
                <a:lnTo>
                  <a:pt x="222161" y="75577"/>
                </a:lnTo>
                <a:lnTo>
                  <a:pt x="181838" y="75577"/>
                </a:lnTo>
                <a:lnTo>
                  <a:pt x="193624" y="64960"/>
                </a:lnTo>
                <a:lnTo>
                  <a:pt x="219532" y="34480"/>
                </a:lnTo>
                <a:lnTo>
                  <a:pt x="221094" y="26073"/>
                </a:lnTo>
                <a:lnTo>
                  <a:pt x="221041" y="19659"/>
                </a:lnTo>
                <a:lnTo>
                  <a:pt x="220459" y="16852"/>
                </a:lnTo>
                <a:lnTo>
                  <a:pt x="220175" y="16217"/>
                </a:lnTo>
                <a:close/>
              </a:path>
              <a:path w="266065" h="92075">
                <a:moveTo>
                  <a:pt x="195059" y="0"/>
                </a:moveTo>
                <a:lnTo>
                  <a:pt x="186474" y="0"/>
                </a:lnTo>
                <a:lnTo>
                  <a:pt x="183273" y="266"/>
                </a:lnTo>
                <a:lnTo>
                  <a:pt x="159600" y="10680"/>
                </a:lnTo>
                <a:lnTo>
                  <a:pt x="159662" y="19913"/>
                </a:lnTo>
                <a:lnTo>
                  <a:pt x="159778" y="20510"/>
                </a:lnTo>
                <a:lnTo>
                  <a:pt x="160139" y="21615"/>
                </a:lnTo>
                <a:lnTo>
                  <a:pt x="160197" y="21793"/>
                </a:lnTo>
                <a:lnTo>
                  <a:pt x="160464" y="22237"/>
                </a:lnTo>
                <a:lnTo>
                  <a:pt x="161150" y="22796"/>
                </a:lnTo>
                <a:lnTo>
                  <a:pt x="161544" y="22923"/>
                </a:lnTo>
                <a:lnTo>
                  <a:pt x="162699" y="22923"/>
                </a:lnTo>
                <a:lnTo>
                  <a:pt x="163626" y="22580"/>
                </a:lnTo>
                <a:lnTo>
                  <a:pt x="166027" y="21158"/>
                </a:lnTo>
                <a:lnTo>
                  <a:pt x="167280" y="20510"/>
                </a:lnTo>
                <a:lnTo>
                  <a:pt x="171107" y="18694"/>
                </a:lnTo>
                <a:lnTo>
                  <a:pt x="173189" y="17932"/>
                </a:lnTo>
                <a:lnTo>
                  <a:pt x="177926" y="16560"/>
                </a:lnTo>
                <a:lnTo>
                  <a:pt x="180644" y="16217"/>
                </a:lnTo>
                <a:lnTo>
                  <a:pt x="220175" y="16217"/>
                </a:lnTo>
                <a:lnTo>
                  <a:pt x="217980" y="11303"/>
                </a:lnTo>
                <a:lnTo>
                  <a:pt x="199644" y="571"/>
                </a:lnTo>
                <a:lnTo>
                  <a:pt x="195059" y="0"/>
                </a:lnTo>
                <a:close/>
              </a:path>
              <a:path w="266065" h="92075">
                <a:moveTo>
                  <a:pt x="256870" y="25603"/>
                </a:moveTo>
                <a:lnTo>
                  <a:pt x="252603" y="25603"/>
                </a:lnTo>
                <a:lnTo>
                  <a:pt x="250825" y="25781"/>
                </a:lnTo>
                <a:lnTo>
                  <a:pt x="243801" y="34112"/>
                </a:lnTo>
                <a:lnTo>
                  <a:pt x="243801" y="37985"/>
                </a:lnTo>
                <a:lnTo>
                  <a:pt x="252603" y="46278"/>
                </a:lnTo>
                <a:lnTo>
                  <a:pt x="256870" y="46278"/>
                </a:lnTo>
                <a:lnTo>
                  <a:pt x="265811" y="37985"/>
                </a:lnTo>
                <a:lnTo>
                  <a:pt x="265811" y="34112"/>
                </a:lnTo>
                <a:lnTo>
                  <a:pt x="256870" y="25603"/>
                </a:lnTo>
                <a:close/>
              </a:path>
              <a:path w="266065" h="92075">
                <a:moveTo>
                  <a:pt x="256870" y="70370"/>
                </a:moveTo>
                <a:lnTo>
                  <a:pt x="252603" y="70370"/>
                </a:lnTo>
                <a:lnTo>
                  <a:pt x="250825" y="70548"/>
                </a:lnTo>
                <a:lnTo>
                  <a:pt x="243801" y="78867"/>
                </a:lnTo>
                <a:lnTo>
                  <a:pt x="243801" y="82689"/>
                </a:lnTo>
                <a:lnTo>
                  <a:pt x="252603" y="91046"/>
                </a:lnTo>
                <a:lnTo>
                  <a:pt x="256870" y="91046"/>
                </a:lnTo>
                <a:lnTo>
                  <a:pt x="265811" y="82689"/>
                </a:lnTo>
                <a:lnTo>
                  <a:pt x="265811" y="78867"/>
                </a:lnTo>
                <a:lnTo>
                  <a:pt x="256870" y="7037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23341" y="2110130"/>
            <a:ext cx="356196" cy="96672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157046" y="2110206"/>
            <a:ext cx="663743" cy="96596"/>
          </a:xfrm>
          <a:prstGeom prst="rect">
            <a:avLst/>
          </a:prstGeom>
        </p:spPr>
      </p:pic>
      <p:sp>
        <p:nvSpPr>
          <p:cNvPr id="18" name="object 18"/>
          <p:cNvSpPr/>
          <p:nvPr/>
        </p:nvSpPr>
        <p:spPr>
          <a:xfrm>
            <a:off x="365569" y="2393403"/>
            <a:ext cx="196215" cy="55244"/>
          </a:xfrm>
          <a:custGeom>
            <a:avLst/>
            <a:gdLst/>
            <a:ahLst/>
            <a:cxnLst/>
            <a:rect l="l" t="t" r="r" b="b"/>
            <a:pathLst>
              <a:path w="196215" h="55244">
                <a:moveTo>
                  <a:pt x="44807" y="7480"/>
                </a:moveTo>
                <a:lnTo>
                  <a:pt x="26123" y="7480"/>
                </a:lnTo>
                <a:lnTo>
                  <a:pt x="28223" y="7747"/>
                </a:lnTo>
                <a:lnTo>
                  <a:pt x="31803" y="8826"/>
                </a:lnTo>
                <a:lnTo>
                  <a:pt x="31669" y="8826"/>
                </a:lnTo>
                <a:lnTo>
                  <a:pt x="32867" y="9486"/>
                </a:lnTo>
                <a:lnTo>
                  <a:pt x="34978" y="11480"/>
                </a:lnTo>
                <a:lnTo>
                  <a:pt x="35725" y="12687"/>
                </a:lnTo>
                <a:lnTo>
                  <a:pt x="36664" y="15671"/>
                </a:lnTo>
                <a:lnTo>
                  <a:pt x="36906" y="17373"/>
                </a:lnTo>
                <a:lnTo>
                  <a:pt x="36906" y="23215"/>
                </a:lnTo>
                <a:lnTo>
                  <a:pt x="24447" y="23215"/>
                </a:lnTo>
                <a:lnTo>
                  <a:pt x="20408" y="23571"/>
                </a:lnTo>
                <a:lnTo>
                  <a:pt x="0" y="37084"/>
                </a:lnTo>
                <a:lnTo>
                  <a:pt x="0" y="42329"/>
                </a:lnTo>
                <a:lnTo>
                  <a:pt x="9538" y="53581"/>
                </a:lnTo>
                <a:lnTo>
                  <a:pt x="9685" y="53581"/>
                </a:lnTo>
                <a:lnTo>
                  <a:pt x="14236" y="54851"/>
                </a:lnTo>
                <a:lnTo>
                  <a:pt x="16979" y="55194"/>
                </a:lnTo>
                <a:lnTo>
                  <a:pt x="23495" y="55194"/>
                </a:lnTo>
                <a:lnTo>
                  <a:pt x="26771" y="54546"/>
                </a:lnTo>
                <a:lnTo>
                  <a:pt x="32981" y="51943"/>
                </a:lnTo>
                <a:lnTo>
                  <a:pt x="35788" y="50126"/>
                </a:lnTo>
                <a:lnTo>
                  <a:pt x="38070" y="48006"/>
                </a:lnTo>
                <a:lnTo>
                  <a:pt x="18275" y="48006"/>
                </a:lnTo>
                <a:lnTo>
                  <a:pt x="15608" y="47231"/>
                </a:lnTo>
                <a:lnTo>
                  <a:pt x="11798" y="44145"/>
                </a:lnTo>
                <a:lnTo>
                  <a:pt x="10967" y="42329"/>
                </a:lnTo>
                <a:lnTo>
                  <a:pt x="10845" y="37934"/>
                </a:lnTo>
                <a:lnTo>
                  <a:pt x="11054" y="37084"/>
                </a:lnTo>
                <a:lnTo>
                  <a:pt x="11175" y="36588"/>
                </a:lnTo>
                <a:lnTo>
                  <a:pt x="24942" y="29857"/>
                </a:lnTo>
                <a:lnTo>
                  <a:pt x="47434" y="29857"/>
                </a:lnTo>
                <a:lnTo>
                  <a:pt x="47415" y="15671"/>
                </a:lnTo>
                <a:lnTo>
                  <a:pt x="47028" y="13068"/>
                </a:lnTo>
                <a:lnTo>
                  <a:pt x="45402" y="8369"/>
                </a:lnTo>
                <a:lnTo>
                  <a:pt x="44807" y="7480"/>
                </a:lnTo>
                <a:close/>
              </a:path>
              <a:path w="196215" h="55244">
                <a:moveTo>
                  <a:pt x="47434" y="47777"/>
                </a:moveTo>
                <a:lnTo>
                  <a:pt x="38315" y="47777"/>
                </a:lnTo>
                <a:lnTo>
                  <a:pt x="38315" y="53251"/>
                </a:lnTo>
                <a:lnTo>
                  <a:pt x="38468" y="53581"/>
                </a:lnTo>
                <a:lnTo>
                  <a:pt x="39065" y="54025"/>
                </a:lnTo>
                <a:lnTo>
                  <a:pt x="39547" y="54190"/>
                </a:lnTo>
                <a:lnTo>
                  <a:pt x="46100" y="54190"/>
                </a:lnTo>
                <a:lnTo>
                  <a:pt x="46570" y="54025"/>
                </a:lnTo>
                <a:lnTo>
                  <a:pt x="47256" y="53581"/>
                </a:lnTo>
                <a:lnTo>
                  <a:pt x="47434" y="53251"/>
                </a:lnTo>
                <a:lnTo>
                  <a:pt x="47434" y="47777"/>
                </a:lnTo>
                <a:close/>
              </a:path>
              <a:path w="196215" h="55244">
                <a:moveTo>
                  <a:pt x="47434" y="29857"/>
                </a:moveTo>
                <a:lnTo>
                  <a:pt x="36906" y="29857"/>
                </a:lnTo>
                <a:lnTo>
                  <a:pt x="36906" y="40525"/>
                </a:lnTo>
                <a:lnTo>
                  <a:pt x="34289" y="43053"/>
                </a:lnTo>
                <a:lnTo>
                  <a:pt x="31800" y="44932"/>
                </a:lnTo>
                <a:lnTo>
                  <a:pt x="27050" y="47383"/>
                </a:lnTo>
                <a:lnTo>
                  <a:pt x="24472" y="48006"/>
                </a:lnTo>
                <a:lnTo>
                  <a:pt x="38070" y="48006"/>
                </a:lnTo>
                <a:lnTo>
                  <a:pt x="38315" y="47777"/>
                </a:lnTo>
                <a:lnTo>
                  <a:pt x="47434" y="47777"/>
                </a:lnTo>
                <a:lnTo>
                  <a:pt x="47434" y="29857"/>
                </a:lnTo>
                <a:close/>
              </a:path>
              <a:path w="196215" h="55244">
                <a:moveTo>
                  <a:pt x="28790" y="0"/>
                </a:moveTo>
                <a:lnTo>
                  <a:pt x="22415" y="0"/>
                </a:lnTo>
                <a:lnTo>
                  <a:pt x="20218" y="177"/>
                </a:lnTo>
                <a:lnTo>
                  <a:pt x="2896" y="7480"/>
                </a:lnTo>
                <a:lnTo>
                  <a:pt x="2910" y="8369"/>
                </a:lnTo>
                <a:lnTo>
                  <a:pt x="4463" y="12687"/>
                </a:lnTo>
                <a:lnTo>
                  <a:pt x="5424" y="12687"/>
                </a:lnTo>
                <a:lnTo>
                  <a:pt x="6235" y="12407"/>
                </a:lnTo>
                <a:lnTo>
                  <a:pt x="8331" y="11328"/>
                </a:lnTo>
                <a:lnTo>
                  <a:pt x="9639" y="10731"/>
                </a:lnTo>
                <a:lnTo>
                  <a:pt x="12611" y="9486"/>
                </a:lnTo>
                <a:lnTo>
                  <a:pt x="14579" y="8826"/>
                </a:lnTo>
                <a:lnTo>
                  <a:pt x="18732" y="7747"/>
                </a:lnTo>
                <a:lnTo>
                  <a:pt x="21069" y="7480"/>
                </a:lnTo>
                <a:lnTo>
                  <a:pt x="44807" y="7480"/>
                </a:lnTo>
                <a:lnTo>
                  <a:pt x="44094" y="6413"/>
                </a:lnTo>
                <a:lnTo>
                  <a:pt x="40500" y="3251"/>
                </a:lnTo>
                <a:lnTo>
                  <a:pt x="38150" y="2044"/>
                </a:lnTo>
                <a:lnTo>
                  <a:pt x="32321" y="419"/>
                </a:lnTo>
                <a:lnTo>
                  <a:pt x="28790" y="0"/>
                </a:lnTo>
                <a:close/>
              </a:path>
              <a:path w="196215" h="55244">
                <a:moveTo>
                  <a:pt x="69418" y="1016"/>
                </a:moveTo>
                <a:lnTo>
                  <a:pt x="61037" y="1016"/>
                </a:lnTo>
                <a:lnTo>
                  <a:pt x="60351" y="1460"/>
                </a:lnTo>
                <a:lnTo>
                  <a:pt x="60080" y="1943"/>
                </a:lnTo>
                <a:lnTo>
                  <a:pt x="60197" y="3721"/>
                </a:lnTo>
                <a:lnTo>
                  <a:pt x="60337" y="4191"/>
                </a:lnTo>
                <a:lnTo>
                  <a:pt x="60553" y="4749"/>
                </a:lnTo>
                <a:lnTo>
                  <a:pt x="77594" y="52870"/>
                </a:lnTo>
                <a:lnTo>
                  <a:pt x="77824" y="53213"/>
                </a:lnTo>
                <a:lnTo>
                  <a:pt x="78393" y="53733"/>
                </a:lnTo>
                <a:lnTo>
                  <a:pt x="78888" y="53936"/>
                </a:lnTo>
                <a:lnTo>
                  <a:pt x="79923" y="54229"/>
                </a:lnTo>
                <a:lnTo>
                  <a:pt x="89331" y="54229"/>
                </a:lnTo>
                <a:lnTo>
                  <a:pt x="94205" y="44488"/>
                </a:lnTo>
                <a:lnTo>
                  <a:pt x="85140" y="44488"/>
                </a:lnTo>
                <a:lnTo>
                  <a:pt x="85013" y="43980"/>
                </a:lnTo>
                <a:lnTo>
                  <a:pt x="71081" y="2565"/>
                </a:lnTo>
                <a:lnTo>
                  <a:pt x="70954" y="2235"/>
                </a:lnTo>
                <a:lnTo>
                  <a:pt x="70802" y="1943"/>
                </a:lnTo>
                <a:lnTo>
                  <a:pt x="70459" y="1460"/>
                </a:lnTo>
                <a:lnTo>
                  <a:pt x="70688" y="1460"/>
                </a:lnTo>
                <a:lnTo>
                  <a:pt x="69418" y="1016"/>
                </a:lnTo>
                <a:close/>
              </a:path>
              <a:path w="196215" h="55244">
                <a:moveTo>
                  <a:pt x="113171" y="15519"/>
                </a:moveTo>
                <a:lnTo>
                  <a:pt x="103111" y="15519"/>
                </a:lnTo>
                <a:lnTo>
                  <a:pt x="103238" y="16027"/>
                </a:lnTo>
                <a:lnTo>
                  <a:pt x="115516" y="52870"/>
                </a:lnTo>
                <a:lnTo>
                  <a:pt x="117843" y="54229"/>
                </a:lnTo>
                <a:lnTo>
                  <a:pt x="127355" y="54229"/>
                </a:lnTo>
                <a:lnTo>
                  <a:pt x="129616" y="52463"/>
                </a:lnTo>
                <a:lnTo>
                  <a:pt x="132458" y="44488"/>
                </a:lnTo>
                <a:lnTo>
                  <a:pt x="122745" y="44488"/>
                </a:lnTo>
                <a:lnTo>
                  <a:pt x="122618" y="43980"/>
                </a:lnTo>
                <a:lnTo>
                  <a:pt x="113171" y="15519"/>
                </a:lnTo>
                <a:close/>
              </a:path>
              <a:path w="196215" h="55244">
                <a:moveTo>
                  <a:pt x="108267" y="1460"/>
                </a:moveTo>
                <a:lnTo>
                  <a:pt x="98653" y="1460"/>
                </a:lnTo>
                <a:lnTo>
                  <a:pt x="98259" y="1943"/>
                </a:lnTo>
                <a:lnTo>
                  <a:pt x="98120" y="2235"/>
                </a:lnTo>
                <a:lnTo>
                  <a:pt x="98044" y="2565"/>
                </a:lnTo>
                <a:lnTo>
                  <a:pt x="85267" y="43980"/>
                </a:lnTo>
                <a:lnTo>
                  <a:pt x="85140" y="44488"/>
                </a:lnTo>
                <a:lnTo>
                  <a:pt x="94205" y="44488"/>
                </a:lnTo>
                <a:lnTo>
                  <a:pt x="102984" y="16027"/>
                </a:lnTo>
                <a:lnTo>
                  <a:pt x="103111" y="15519"/>
                </a:lnTo>
                <a:lnTo>
                  <a:pt x="113171" y="15519"/>
                </a:lnTo>
                <a:lnTo>
                  <a:pt x="108872" y="2565"/>
                </a:lnTo>
                <a:lnTo>
                  <a:pt x="108762" y="2235"/>
                </a:lnTo>
                <a:lnTo>
                  <a:pt x="108629" y="1943"/>
                </a:lnTo>
                <a:lnTo>
                  <a:pt x="108267" y="1460"/>
                </a:lnTo>
                <a:close/>
              </a:path>
              <a:path w="196215" h="55244">
                <a:moveTo>
                  <a:pt x="146845" y="1460"/>
                </a:moveTo>
                <a:lnTo>
                  <a:pt x="137160" y="1460"/>
                </a:lnTo>
                <a:lnTo>
                  <a:pt x="136779" y="1943"/>
                </a:lnTo>
                <a:lnTo>
                  <a:pt x="136639" y="2235"/>
                </a:lnTo>
                <a:lnTo>
                  <a:pt x="136550" y="2565"/>
                </a:lnTo>
                <a:lnTo>
                  <a:pt x="122808" y="43980"/>
                </a:lnTo>
                <a:lnTo>
                  <a:pt x="122745" y="44488"/>
                </a:lnTo>
                <a:lnTo>
                  <a:pt x="132458" y="44488"/>
                </a:lnTo>
                <a:lnTo>
                  <a:pt x="146621" y="4749"/>
                </a:lnTo>
                <a:lnTo>
                  <a:pt x="146837" y="4191"/>
                </a:lnTo>
                <a:lnTo>
                  <a:pt x="146989" y="3721"/>
                </a:lnTo>
                <a:lnTo>
                  <a:pt x="147078" y="3352"/>
                </a:lnTo>
                <a:lnTo>
                  <a:pt x="147147" y="1943"/>
                </a:lnTo>
                <a:lnTo>
                  <a:pt x="146845" y="1460"/>
                </a:lnTo>
                <a:close/>
              </a:path>
              <a:path w="196215" h="55244">
                <a:moveTo>
                  <a:pt x="107213" y="1016"/>
                </a:moveTo>
                <a:lnTo>
                  <a:pt x="99707" y="1016"/>
                </a:lnTo>
                <a:lnTo>
                  <a:pt x="98416" y="1460"/>
                </a:lnTo>
                <a:lnTo>
                  <a:pt x="108504" y="1460"/>
                </a:lnTo>
                <a:lnTo>
                  <a:pt x="107213" y="1016"/>
                </a:lnTo>
                <a:close/>
              </a:path>
              <a:path w="196215" h="55244">
                <a:moveTo>
                  <a:pt x="145967" y="1016"/>
                </a:moveTo>
                <a:lnTo>
                  <a:pt x="138277" y="1016"/>
                </a:lnTo>
                <a:lnTo>
                  <a:pt x="136922" y="1460"/>
                </a:lnTo>
                <a:lnTo>
                  <a:pt x="147023" y="1460"/>
                </a:lnTo>
                <a:lnTo>
                  <a:pt x="145967" y="1016"/>
                </a:lnTo>
                <a:close/>
              </a:path>
              <a:path w="196215" h="55244">
                <a:moveTo>
                  <a:pt x="157848" y="43357"/>
                </a:moveTo>
                <a:lnTo>
                  <a:pt x="155498" y="43357"/>
                </a:lnTo>
                <a:lnTo>
                  <a:pt x="155321" y="43573"/>
                </a:lnTo>
                <a:lnTo>
                  <a:pt x="155167" y="43929"/>
                </a:lnTo>
                <a:lnTo>
                  <a:pt x="155008" y="44373"/>
                </a:lnTo>
                <a:lnTo>
                  <a:pt x="154952" y="44564"/>
                </a:lnTo>
                <a:lnTo>
                  <a:pt x="154851" y="48895"/>
                </a:lnTo>
                <a:lnTo>
                  <a:pt x="155270" y="50228"/>
                </a:lnTo>
                <a:lnTo>
                  <a:pt x="169806" y="55194"/>
                </a:lnTo>
                <a:lnTo>
                  <a:pt x="176301" y="55194"/>
                </a:lnTo>
                <a:lnTo>
                  <a:pt x="192900" y="47942"/>
                </a:lnTo>
                <a:lnTo>
                  <a:pt x="171768" y="47942"/>
                </a:lnTo>
                <a:lnTo>
                  <a:pt x="169313" y="47663"/>
                </a:lnTo>
                <a:lnTo>
                  <a:pt x="168922" y="47663"/>
                </a:lnTo>
                <a:lnTo>
                  <a:pt x="164972" y="46583"/>
                </a:lnTo>
                <a:lnTo>
                  <a:pt x="163372" y="46024"/>
                </a:lnTo>
                <a:lnTo>
                  <a:pt x="160680" y="44843"/>
                </a:lnTo>
                <a:lnTo>
                  <a:pt x="159729" y="44373"/>
                </a:lnTo>
                <a:lnTo>
                  <a:pt x="157848" y="43357"/>
                </a:lnTo>
                <a:close/>
              </a:path>
              <a:path w="196215" h="55244">
                <a:moveTo>
                  <a:pt x="180289" y="114"/>
                </a:moveTo>
                <a:lnTo>
                  <a:pt x="172859" y="114"/>
                </a:lnTo>
                <a:lnTo>
                  <a:pt x="170624" y="419"/>
                </a:lnTo>
                <a:lnTo>
                  <a:pt x="156159" y="17132"/>
                </a:lnTo>
                <a:lnTo>
                  <a:pt x="156565" y="19050"/>
                </a:lnTo>
                <a:lnTo>
                  <a:pt x="158148" y="22072"/>
                </a:lnTo>
                <a:lnTo>
                  <a:pt x="158241" y="22250"/>
                </a:lnTo>
                <a:lnTo>
                  <a:pt x="177698" y="32258"/>
                </a:lnTo>
                <a:lnTo>
                  <a:pt x="179235" y="32918"/>
                </a:lnTo>
                <a:lnTo>
                  <a:pt x="181978" y="34404"/>
                </a:lnTo>
                <a:lnTo>
                  <a:pt x="183083" y="35255"/>
                </a:lnTo>
                <a:lnTo>
                  <a:pt x="184746" y="37198"/>
                </a:lnTo>
                <a:lnTo>
                  <a:pt x="185166" y="38379"/>
                </a:lnTo>
                <a:lnTo>
                  <a:pt x="185051" y="41643"/>
                </a:lnTo>
                <a:lnTo>
                  <a:pt x="173829" y="47942"/>
                </a:lnTo>
                <a:lnTo>
                  <a:pt x="192900" y="47942"/>
                </a:lnTo>
                <a:lnTo>
                  <a:pt x="195084" y="43929"/>
                </a:lnTo>
                <a:lnTo>
                  <a:pt x="195630" y="41643"/>
                </a:lnTo>
                <a:lnTo>
                  <a:pt x="195630" y="36918"/>
                </a:lnTo>
                <a:lnTo>
                  <a:pt x="195257" y="35255"/>
                </a:lnTo>
                <a:lnTo>
                  <a:pt x="195211" y="35052"/>
                </a:lnTo>
                <a:lnTo>
                  <a:pt x="173850" y="22072"/>
                </a:lnTo>
                <a:lnTo>
                  <a:pt x="172288" y="21399"/>
                </a:lnTo>
                <a:lnTo>
                  <a:pt x="169544" y="19913"/>
                </a:lnTo>
                <a:lnTo>
                  <a:pt x="168427" y="19050"/>
                </a:lnTo>
                <a:lnTo>
                  <a:pt x="166780" y="17132"/>
                </a:lnTo>
                <a:lnTo>
                  <a:pt x="166293" y="15849"/>
                </a:lnTo>
                <a:lnTo>
                  <a:pt x="166396" y="12928"/>
                </a:lnTo>
                <a:lnTo>
                  <a:pt x="173298" y="7429"/>
                </a:lnTo>
                <a:lnTo>
                  <a:pt x="172790" y="7429"/>
                </a:lnTo>
                <a:lnTo>
                  <a:pt x="175285" y="7150"/>
                </a:lnTo>
                <a:lnTo>
                  <a:pt x="192359" y="7150"/>
                </a:lnTo>
                <a:lnTo>
                  <a:pt x="192316" y="4546"/>
                </a:lnTo>
                <a:lnTo>
                  <a:pt x="183362" y="558"/>
                </a:lnTo>
                <a:lnTo>
                  <a:pt x="180289" y="114"/>
                </a:lnTo>
                <a:close/>
              </a:path>
              <a:path w="196215" h="55244">
                <a:moveTo>
                  <a:pt x="192359" y="7150"/>
                </a:moveTo>
                <a:lnTo>
                  <a:pt x="179082" y="7150"/>
                </a:lnTo>
                <a:lnTo>
                  <a:pt x="181544" y="7429"/>
                </a:lnTo>
                <a:lnTo>
                  <a:pt x="181166" y="7429"/>
                </a:lnTo>
                <a:lnTo>
                  <a:pt x="190517" y="11049"/>
                </a:lnTo>
                <a:lnTo>
                  <a:pt x="191333" y="11049"/>
                </a:lnTo>
                <a:lnTo>
                  <a:pt x="192236" y="10464"/>
                </a:lnTo>
                <a:lnTo>
                  <a:pt x="192100" y="10464"/>
                </a:lnTo>
                <a:lnTo>
                  <a:pt x="192353" y="9969"/>
                </a:lnTo>
                <a:lnTo>
                  <a:pt x="192359" y="715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object 19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33856" y="2374264"/>
            <a:ext cx="174993" cy="74333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883983" y="2370099"/>
            <a:ext cx="978725" cy="78498"/>
          </a:xfrm>
          <a:prstGeom prst="rect">
            <a:avLst/>
          </a:prstGeom>
        </p:spPr>
      </p:pic>
      <p:sp>
        <p:nvSpPr>
          <p:cNvPr id="21" name="object 21"/>
          <p:cNvSpPr/>
          <p:nvPr/>
        </p:nvSpPr>
        <p:spPr>
          <a:xfrm>
            <a:off x="1928622" y="2366073"/>
            <a:ext cx="50165" cy="96520"/>
          </a:xfrm>
          <a:custGeom>
            <a:avLst/>
            <a:gdLst/>
            <a:ahLst/>
            <a:cxnLst/>
            <a:rect l="l" t="t" r="r" b="b"/>
            <a:pathLst>
              <a:path w="50164" h="96519">
                <a:moveTo>
                  <a:pt x="8762" y="0"/>
                </a:moveTo>
                <a:lnTo>
                  <a:pt x="761" y="76"/>
                </a:lnTo>
                <a:lnTo>
                  <a:pt x="126" y="457"/>
                </a:lnTo>
                <a:lnTo>
                  <a:pt x="0" y="1473"/>
                </a:lnTo>
                <a:lnTo>
                  <a:pt x="39496" y="95757"/>
                </a:lnTo>
                <a:lnTo>
                  <a:pt x="40258" y="96367"/>
                </a:lnTo>
                <a:lnTo>
                  <a:pt x="49021" y="96443"/>
                </a:lnTo>
                <a:lnTo>
                  <a:pt x="49910" y="95796"/>
                </a:lnTo>
                <a:lnTo>
                  <a:pt x="49529" y="93916"/>
                </a:lnTo>
                <a:lnTo>
                  <a:pt x="10159" y="596"/>
                </a:lnTo>
                <a:lnTo>
                  <a:pt x="8762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80237" y="2553423"/>
            <a:ext cx="425450" cy="71120"/>
          </a:xfrm>
          <a:custGeom>
            <a:avLst/>
            <a:gdLst/>
            <a:ahLst/>
            <a:cxnLst/>
            <a:rect l="l" t="t" r="r" b="b"/>
            <a:pathLst>
              <a:path w="425450" h="71119">
                <a:moveTo>
                  <a:pt x="44488" y="27406"/>
                </a:moveTo>
                <a:lnTo>
                  <a:pt x="43014" y="22440"/>
                </a:lnTo>
                <a:lnTo>
                  <a:pt x="1371" y="22440"/>
                </a:lnTo>
                <a:lnTo>
                  <a:pt x="533" y="23291"/>
                </a:lnTo>
                <a:lnTo>
                  <a:pt x="241" y="23685"/>
                </a:lnTo>
                <a:lnTo>
                  <a:pt x="0" y="24650"/>
                </a:lnTo>
                <a:lnTo>
                  <a:pt x="0" y="27406"/>
                </a:lnTo>
                <a:lnTo>
                  <a:pt x="317" y="28409"/>
                </a:lnTo>
                <a:lnTo>
                  <a:pt x="1397" y="29527"/>
                </a:lnTo>
                <a:lnTo>
                  <a:pt x="2184" y="29806"/>
                </a:lnTo>
                <a:lnTo>
                  <a:pt x="42329" y="29806"/>
                </a:lnTo>
                <a:lnTo>
                  <a:pt x="43129" y="29527"/>
                </a:lnTo>
                <a:lnTo>
                  <a:pt x="44221" y="28409"/>
                </a:lnTo>
                <a:lnTo>
                  <a:pt x="44488" y="27406"/>
                </a:lnTo>
                <a:close/>
              </a:path>
              <a:path w="425450" h="71119">
                <a:moveTo>
                  <a:pt x="100876" y="27406"/>
                </a:moveTo>
                <a:lnTo>
                  <a:pt x="99402" y="22440"/>
                </a:lnTo>
                <a:lnTo>
                  <a:pt x="57759" y="22440"/>
                </a:lnTo>
                <a:lnTo>
                  <a:pt x="56921" y="23291"/>
                </a:lnTo>
                <a:lnTo>
                  <a:pt x="56629" y="23685"/>
                </a:lnTo>
                <a:lnTo>
                  <a:pt x="56388" y="24650"/>
                </a:lnTo>
                <a:lnTo>
                  <a:pt x="56388" y="27406"/>
                </a:lnTo>
                <a:lnTo>
                  <a:pt x="56705" y="28409"/>
                </a:lnTo>
                <a:lnTo>
                  <a:pt x="57785" y="29527"/>
                </a:lnTo>
                <a:lnTo>
                  <a:pt x="58572" y="29806"/>
                </a:lnTo>
                <a:lnTo>
                  <a:pt x="98717" y="29806"/>
                </a:lnTo>
                <a:lnTo>
                  <a:pt x="99517" y="29527"/>
                </a:lnTo>
                <a:lnTo>
                  <a:pt x="100609" y="28409"/>
                </a:lnTo>
                <a:lnTo>
                  <a:pt x="100876" y="27406"/>
                </a:lnTo>
                <a:close/>
              </a:path>
              <a:path w="425450" h="71119">
                <a:moveTo>
                  <a:pt x="168389" y="70904"/>
                </a:moveTo>
                <a:lnTo>
                  <a:pt x="168351" y="46939"/>
                </a:lnTo>
                <a:lnTo>
                  <a:pt x="168313" y="8597"/>
                </a:lnTo>
                <a:lnTo>
                  <a:pt x="168313" y="1905"/>
                </a:lnTo>
                <a:lnTo>
                  <a:pt x="167995" y="1498"/>
                </a:lnTo>
                <a:lnTo>
                  <a:pt x="167728" y="1320"/>
                </a:lnTo>
                <a:lnTo>
                  <a:pt x="166966" y="1028"/>
                </a:lnTo>
                <a:lnTo>
                  <a:pt x="160083" y="1028"/>
                </a:lnTo>
                <a:lnTo>
                  <a:pt x="159270" y="1320"/>
                </a:lnTo>
                <a:lnTo>
                  <a:pt x="158991" y="1498"/>
                </a:lnTo>
                <a:lnTo>
                  <a:pt x="158623" y="1905"/>
                </a:lnTo>
                <a:lnTo>
                  <a:pt x="158534" y="8597"/>
                </a:lnTo>
                <a:lnTo>
                  <a:pt x="157708" y="7924"/>
                </a:lnTo>
                <a:lnTo>
                  <a:pt x="157264" y="7569"/>
                </a:lnTo>
                <a:lnTo>
                  <a:pt x="157264" y="17411"/>
                </a:lnTo>
                <a:lnTo>
                  <a:pt x="157264" y="37503"/>
                </a:lnTo>
                <a:lnTo>
                  <a:pt x="140855" y="47332"/>
                </a:lnTo>
                <a:lnTo>
                  <a:pt x="136486" y="47332"/>
                </a:lnTo>
                <a:lnTo>
                  <a:pt x="124485" y="23926"/>
                </a:lnTo>
                <a:lnTo>
                  <a:pt x="124663" y="22517"/>
                </a:lnTo>
                <a:lnTo>
                  <a:pt x="134454" y="8597"/>
                </a:lnTo>
                <a:lnTo>
                  <a:pt x="134162" y="8597"/>
                </a:lnTo>
                <a:lnTo>
                  <a:pt x="137045" y="7924"/>
                </a:lnTo>
                <a:lnTo>
                  <a:pt x="142887" y="7924"/>
                </a:lnTo>
                <a:lnTo>
                  <a:pt x="145808" y="8737"/>
                </a:lnTo>
                <a:lnTo>
                  <a:pt x="151384" y="11976"/>
                </a:lnTo>
                <a:lnTo>
                  <a:pt x="154279" y="14325"/>
                </a:lnTo>
                <a:lnTo>
                  <a:pt x="157264" y="17411"/>
                </a:lnTo>
                <a:lnTo>
                  <a:pt x="157264" y="7569"/>
                </a:lnTo>
                <a:lnTo>
                  <a:pt x="140766" y="0"/>
                </a:lnTo>
                <a:lnTo>
                  <a:pt x="134747" y="0"/>
                </a:lnTo>
                <a:lnTo>
                  <a:pt x="112928" y="23926"/>
                </a:lnTo>
                <a:lnTo>
                  <a:pt x="112979" y="32296"/>
                </a:lnTo>
                <a:lnTo>
                  <a:pt x="132867" y="55194"/>
                </a:lnTo>
                <a:lnTo>
                  <a:pt x="139915" y="55194"/>
                </a:lnTo>
                <a:lnTo>
                  <a:pt x="156781" y="47332"/>
                </a:lnTo>
                <a:lnTo>
                  <a:pt x="157264" y="46939"/>
                </a:lnTo>
                <a:lnTo>
                  <a:pt x="157264" y="70904"/>
                </a:lnTo>
                <a:lnTo>
                  <a:pt x="168389" y="70904"/>
                </a:lnTo>
                <a:close/>
              </a:path>
              <a:path w="425450" h="71119">
                <a:moveTo>
                  <a:pt x="239991" y="46101"/>
                </a:moveTo>
                <a:lnTo>
                  <a:pt x="239915" y="1968"/>
                </a:lnTo>
                <a:lnTo>
                  <a:pt x="239509" y="1562"/>
                </a:lnTo>
                <a:lnTo>
                  <a:pt x="239204" y="1371"/>
                </a:lnTo>
                <a:lnTo>
                  <a:pt x="238404" y="1041"/>
                </a:lnTo>
                <a:lnTo>
                  <a:pt x="230479" y="1041"/>
                </a:lnTo>
                <a:lnTo>
                  <a:pt x="229590" y="1371"/>
                </a:lnTo>
                <a:lnTo>
                  <a:pt x="229285" y="1562"/>
                </a:lnTo>
                <a:lnTo>
                  <a:pt x="228968" y="1968"/>
                </a:lnTo>
                <a:lnTo>
                  <a:pt x="228892" y="37617"/>
                </a:lnTo>
                <a:lnTo>
                  <a:pt x="225818" y="40779"/>
                </a:lnTo>
                <a:lnTo>
                  <a:pt x="222897" y="43180"/>
                </a:lnTo>
                <a:lnTo>
                  <a:pt x="217411" y="46456"/>
                </a:lnTo>
                <a:lnTo>
                  <a:pt x="214655" y="47269"/>
                </a:lnTo>
                <a:lnTo>
                  <a:pt x="209740" y="47269"/>
                </a:lnTo>
                <a:lnTo>
                  <a:pt x="199072" y="1968"/>
                </a:lnTo>
                <a:lnTo>
                  <a:pt x="198716" y="1562"/>
                </a:lnTo>
                <a:lnTo>
                  <a:pt x="198412" y="1371"/>
                </a:lnTo>
                <a:lnTo>
                  <a:pt x="197561" y="1041"/>
                </a:lnTo>
                <a:lnTo>
                  <a:pt x="189623" y="1041"/>
                </a:lnTo>
                <a:lnTo>
                  <a:pt x="188734" y="1371"/>
                </a:lnTo>
                <a:lnTo>
                  <a:pt x="188429" y="1562"/>
                </a:lnTo>
                <a:lnTo>
                  <a:pt x="188125" y="1968"/>
                </a:lnTo>
                <a:lnTo>
                  <a:pt x="188150" y="37617"/>
                </a:lnTo>
                <a:lnTo>
                  <a:pt x="188404" y="39725"/>
                </a:lnTo>
                <a:lnTo>
                  <a:pt x="189801" y="44589"/>
                </a:lnTo>
                <a:lnTo>
                  <a:pt x="189877" y="44831"/>
                </a:lnTo>
                <a:lnTo>
                  <a:pt x="191020" y="46926"/>
                </a:lnTo>
                <a:lnTo>
                  <a:pt x="191096" y="47066"/>
                </a:lnTo>
                <a:lnTo>
                  <a:pt x="194487" y="50888"/>
                </a:lnTo>
                <a:lnTo>
                  <a:pt x="196710" y="52412"/>
                </a:lnTo>
                <a:lnTo>
                  <a:pt x="202209" y="54648"/>
                </a:lnTo>
                <a:lnTo>
                  <a:pt x="205587" y="55194"/>
                </a:lnTo>
                <a:lnTo>
                  <a:pt x="213042" y="55194"/>
                </a:lnTo>
                <a:lnTo>
                  <a:pt x="216433" y="54470"/>
                </a:lnTo>
                <a:lnTo>
                  <a:pt x="223139" y="51574"/>
                </a:lnTo>
                <a:lnTo>
                  <a:pt x="226529" y="49263"/>
                </a:lnTo>
                <a:lnTo>
                  <a:pt x="228688" y="47269"/>
                </a:lnTo>
                <a:lnTo>
                  <a:pt x="229971" y="46101"/>
                </a:lnTo>
                <a:lnTo>
                  <a:pt x="230035" y="53289"/>
                </a:lnTo>
                <a:lnTo>
                  <a:pt x="230301" y="53708"/>
                </a:lnTo>
                <a:lnTo>
                  <a:pt x="230555" y="53873"/>
                </a:lnTo>
                <a:lnTo>
                  <a:pt x="231317" y="54178"/>
                </a:lnTo>
                <a:lnTo>
                  <a:pt x="238544" y="54178"/>
                </a:lnTo>
                <a:lnTo>
                  <a:pt x="239344" y="53873"/>
                </a:lnTo>
                <a:lnTo>
                  <a:pt x="239623" y="53708"/>
                </a:lnTo>
                <a:lnTo>
                  <a:pt x="239941" y="53289"/>
                </a:lnTo>
                <a:lnTo>
                  <a:pt x="239991" y="46101"/>
                </a:lnTo>
                <a:close/>
              </a:path>
              <a:path w="425450" h="71119">
                <a:moveTo>
                  <a:pt x="311442" y="20510"/>
                </a:moveTo>
                <a:lnTo>
                  <a:pt x="310997" y="17881"/>
                </a:lnTo>
                <a:lnTo>
                  <a:pt x="310934" y="17424"/>
                </a:lnTo>
                <a:lnTo>
                  <a:pt x="308927" y="11658"/>
                </a:lnTo>
                <a:lnTo>
                  <a:pt x="307352" y="9144"/>
                </a:lnTo>
                <a:lnTo>
                  <a:pt x="305409" y="7200"/>
                </a:lnTo>
                <a:lnTo>
                  <a:pt x="303072" y="4864"/>
                </a:lnTo>
                <a:lnTo>
                  <a:pt x="300456" y="3251"/>
                </a:lnTo>
                <a:lnTo>
                  <a:pt x="300456" y="17881"/>
                </a:lnTo>
                <a:lnTo>
                  <a:pt x="300431" y="18707"/>
                </a:lnTo>
                <a:lnTo>
                  <a:pt x="300316" y="22720"/>
                </a:lnTo>
                <a:lnTo>
                  <a:pt x="267436" y="22720"/>
                </a:lnTo>
                <a:lnTo>
                  <a:pt x="281609" y="7200"/>
                </a:lnTo>
                <a:lnTo>
                  <a:pt x="289699" y="7200"/>
                </a:lnTo>
                <a:lnTo>
                  <a:pt x="293725" y="8585"/>
                </a:lnTo>
                <a:lnTo>
                  <a:pt x="299161" y="14084"/>
                </a:lnTo>
                <a:lnTo>
                  <a:pt x="300456" y="17881"/>
                </a:lnTo>
                <a:lnTo>
                  <a:pt x="300456" y="3251"/>
                </a:lnTo>
                <a:lnTo>
                  <a:pt x="293700" y="647"/>
                </a:lnTo>
                <a:lnTo>
                  <a:pt x="289648" y="0"/>
                </a:lnTo>
                <a:lnTo>
                  <a:pt x="280504" y="0"/>
                </a:lnTo>
                <a:lnTo>
                  <a:pt x="255981" y="23533"/>
                </a:lnTo>
                <a:lnTo>
                  <a:pt x="255981" y="32397"/>
                </a:lnTo>
                <a:lnTo>
                  <a:pt x="281165" y="55194"/>
                </a:lnTo>
                <a:lnTo>
                  <a:pt x="288975" y="55194"/>
                </a:lnTo>
                <a:lnTo>
                  <a:pt x="308622" y="44970"/>
                </a:lnTo>
                <a:lnTo>
                  <a:pt x="308356" y="44450"/>
                </a:lnTo>
                <a:lnTo>
                  <a:pt x="304850" y="44450"/>
                </a:lnTo>
                <a:lnTo>
                  <a:pt x="303428" y="44970"/>
                </a:lnTo>
                <a:lnTo>
                  <a:pt x="302285" y="45339"/>
                </a:lnTo>
                <a:lnTo>
                  <a:pt x="299008" y="46304"/>
                </a:lnTo>
                <a:lnTo>
                  <a:pt x="297078" y="46748"/>
                </a:lnTo>
                <a:lnTo>
                  <a:pt x="292582" y="47523"/>
                </a:lnTo>
                <a:lnTo>
                  <a:pt x="290029" y="47726"/>
                </a:lnTo>
                <a:lnTo>
                  <a:pt x="283527" y="47726"/>
                </a:lnTo>
                <a:lnTo>
                  <a:pt x="267436" y="29476"/>
                </a:lnTo>
                <a:lnTo>
                  <a:pt x="308254" y="29476"/>
                </a:lnTo>
                <a:lnTo>
                  <a:pt x="309257" y="29159"/>
                </a:lnTo>
                <a:lnTo>
                  <a:pt x="310997" y="27940"/>
                </a:lnTo>
                <a:lnTo>
                  <a:pt x="311442" y="26898"/>
                </a:lnTo>
                <a:lnTo>
                  <a:pt x="311442" y="22720"/>
                </a:lnTo>
                <a:lnTo>
                  <a:pt x="311442" y="20510"/>
                </a:lnTo>
                <a:close/>
              </a:path>
              <a:path w="425450" h="71119">
                <a:moveTo>
                  <a:pt x="363601" y="8890"/>
                </a:moveTo>
                <a:lnTo>
                  <a:pt x="363499" y="2146"/>
                </a:lnTo>
                <a:lnTo>
                  <a:pt x="363410" y="1981"/>
                </a:lnTo>
                <a:lnTo>
                  <a:pt x="363321" y="1816"/>
                </a:lnTo>
                <a:lnTo>
                  <a:pt x="362750" y="1371"/>
                </a:lnTo>
                <a:lnTo>
                  <a:pt x="363169" y="1371"/>
                </a:lnTo>
                <a:lnTo>
                  <a:pt x="360857" y="711"/>
                </a:lnTo>
                <a:lnTo>
                  <a:pt x="360133" y="546"/>
                </a:lnTo>
                <a:lnTo>
                  <a:pt x="358521" y="241"/>
                </a:lnTo>
                <a:lnTo>
                  <a:pt x="351993" y="241"/>
                </a:lnTo>
                <a:lnTo>
                  <a:pt x="338569" y="9829"/>
                </a:lnTo>
                <a:lnTo>
                  <a:pt x="338480" y="1981"/>
                </a:lnTo>
                <a:lnTo>
                  <a:pt x="338023" y="1371"/>
                </a:lnTo>
                <a:lnTo>
                  <a:pt x="336473" y="711"/>
                </a:lnTo>
                <a:lnTo>
                  <a:pt x="330796" y="711"/>
                </a:lnTo>
                <a:lnTo>
                  <a:pt x="329184" y="1371"/>
                </a:lnTo>
                <a:lnTo>
                  <a:pt x="329031" y="1371"/>
                </a:lnTo>
                <a:lnTo>
                  <a:pt x="328752" y="1816"/>
                </a:lnTo>
                <a:lnTo>
                  <a:pt x="328663" y="53289"/>
                </a:lnTo>
                <a:lnTo>
                  <a:pt x="328980" y="53708"/>
                </a:lnTo>
                <a:lnTo>
                  <a:pt x="329260" y="53873"/>
                </a:lnTo>
                <a:lnTo>
                  <a:pt x="330111" y="54178"/>
                </a:lnTo>
                <a:lnTo>
                  <a:pt x="338099" y="54178"/>
                </a:lnTo>
                <a:lnTo>
                  <a:pt x="338886" y="53873"/>
                </a:lnTo>
                <a:lnTo>
                  <a:pt x="339191" y="53708"/>
                </a:lnTo>
                <a:lnTo>
                  <a:pt x="339547" y="53289"/>
                </a:lnTo>
                <a:lnTo>
                  <a:pt x="339636" y="19710"/>
                </a:lnTo>
                <a:lnTo>
                  <a:pt x="341198" y="17653"/>
                </a:lnTo>
                <a:lnTo>
                  <a:pt x="349592" y="9829"/>
                </a:lnTo>
                <a:lnTo>
                  <a:pt x="350202" y="9499"/>
                </a:lnTo>
                <a:lnTo>
                  <a:pt x="350342" y="9499"/>
                </a:lnTo>
                <a:lnTo>
                  <a:pt x="352094" y="8890"/>
                </a:lnTo>
                <a:lnTo>
                  <a:pt x="356666" y="8890"/>
                </a:lnTo>
                <a:lnTo>
                  <a:pt x="358622" y="9245"/>
                </a:lnTo>
                <a:lnTo>
                  <a:pt x="358444" y="9245"/>
                </a:lnTo>
                <a:lnTo>
                  <a:pt x="360578" y="9829"/>
                </a:lnTo>
                <a:lnTo>
                  <a:pt x="361340" y="10083"/>
                </a:lnTo>
                <a:lnTo>
                  <a:pt x="362775" y="10083"/>
                </a:lnTo>
                <a:lnTo>
                  <a:pt x="363067" y="9829"/>
                </a:lnTo>
                <a:lnTo>
                  <a:pt x="363347" y="9499"/>
                </a:lnTo>
                <a:lnTo>
                  <a:pt x="363601" y="8890"/>
                </a:lnTo>
                <a:close/>
              </a:path>
              <a:path w="425450" h="71119">
                <a:moveTo>
                  <a:pt x="425323" y="2095"/>
                </a:moveTo>
                <a:lnTo>
                  <a:pt x="425132" y="1714"/>
                </a:lnTo>
                <a:lnTo>
                  <a:pt x="424548" y="1320"/>
                </a:lnTo>
                <a:lnTo>
                  <a:pt x="424776" y="1320"/>
                </a:lnTo>
                <a:lnTo>
                  <a:pt x="423824" y="1028"/>
                </a:lnTo>
                <a:lnTo>
                  <a:pt x="415544" y="1028"/>
                </a:lnTo>
                <a:lnTo>
                  <a:pt x="414528" y="1574"/>
                </a:lnTo>
                <a:lnTo>
                  <a:pt x="414172" y="2095"/>
                </a:lnTo>
                <a:lnTo>
                  <a:pt x="397332" y="43256"/>
                </a:lnTo>
                <a:lnTo>
                  <a:pt x="397129" y="43256"/>
                </a:lnTo>
                <a:lnTo>
                  <a:pt x="379920" y="2959"/>
                </a:lnTo>
                <a:lnTo>
                  <a:pt x="379691" y="2476"/>
                </a:lnTo>
                <a:lnTo>
                  <a:pt x="379476" y="2095"/>
                </a:lnTo>
                <a:lnTo>
                  <a:pt x="379196" y="1714"/>
                </a:lnTo>
                <a:lnTo>
                  <a:pt x="379107" y="1574"/>
                </a:lnTo>
                <a:lnTo>
                  <a:pt x="378752" y="1320"/>
                </a:lnTo>
                <a:lnTo>
                  <a:pt x="377863" y="1028"/>
                </a:lnTo>
                <a:lnTo>
                  <a:pt x="369277" y="1028"/>
                </a:lnTo>
                <a:lnTo>
                  <a:pt x="368338" y="1320"/>
                </a:lnTo>
                <a:lnTo>
                  <a:pt x="368579" y="1320"/>
                </a:lnTo>
                <a:lnTo>
                  <a:pt x="368033" y="1714"/>
                </a:lnTo>
                <a:lnTo>
                  <a:pt x="367855" y="2095"/>
                </a:lnTo>
                <a:lnTo>
                  <a:pt x="367855" y="2959"/>
                </a:lnTo>
                <a:lnTo>
                  <a:pt x="368033" y="3581"/>
                </a:lnTo>
                <a:lnTo>
                  <a:pt x="389890" y="52349"/>
                </a:lnTo>
                <a:lnTo>
                  <a:pt x="390029" y="52730"/>
                </a:lnTo>
                <a:lnTo>
                  <a:pt x="390271" y="53086"/>
                </a:lnTo>
                <a:lnTo>
                  <a:pt x="390982" y="53746"/>
                </a:lnTo>
                <a:lnTo>
                  <a:pt x="391363" y="53987"/>
                </a:lnTo>
                <a:lnTo>
                  <a:pt x="391769" y="54140"/>
                </a:lnTo>
                <a:lnTo>
                  <a:pt x="383794" y="70904"/>
                </a:lnTo>
                <a:lnTo>
                  <a:pt x="395986" y="70904"/>
                </a:lnTo>
                <a:lnTo>
                  <a:pt x="408000" y="43256"/>
                </a:lnTo>
                <a:lnTo>
                  <a:pt x="424916" y="4191"/>
                </a:lnTo>
                <a:lnTo>
                  <a:pt x="425157" y="3581"/>
                </a:lnTo>
                <a:lnTo>
                  <a:pt x="425323" y="2959"/>
                </a:lnTo>
                <a:lnTo>
                  <a:pt x="425323" y="2095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3" name="object 23"/>
          <p:cNvGrpSpPr/>
          <p:nvPr/>
        </p:nvGrpSpPr>
        <p:grpSpPr>
          <a:xfrm>
            <a:off x="624446" y="2529814"/>
            <a:ext cx="1890395" cy="253365"/>
            <a:chOff x="624446" y="2529814"/>
            <a:chExt cx="1890395" cy="253365"/>
          </a:xfrm>
        </p:grpSpPr>
        <p:pic>
          <p:nvPicPr>
            <p:cNvPr id="24" name="object 2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80097" y="2529814"/>
              <a:ext cx="1534248" cy="25286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24446" y="2689910"/>
              <a:ext cx="618693" cy="78727"/>
            </a:xfrm>
            <a:prstGeom prst="rect">
              <a:avLst/>
            </a:prstGeom>
          </p:spPr>
        </p:pic>
      </p:grpSp>
      <p:pic>
        <p:nvPicPr>
          <p:cNvPr id="26" name="object 26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480237" y="2860979"/>
            <a:ext cx="468274" cy="83388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015593" y="2860979"/>
            <a:ext cx="205714" cy="67678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2891282" y="1229613"/>
            <a:ext cx="262509" cy="91567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3245357" y="1224787"/>
            <a:ext cx="455214" cy="120015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3769486" y="1226819"/>
            <a:ext cx="622808" cy="117602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3154552" y="1488820"/>
            <a:ext cx="174879" cy="74294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3404742" y="1484375"/>
            <a:ext cx="978662" cy="78740"/>
          </a:xfrm>
          <a:prstGeom prst="rect">
            <a:avLst/>
          </a:prstGeom>
        </p:spPr>
      </p:pic>
      <p:sp>
        <p:nvSpPr>
          <p:cNvPr id="33" name="object 33"/>
          <p:cNvSpPr/>
          <p:nvPr/>
        </p:nvSpPr>
        <p:spPr>
          <a:xfrm>
            <a:off x="4449317" y="1480438"/>
            <a:ext cx="50165" cy="97155"/>
          </a:xfrm>
          <a:custGeom>
            <a:avLst/>
            <a:gdLst/>
            <a:ahLst/>
            <a:cxnLst/>
            <a:rect l="l" t="t" r="r" b="b"/>
            <a:pathLst>
              <a:path w="50164" h="97155">
                <a:moveTo>
                  <a:pt x="6858" y="0"/>
                </a:moveTo>
                <a:lnTo>
                  <a:pt x="1270" y="127"/>
                </a:lnTo>
                <a:lnTo>
                  <a:pt x="127" y="635"/>
                </a:lnTo>
                <a:lnTo>
                  <a:pt x="0" y="1651"/>
                </a:lnTo>
                <a:lnTo>
                  <a:pt x="39243" y="95377"/>
                </a:lnTo>
                <a:lnTo>
                  <a:pt x="40005" y="96393"/>
                </a:lnTo>
                <a:lnTo>
                  <a:pt x="42291" y="96901"/>
                </a:lnTo>
                <a:lnTo>
                  <a:pt x="49022" y="96647"/>
                </a:lnTo>
                <a:lnTo>
                  <a:pt x="49911" y="96012"/>
                </a:lnTo>
                <a:lnTo>
                  <a:pt x="49530" y="94107"/>
                </a:lnTo>
                <a:lnTo>
                  <a:pt x="10160" y="762"/>
                </a:lnTo>
                <a:lnTo>
                  <a:pt x="9144" y="254"/>
                </a:lnTo>
                <a:lnTo>
                  <a:pt x="6858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4" name="object 34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3511803" y="1643633"/>
            <a:ext cx="1735328" cy="96520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2999406" y="1668017"/>
            <a:ext cx="436324" cy="74422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3143250" y="1804797"/>
            <a:ext cx="1876933" cy="97663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3143376" y="1963547"/>
            <a:ext cx="2234057" cy="253733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2999358" y="2295575"/>
            <a:ext cx="467780" cy="86639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3534917" y="2284755"/>
            <a:ext cx="262509" cy="784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5759450" cy="3239770"/>
            <a:chOff x="0" y="0"/>
            <a:chExt cx="5759450" cy="3239770"/>
          </a:xfrm>
        </p:grpSpPr>
        <p:sp>
          <p:nvSpPr>
            <p:cNvPr id="3" name="object 3"/>
            <p:cNvSpPr/>
            <p:nvPr/>
          </p:nvSpPr>
          <p:spPr>
            <a:xfrm>
              <a:off x="0" y="378459"/>
              <a:ext cx="5759450" cy="0"/>
            </a:xfrm>
            <a:custGeom>
              <a:avLst/>
              <a:gdLst/>
              <a:ahLst/>
              <a:cxnLst/>
              <a:rect l="l" t="t" r="r" b="b"/>
              <a:pathLst>
                <a:path w="5759450">
                  <a:moveTo>
                    <a:pt x="0" y="0"/>
                  </a:moveTo>
                  <a:lnTo>
                    <a:pt x="5759450" y="0"/>
                  </a:lnTo>
                </a:path>
              </a:pathLst>
            </a:custGeom>
            <a:ln w="5054">
              <a:solidFill>
                <a:srgbClr val="D5C5B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375919"/>
              <a:ext cx="5759450" cy="9525"/>
            </a:xfrm>
            <a:custGeom>
              <a:avLst/>
              <a:gdLst/>
              <a:ahLst/>
              <a:cxnLst/>
              <a:rect l="l" t="t" r="r" b="b"/>
              <a:pathLst>
                <a:path w="5759450" h="9525">
                  <a:moveTo>
                    <a:pt x="5759450" y="0"/>
                  </a:moveTo>
                  <a:lnTo>
                    <a:pt x="0" y="0"/>
                  </a:lnTo>
                  <a:lnTo>
                    <a:pt x="0" y="9143"/>
                  </a:lnTo>
                  <a:lnTo>
                    <a:pt x="5759450" y="9143"/>
                  </a:lnTo>
                  <a:lnTo>
                    <a:pt x="5759450" y="0"/>
                  </a:lnTo>
                  <a:close/>
                </a:path>
              </a:pathLst>
            </a:custGeom>
            <a:solidFill>
              <a:srgbClr val="D5C5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75919"/>
              <a:ext cx="2618105" cy="8255"/>
            </a:xfrm>
            <a:custGeom>
              <a:avLst/>
              <a:gdLst/>
              <a:ahLst/>
              <a:cxnLst/>
              <a:rect l="l" t="t" r="r" b="b"/>
              <a:pathLst>
                <a:path w="2618105" h="8254">
                  <a:moveTo>
                    <a:pt x="2618105" y="0"/>
                  </a:moveTo>
                  <a:lnTo>
                    <a:pt x="0" y="0"/>
                  </a:lnTo>
                  <a:lnTo>
                    <a:pt x="0" y="8001"/>
                  </a:lnTo>
                  <a:lnTo>
                    <a:pt x="2618105" y="8001"/>
                  </a:lnTo>
                  <a:lnTo>
                    <a:pt x="2618105" y="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xfrm>
            <a:off x="5467350" y="2974975"/>
            <a:ext cx="298450" cy="1285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865"/>
              </a:lnSpc>
            </a:pPr>
            <a:fld id="{81D60167-4931-47E6-BA6A-407CBD079E47}" type="slidenum">
              <a:rPr spc="-10" dirty="0"/>
              <a:t>17</a:t>
            </a:fld>
            <a:r>
              <a:rPr spc="-10" dirty="0"/>
              <a:t>/35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5759450" cy="3239770"/>
            <a:chOff x="0" y="0"/>
            <a:chExt cx="5759450" cy="3239770"/>
          </a:xfrm>
        </p:grpSpPr>
        <p:sp>
          <p:nvSpPr>
            <p:cNvPr id="3" name="object 3"/>
            <p:cNvSpPr/>
            <p:nvPr/>
          </p:nvSpPr>
          <p:spPr>
            <a:xfrm>
              <a:off x="0" y="378459"/>
              <a:ext cx="5759450" cy="0"/>
            </a:xfrm>
            <a:custGeom>
              <a:avLst/>
              <a:gdLst/>
              <a:ahLst/>
              <a:cxnLst/>
              <a:rect l="l" t="t" r="r" b="b"/>
              <a:pathLst>
                <a:path w="5759450">
                  <a:moveTo>
                    <a:pt x="0" y="0"/>
                  </a:moveTo>
                  <a:lnTo>
                    <a:pt x="5759450" y="0"/>
                  </a:lnTo>
                </a:path>
              </a:pathLst>
            </a:custGeom>
            <a:ln w="5054">
              <a:solidFill>
                <a:srgbClr val="D5C5B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375919"/>
              <a:ext cx="5759450" cy="9525"/>
            </a:xfrm>
            <a:custGeom>
              <a:avLst/>
              <a:gdLst/>
              <a:ahLst/>
              <a:cxnLst/>
              <a:rect l="l" t="t" r="r" b="b"/>
              <a:pathLst>
                <a:path w="5759450" h="9525">
                  <a:moveTo>
                    <a:pt x="5759450" y="0"/>
                  </a:moveTo>
                  <a:lnTo>
                    <a:pt x="0" y="0"/>
                  </a:lnTo>
                  <a:lnTo>
                    <a:pt x="0" y="9143"/>
                  </a:lnTo>
                  <a:lnTo>
                    <a:pt x="5759450" y="9143"/>
                  </a:lnTo>
                  <a:lnTo>
                    <a:pt x="5759450" y="0"/>
                  </a:lnTo>
                  <a:close/>
                </a:path>
              </a:pathLst>
            </a:custGeom>
            <a:solidFill>
              <a:srgbClr val="D5C5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775586" y="906906"/>
            <a:ext cx="1998980" cy="601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9539">
              <a:lnSpc>
                <a:spcPct val="100000"/>
              </a:lnSpc>
              <a:spcBef>
                <a:spcPts val="100"/>
              </a:spcBef>
            </a:pPr>
            <a:r>
              <a:rPr sz="1450" dirty="0">
                <a:solidFill>
                  <a:srgbClr val="22373A"/>
                </a:solidFill>
                <a:latin typeface="Calibri"/>
                <a:cs typeface="Calibri"/>
              </a:rPr>
              <a:t>Kunci</a:t>
            </a:r>
            <a:r>
              <a:rPr sz="1450" spc="-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2373A"/>
                </a:solidFill>
                <a:latin typeface="Calibri"/>
                <a:cs typeface="Calibri"/>
              </a:rPr>
              <a:t>produktif</a:t>
            </a:r>
            <a:r>
              <a:rPr sz="1450" spc="-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2373A"/>
                </a:solidFill>
                <a:latin typeface="Calibri"/>
                <a:cs typeface="Calibri"/>
              </a:rPr>
              <a:t>AWS</a:t>
            </a:r>
            <a:r>
              <a:rPr sz="1450" spc="-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450" spc="-20" dirty="0">
                <a:solidFill>
                  <a:srgbClr val="22373A"/>
                </a:solidFill>
                <a:latin typeface="Calibri"/>
                <a:cs typeface="Calibri"/>
              </a:rPr>
              <a:t>CLI:</a:t>
            </a:r>
            <a:endParaRPr sz="1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1450" dirty="0">
                <a:solidFill>
                  <a:srgbClr val="22373A"/>
                </a:solidFill>
                <a:latin typeface="Calibri"/>
                <a:cs typeface="Calibri"/>
              </a:rPr>
              <a:t>profile</a:t>
            </a:r>
            <a:r>
              <a:rPr sz="1450" spc="-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2373A"/>
                </a:solidFill>
                <a:latin typeface="Calibri"/>
                <a:cs typeface="Calibri"/>
              </a:rPr>
              <a:t>+</a:t>
            </a:r>
            <a:r>
              <a:rPr sz="1450" spc="-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2373A"/>
                </a:solidFill>
                <a:latin typeface="Calibri"/>
                <a:cs typeface="Calibri"/>
              </a:rPr>
              <a:t>region</a:t>
            </a:r>
            <a:r>
              <a:rPr sz="1450" spc="-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22373A"/>
                </a:solidFill>
                <a:latin typeface="Calibri"/>
                <a:cs typeface="Calibri"/>
              </a:rPr>
              <a:t>+</a:t>
            </a:r>
            <a:r>
              <a:rPr sz="1450" spc="-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2373A"/>
                </a:solidFill>
                <a:latin typeface="Calibri"/>
                <a:cs typeface="Calibri"/>
              </a:rPr>
              <a:t>query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xfrm>
            <a:off x="5467350" y="2974975"/>
            <a:ext cx="298450" cy="1285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865"/>
              </a:lnSpc>
            </a:pPr>
            <a:fld id="{81D60167-4931-47E6-BA6A-407CBD079E47}" type="slidenum">
              <a:rPr spc="-10" dirty="0"/>
              <a:t>18</a:t>
            </a:fld>
            <a:r>
              <a:rPr spc="-10" dirty="0"/>
              <a:t>/35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540" y="0"/>
            <a:ext cx="5764530" cy="3239770"/>
            <a:chOff x="-2540" y="0"/>
            <a:chExt cx="5764530" cy="3239770"/>
          </a:xfrm>
        </p:grpSpPr>
        <p:sp>
          <p:nvSpPr>
            <p:cNvPr id="3" name="object 3"/>
            <p:cNvSpPr/>
            <p:nvPr/>
          </p:nvSpPr>
          <p:spPr>
            <a:xfrm>
              <a:off x="0" y="378459"/>
              <a:ext cx="5759450" cy="0"/>
            </a:xfrm>
            <a:custGeom>
              <a:avLst/>
              <a:gdLst/>
              <a:ahLst/>
              <a:cxnLst/>
              <a:rect l="l" t="t" r="r" b="b"/>
              <a:pathLst>
                <a:path w="5759450">
                  <a:moveTo>
                    <a:pt x="0" y="0"/>
                  </a:moveTo>
                  <a:lnTo>
                    <a:pt x="5759450" y="0"/>
                  </a:lnTo>
                </a:path>
              </a:pathLst>
            </a:custGeom>
            <a:ln w="5054">
              <a:solidFill>
                <a:srgbClr val="D5C5B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375919"/>
              <a:ext cx="5759450" cy="9525"/>
            </a:xfrm>
            <a:custGeom>
              <a:avLst/>
              <a:gdLst/>
              <a:ahLst/>
              <a:cxnLst/>
              <a:rect l="l" t="t" r="r" b="b"/>
              <a:pathLst>
                <a:path w="5759450" h="9525">
                  <a:moveTo>
                    <a:pt x="5759450" y="0"/>
                  </a:moveTo>
                  <a:lnTo>
                    <a:pt x="0" y="0"/>
                  </a:lnTo>
                  <a:lnTo>
                    <a:pt x="0" y="9143"/>
                  </a:lnTo>
                  <a:lnTo>
                    <a:pt x="5759450" y="9143"/>
                  </a:lnTo>
                  <a:lnTo>
                    <a:pt x="5759450" y="0"/>
                  </a:lnTo>
                  <a:close/>
                </a:path>
              </a:pathLst>
            </a:custGeom>
            <a:solidFill>
              <a:srgbClr val="D5C5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2232" y="1931822"/>
              <a:ext cx="3189605" cy="157480"/>
            </a:xfrm>
            <a:custGeom>
              <a:avLst/>
              <a:gdLst/>
              <a:ahLst/>
              <a:cxnLst/>
              <a:rect l="l" t="t" r="r" b="b"/>
              <a:pathLst>
                <a:path w="3189604" h="157480">
                  <a:moveTo>
                    <a:pt x="3189097" y="0"/>
                  </a:moveTo>
                  <a:lnTo>
                    <a:pt x="0" y="0"/>
                  </a:lnTo>
                  <a:lnTo>
                    <a:pt x="0" y="156971"/>
                  </a:lnTo>
                  <a:lnTo>
                    <a:pt x="3189097" y="156971"/>
                  </a:lnTo>
                  <a:lnTo>
                    <a:pt x="3189097" y="0"/>
                  </a:lnTo>
                  <a:close/>
                </a:path>
              </a:pathLst>
            </a:custGeom>
            <a:solidFill>
              <a:srgbClr val="F5F6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29184" y="1928748"/>
              <a:ext cx="3195320" cy="160655"/>
            </a:xfrm>
            <a:custGeom>
              <a:avLst/>
              <a:gdLst/>
              <a:ahLst/>
              <a:cxnLst/>
              <a:rect l="l" t="t" r="r" b="b"/>
              <a:pathLst>
                <a:path w="3195320" h="160655">
                  <a:moveTo>
                    <a:pt x="3048" y="3073"/>
                  </a:moveTo>
                  <a:lnTo>
                    <a:pt x="0" y="3073"/>
                  </a:lnTo>
                  <a:lnTo>
                    <a:pt x="0" y="160045"/>
                  </a:lnTo>
                  <a:lnTo>
                    <a:pt x="3048" y="160045"/>
                  </a:lnTo>
                  <a:lnTo>
                    <a:pt x="3048" y="3073"/>
                  </a:lnTo>
                  <a:close/>
                </a:path>
                <a:path w="3195320" h="160655">
                  <a:moveTo>
                    <a:pt x="3195180" y="3073"/>
                  </a:moveTo>
                  <a:lnTo>
                    <a:pt x="3192145" y="3073"/>
                  </a:lnTo>
                  <a:lnTo>
                    <a:pt x="3192145" y="160045"/>
                  </a:lnTo>
                  <a:lnTo>
                    <a:pt x="3195180" y="160045"/>
                  </a:lnTo>
                  <a:lnTo>
                    <a:pt x="3195180" y="3073"/>
                  </a:lnTo>
                  <a:close/>
                </a:path>
                <a:path w="3195320" h="160655">
                  <a:moveTo>
                    <a:pt x="3195180" y="0"/>
                  </a:moveTo>
                  <a:lnTo>
                    <a:pt x="3192145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192145" y="3048"/>
                  </a:lnTo>
                  <a:lnTo>
                    <a:pt x="3195180" y="3048"/>
                  </a:lnTo>
                  <a:lnTo>
                    <a:pt x="3195180" y="0"/>
                  </a:lnTo>
                  <a:close/>
                </a:path>
              </a:pathLst>
            </a:custGeom>
            <a:solidFill>
              <a:srgbClr val="DCD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32232" y="2088794"/>
              <a:ext cx="3189605" cy="156210"/>
            </a:xfrm>
            <a:custGeom>
              <a:avLst/>
              <a:gdLst/>
              <a:ahLst/>
              <a:cxnLst/>
              <a:rect l="l" t="t" r="r" b="b"/>
              <a:pathLst>
                <a:path w="3189604" h="156210">
                  <a:moveTo>
                    <a:pt x="3189097" y="0"/>
                  </a:moveTo>
                  <a:lnTo>
                    <a:pt x="0" y="0"/>
                  </a:lnTo>
                  <a:lnTo>
                    <a:pt x="0" y="155752"/>
                  </a:lnTo>
                  <a:lnTo>
                    <a:pt x="3189097" y="155752"/>
                  </a:lnTo>
                  <a:lnTo>
                    <a:pt x="3189097" y="0"/>
                  </a:lnTo>
                  <a:close/>
                </a:path>
              </a:pathLst>
            </a:custGeom>
            <a:solidFill>
              <a:srgbClr val="F5F6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32231" y="1895957"/>
            <a:ext cx="3189605" cy="337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" marR="31750" indent="-6350">
              <a:lnSpc>
                <a:spcPct val="113599"/>
              </a:lnSpc>
              <a:spcBef>
                <a:spcPts val="100"/>
              </a:spcBef>
            </a:pP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aws</a:t>
            </a:r>
            <a:r>
              <a:rPr sz="900" spc="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s3</a:t>
            </a:r>
            <a:r>
              <a:rPr sz="900" spc="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ls</a:t>
            </a:r>
            <a:r>
              <a:rPr sz="900" spc="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aws</a:t>
            </a:r>
            <a:r>
              <a:rPr sz="900" spc="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s3</a:t>
            </a:r>
            <a:r>
              <a:rPr sz="900" spc="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mb</a:t>
            </a:r>
            <a:r>
              <a:rPr sz="900" spc="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s3://nama-bucket-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unik</a:t>
            </a:r>
            <a:r>
              <a:rPr sz="900" spc="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--region</a:t>
            </a:r>
            <a:r>
              <a:rPr sz="900" spc="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ap-southeast-</a:t>
            </a:r>
            <a:r>
              <a:rPr sz="900" spc="-50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r>
              <a:rPr sz="900" spc="5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aws</a:t>
            </a:r>
            <a:r>
              <a:rPr sz="900" spc="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s3</a:t>
            </a:r>
            <a:r>
              <a:rPr sz="900" spc="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cp</a:t>
            </a:r>
            <a:r>
              <a:rPr sz="900" spc="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./file.txt</a:t>
            </a:r>
            <a:r>
              <a:rPr sz="900" spc="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s3://nama-bucket-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unik/</a:t>
            </a:r>
            <a:r>
              <a:rPr sz="900" spc="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aws</a:t>
            </a:r>
            <a:r>
              <a:rPr sz="900" spc="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s3</a:t>
            </a:r>
            <a:r>
              <a:rPr sz="900" spc="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sync</a:t>
            </a:r>
            <a:r>
              <a:rPr sz="900" spc="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./folder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75919"/>
            <a:ext cx="3524885" cy="1868805"/>
            <a:chOff x="0" y="375919"/>
            <a:chExt cx="3524885" cy="1868805"/>
          </a:xfrm>
        </p:grpSpPr>
        <p:sp>
          <p:nvSpPr>
            <p:cNvPr id="10" name="object 10"/>
            <p:cNvSpPr/>
            <p:nvPr/>
          </p:nvSpPr>
          <p:spPr>
            <a:xfrm>
              <a:off x="329184" y="2088794"/>
              <a:ext cx="3195320" cy="156210"/>
            </a:xfrm>
            <a:custGeom>
              <a:avLst/>
              <a:gdLst/>
              <a:ahLst/>
              <a:cxnLst/>
              <a:rect l="l" t="t" r="r" b="b"/>
              <a:pathLst>
                <a:path w="3195320" h="156210">
                  <a:moveTo>
                    <a:pt x="3048" y="0"/>
                  </a:moveTo>
                  <a:lnTo>
                    <a:pt x="0" y="0"/>
                  </a:lnTo>
                  <a:lnTo>
                    <a:pt x="0" y="155752"/>
                  </a:lnTo>
                  <a:lnTo>
                    <a:pt x="3048" y="155752"/>
                  </a:lnTo>
                  <a:lnTo>
                    <a:pt x="3048" y="0"/>
                  </a:lnTo>
                  <a:close/>
                </a:path>
                <a:path w="3195320" h="156210">
                  <a:moveTo>
                    <a:pt x="3195180" y="0"/>
                  </a:moveTo>
                  <a:lnTo>
                    <a:pt x="3192145" y="0"/>
                  </a:lnTo>
                  <a:lnTo>
                    <a:pt x="3192145" y="155752"/>
                  </a:lnTo>
                  <a:lnTo>
                    <a:pt x="3195180" y="155752"/>
                  </a:lnTo>
                  <a:lnTo>
                    <a:pt x="3195180" y="0"/>
                  </a:lnTo>
                  <a:close/>
                </a:path>
              </a:pathLst>
            </a:custGeom>
            <a:solidFill>
              <a:srgbClr val="DCD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375919"/>
              <a:ext cx="2879725" cy="8255"/>
            </a:xfrm>
            <a:custGeom>
              <a:avLst/>
              <a:gdLst/>
              <a:ahLst/>
              <a:cxnLst/>
              <a:rect l="l" t="t" r="r" b="b"/>
              <a:pathLst>
                <a:path w="2879725" h="8254">
                  <a:moveTo>
                    <a:pt x="2879725" y="0"/>
                  </a:moveTo>
                  <a:lnTo>
                    <a:pt x="0" y="0"/>
                  </a:lnTo>
                  <a:lnTo>
                    <a:pt x="0" y="8001"/>
                  </a:lnTo>
                  <a:lnTo>
                    <a:pt x="2879725" y="8001"/>
                  </a:lnTo>
                  <a:lnTo>
                    <a:pt x="2879725" y="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sldNum" sz="quarter" idx="12"/>
          </p:nvPr>
        </p:nvSpPr>
        <p:spPr>
          <a:xfrm>
            <a:off x="5467350" y="2974975"/>
            <a:ext cx="298450" cy="1285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865"/>
              </a:lnSpc>
            </a:pPr>
            <a:fld id="{81D60167-4931-47E6-BA6A-407CBD079E47}" type="slidenum">
              <a:rPr spc="-10" dirty="0"/>
              <a:t>19</a:t>
            </a:fld>
            <a:r>
              <a:rPr spc="-10" dirty="0"/>
              <a:t>/35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540" y="0"/>
            <a:ext cx="5764530" cy="3239770"/>
            <a:chOff x="-2540" y="0"/>
            <a:chExt cx="5764530" cy="3239770"/>
          </a:xfrm>
        </p:grpSpPr>
        <p:sp>
          <p:nvSpPr>
            <p:cNvPr id="3" name="object 3"/>
            <p:cNvSpPr/>
            <p:nvPr/>
          </p:nvSpPr>
          <p:spPr>
            <a:xfrm>
              <a:off x="0" y="378459"/>
              <a:ext cx="5759450" cy="0"/>
            </a:xfrm>
            <a:custGeom>
              <a:avLst/>
              <a:gdLst/>
              <a:ahLst/>
              <a:cxnLst/>
              <a:rect l="l" t="t" r="r" b="b"/>
              <a:pathLst>
                <a:path w="5759450">
                  <a:moveTo>
                    <a:pt x="0" y="0"/>
                  </a:moveTo>
                  <a:lnTo>
                    <a:pt x="5759450" y="0"/>
                  </a:lnTo>
                </a:path>
              </a:pathLst>
            </a:custGeom>
            <a:ln w="5054">
              <a:solidFill>
                <a:srgbClr val="D5C5B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375919"/>
              <a:ext cx="5759450" cy="9525"/>
            </a:xfrm>
            <a:custGeom>
              <a:avLst/>
              <a:gdLst/>
              <a:ahLst/>
              <a:cxnLst/>
              <a:rect l="l" t="t" r="r" b="b"/>
              <a:pathLst>
                <a:path w="5759450" h="9525">
                  <a:moveTo>
                    <a:pt x="5759450" y="0"/>
                  </a:moveTo>
                  <a:lnTo>
                    <a:pt x="0" y="0"/>
                  </a:lnTo>
                  <a:lnTo>
                    <a:pt x="0" y="9143"/>
                  </a:lnTo>
                  <a:lnTo>
                    <a:pt x="5759450" y="9143"/>
                  </a:lnTo>
                  <a:lnTo>
                    <a:pt x="5759450" y="0"/>
                  </a:lnTo>
                  <a:close/>
                </a:path>
              </a:pathLst>
            </a:custGeom>
            <a:solidFill>
              <a:srgbClr val="D5C5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2232" y="927226"/>
              <a:ext cx="3189605" cy="155575"/>
            </a:xfrm>
            <a:custGeom>
              <a:avLst/>
              <a:gdLst/>
              <a:ahLst/>
              <a:cxnLst/>
              <a:rect l="l" t="t" r="r" b="b"/>
              <a:pathLst>
                <a:path w="3189604" h="155575">
                  <a:moveTo>
                    <a:pt x="3189097" y="0"/>
                  </a:moveTo>
                  <a:lnTo>
                    <a:pt x="0" y="0"/>
                  </a:lnTo>
                  <a:lnTo>
                    <a:pt x="0" y="155448"/>
                  </a:lnTo>
                  <a:lnTo>
                    <a:pt x="3189097" y="155448"/>
                  </a:lnTo>
                  <a:lnTo>
                    <a:pt x="3189097" y="0"/>
                  </a:lnTo>
                  <a:close/>
                </a:path>
              </a:pathLst>
            </a:custGeom>
            <a:solidFill>
              <a:srgbClr val="F5F6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29184" y="927226"/>
              <a:ext cx="3195320" cy="155575"/>
            </a:xfrm>
            <a:custGeom>
              <a:avLst/>
              <a:gdLst/>
              <a:ahLst/>
              <a:cxnLst/>
              <a:rect l="l" t="t" r="r" b="b"/>
              <a:pathLst>
                <a:path w="3195320" h="155575">
                  <a:moveTo>
                    <a:pt x="3048" y="0"/>
                  </a:moveTo>
                  <a:lnTo>
                    <a:pt x="0" y="0"/>
                  </a:lnTo>
                  <a:lnTo>
                    <a:pt x="0" y="155448"/>
                  </a:lnTo>
                  <a:lnTo>
                    <a:pt x="3048" y="155448"/>
                  </a:lnTo>
                  <a:lnTo>
                    <a:pt x="3048" y="0"/>
                  </a:lnTo>
                  <a:close/>
                </a:path>
                <a:path w="3195320" h="155575">
                  <a:moveTo>
                    <a:pt x="3195180" y="0"/>
                  </a:moveTo>
                  <a:lnTo>
                    <a:pt x="3192145" y="0"/>
                  </a:lnTo>
                  <a:lnTo>
                    <a:pt x="3192145" y="155448"/>
                  </a:lnTo>
                  <a:lnTo>
                    <a:pt x="3195180" y="155448"/>
                  </a:lnTo>
                  <a:lnTo>
                    <a:pt x="3195180" y="0"/>
                  </a:lnTo>
                  <a:close/>
                </a:path>
              </a:pathLst>
            </a:custGeom>
            <a:solidFill>
              <a:srgbClr val="DCD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32232" y="1082674"/>
              <a:ext cx="3189605" cy="158750"/>
            </a:xfrm>
            <a:custGeom>
              <a:avLst/>
              <a:gdLst/>
              <a:ahLst/>
              <a:cxnLst/>
              <a:rect l="l" t="t" r="r" b="b"/>
              <a:pathLst>
                <a:path w="3189604" h="158750">
                  <a:moveTo>
                    <a:pt x="3189097" y="0"/>
                  </a:moveTo>
                  <a:lnTo>
                    <a:pt x="0" y="0"/>
                  </a:lnTo>
                  <a:lnTo>
                    <a:pt x="0" y="158495"/>
                  </a:lnTo>
                  <a:lnTo>
                    <a:pt x="3189097" y="158495"/>
                  </a:lnTo>
                  <a:lnTo>
                    <a:pt x="3189097" y="0"/>
                  </a:lnTo>
                  <a:close/>
                </a:path>
              </a:pathLst>
            </a:custGeom>
            <a:solidFill>
              <a:srgbClr val="F5F6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332231" y="888619"/>
            <a:ext cx="3189605" cy="339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" marR="337820">
              <a:lnSpc>
                <a:spcPct val="114399"/>
              </a:lnSpc>
              <a:spcBef>
                <a:spcPts val="100"/>
              </a:spcBef>
            </a:pPr>
            <a:r>
              <a:rPr sz="900" b="0" spc="-10" dirty="0">
                <a:latin typeface="Calibri"/>
                <a:cs typeface="Calibri"/>
              </a:rPr>
              <a:t>s3://nama-bucket-unik/folder/ </a:t>
            </a:r>
            <a:r>
              <a:rPr sz="900" b="0" dirty="0">
                <a:latin typeface="Calibri"/>
                <a:cs typeface="Calibri"/>
              </a:rPr>
              <a:t>aws s3 rm </a:t>
            </a:r>
            <a:r>
              <a:rPr sz="900" b="0" spc="-10" dirty="0">
                <a:latin typeface="Calibri"/>
                <a:cs typeface="Calibri"/>
              </a:rPr>
              <a:t>s3://nama-bucket-unik/file.txt</a:t>
            </a:r>
            <a:r>
              <a:rPr sz="900" b="0" spc="10" dirty="0">
                <a:latin typeface="Calibri"/>
                <a:cs typeface="Calibri"/>
              </a:rPr>
              <a:t> </a:t>
            </a:r>
            <a:r>
              <a:rPr sz="900" b="0" dirty="0">
                <a:latin typeface="Calibri"/>
                <a:cs typeface="Calibri"/>
              </a:rPr>
              <a:t>aws</a:t>
            </a:r>
            <a:r>
              <a:rPr sz="900" b="0" spc="15" dirty="0">
                <a:latin typeface="Calibri"/>
                <a:cs typeface="Calibri"/>
              </a:rPr>
              <a:t> </a:t>
            </a:r>
            <a:r>
              <a:rPr sz="900" b="0" dirty="0">
                <a:latin typeface="Calibri"/>
                <a:cs typeface="Calibri"/>
              </a:rPr>
              <a:t>s3</a:t>
            </a:r>
            <a:r>
              <a:rPr sz="900" b="0" spc="10" dirty="0">
                <a:latin typeface="Calibri"/>
                <a:cs typeface="Calibri"/>
              </a:rPr>
              <a:t> </a:t>
            </a:r>
            <a:r>
              <a:rPr sz="900" b="0" dirty="0">
                <a:latin typeface="Calibri"/>
                <a:cs typeface="Calibri"/>
              </a:rPr>
              <a:t>rb s3://nama-</a:t>
            </a:r>
            <a:r>
              <a:rPr sz="900" b="0" spc="-10" dirty="0">
                <a:latin typeface="Calibri"/>
                <a:cs typeface="Calibri"/>
              </a:rPr>
              <a:t>bucket-</a:t>
            </a:r>
            <a:r>
              <a:rPr sz="900" b="0" dirty="0">
                <a:latin typeface="Calibri"/>
                <a:cs typeface="Calibri"/>
              </a:rPr>
              <a:t>unik</a:t>
            </a:r>
            <a:r>
              <a:rPr sz="900" b="0" spc="10" dirty="0">
                <a:latin typeface="Calibri"/>
                <a:cs typeface="Calibri"/>
              </a:rPr>
              <a:t> </a:t>
            </a:r>
            <a:r>
              <a:rPr sz="900" b="0" dirty="0">
                <a:latin typeface="Calibri"/>
                <a:cs typeface="Calibri"/>
              </a:rPr>
              <a:t>--</a:t>
            </a:r>
            <a:r>
              <a:rPr sz="900" b="0" spc="-10" dirty="0">
                <a:latin typeface="Calibri"/>
                <a:cs typeface="Calibri"/>
              </a:rPr>
              <a:t>force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xfrm>
            <a:off x="5467350" y="2974975"/>
            <a:ext cx="298450" cy="1285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865"/>
              </a:lnSpc>
            </a:pPr>
            <a:fld id="{81D60167-4931-47E6-BA6A-407CBD079E47}" type="slidenum">
              <a:rPr spc="-10" dirty="0"/>
              <a:t>20</a:t>
            </a:fld>
            <a:r>
              <a:rPr spc="-10" dirty="0"/>
              <a:t>/35</a:t>
            </a:r>
          </a:p>
        </p:txBody>
      </p:sp>
      <p:sp>
        <p:nvSpPr>
          <p:cNvPr id="9" name="object 9"/>
          <p:cNvSpPr/>
          <p:nvPr/>
        </p:nvSpPr>
        <p:spPr>
          <a:xfrm>
            <a:off x="329184" y="1082687"/>
            <a:ext cx="3195320" cy="161925"/>
          </a:xfrm>
          <a:custGeom>
            <a:avLst/>
            <a:gdLst/>
            <a:ahLst/>
            <a:cxnLst/>
            <a:rect l="l" t="t" r="r" b="b"/>
            <a:pathLst>
              <a:path w="3195320" h="161925">
                <a:moveTo>
                  <a:pt x="3195180" y="0"/>
                </a:moveTo>
                <a:lnTo>
                  <a:pt x="3192145" y="0"/>
                </a:lnTo>
                <a:lnTo>
                  <a:pt x="3192145" y="158483"/>
                </a:lnTo>
                <a:lnTo>
                  <a:pt x="3048" y="158483"/>
                </a:lnTo>
                <a:lnTo>
                  <a:pt x="3048" y="0"/>
                </a:lnTo>
                <a:lnTo>
                  <a:pt x="0" y="0"/>
                </a:lnTo>
                <a:lnTo>
                  <a:pt x="0" y="158483"/>
                </a:lnTo>
                <a:lnTo>
                  <a:pt x="0" y="161531"/>
                </a:lnTo>
                <a:lnTo>
                  <a:pt x="3048" y="161531"/>
                </a:lnTo>
                <a:lnTo>
                  <a:pt x="3192145" y="161531"/>
                </a:lnTo>
                <a:lnTo>
                  <a:pt x="3195180" y="161531"/>
                </a:lnTo>
                <a:lnTo>
                  <a:pt x="3195180" y="158483"/>
                </a:lnTo>
                <a:lnTo>
                  <a:pt x="3195180" y="0"/>
                </a:lnTo>
                <a:close/>
              </a:path>
            </a:pathLst>
          </a:custGeom>
          <a:solidFill>
            <a:srgbClr val="DCDFE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5759450" cy="3239770"/>
            <a:chOff x="0" y="0"/>
            <a:chExt cx="5759450" cy="3239770"/>
          </a:xfrm>
        </p:grpSpPr>
        <p:sp>
          <p:nvSpPr>
            <p:cNvPr id="3" name="object 3"/>
            <p:cNvSpPr/>
            <p:nvPr/>
          </p:nvSpPr>
          <p:spPr>
            <a:xfrm>
              <a:off x="0" y="378459"/>
              <a:ext cx="5759450" cy="0"/>
            </a:xfrm>
            <a:custGeom>
              <a:avLst/>
              <a:gdLst/>
              <a:ahLst/>
              <a:cxnLst/>
              <a:rect l="l" t="t" r="r" b="b"/>
              <a:pathLst>
                <a:path w="5759450">
                  <a:moveTo>
                    <a:pt x="0" y="0"/>
                  </a:moveTo>
                  <a:lnTo>
                    <a:pt x="5759450" y="0"/>
                  </a:lnTo>
                </a:path>
              </a:pathLst>
            </a:custGeom>
            <a:ln w="5054">
              <a:solidFill>
                <a:srgbClr val="D5C5B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375919"/>
              <a:ext cx="5759450" cy="9525"/>
            </a:xfrm>
            <a:custGeom>
              <a:avLst/>
              <a:gdLst/>
              <a:ahLst/>
              <a:cxnLst/>
              <a:rect l="l" t="t" r="r" b="b"/>
              <a:pathLst>
                <a:path w="5759450" h="9525">
                  <a:moveTo>
                    <a:pt x="5759450" y="0"/>
                  </a:moveTo>
                  <a:lnTo>
                    <a:pt x="0" y="0"/>
                  </a:lnTo>
                  <a:lnTo>
                    <a:pt x="0" y="9143"/>
                  </a:lnTo>
                  <a:lnTo>
                    <a:pt x="5759450" y="9143"/>
                  </a:lnTo>
                  <a:lnTo>
                    <a:pt x="5759450" y="0"/>
                  </a:lnTo>
                  <a:close/>
                </a:path>
              </a:pathLst>
            </a:custGeom>
            <a:solidFill>
              <a:srgbClr val="D5C5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75919"/>
              <a:ext cx="3141345" cy="8255"/>
            </a:xfrm>
            <a:custGeom>
              <a:avLst/>
              <a:gdLst/>
              <a:ahLst/>
              <a:cxnLst/>
              <a:rect l="l" t="t" r="r" b="b"/>
              <a:pathLst>
                <a:path w="3141345" h="8254">
                  <a:moveTo>
                    <a:pt x="3141345" y="0"/>
                  </a:moveTo>
                  <a:lnTo>
                    <a:pt x="0" y="0"/>
                  </a:lnTo>
                  <a:lnTo>
                    <a:pt x="0" y="8001"/>
                  </a:lnTo>
                  <a:lnTo>
                    <a:pt x="3141345" y="8001"/>
                  </a:lnTo>
                  <a:lnTo>
                    <a:pt x="3141345" y="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xfrm>
            <a:off x="5467350" y="2974975"/>
            <a:ext cx="298450" cy="1285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865"/>
              </a:lnSpc>
            </a:pPr>
            <a:fld id="{81D60167-4931-47E6-BA6A-407CBD079E47}" type="slidenum">
              <a:rPr spc="-10" dirty="0"/>
              <a:t>21</a:t>
            </a:fld>
            <a:r>
              <a:rPr spc="-10" dirty="0"/>
              <a:t>/35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5759450" cy="3239770"/>
            <a:chOff x="0" y="0"/>
            <a:chExt cx="5759450" cy="3239770"/>
          </a:xfrm>
        </p:grpSpPr>
        <p:sp>
          <p:nvSpPr>
            <p:cNvPr id="3" name="object 3"/>
            <p:cNvSpPr/>
            <p:nvPr/>
          </p:nvSpPr>
          <p:spPr>
            <a:xfrm>
              <a:off x="0" y="378459"/>
              <a:ext cx="5759450" cy="0"/>
            </a:xfrm>
            <a:custGeom>
              <a:avLst/>
              <a:gdLst/>
              <a:ahLst/>
              <a:cxnLst/>
              <a:rect l="l" t="t" r="r" b="b"/>
              <a:pathLst>
                <a:path w="5759450">
                  <a:moveTo>
                    <a:pt x="0" y="0"/>
                  </a:moveTo>
                  <a:lnTo>
                    <a:pt x="5759450" y="0"/>
                  </a:lnTo>
                </a:path>
              </a:pathLst>
            </a:custGeom>
            <a:ln w="5054">
              <a:solidFill>
                <a:srgbClr val="D5C5B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375919"/>
              <a:ext cx="5759450" cy="9525"/>
            </a:xfrm>
            <a:custGeom>
              <a:avLst/>
              <a:gdLst/>
              <a:ahLst/>
              <a:cxnLst/>
              <a:rect l="l" t="t" r="r" b="b"/>
              <a:pathLst>
                <a:path w="5759450" h="9525">
                  <a:moveTo>
                    <a:pt x="5759450" y="0"/>
                  </a:moveTo>
                  <a:lnTo>
                    <a:pt x="0" y="0"/>
                  </a:lnTo>
                  <a:lnTo>
                    <a:pt x="0" y="9143"/>
                  </a:lnTo>
                  <a:lnTo>
                    <a:pt x="5759450" y="9143"/>
                  </a:lnTo>
                  <a:lnTo>
                    <a:pt x="5759450" y="0"/>
                  </a:lnTo>
                  <a:close/>
                </a:path>
              </a:pathLst>
            </a:custGeom>
            <a:solidFill>
              <a:srgbClr val="D5C5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21563" y="929512"/>
            <a:ext cx="5123815" cy="1612265"/>
          </a:xfrm>
          <a:prstGeom prst="rect">
            <a:avLst/>
          </a:prstGeom>
          <a:solidFill>
            <a:srgbClr val="F5F6F8"/>
          </a:solidFill>
          <a:ln w="3175">
            <a:solidFill>
              <a:srgbClr val="DCDFE3"/>
            </a:solidFill>
          </a:ln>
        </p:spPr>
        <p:txBody>
          <a:bodyPr vert="horz" wrap="square" lIns="0" tIns="1905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15"/>
              </a:spcBef>
            </a:pP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aws</a:t>
            </a:r>
            <a:r>
              <a:rPr sz="900" spc="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s3api</a:t>
            </a:r>
            <a:r>
              <a:rPr sz="900" spc="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list-buckets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900">
              <a:latin typeface="Calibri"/>
              <a:cs typeface="Calibri"/>
            </a:endParaRPr>
          </a:p>
          <a:p>
            <a:pPr marL="40640">
              <a:lnSpc>
                <a:spcPct val="100000"/>
              </a:lnSpc>
              <a:spcBef>
                <a:spcPts val="5"/>
              </a:spcBef>
            </a:pP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aws s3api 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create-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bucket </a:t>
            </a:r>
            <a:r>
              <a:rPr sz="900" spc="-50" dirty="0">
                <a:solidFill>
                  <a:srgbClr val="22373A"/>
                </a:solidFill>
                <a:latin typeface="Calibri"/>
                <a:cs typeface="Calibri"/>
              </a:rPr>
              <a:t>\</a:t>
            </a:r>
            <a:endParaRPr sz="900">
              <a:latin typeface="Calibri"/>
              <a:cs typeface="Calibri"/>
            </a:endParaRPr>
          </a:p>
          <a:p>
            <a:pPr marL="154940">
              <a:lnSpc>
                <a:spcPct val="100000"/>
              </a:lnSpc>
              <a:spcBef>
                <a:spcPts val="180"/>
              </a:spcBef>
            </a:pP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--bucket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nama-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bucket-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unik</a:t>
            </a:r>
            <a:r>
              <a:rPr sz="900" spc="-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Calibri"/>
                <a:cs typeface="Calibri"/>
              </a:rPr>
              <a:t>\</a:t>
            </a:r>
            <a:endParaRPr sz="900">
              <a:latin typeface="Calibri"/>
              <a:cs typeface="Calibri"/>
            </a:endParaRPr>
          </a:p>
          <a:p>
            <a:pPr marL="154940">
              <a:lnSpc>
                <a:spcPct val="100000"/>
              </a:lnSpc>
              <a:spcBef>
                <a:spcPts val="190"/>
              </a:spcBef>
            </a:pP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--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region</a:t>
            </a:r>
            <a:r>
              <a:rPr sz="900" spc="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ap-southeast-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r>
              <a:rPr sz="900" spc="5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Calibri"/>
                <a:cs typeface="Calibri"/>
              </a:rPr>
              <a:t>\</a:t>
            </a:r>
            <a:endParaRPr sz="900">
              <a:latin typeface="Calibri"/>
              <a:cs typeface="Calibri"/>
            </a:endParaRPr>
          </a:p>
          <a:p>
            <a:pPr marL="154940">
              <a:lnSpc>
                <a:spcPct val="100000"/>
              </a:lnSpc>
              <a:spcBef>
                <a:spcPts val="180"/>
              </a:spcBef>
            </a:pP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--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create-bucket-configuration</a:t>
            </a:r>
            <a:r>
              <a:rPr sz="900" spc="38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LocationConstraint=ap-southeast-</a:t>
            </a:r>
            <a:r>
              <a:rPr sz="900" spc="-50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900">
              <a:latin typeface="Calibri"/>
              <a:cs typeface="Calibri"/>
            </a:endParaRPr>
          </a:p>
          <a:p>
            <a:pPr marR="3463290" algn="ctr">
              <a:lnSpc>
                <a:spcPct val="100000"/>
              </a:lnSpc>
              <a:spcBef>
                <a:spcPts val="5"/>
              </a:spcBef>
            </a:pP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aws</a:t>
            </a:r>
            <a:r>
              <a:rPr sz="900" spc="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s3api</a:t>
            </a:r>
            <a:r>
              <a:rPr sz="900" spc="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put-bucket-versioning</a:t>
            </a:r>
            <a:r>
              <a:rPr sz="900" spc="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Calibri"/>
                <a:cs typeface="Calibri"/>
              </a:rPr>
              <a:t>\</a:t>
            </a:r>
            <a:endParaRPr sz="900">
              <a:latin typeface="Calibri"/>
              <a:cs typeface="Calibri"/>
            </a:endParaRPr>
          </a:p>
          <a:p>
            <a:pPr marR="3480435" algn="ctr">
              <a:lnSpc>
                <a:spcPct val="100000"/>
              </a:lnSpc>
              <a:spcBef>
                <a:spcPts val="180"/>
              </a:spcBef>
            </a:pP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--bucket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nama-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bucket-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unik</a:t>
            </a:r>
            <a:r>
              <a:rPr sz="900" spc="-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Calibri"/>
                <a:cs typeface="Calibri"/>
              </a:rPr>
              <a:t>\</a:t>
            </a:r>
            <a:endParaRPr sz="900">
              <a:latin typeface="Calibri"/>
              <a:cs typeface="Calibri"/>
            </a:endParaRPr>
          </a:p>
          <a:p>
            <a:pPr marR="2852420" algn="ctr">
              <a:lnSpc>
                <a:spcPct val="100000"/>
              </a:lnSpc>
              <a:spcBef>
                <a:spcPts val="200"/>
              </a:spcBef>
            </a:pP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--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versioning-configuration</a:t>
            </a:r>
            <a:r>
              <a:rPr sz="900" spc="10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Status=Enabled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xfrm>
            <a:off x="5467350" y="2974975"/>
            <a:ext cx="298450" cy="1285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865"/>
              </a:lnSpc>
            </a:pPr>
            <a:fld id="{81D60167-4931-47E6-BA6A-407CBD079E47}" type="slidenum">
              <a:rPr spc="-10" dirty="0"/>
              <a:t>22</a:t>
            </a:fld>
            <a:r>
              <a:rPr spc="-10" dirty="0"/>
              <a:t>/35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540" y="0"/>
            <a:ext cx="5764530" cy="3239770"/>
            <a:chOff x="-2540" y="0"/>
            <a:chExt cx="5764530" cy="3239770"/>
          </a:xfrm>
        </p:grpSpPr>
        <p:sp>
          <p:nvSpPr>
            <p:cNvPr id="3" name="object 3"/>
            <p:cNvSpPr/>
            <p:nvPr/>
          </p:nvSpPr>
          <p:spPr>
            <a:xfrm>
              <a:off x="0" y="378459"/>
              <a:ext cx="5759450" cy="0"/>
            </a:xfrm>
            <a:custGeom>
              <a:avLst/>
              <a:gdLst/>
              <a:ahLst/>
              <a:cxnLst/>
              <a:rect l="l" t="t" r="r" b="b"/>
              <a:pathLst>
                <a:path w="5759450">
                  <a:moveTo>
                    <a:pt x="0" y="0"/>
                  </a:moveTo>
                  <a:lnTo>
                    <a:pt x="5759450" y="0"/>
                  </a:lnTo>
                </a:path>
              </a:pathLst>
            </a:custGeom>
            <a:ln w="5054">
              <a:solidFill>
                <a:srgbClr val="D5C5B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375919"/>
              <a:ext cx="5759450" cy="9525"/>
            </a:xfrm>
            <a:custGeom>
              <a:avLst/>
              <a:gdLst/>
              <a:ahLst/>
              <a:cxnLst/>
              <a:rect l="l" t="t" r="r" b="b"/>
              <a:pathLst>
                <a:path w="5759450" h="9525">
                  <a:moveTo>
                    <a:pt x="5759450" y="0"/>
                  </a:moveTo>
                  <a:lnTo>
                    <a:pt x="0" y="0"/>
                  </a:lnTo>
                  <a:lnTo>
                    <a:pt x="0" y="9143"/>
                  </a:lnTo>
                  <a:lnTo>
                    <a:pt x="5759450" y="9143"/>
                  </a:lnTo>
                  <a:lnTo>
                    <a:pt x="5759450" y="0"/>
                  </a:lnTo>
                  <a:close/>
                </a:path>
              </a:pathLst>
            </a:custGeom>
            <a:solidFill>
              <a:srgbClr val="D5C5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37820" y="1539620"/>
            <a:ext cx="58864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22373A"/>
                </a:solidFill>
                <a:latin typeface="Calibri"/>
                <a:cs typeface="Calibri"/>
              </a:rPr>
              <a:t>Inventory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32232" y="1808352"/>
            <a:ext cx="2724785" cy="314325"/>
          </a:xfrm>
          <a:custGeom>
            <a:avLst/>
            <a:gdLst/>
            <a:ahLst/>
            <a:cxnLst/>
            <a:rect l="l" t="t" r="r" b="b"/>
            <a:pathLst>
              <a:path w="2724785" h="314325">
                <a:moveTo>
                  <a:pt x="2724277" y="156997"/>
                </a:moveTo>
                <a:lnTo>
                  <a:pt x="0" y="156997"/>
                </a:lnTo>
                <a:lnTo>
                  <a:pt x="0" y="313969"/>
                </a:lnTo>
                <a:lnTo>
                  <a:pt x="2724277" y="313969"/>
                </a:lnTo>
                <a:lnTo>
                  <a:pt x="2724277" y="156997"/>
                </a:lnTo>
                <a:close/>
              </a:path>
              <a:path w="2724785" h="314325">
                <a:moveTo>
                  <a:pt x="2724277" y="0"/>
                </a:moveTo>
                <a:lnTo>
                  <a:pt x="0" y="0"/>
                </a:lnTo>
                <a:lnTo>
                  <a:pt x="0" y="156972"/>
                </a:lnTo>
                <a:lnTo>
                  <a:pt x="2724277" y="156972"/>
                </a:lnTo>
                <a:lnTo>
                  <a:pt x="2724277" y="0"/>
                </a:lnTo>
                <a:close/>
              </a:path>
            </a:pathLst>
          </a:custGeom>
          <a:solidFill>
            <a:srgbClr val="F5F6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30708" y="1806829"/>
            <a:ext cx="2727325" cy="317500"/>
          </a:xfrm>
          <a:prstGeom prst="rect">
            <a:avLst/>
          </a:prstGeom>
          <a:ln w="3175">
            <a:solidFill>
              <a:srgbClr val="DCDFE3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055"/>
              </a:lnSpc>
            </a:pP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aws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ec2 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describe-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instances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--output table</a:t>
            </a:r>
            <a:r>
              <a:rPr sz="900" spc="-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aws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Calibri"/>
                <a:cs typeface="Calibri"/>
              </a:rPr>
              <a:t>ec2</a:t>
            </a:r>
            <a:endParaRPr sz="900">
              <a:latin typeface="Calibri"/>
              <a:cs typeface="Calibri"/>
            </a:endParaRPr>
          </a:p>
          <a:p>
            <a:pPr marL="25400">
              <a:lnSpc>
                <a:spcPct val="100000"/>
              </a:lnSpc>
              <a:spcBef>
                <a:spcPts val="155"/>
              </a:spcBef>
            </a:pP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describe-instance-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status</a:t>
            </a:r>
            <a:r>
              <a:rPr sz="900" spc="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--output</a:t>
            </a:r>
            <a:r>
              <a:rPr sz="900" spc="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table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75919"/>
            <a:ext cx="3403600" cy="8255"/>
          </a:xfrm>
          <a:custGeom>
            <a:avLst/>
            <a:gdLst/>
            <a:ahLst/>
            <a:cxnLst/>
            <a:rect l="l" t="t" r="r" b="b"/>
            <a:pathLst>
              <a:path w="3403600" h="8254">
                <a:moveTo>
                  <a:pt x="3403600" y="0"/>
                </a:moveTo>
                <a:lnTo>
                  <a:pt x="0" y="0"/>
                </a:lnTo>
                <a:lnTo>
                  <a:pt x="0" y="8001"/>
                </a:lnTo>
                <a:lnTo>
                  <a:pt x="3403600" y="8001"/>
                </a:lnTo>
                <a:lnTo>
                  <a:pt x="3403600" y="0"/>
                </a:lnTo>
                <a:close/>
              </a:path>
            </a:pathLst>
          </a:custGeom>
          <a:solidFill>
            <a:srgbClr val="EB811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xfrm>
            <a:off x="5467350" y="2974975"/>
            <a:ext cx="298450" cy="1285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865"/>
              </a:lnSpc>
            </a:pPr>
            <a:fld id="{81D60167-4931-47E6-BA6A-407CBD079E47}" type="slidenum">
              <a:rPr spc="-10" dirty="0"/>
              <a:t>23</a:t>
            </a:fld>
            <a:r>
              <a:rPr spc="-10" dirty="0"/>
              <a:t>/35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540" y="0"/>
            <a:ext cx="5764530" cy="3239770"/>
            <a:chOff x="-2540" y="0"/>
            <a:chExt cx="5764530" cy="3239770"/>
          </a:xfrm>
        </p:grpSpPr>
        <p:sp>
          <p:nvSpPr>
            <p:cNvPr id="3" name="object 3"/>
            <p:cNvSpPr/>
            <p:nvPr/>
          </p:nvSpPr>
          <p:spPr>
            <a:xfrm>
              <a:off x="0" y="378459"/>
              <a:ext cx="5759450" cy="0"/>
            </a:xfrm>
            <a:custGeom>
              <a:avLst/>
              <a:gdLst/>
              <a:ahLst/>
              <a:cxnLst/>
              <a:rect l="l" t="t" r="r" b="b"/>
              <a:pathLst>
                <a:path w="5759450">
                  <a:moveTo>
                    <a:pt x="0" y="0"/>
                  </a:moveTo>
                  <a:lnTo>
                    <a:pt x="5759450" y="0"/>
                  </a:lnTo>
                </a:path>
              </a:pathLst>
            </a:custGeom>
            <a:ln w="5054">
              <a:solidFill>
                <a:srgbClr val="D5C5B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375919"/>
              <a:ext cx="5759450" cy="9525"/>
            </a:xfrm>
            <a:custGeom>
              <a:avLst/>
              <a:gdLst/>
              <a:ahLst/>
              <a:cxnLst/>
              <a:rect l="l" t="t" r="r" b="b"/>
              <a:pathLst>
                <a:path w="5759450" h="9525">
                  <a:moveTo>
                    <a:pt x="5759450" y="0"/>
                  </a:moveTo>
                  <a:lnTo>
                    <a:pt x="0" y="0"/>
                  </a:lnTo>
                  <a:lnTo>
                    <a:pt x="0" y="9143"/>
                  </a:lnTo>
                  <a:lnTo>
                    <a:pt x="5759450" y="9143"/>
                  </a:lnTo>
                  <a:lnTo>
                    <a:pt x="5759450" y="0"/>
                  </a:lnTo>
                  <a:close/>
                </a:path>
              </a:pathLst>
            </a:custGeom>
            <a:solidFill>
              <a:srgbClr val="D5C5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Lifecycle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xfrm>
            <a:off x="5467350" y="2974975"/>
            <a:ext cx="298450" cy="1285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865"/>
              </a:lnSpc>
            </a:pPr>
            <a:fld id="{81D60167-4931-47E6-BA6A-407CBD079E47}" type="slidenum">
              <a:rPr spc="-10" dirty="0"/>
              <a:t>24</a:t>
            </a:fld>
            <a:r>
              <a:rPr spc="-10" dirty="0"/>
              <a:t>/35</a:t>
            </a:r>
          </a:p>
        </p:txBody>
      </p:sp>
      <p:sp>
        <p:nvSpPr>
          <p:cNvPr id="6" name="object 6"/>
          <p:cNvSpPr/>
          <p:nvPr/>
        </p:nvSpPr>
        <p:spPr>
          <a:xfrm>
            <a:off x="332232" y="1175638"/>
            <a:ext cx="3692525" cy="626745"/>
          </a:xfrm>
          <a:custGeom>
            <a:avLst/>
            <a:gdLst/>
            <a:ahLst/>
            <a:cxnLst/>
            <a:rect l="l" t="t" r="r" b="b"/>
            <a:pathLst>
              <a:path w="3692525" h="626744">
                <a:moveTo>
                  <a:pt x="3692017" y="0"/>
                </a:moveTo>
                <a:lnTo>
                  <a:pt x="0" y="0"/>
                </a:lnTo>
                <a:lnTo>
                  <a:pt x="0" y="156972"/>
                </a:lnTo>
                <a:lnTo>
                  <a:pt x="0" y="312369"/>
                </a:lnTo>
                <a:lnTo>
                  <a:pt x="0" y="469646"/>
                </a:lnTo>
                <a:lnTo>
                  <a:pt x="0" y="626618"/>
                </a:lnTo>
                <a:lnTo>
                  <a:pt x="3692017" y="626618"/>
                </a:lnTo>
                <a:lnTo>
                  <a:pt x="3692017" y="469646"/>
                </a:lnTo>
                <a:lnTo>
                  <a:pt x="3692017" y="312420"/>
                </a:lnTo>
                <a:lnTo>
                  <a:pt x="3692017" y="156972"/>
                </a:lnTo>
                <a:lnTo>
                  <a:pt x="3692017" y="0"/>
                </a:lnTo>
                <a:close/>
              </a:path>
            </a:pathLst>
          </a:custGeom>
          <a:solidFill>
            <a:srgbClr val="F5F6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30708" y="1174114"/>
            <a:ext cx="3695065" cy="629920"/>
          </a:xfrm>
          <a:prstGeom prst="rect">
            <a:avLst/>
          </a:prstGeom>
          <a:ln w="3175">
            <a:solidFill>
              <a:srgbClr val="DCDFE3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055"/>
              </a:lnSpc>
            </a:pP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aws</a:t>
            </a:r>
            <a:r>
              <a:rPr sz="900" spc="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ec2</a:t>
            </a:r>
            <a:r>
              <a:rPr sz="900" spc="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start-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instances</a:t>
            </a:r>
            <a:r>
              <a:rPr sz="900" spc="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--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instance-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ids</a:t>
            </a:r>
            <a:r>
              <a:rPr sz="900" spc="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i-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xxxxxxxxxxxxxxxxx</a:t>
            </a:r>
            <a:r>
              <a:rPr sz="900" spc="-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aws</a:t>
            </a:r>
            <a:r>
              <a:rPr sz="900" spc="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ec2</a:t>
            </a:r>
            <a:r>
              <a:rPr sz="900" spc="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Calibri"/>
                <a:cs typeface="Calibri"/>
              </a:rPr>
              <a:t>stop-</a:t>
            </a:r>
            <a:endParaRPr sz="900">
              <a:latin typeface="Calibri"/>
              <a:cs typeface="Calibri"/>
            </a:endParaRPr>
          </a:p>
          <a:p>
            <a:pPr marL="25400" marR="93980">
              <a:lnSpc>
                <a:spcPts val="1230"/>
              </a:lnSpc>
              <a:spcBef>
                <a:spcPts val="60"/>
              </a:spcBef>
            </a:pP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instances --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instance-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ids</a:t>
            </a:r>
            <a:r>
              <a:rPr sz="900" spc="-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i-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xxxxxxxxxxxxxxxxx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aws</a:t>
            </a:r>
            <a:r>
              <a:rPr sz="900" spc="-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ec2 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terminate-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instances -</a:t>
            </a:r>
            <a:r>
              <a:rPr sz="900" spc="-50" dirty="0">
                <a:solidFill>
                  <a:srgbClr val="22373A"/>
                </a:solidFill>
                <a:latin typeface="Calibri"/>
                <a:cs typeface="Calibri"/>
              </a:rPr>
              <a:t>-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instance-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ids</a:t>
            </a:r>
            <a:r>
              <a:rPr sz="900" spc="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i-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xxxxxxxxxxxxxxxxx</a:t>
            </a:r>
            <a:r>
              <a:rPr sz="900" spc="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aws</a:t>
            </a:r>
            <a:r>
              <a:rPr sz="900" spc="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ec2</a:t>
            </a:r>
            <a:r>
              <a:rPr sz="900" spc="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wait</a:t>
            </a:r>
            <a:r>
              <a:rPr sz="900" spc="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instance-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running</a:t>
            </a:r>
            <a:r>
              <a:rPr sz="900" spc="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--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instance-</a:t>
            </a:r>
            <a:r>
              <a:rPr sz="900" spc="-25" dirty="0">
                <a:solidFill>
                  <a:srgbClr val="22373A"/>
                </a:solidFill>
                <a:latin typeface="Calibri"/>
                <a:cs typeface="Calibri"/>
              </a:rPr>
              <a:t>ids</a:t>
            </a:r>
            <a:endParaRPr sz="900">
              <a:latin typeface="Calibri"/>
              <a:cs typeface="Calibri"/>
            </a:endParaRPr>
          </a:p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i-xxxxxxxxxxxxxxxxx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75919"/>
            <a:ext cx="5759450" cy="9525"/>
          </a:xfrm>
          <a:custGeom>
            <a:avLst/>
            <a:gdLst/>
            <a:ahLst/>
            <a:cxnLst/>
            <a:rect l="l" t="t" r="r" b="b"/>
            <a:pathLst>
              <a:path w="5759450" h="9525">
                <a:moveTo>
                  <a:pt x="5759450" y="0"/>
                </a:moveTo>
                <a:lnTo>
                  <a:pt x="0" y="0"/>
                </a:lnTo>
                <a:lnTo>
                  <a:pt x="0" y="9143"/>
                </a:lnTo>
                <a:lnTo>
                  <a:pt x="5759450" y="9143"/>
                </a:lnTo>
                <a:lnTo>
                  <a:pt x="5759450" y="0"/>
                </a:lnTo>
                <a:close/>
              </a:path>
            </a:pathLst>
          </a:custGeom>
          <a:solidFill>
            <a:srgbClr val="D5C5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21563" y="1237360"/>
            <a:ext cx="5123815" cy="1529080"/>
          </a:xfrm>
          <a:prstGeom prst="rect">
            <a:avLst/>
          </a:prstGeom>
          <a:solidFill>
            <a:srgbClr val="F5F6F8"/>
          </a:solidFill>
          <a:ln w="3175">
            <a:solidFill>
              <a:srgbClr val="DCDFE3"/>
            </a:solidFill>
          </a:ln>
        </p:spPr>
        <p:txBody>
          <a:bodyPr vert="horz" wrap="square" lIns="0" tIns="16510" rIns="0" bIns="0" rtlCol="0">
            <a:spAutoFit/>
          </a:bodyPr>
          <a:lstStyle/>
          <a:p>
            <a:pPr marL="40640" marR="2385695">
              <a:lnSpc>
                <a:spcPct val="117100"/>
              </a:lnSpc>
              <a:spcBef>
                <a:spcPts val="130"/>
              </a:spcBef>
            </a:pP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aws</a:t>
            </a:r>
            <a:r>
              <a:rPr sz="900" spc="-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ec2 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describe-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vpcs</a:t>
            </a:r>
            <a:r>
              <a:rPr sz="900" spc="-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--output table</a:t>
            </a:r>
            <a:r>
              <a:rPr sz="900" spc="-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aws</a:t>
            </a:r>
            <a:r>
              <a:rPr sz="900" spc="-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ec2 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describe-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subnets</a:t>
            </a:r>
            <a:r>
              <a:rPr sz="900" spc="-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--output table</a:t>
            </a:r>
            <a:r>
              <a:rPr sz="900" spc="-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aws</a:t>
            </a:r>
            <a:r>
              <a:rPr sz="900" spc="-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ec2 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describe-route-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tables</a:t>
            </a:r>
            <a:r>
              <a:rPr sz="900" spc="-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-</a:t>
            </a:r>
            <a:r>
              <a:rPr sz="900" spc="-50" dirty="0">
                <a:solidFill>
                  <a:srgbClr val="22373A"/>
                </a:solidFill>
                <a:latin typeface="Calibri"/>
                <a:cs typeface="Calibri"/>
              </a:rPr>
              <a:t>-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output table aws ec2</a:t>
            </a:r>
            <a:r>
              <a:rPr sz="900" spc="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describe-internet-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gateways --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output</a:t>
            </a:r>
            <a:r>
              <a:rPr sz="900" spc="5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table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900">
              <a:latin typeface="Calibri"/>
              <a:cs typeface="Calibri"/>
            </a:endParaRPr>
          </a:p>
          <a:p>
            <a:pPr marL="40640">
              <a:lnSpc>
                <a:spcPct val="100000"/>
              </a:lnSpc>
            </a:pP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aws</a:t>
            </a:r>
            <a:r>
              <a:rPr sz="900" spc="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ec2</a:t>
            </a:r>
            <a:r>
              <a:rPr sz="900" spc="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describe-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subnets</a:t>
            </a:r>
            <a:r>
              <a:rPr sz="900" spc="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Calibri"/>
                <a:cs typeface="Calibri"/>
              </a:rPr>
              <a:t>\</a:t>
            </a:r>
            <a:endParaRPr sz="900">
              <a:latin typeface="Calibri"/>
              <a:cs typeface="Calibri"/>
            </a:endParaRPr>
          </a:p>
          <a:p>
            <a:pPr marL="562610">
              <a:lnSpc>
                <a:spcPct val="100000"/>
              </a:lnSpc>
              <a:spcBef>
                <a:spcPts val="180"/>
              </a:spcBef>
            </a:pP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--query</a:t>
            </a:r>
            <a:r>
              <a:rPr sz="900" spc="-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"Subnets[].{SubnetId:SubnetId,VpcId:VpcId,CIDR:CidrBlock,AZ:AvailabilityZone}"</a:t>
            </a:r>
            <a:endParaRPr sz="900">
              <a:latin typeface="Calibri"/>
              <a:cs typeface="Calibri"/>
            </a:endParaRPr>
          </a:p>
          <a:p>
            <a:pPr marL="350520">
              <a:lnSpc>
                <a:spcPct val="100000"/>
              </a:lnSpc>
              <a:spcBef>
                <a:spcPts val="195"/>
              </a:spcBef>
            </a:pPr>
            <a:r>
              <a:rPr sz="900" spc="-50" dirty="0">
                <a:solidFill>
                  <a:srgbClr val="22373A"/>
                </a:solidFill>
                <a:latin typeface="Calibri"/>
                <a:cs typeface="Calibri"/>
              </a:rPr>
              <a:t>\</a:t>
            </a:r>
            <a:endParaRPr sz="900">
              <a:latin typeface="Calibri"/>
              <a:cs typeface="Calibri"/>
            </a:endParaRPr>
          </a:p>
          <a:p>
            <a:pPr marL="154940">
              <a:lnSpc>
                <a:spcPct val="100000"/>
              </a:lnSpc>
              <a:spcBef>
                <a:spcPts val="190"/>
              </a:spcBef>
            </a:pP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--output</a:t>
            </a:r>
            <a:r>
              <a:rPr sz="900" spc="-5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table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75678"/>
            <a:ext cx="5759450" cy="8255"/>
            <a:chOff x="0" y="375678"/>
            <a:chExt cx="5759450" cy="8255"/>
          </a:xfrm>
        </p:grpSpPr>
        <p:sp>
          <p:nvSpPr>
            <p:cNvPr id="5" name="object 5"/>
            <p:cNvSpPr/>
            <p:nvPr/>
          </p:nvSpPr>
          <p:spPr>
            <a:xfrm>
              <a:off x="0" y="378205"/>
              <a:ext cx="5759450" cy="0"/>
            </a:xfrm>
            <a:custGeom>
              <a:avLst/>
              <a:gdLst/>
              <a:ahLst/>
              <a:cxnLst/>
              <a:rect l="l" t="t" r="r" b="b"/>
              <a:pathLst>
                <a:path w="5759450">
                  <a:moveTo>
                    <a:pt x="0" y="0"/>
                  </a:moveTo>
                  <a:lnTo>
                    <a:pt x="5759450" y="0"/>
                  </a:lnTo>
                </a:path>
              </a:pathLst>
            </a:custGeom>
            <a:ln w="5054">
              <a:solidFill>
                <a:srgbClr val="D5C5B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75919"/>
              <a:ext cx="3665220" cy="8255"/>
            </a:xfrm>
            <a:custGeom>
              <a:avLst/>
              <a:gdLst/>
              <a:ahLst/>
              <a:cxnLst/>
              <a:rect l="l" t="t" r="r" b="b"/>
              <a:pathLst>
                <a:path w="3665220" h="8254">
                  <a:moveTo>
                    <a:pt x="3665220" y="0"/>
                  </a:moveTo>
                  <a:lnTo>
                    <a:pt x="0" y="0"/>
                  </a:lnTo>
                  <a:lnTo>
                    <a:pt x="0" y="8001"/>
                  </a:lnTo>
                  <a:lnTo>
                    <a:pt x="3665220" y="8001"/>
                  </a:lnTo>
                  <a:lnTo>
                    <a:pt x="3665220" y="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xfrm>
            <a:off x="5467350" y="2974975"/>
            <a:ext cx="298450" cy="1285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865"/>
              </a:lnSpc>
            </a:pPr>
            <a:fld id="{81D60167-4931-47E6-BA6A-407CBD079E47}" type="slidenum">
              <a:rPr spc="-10" dirty="0"/>
              <a:t>25</a:t>
            </a:fld>
            <a:r>
              <a:rPr spc="-10" dirty="0"/>
              <a:t>/35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75919"/>
            <a:ext cx="5759450" cy="9525"/>
          </a:xfrm>
          <a:custGeom>
            <a:avLst/>
            <a:gdLst/>
            <a:ahLst/>
            <a:cxnLst/>
            <a:rect l="l" t="t" r="r" b="b"/>
            <a:pathLst>
              <a:path w="5759450" h="9525">
                <a:moveTo>
                  <a:pt x="5759450" y="0"/>
                </a:moveTo>
                <a:lnTo>
                  <a:pt x="0" y="0"/>
                </a:lnTo>
                <a:lnTo>
                  <a:pt x="0" y="9143"/>
                </a:lnTo>
                <a:lnTo>
                  <a:pt x="5759450" y="9143"/>
                </a:lnTo>
                <a:lnTo>
                  <a:pt x="5759450" y="0"/>
                </a:lnTo>
                <a:close/>
              </a:path>
            </a:pathLst>
          </a:custGeom>
          <a:solidFill>
            <a:srgbClr val="D5C5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21563" y="1237360"/>
            <a:ext cx="5123815" cy="1048385"/>
          </a:xfrm>
          <a:prstGeom prst="rect">
            <a:avLst/>
          </a:prstGeom>
          <a:solidFill>
            <a:srgbClr val="F5F6F8"/>
          </a:solidFill>
          <a:ln w="3175">
            <a:solidFill>
              <a:srgbClr val="DCDFE3"/>
            </a:solidFill>
          </a:ln>
        </p:spPr>
        <p:txBody>
          <a:bodyPr vert="horz" wrap="square" lIns="0" tIns="100965" rIns="0" bIns="0" rtlCol="0">
            <a:spAutoFit/>
          </a:bodyPr>
          <a:lstStyle/>
          <a:p>
            <a:pPr marL="40640" marR="2336800">
              <a:lnSpc>
                <a:spcPct val="118000"/>
              </a:lnSpc>
              <a:spcBef>
                <a:spcPts val="795"/>
              </a:spcBef>
            </a:pP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aws</a:t>
            </a:r>
            <a:r>
              <a:rPr sz="900" spc="-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iam</a:t>
            </a:r>
            <a:r>
              <a:rPr sz="900" spc="-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list-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users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--output</a:t>
            </a:r>
            <a:r>
              <a:rPr sz="900" spc="-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table</a:t>
            </a:r>
            <a:r>
              <a:rPr sz="900" spc="-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aws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iam</a:t>
            </a:r>
            <a:r>
              <a:rPr sz="900" spc="-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list-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roles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--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output</a:t>
            </a:r>
            <a:r>
              <a:rPr sz="900" spc="5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table</a:t>
            </a:r>
            <a:r>
              <a:rPr sz="900" spc="-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aws</a:t>
            </a:r>
            <a:r>
              <a:rPr sz="900" spc="-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iam</a:t>
            </a:r>
            <a:r>
              <a:rPr sz="900" spc="-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list-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policies</a:t>
            </a:r>
            <a:r>
              <a:rPr sz="900" spc="-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--scope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Local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-</a:t>
            </a:r>
            <a:r>
              <a:rPr sz="900" spc="-15" dirty="0">
                <a:solidFill>
                  <a:srgbClr val="22373A"/>
                </a:solidFill>
                <a:latin typeface="Calibri"/>
                <a:cs typeface="Calibri"/>
              </a:rPr>
              <a:t>-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output</a:t>
            </a:r>
            <a:r>
              <a:rPr sz="900" spc="-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Calibri"/>
                <a:cs typeface="Calibri"/>
              </a:rPr>
              <a:t>table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900">
              <a:latin typeface="Calibri"/>
              <a:cs typeface="Calibri"/>
            </a:endParaRPr>
          </a:p>
          <a:p>
            <a:pPr marL="40640" marR="1254125">
              <a:lnSpc>
                <a:spcPct val="110000"/>
              </a:lnSpc>
            </a:pP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aws</a:t>
            </a:r>
            <a:r>
              <a:rPr sz="900" spc="-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iam 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list-attached-user-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policies --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user-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name &lt;user&gt;</a:t>
            </a:r>
            <a:r>
              <a:rPr sz="900" spc="-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--output table</a:t>
            </a:r>
            <a:r>
              <a:rPr sz="900" spc="-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aws</a:t>
            </a:r>
            <a:r>
              <a:rPr sz="900" spc="-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iam 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list-attached-role-policies</a:t>
            </a:r>
            <a:r>
              <a:rPr sz="900" spc="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--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role-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name</a:t>
            </a:r>
            <a:r>
              <a:rPr sz="900" spc="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&lt;role&gt;</a:t>
            </a:r>
            <a:r>
              <a:rPr sz="900" spc="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--output</a:t>
            </a:r>
            <a:r>
              <a:rPr sz="900" spc="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Calibri"/>
                <a:cs typeface="Calibri"/>
              </a:rPr>
              <a:t>table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75678"/>
            <a:ext cx="5759450" cy="8255"/>
            <a:chOff x="0" y="375678"/>
            <a:chExt cx="5759450" cy="8255"/>
          </a:xfrm>
        </p:grpSpPr>
        <p:sp>
          <p:nvSpPr>
            <p:cNvPr id="5" name="object 5"/>
            <p:cNvSpPr/>
            <p:nvPr/>
          </p:nvSpPr>
          <p:spPr>
            <a:xfrm>
              <a:off x="0" y="378205"/>
              <a:ext cx="5759450" cy="0"/>
            </a:xfrm>
            <a:custGeom>
              <a:avLst/>
              <a:gdLst/>
              <a:ahLst/>
              <a:cxnLst/>
              <a:rect l="l" t="t" r="r" b="b"/>
              <a:pathLst>
                <a:path w="5759450">
                  <a:moveTo>
                    <a:pt x="0" y="0"/>
                  </a:moveTo>
                  <a:lnTo>
                    <a:pt x="5759450" y="0"/>
                  </a:lnTo>
                </a:path>
              </a:pathLst>
            </a:custGeom>
            <a:ln w="5054">
              <a:solidFill>
                <a:srgbClr val="D5C5B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75919"/>
              <a:ext cx="3927475" cy="8255"/>
            </a:xfrm>
            <a:custGeom>
              <a:avLst/>
              <a:gdLst/>
              <a:ahLst/>
              <a:cxnLst/>
              <a:rect l="l" t="t" r="r" b="b"/>
              <a:pathLst>
                <a:path w="3927475" h="8254">
                  <a:moveTo>
                    <a:pt x="3926966" y="0"/>
                  </a:moveTo>
                  <a:lnTo>
                    <a:pt x="0" y="0"/>
                  </a:lnTo>
                  <a:lnTo>
                    <a:pt x="0" y="8001"/>
                  </a:lnTo>
                  <a:lnTo>
                    <a:pt x="3926966" y="8001"/>
                  </a:lnTo>
                  <a:lnTo>
                    <a:pt x="3926966" y="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xfrm>
            <a:off x="5467350" y="2974975"/>
            <a:ext cx="298450" cy="1285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865"/>
              </a:lnSpc>
            </a:pPr>
            <a:fld id="{81D60167-4931-47E6-BA6A-407CBD079E47}" type="slidenum">
              <a:rPr spc="-10" dirty="0"/>
              <a:t>26</a:t>
            </a:fld>
            <a:r>
              <a:rPr spc="-10" dirty="0"/>
              <a:t>/35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75919"/>
            <a:ext cx="5759450" cy="9525"/>
          </a:xfrm>
          <a:custGeom>
            <a:avLst/>
            <a:gdLst/>
            <a:ahLst/>
            <a:cxnLst/>
            <a:rect l="l" t="t" r="r" b="b"/>
            <a:pathLst>
              <a:path w="5759450" h="9525">
                <a:moveTo>
                  <a:pt x="5759450" y="0"/>
                </a:moveTo>
                <a:lnTo>
                  <a:pt x="0" y="0"/>
                </a:lnTo>
                <a:lnTo>
                  <a:pt x="0" y="9143"/>
                </a:lnTo>
                <a:lnTo>
                  <a:pt x="5759450" y="9143"/>
                </a:lnTo>
                <a:lnTo>
                  <a:pt x="5759450" y="0"/>
                </a:lnTo>
                <a:close/>
              </a:path>
            </a:pathLst>
          </a:custGeom>
          <a:solidFill>
            <a:srgbClr val="D5C5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21563" y="1237360"/>
            <a:ext cx="5123815" cy="1368425"/>
          </a:xfrm>
          <a:prstGeom prst="rect">
            <a:avLst/>
          </a:prstGeom>
          <a:solidFill>
            <a:srgbClr val="F5F6F8"/>
          </a:solidFill>
          <a:ln w="3175">
            <a:solidFill>
              <a:srgbClr val="DCDFE3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40640" marR="2643505">
              <a:lnSpc>
                <a:spcPct val="116900"/>
              </a:lnSpc>
              <a:spcBef>
                <a:spcPts val="135"/>
              </a:spcBef>
            </a:pP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aws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logs</a:t>
            </a:r>
            <a:r>
              <a:rPr sz="900" spc="-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describe-log-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groups</a:t>
            </a:r>
            <a:r>
              <a:rPr sz="900" spc="-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--output table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aws</a:t>
            </a:r>
            <a:r>
              <a:rPr sz="900" spc="-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Calibri"/>
                <a:cs typeface="Calibri"/>
              </a:rPr>
              <a:t>logs</a:t>
            </a:r>
            <a:r>
              <a:rPr sz="900" spc="50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describe-log-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streams</a:t>
            </a:r>
            <a:r>
              <a:rPr sz="900" spc="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Calibri"/>
                <a:cs typeface="Calibri"/>
              </a:rPr>
              <a:t>\</a:t>
            </a:r>
            <a:endParaRPr sz="900">
              <a:latin typeface="Calibri"/>
              <a:cs typeface="Calibri"/>
            </a:endParaRPr>
          </a:p>
          <a:p>
            <a:pPr marL="154940">
              <a:lnSpc>
                <a:spcPct val="100000"/>
              </a:lnSpc>
              <a:spcBef>
                <a:spcPts val="180"/>
              </a:spcBef>
            </a:pP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--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log-group-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name</a:t>
            </a:r>
            <a:r>
              <a:rPr sz="900" spc="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"nama-log-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group"</a:t>
            </a:r>
            <a:r>
              <a:rPr sz="900" spc="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--output</a:t>
            </a:r>
            <a:r>
              <a:rPr sz="900" spc="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Calibri"/>
                <a:cs typeface="Calibri"/>
              </a:rPr>
              <a:t>table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900">
              <a:latin typeface="Calibri"/>
              <a:cs typeface="Calibri"/>
            </a:endParaRPr>
          </a:p>
          <a:p>
            <a:pPr marL="40640">
              <a:lnSpc>
                <a:spcPct val="100000"/>
              </a:lnSpc>
              <a:spcBef>
                <a:spcPts val="5"/>
              </a:spcBef>
            </a:pP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aws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logs</a:t>
            </a:r>
            <a:r>
              <a:rPr sz="900" spc="-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get-log-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events</a:t>
            </a:r>
            <a:r>
              <a:rPr sz="900" spc="-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Calibri"/>
                <a:cs typeface="Calibri"/>
              </a:rPr>
              <a:t>\</a:t>
            </a:r>
            <a:endParaRPr sz="900">
              <a:latin typeface="Calibri"/>
              <a:cs typeface="Calibri"/>
            </a:endParaRPr>
          </a:p>
          <a:p>
            <a:pPr marL="154940">
              <a:lnSpc>
                <a:spcPct val="100000"/>
              </a:lnSpc>
              <a:spcBef>
                <a:spcPts val="180"/>
              </a:spcBef>
            </a:pP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--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log-group-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name</a:t>
            </a:r>
            <a:r>
              <a:rPr sz="900" spc="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"nama-log-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group"</a:t>
            </a:r>
            <a:r>
              <a:rPr sz="900" spc="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Calibri"/>
                <a:cs typeface="Calibri"/>
              </a:rPr>
              <a:t>\</a:t>
            </a:r>
            <a:endParaRPr sz="900">
              <a:latin typeface="Calibri"/>
              <a:cs typeface="Calibri"/>
            </a:endParaRPr>
          </a:p>
          <a:p>
            <a:pPr marL="154940">
              <a:lnSpc>
                <a:spcPct val="100000"/>
              </a:lnSpc>
              <a:spcBef>
                <a:spcPts val="190"/>
              </a:spcBef>
            </a:pP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--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log-stream-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name</a:t>
            </a:r>
            <a:r>
              <a:rPr sz="900" spc="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"nama-log-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stream"</a:t>
            </a:r>
            <a:r>
              <a:rPr sz="900" spc="4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Calibri"/>
                <a:cs typeface="Calibri"/>
              </a:rPr>
              <a:t>\</a:t>
            </a:r>
            <a:endParaRPr sz="900">
              <a:latin typeface="Calibri"/>
              <a:cs typeface="Calibri"/>
            </a:endParaRPr>
          </a:p>
          <a:p>
            <a:pPr marL="154940">
              <a:lnSpc>
                <a:spcPct val="100000"/>
              </a:lnSpc>
              <a:spcBef>
                <a:spcPts val="195"/>
              </a:spcBef>
            </a:pP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--output</a:t>
            </a:r>
            <a:r>
              <a:rPr sz="900" spc="-5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table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75678"/>
            <a:ext cx="5759450" cy="8255"/>
            <a:chOff x="0" y="375678"/>
            <a:chExt cx="5759450" cy="8255"/>
          </a:xfrm>
        </p:grpSpPr>
        <p:sp>
          <p:nvSpPr>
            <p:cNvPr id="5" name="object 5"/>
            <p:cNvSpPr/>
            <p:nvPr/>
          </p:nvSpPr>
          <p:spPr>
            <a:xfrm>
              <a:off x="0" y="378205"/>
              <a:ext cx="5759450" cy="0"/>
            </a:xfrm>
            <a:custGeom>
              <a:avLst/>
              <a:gdLst/>
              <a:ahLst/>
              <a:cxnLst/>
              <a:rect l="l" t="t" r="r" b="b"/>
              <a:pathLst>
                <a:path w="5759450">
                  <a:moveTo>
                    <a:pt x="0" y="0"/>
                  </a:moveTo>
                  <a:lnTo>
                    <a:pt x="5759450" y="0"/>
                  </a:lnTo>
                </a:path>
              </a:pathLst>
            </a:custGeom>
            <a:ln w="5054">
              <a:solidFill>
                <a:srgbClr val="D5C5B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75919"/>
              <a:ext cx="4189095" cy="8255"/>
            </a:xfrm>
            <a:custGeom>
              <a:avLst/>
              <a:gdLst/>
              <a:ahLst/>
              <a:cxnLst/>
              <a:rect l="l" t="t" r="r" b="b"/>
              <a:pathLst>
                <a:path w="4189095" h="8254">
                  <a:moveTo>
                    <a:pt x="4188714" y="0"/>
                  </a:moveTo>
                  <a:lnTo>
                    <a:pt x="0" y="0"/>
                  </a:lnTo>
                  <a:lnTo>
                    <a:pt x="0" y="8001"/>
                  </a:lnTo>
                  <a:lnTo>
                    <a:pt x="4188714" y="8001"/>
                  </a:lnTo>
                  <a:lnTo>
                    <a:pt x="4188714" y="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xfrm>
            <a:off x="5467350" y="2974975"/>
            <a:ext cx="298450" cy="1285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865"/>
              </a:lnSpc>
            </a:pPr>
            <a:fld id="{81D60167-4931-47E6-BA6A-407CBD079E47}" type="slidenum">
              <a:rPr spc="-10" dirty="0"/>
              <a:t>27</a:t>
            </a:fld>
            <a:r>
              <a:rPr spc="-10" dirty="0"/>
              <a:t>/35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75919"/>
            <a:ext cx="5759450" cy="9525"/>
          </a:xfrm>
          <a:custGeom>
            <a:avLst/>
            <a:gdLst/>
            <a:ahLst/>
            <a:cxnLst/>
            <a:rect l="l" t="t" r="r" b="b"/>
            <a:pathLst>
              <a:path w="5759450" h="9525">
                <a:moveTo>
                  <a:pt x="5759450" y="0"/>
                </a:moveTo>
                <a:lnTo>
                  <a:pt x="0" y="0"/>
                </a:lnTo>
                <a:lnTo>
                  <a:pt x="0" y="9143"/>
                </a:lnTo>
                <a:lnTo>
                  <a:pt x="5759450" y="9143"/>
                </a:lnTo>
                <a:lnTo>
                  <a:pt x="5759450" y="0"/>
                </a:lnTo>
                <a:close/>
              </a:path>
            </a:pathLst>
          </a:custGeom>
          <a:solidFill>
            <a:srgbClr val="D5C5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44283" y="641501"/>
            <a:ext cx="204533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Set</a:t>
            </a:r>
            <a:r>
              <a:rPr spc="-30" dirty="0"/>
              <a:t> </a:t>
            </a:r>
            <a:r>
              <a:rPr dirty="0"/>
              <a:t>environment</a:t>
            </a:r>
            <a:r>
              <a:rPr spc="-25" dirty="0"/>
              <a:t> </a:t>
            </a:r>
            <a:r>
              <a:rPr dirty="0"/>
              <a:t>untuk</a:t>
            </a:r>
            <a:r>
              <a:rPr spc="-25" dirty="0"/>
              <a:t> </a:t>
            </a:r>
            <a:r>
              <a:rPr spc="-10" dirty="0"/>
              <a:t>konsistensi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xfrm>
            <a:off x="5467350" y="2974975"/>
            <a:ext cx="298450" cy="1285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865"/>
              </a:lnSpc>
            </a:pPr>
            <a:fld id="{81D60167-4931-47E6-BA6A-407CBD079E47}" type="slidenum">
              <a:rPr spc="-10" dirty="0"/>
              <a:t>28</a:t>
            </a:fld>
            <a:r>
              <a:rPr spc="-10" dirty="0"/>
              <a:t>/35</a:t>
            </a:r>
          </a:p>
        </p:txBody>
      </p:sp>
      <p:sp>
        <p:nvSpPr>
          <p:cNvPr id="4" name="object 4"/>
          <p:cNvSpPr/>
          <p:nvPr/>
        </p:nvSpPr>
        <p:spPr>
          <a:xfrm>
            <a:off x="357879" y="1170342"/>
            <a:ext cx="1869439" cy="314325"/>
          </a:xfrm>
          <a:custGeom>
            <a:avLst/>
            <a:gdLst/>
            <a:ahLst/>
            <a:cxnLst/>
            <a:rect l="l" t="t" r="r" b="b"/>
            <a:pathLst>
              <a:path w="1869439" h="314325">
                <a:moveTo>
                  <a:pt x="1869046" y="0"/>
                </a:moveTo>
                <a:lnTo>
                  <a:pt x="0" y="0"/>
                </a:lnTo>
                <a:lnTo>
                  <a:pt x="0" y="157276"/>
                </a:lnTo>
                <a:lnTo>
                  <a:pt x="0" y="314248"/>
                </a:lnTo>
                <a:lnTo>
                  <a:pt x="1869046" y="314248"/>
                </a:lnTo>
                <a:lnTo>
                  <a:pt x="1869046" y="157276"/>
                </a:lnTo>
                <a:lnTo>
                  <a:pt x="1869046" y="0"/>
                </a:lnTo>
                <a:close/>
              </a:path>
            </a:pathLst>
          </a:custGeom>
          <a:solidFill>
            <a:srgbClr val="F5F6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30708" y="1491106"/>
            <a:ext cx="1872614" cy="317500"/>
          </a:xfrm>
          <a:prstGeom prst="rect">
            <a:avLst/>
          </a:prstGeom>
          <a:ln w="3175">
            <a:solidFill>
              <a:srgbClr val="DCDFE3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060"/>
              </a:lnSpc>
            </a:pP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export</a:t>
            </a:r>
            <a:r>
              <a:rPr sz="900" spc="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AWS_PROFILE=dev</a:t>
            </a:r>
            <a:r>
              <a:rPr sz="900" spc="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export</a:t>
            </a:r>
            <a:endParaRPr sz="900">
              <a:latin typeface="Calibri"/>
              <a:cs typeface="Calibri"/>
            </a:endParaRPr>
          </a:p>
          <a:p>
            <a:pPr marL="25400">
              <a:lnSpc>
                <a:spcPct val="100000"/>
              </a:lnSpc>
              <a:spcBef>
                <a:spcPts val="155"/>
              </a:spcBef>
            </a:pP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AWS_REGION=ap-southeast-</a:t>
            </a:r>
            <a:r>
              <a:rPr sz="900" spc="-50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7820" y="1970938"/>
            <a:ext cx="267970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22373A"/>
                </a:solidFill>
                <a:latin typeface="Calibri"/>
                <a:cs typeface="Calibri"/>
              </a:rPr>
              <a:t>Contoh:</a:t>
            </a:r>
            <a:r>
              <a:rPr sz="1100" b="1" spc="-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2373A"/>
                </a:solidFill>
                <a:latin typeface="Calibri"/>
                <a:cs typeface="Calibri"/>
              </a:rPr>
              <a:t>list</a:t>
            </a:r>
            <a:r>
              <a:rPr sz="1100" b="1" spc="-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2373A"/>
                </a:solidFill>
                <a:latin typeface="Calibri"/>
                <a:cs typeface="Calibri"/>
              </a:rPr>
              <a:t>ID</a:t>
            </a:r>
            <a:r>
              <a:rPr sz="1100" b="1" spc="-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2373A"/>
                </a:solidFill>
                <a:latin typeface="Calibri"/>
                <a:cs typeface="Calibri"/>
              </a:rPr>
              <a:t>+</a:t>
            </a:r>
            <a:r>
              <a:rPr sz="1100" b="1" spc="-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2373A"/>
                </a:solidFill>
                <a:latin typeface="Calibri"/>
                <a:cs typeface="Calibri"/>
              </a:rPr>
              <a:t>status</a:t>
            </a:r>
            <a:r>
              <a:rPr sz="1100" b="1" spc="-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2373A"/>
                </a:solidFill>
                <a:latin typeface="Calibri"/>
                <a:cs typeface="Calibri"/>
              </a:rPr>
              <a:t>(untuk</a:t>
            </a:r>
            <a:r>
              <a:rPr sz="1100" b="1" spc="-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2373A"/>
                </a:solidFill>
                <a:latin typeface="Calibri"/>
                <a:cs typeface="Calibri"/>
              </a:rPr>
              <a:t>diolah</a:t>
            </a:r>
            <a:r>
              <a:rPr sz="1100" b="1" spc="-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2373A"/>
                </a:solidFill>
                <a:latin typeface="Calibri"/>
                <a:cs typeface="Calibri"/>
              </a:rPr>
              <a:t>di</a:t>
            </a:r>
            <a:r>
              <a:rPr sz="1100" b="1" spc="-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22373A"/>
                </a:solidFill>
                <a:latin typeface="Calibri"/>
                <a:cs typeface="Calibri"/>
              </a:rPr>
              <a:t>script)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23088" y="2180539"/>
            <a:ext cx="5120640" cy="562610"/>
          </a:xfrm>
          <a:custGeom>
            <a:avLst/>
            <a:gdLst/>
            <a:ahLst/>
            <a:cxnLst/>
            <a:rect l="l" t="t" r="r" b="b"/>
            <a:pathLst>
              <a:path w="5120640" h="562610">
                <a:moveTo>
                  <a:pt x="5120640" y="0"/>
                </a:moveTo>
                <a:lnTo>
                  <a:pt x="0" y="0"/>
                </a:lnTo>
                <a:lnTo>
                  <a:pt x="0" y="562356"/>
                </a:lnTo>
                <a:lnTo>
                  <a:pt x="5120640" y="562356"/>
                </a:lnTo>
                <a:lnTo>
                  <a:pt x="5120640" y="0"/>
                </a:lnTo>
                <a:close/>
              </a:path>
            </a:pathLst>
          </a:custGeom>
          <a:solidFill>
            <a:srgbClr val="F5F6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21563" y="2177491"/>
            <a:ext cx="5123815" cy="568960"/>
          </a:xfrm>
          <a:prstGeom prst="rect">
            <a:avLst/>
          </a:prstGeom>
          <a:ln w="3175">
            <a:solidFill>
              <a:srgbClr val="DCDFE3"/>
            </a:solidFill>
          </a:ln>
        </p:spPr>
        <p:txBody>
          <a:bodyPr vert="horz" wrap="square" lIns="0" tIns="121920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960"/>
              </a:spcBef>
            </a:pP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aws ec2</a:t>
            </a:r>
            <a:r>
              <a:rPr sz="900" spc="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describe-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instances </a:t>
            </a:r>
            <a:r>
              <a:rPr sz="900" spc="-50" dirty="0">
                <a:solidFill>
                  <a:srgbClr val="22373A"/>
                </a:solidFill>
                <a:latin typeface="Calibri"/>
                <a:cs typeface="Calibri"/>
              </a:rPr>
              <a:t>\</a:t>
            </a:r>
            <a:endParaRPr sz="900">
              <a:latin typeface="Calibri"/>
              <a:cs typeface="Calibri"/>
            </a:endParaRPr>
          </a:p>
          <a:p>
            <a:pPr marL="154940">
              <a:lnSpc>
                <a:spcPct val="100000"/>
              </a:lnSpc>
              <a:spcBef>
                <a:spcPts val="204"/>
              </a:spcBef>
            </a:pP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--query</a:t>
            </a:r>
            <a:r>
              <a:rPr sz="900" spc="7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"Reservations[].Instances[].{ID:InstanceId,State:State.Name}"</a:t>
            </a:r>
            <a:r>
              <a:rPr sz="900" spc="1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\</a:t>
            </a:r>
            <a:r>
              <a:rPr sz="900" spc="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--output</a:t>
            </a:r>
            <a:r>
              <a:rPr sz="900" spc="8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table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75678"/>
            <a:ext cx="5759450" cy="1805305"/>
            <a:chOff x="0" y="375678"/>
            <a:chExt cx="5759450" cy="1805305"/>
          </a:xfrm>
        </p:grpSpPr>
        <p:sp>
          <p:nvSpPr>
            <p:cNvPr id="10" name="object 10"/>
            <p:cNvSpPr/>
            <p:nvPr/>
          </p:nvSpPr>
          <p:spPr>
            <a:xfrm>
              <a:off x="323088" y="2179015"/>
              <a:ext cx="5120640" cy="1905"/>
            </a:xfrm>
            <a:custGeom>
              <a:avLst/>
              <a:gdLst/>
              <a:ahLst/>
              <a:cxnLst/>
              <a:rect l="l" t="t" r="r" b="b"/>
              <a:pathLst>
                <a:path w="5120640" h="1905">
                  <a:moveTo>
                    <a:pt x="5120640" y="0"/>
                  </a:moveTo>
                  <a:lnTo>
                    <a:pt x="0" y="0"/>
                  </a:lnTo>
                  <a:lnTo>
                    <a:pt x="0" y="1524"/>
                  </a:lnTo>
                  <a:lnTo>
                    <a:pt x="5120640" y="1524"/>
                  </a:lnTo>
                  <a:lnTo>
                    <a:pt x="5120640" y="0"/>
                  </a:lnTo>
                  <a:close/>
                </a:path>
              </a:pathLst>
            </a:custGeom>
            <a:solidFill>
              <a:srgbClr val="F5F6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378205"/>
              <a:ext cx="5759450" cy="0"/>
            </a:xfrm>
            <a:custGeom>
              <a:avLst/>
              <a:gdLst/>
              <a:ahLst/>
              <a:cxnLst/>
              <a:rect l="l" t="t" r="r" b="b"/>
              <a:pathLst>
                <a:path w="5759450">
                  <a:moveTo>
                    <a:pt x="0" y="0"/>
                  </a:moveTo>
                  <a:lnTo>
                    <a:pt x="5759450" y="0"/>
                  </a:lnTo>
                </a:path>
              </a:pathLst>
            </a:custGeom>
            <a:ln w="5054">
              <a:solidFill>
                <a:srgbClr val="D5C5B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375919"/>
              <a:ext cx="4450715" cy="8255"/>
            </a:xfrm>
            <a:custGeom>
              <a:avLst/>
              <a:gdLst/>
              <a:ahLst/>
              <a:cxnLst/>
              <a:rect l="l" t="t" r="r" b="b"/>
              <a:pathLst>
                <a:path w="4450715" h="8254">
                  <a:moveTo>
                    <a:pt x="4450461" y="0"/>
                  </a:moveTo>
                  <a:lnTo>
                    <a:pt x="0" y="0"/>
                  </a:lnTo>
                  <a:lnTo>
                    <a:pt x="0" y="8001"/>
                  </a:lnTo>
                  <a:lnTo>
                    <a:pt x="4450461" y="8001"/>
                  </a:lnTo>
                  <a:lnTo>
                    <a:pt x="4450461" y="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75919"/>
            <a:ext cx="5759450" cy="9525"/>
          </a:xfrm>
          <a:custGeom>
            <a:avLst/>
            <a:gdLst/>
            <a:ahLst/>
            <a:cxnLst/>
            <a:rect l="l" t="t" r="r" b="b"/>
            <a:pathLst>
              <a:path w="5759450" h="9525">
                <a:moveTo>
                  <a:pt x="5759450" y="0"/>
                </a:moveTo>
                <a:lnTo>
                  <a:pt x="0" y="0"/>
                </a:lnTo>
                <a:lnTo>
                  <a:pt x="0" y="9143"/>
                </a:lnTo>
                <a:lnTo>
                  <a:pt x="5759450" y="9143"/>
                </a:lnTo>
                <a:lnTo>
                  <a:pt x="5759450" y="0"/>
                </a:lnTo>
                <a:close/>
              </a:path>
            </a:pathLst>
          </a:custGeom>
          <a:solidFill>
            <a:srgbClr val="D5C5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Contoh</a:t>
            </a:r>
            <a:r>
              <a:rPr spc="-25" dirty="0"/>
              <a:t> </a:t>
            </a:r>
            <a:r>
              <a:rPr dirty="0"/>
              <a:t>loop</a:t>
            </a:r>
            <a:r>
              <a:rPr spc="-20" dirty="0"/>
              <a:t> </a:t>
            </a:r>
            <a:r>
              <a:rPr dirty="0"/>
              <a:t>(stop</a:t>
            </a:r>
            <a:r>
              <a:rPr spc="-20" dirty="0"/>
              <a:t> </a:t>
            </a:r>
            <a:r>
              <a:rPr dirty="0"/>
              <a:t>beberapa</a:t>
            </a:r>
            <a:r>
              <a:rPr spc="-20" dirty="0"/>
              <a:t> </a:t>
            </a:r>
            <a:r>
              <a:rPr spc="-10" dirty="0"/>
              <a:t>instance)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xfrm>
            <a:off x="5467350" y="2974975"/>
            <a:ext cx="298450" cy="1285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865"/>
              </a:lnSpc>
            </a:pPr>
            <a:fld id="{81D60167-4931-47E6-BA6A-407CBD079E47}" type="slidenum">
              <a:rPr spc="-10" dirty="0"/>
              <a:t>29</a:t>
            </a:fld>
            <a:r>
              <a:rPr spc="-10" dirty="0"/>
              <a:t>/35</a:t>
            </a:r>
          </a:p>
        </p:txBody>
      </p:sp>
      <p:sp>
        <p:nvSpPr>
          <p:cNvPr id="4" name="object 4"/>
          <p:cNvSpPr/>
          <p:nvPr/>
        </p:nvSpPr>
        <p:spPr>
          <a:xfrm>
            <a:off x="332232" y="1149730"/>
            <a:ext cx="3512185" cy="321945"/>
          </a:xfrm>
          <a:custGeom>
            <a:avLst/>
            <a:gdLst/>
            <a:ahLst/>
            <a:cxnLst/>
            <a:rect l="l" t="t" r="r" b="b"/>
            <a:pathLst>
              <a:path w="3512185" h="321944">
                <a:moveTo>
                  <a:pt x="3512185" y="0"/>
                </a:moveTo>
                <a:lnTo>
                  <a:pt x="0" y="0"/>
                </a:lnTo>
                <a:lnTo>
                  <a:pt x="0" y="164592"/>
                </a:lnTo>
                <a:lnTo>
                  <a:pt x="0" y="321564"/>
                </a:lnTo>
                <a:lnTo>
                  <a:pt x="3512185" y="321564"/>
                </a:lnTo>
                <a:lnTo>
                  <a:pt x="3512185" y="164592"/>
                </a:lnTo>
                <a:lnTo>
                  <a:pt x="3512185" y="0"/>
                </a:lnTo>
                <a:close/>
              </a:path>
            </a:pathLst>
          </a:custGeom>
          <a:solidFill>
            <a:srgbClr val="F5F6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30708" y="1148206"/>
            <a:ext cx="3515360" cy="325120"/>
          </a:xfrm>
          <a:prstGeom prst="rect">
            <a:avLst/>
          </a:prstGeom>
          <a:ln w="3175">
            <a:solidFill>
              <a:srgbClr val="DCDFE3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055"/>
              </a:lnSpc>
            </a:pP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for id</a:t>
            </a:r>
            <a:r>
              <a:rPr sz="900" spc="-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in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 i-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aaa 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i-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bbb</a:t>
            </a:r>
            <a:r>
              <a:rPr sz="900" spc="-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i-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ccc; </a:t>
            </a:r>
            <a:r>
              <a:rPr sz="900" spc="-25" dirty="0">
                <a:solidFill>
                  <a:srgbClr val="22373A"/>
                </a:solidFill>
                <a:latin typeface="Calibri"/>
                <a:cs typeface="Calibri"/>
              </a:rPr>
              <a:t>do</a:t>
            </a:r>
            <a:endParaRPr sz="900">
              <a:latin typeface="Calibri"/>
              <a:cs typeface="Calibri"/>
            </a:endParaRPr>
          </a:p>
          <a:p>
            <a:pPr marL="133985">
              <a:lnSpc>
                <a:spcPct val="100000"/>
              </a:lnSpc>
              <a:spcBef>
                <a:spcPts val="215"/>
              </a:spcBef>
            </a:pP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aws</a:t>
            </a:r>
            <a:r>
              <a:rPr sz="900" spc="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ec2</a:t>
            </a:r>
            <a:r>
              <a:rPr sz="900" spc="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stop-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instances</a:t>
            </a:r>
            <a:r>
              <a:rPr sz="900" spc="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--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instance-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ids</a:t>
            </a:r>
            <a:r>
              <a:rPr sz="900" spc="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$id</a:t>
            </a:r>
            <a:r>
              <a:rPr sz="900" spc="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Calibri"/>
                <a:cs typeface="Calibri"/>
              </a:rPr>
              <a:t>done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8404" y="2253792"/>
            <a:ext cx="4501515" cy="649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9230" marR="5080" indent="-177165">
              <a:lnSpc>
                <a:spcPct val="113599"/>
              </a:lnSpc>
              <a:spcBef>
                <a:spcPts val="100"/>
              </a:spcBef>
              <a:buChar char="•"/>
              <a:tabLst>
                <a:tab pos="189230" algn="l"/>
              </a:tabLst>
            </a:pP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Error</a:t>
            </a:r>
            <a:r>
              <a:rPr sz="1100" spc="-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umum:</a:t>
            </a:r>
            <a:r>
              <a:rPr sz="1100" spc="-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region</a:t>
            </a:r>
            <a:r>
              <a:rPr sz="1100" spc="-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salah,</a:t>
            </a:r>
            <a:r>
              <a:rPr sz="1100" spc="-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credential</a:t>
            </a:r>
            <a:r>
              <a:rPr sz="1100" spc="-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expired,</a:t>
            </a:r>
            <a:r>
              <a:rPr sz="1100" spc="-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policy</a:t>
            </a:r>
            <a:r>
              <a:rPr sz="1100" spc="-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kurang</a:t>
            </a:r>
            <a:r>
              <a:rPr sz="1100" spc="-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(AccessDenied), network/endpoint.</a:t>
            </a:r>
            <a:endParaRPr sz="1100">
              <a:latin typeface="Calibri"/>
              <a:cs typeface="Calibri"/>
            </a:endParaRPr>
          </a:p>
          <a:p>
            <a:pPr marL="189230" indent="-176530">
              <a:lnSpc>
                <a:spcPct val="100000"/>
              </a:lnSpc>
              <a:spcBef>
                <a:spcPts val="590"/>
              </a:spcBef>
              <a:buChar char="•"/>
              <a:tabLst>
                <a:tab pos="189230" algn="l"/>
              </a:tabLst>
            </a:pP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Gunakan</a:t>
            </a:r>
            <a:r>
              <a:rPr sz="1100" spc="-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–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debug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saat</a:t>
            </a:r>
            <a:r>
              <a:rPr sz="1100" spc="-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perlu</a:t>
            </a:r>
            <a:r>
              <a:rPr sz="1100" spc="-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melihat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detail</a:t>
            </a:r>
            <a:r>
              <a:rPr sz="1100" spc="-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request/response.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75678"/>
            <a:ext cx="5759450" cy="8255"/>
            <a:chOff x="0" y="375678"/>
            <a:chExt cx="5759450" cy="8255"/>
          </a:xfrm>
        </p:grpSpPr>
        <p:sp>
          <p:nvSpPr>
            <p:cNvPr id="8" name="object 8"/>
            <p:cNvSpPr/>
            <p:nvPr/>
          </p:nvSpPr>
          <p:spPr>
            <a:xfrm>
              <a:off x="0" y="378205"/>
              <a:ext cx="5759450" cy="0"/>
            </a:xfrm>
            <a:custGeom>
              <a:avLst/>
              <a:gdLst/>
              <a:ahLst/>
              <a:cxnLst/>
              <a:rect l="l" t="t" r="r" b="b"/>
              <a:pathLst>
                <a:path w="5759450">
                  <a:moveTo>
                    <a:pt x="0" y="0"/>
                  </a:moveTo>
                  <a:lnTo>
                    <a:pt x="5759450" y="0"/>
                  </a:lnTo>
                </a:path>
              </a:pathLst>
            </a:custGeom>
            <a:ln w="5054">
              <a:solidFill>
                <a:srgbClr val="D5C5B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75919"/>
              <a:ext cx="4712335" cy="8255"/>
            </a:xfrm>
            <a:custGeom>
              <a:avLst/>
              <a:gdLst/>
              <a:ahLst/>
              <a:cxnLst/>
              <a:rect l="l" t="t" r="r" b="b"/>
              <a:pathLst>
                <a:path w="4712335" h="8254">
                  <a:moveTo>
                    <a:pt x="4712335" y="0"/>
                  </a:moveTo>
                  <a:lnTo>
                    <a:pt x="0" y="0"/>
                  </a:lnTo>
                  <a:lnTo>
                    <a:pt x="0" y="8001"/>
                  </a:lnTo>
                  <a:lnTo>
                    <a:pt x="4712335" y="8001"/>
                  </a:lnTo>
                  <a:lnTo>
                    <a:pt x="4712335" y="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5759450" cy="3239770"/>
            <a:chOff x="0" y="0"/>
            <a:chExt cx="5759450" cy="3239770"/>
          </a:xfrm>
        </p:grpSpPr>
        <p:sp>
          <p:nvSpPr>
            <p:cNvPr id="3" name="object 3"/>
            <p:cNvSpPr/>
            <p:nvPr/>
          </p:nvSpPr>
          <p:spPr>
            <a:xfrm>
              <a:off x="0" y="375919"/>
              <a:ext cx="5759450" cy="9525"/>
            </a:xfrm>
            <a:custGeom>
              <a:avLst/>
              <a:gdLst/>
              <a:ahLst/>
              <a:cxnLst/>
              <a:rect l="l" t="t" r="r" b="b"/>
              <a:pathLst>
                <a:path w="5759450" h="9525">
                  <a:moveTo>
                    <a:pt x="5759450" y="0"/>
                  </a:moveTo>
                  <a:lnTo>
                    <a:pt x="0" y="0"/>
                  </a:lnTo>
                  <a:lnTo>
                    <a:pt x="0" y="9143"/>
                  </a:lnTo>
                  <a:lnTo>
                    <a:pt x="5759450" y="9143"/>
                  </a:lnTo>
                  <a:lnTo>
                    <a:pt x="5759450" y="0"/>
                  </a:lnTo>
                  <a:close/>
                </a:path>
              </a:pathLst>
            </a:custGeom>
            <a:solidFill>
              <a:srgbClr val="D5C5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32232" y="930274"/>
              <a:ext cx="2324735" cy="315595"/>
            </a:xfrm>
            <a:custGeom>
              <a:avLst/>
              <a:gdLst/>
              <a:ahLst/>
              <a:cxnLst/>
              <a:rect l="l" t="t" r="r" b="b"/>
              <a:pathLst>
                <a:path w="2324735" h="315594">
                  <a:moveTo>
                    <a:pt x="2324735" y="0"/>
                  </a:moveTo>
                  <a:lnTo>
                    <a:pt x="0" y="0"/>
                  </a:lnTo>
                  <a:lnTo>
                    <a:pt x="0" y="156972"/>
                  </a:lnTo>
                  <a:lnTo>
                    <a:pt x="0" y="315468"/>
                  </a:lnTo>
                  <a:lnTo>
                    <a:pt x="2324735" y="315468"/>
                  </a:lnTo>
                  <a:lnTo>
                    <a:pt x="2324735" y="156972"/>
                  </a:lnTo>
                  <a:lnTo>
                    <a:pt x="2324735" y="0"/>
                  </a:lnTo>
                  <a:close/>
                </a:path>
              </a:pathLst>
            </a:custGeom>
            <a:solidFill>
              <a:srgbClr val="F5F6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30708" y="928750"/>
            <a:ext cx="2327910" cy="318770"/>
          </a:xfrm>
          <a:prstGeom prst="rect">
            <a:avLst/>
          </a:prstGeom>
          <a:ln w="3175">
            <a:solidFill>
              <a:srgbClr val="DCDFE3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ts val="1055"/>
              </a:lnSpc>
            </a:pP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aws</a:t>
            </a:r>
            <a:r>
              <a:rPr sz="900" spc="-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configure</a:t>
            </a:r>
            <a:r>
              <a:rPr sz="900" spc="-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list</a:t>
            </a:r>
            <a:r>
              <a:rPr sz="900" spc="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aws s3</a:t>
            </a:r>
            <a:r>
              <a:rPr sz="900" spc="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ls --debug aws </a:t>
            </a:r>
            <a:r>
              <a:rPr sz="900" spc="-25" dirty="0">
                <a:solidFill>
                  <a:srgbClr val="22373A"/>
                </a:solidFill>
                <a:latin typeface="Calibri"/>
                <a:cs typeface="Calibri"/>
              </a:rPr>
              <a:t>ec2</a:t>
            </a:r>
            <a:endParaRPr sz="900">
              <a:latin typeface="Calibri"/>
              <a:cs typeface="Calibri"/>
            </a:endParaRPr>
          </a:p>
          <a:p>
            <a:pPr marL="25400">
              <a:lnSpc>
                <a:spcPct val="100000"/>
              </a:lnSpc>
              <a:spcBef>
                <a:spcPts val="155"/>
              </a:spcBef>
            </a:pP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describe-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instances</a:t>
            </a:r>
            <a:r>
              <a:rPr sz="900" spc="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2373A"/>
                </a:solidFill>
                <a:latin typeface="Calibri"/>
                <a:cs typeface="Calibri"/>
              </a:rPr>
              <a:t>--</a:t>
            </a:r>
            <a:r>
              <a:rPr sz="900" spc="-10" dirty="0">
                <a:solidFill>
                  <a:srgbClr val="22373A"/>
                </a:solidFill>
                <a:latin typeface="Calibri"/>
                <a:cs typeface="Calibri"/>
              </a:rPr>
              <a:t>no-paginate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xfrm>
            <a:off x="5467350" y="2974975"/>
            <a:ext cx="298450" cy="1285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865"/>
              </a:lnSpc>
            </a:pPr>
            <a:fld id="{81D60167-4931-47E6-BA6A-407CBD079E47}" type="slidenum">
              <a:rPr spc="-10" dirty="0"/>
              <a:t>30</a:t>
            </a:fld>
            <a:r>
              <a:rPr spc="-10" dirty="0"/>
              <a:t>/35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37820" y="1577720"/>
            <a:ext cx="1758314" cy="1024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22373A"/>
                </a:solidFill>
                <a:latin typeface="Calibri"/>
                <a:cs typeface="Calibri"/>
              </a:rPr>
              <a:t>Lab</a:t>
            </a:r>
            <a:r>
              <a:rPr sz="1100" b="1" spc="-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r>
              <a:rPr sz="1100" b="1" spc="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2373A"/>
                </a:solidFill>
                <a:latin typeface="Calibri"/>
                <a:cs typeface="Calibri"/>
              </a:rPr>
              <a:t>—</a:t>
            </a:r>
            <a:r>
              <a:rPr sz="1100" b="1" spc="-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2373A"/>
                </a:solidFill>
                <a:latin typeface="Calibri"/>
                <a:cs typeface="Calibri"/>
              </a:rPr>
              <a:t>Setup</a:t>
            </a:r>
            <a:r>
              <a:rPr sz="1100" b="1" spc="-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2373A"/>
                </a:solidFill>
                <a:latin typeface="Calibri"/>
                <a:cs typeface="Calibri"/>
              </a:rPr>
              <a:t>&amp;</a:t>
            </a:r>
            <a:r>
              <a:rPr sz="1100" b="1" spc="-10" dirty="0">
                <a:solidFill>
                  <a:srgbClr val="22373A"/>
                </a:solidFill>
                <a:latin typeface="Calibri"/>
                <a:cs typeface="Calibri"/>
              </a:rPr>
              <a:t> Verifikasi</a:t>
            </a:r>
            <a:endParaRPr sz="1100">
              <a:latin typeface="Calibri"/>
              <a:cs typeface="Calibri"/>
            </a:endParaRPr>
          </a:p>
          <a:p>
            <a:pPr marL="289560" indent="-176530">
              <a:lnSpc>
                <a:spcPct val="100000"/>
              </a:lnSpc>
              <a:spcBef>
                <a:spcPts val="1095"/>
              </a:spcBef>
              <a:buAutoNum type="arabicPeriod"/>
              <a:tabLst>
                <a:tab pos="289560" algn="l"/>
              </a:tabLst>
            </a:pP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aws </a:t>
            </a:r>
            <a:r>
              <a:rPr sz="1100" spc="-25" dirty="0">
                <a:solidFill>
                  <a:srgbClr val="22373A"/>
                </a:solidFill>
                <a:latin typeface="Calibri"/>
                <a:cs typeface="Calibri"/>
              </a:rPr>
              <a:t>–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version</a:t>
            </a:r>
            <a:endParaRPr sz="1100">
              <a:latin typeface="Calibri"/>
              <a:cs typeface="Calibri"/>
            </a:endParaRPr>
          </a:p>
          <a:p>
            <a:pPr marL="289560" indent="-176530">
              <a:lnSpc>
                <a:spcPct val="100000"/>
              </a:lnSpc>
              <a:spcBef>
                <a:spcPts val="660"/>
              </a:spcBef>
              <a:buAutoNum type="arabicPeriod"/>
              <a:tabLst>
                <a:tab pos="289560" algn="l"/>
              </a:tabLst>
            </a:pP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aws</a:t>
            </a:r>
            <a:r>
              <a:rPr sz="1100" spc="-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configure</a:t>
            </a:r>
            <a:r>
              <a:rPr sz="1100" spc="-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(atau</a:t>
            </a:r>
            <a:r>
              <a:rPr sz="1100" spc="-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22373A"/>
                </a:solidFill>
                <a:latin typeface="Calibri"/>
                <a:cs typeface="Calibri"/>
              </a:rPr>
              <a:t>SSO)</a:t>
            </a:r>
            <a:endParaRPr sz="1100">
              <a:latin typeface="Calibri"/>
              <a:cs typeface="Calibri"/>
            </a:endParaRPr>
          </a:p>
          <a:p>
            <a:pPr marL="289560" indent="-176530">
              <a:lnSpc>
                <a:spcPct val="100000"/>
              </a:lnSpc>
              <a:spcBef>
                <a:spcPts val="830"/>
              </a:spcBef>
              <a:buAutoNum type="arabicPeriod"/>
              <a:tabLst>
                <a:tab pos="289560" algn="l"/>
              </a:tabLst>
            </a:pP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aws</a:t>
            </a:r>
            <a:r>
              <a:rPr sz="1100" spc="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sts</a:t>
            </a:r>
            <a:r>
              <a:rPr sz="1100" spc="3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get-caller-identity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75919"/>
            <a:ext cx="5759450" cy="9525"/>
          </a:xfrm>
          <a:custGeom>
            <a:avLst/>
            <a:gdLst/>
            <a:ahLst/>
            <a:cxnLst/>
            <a:rect l="l" t="t" r="r" b="b"/>
            <a:pathLst>
              <a:path w="5759450" h="9525">
                <a:moveTo>
                  <a:pt x="5759450" y="0"/>
                </a:moveTo>
                <a:lnTo>
                  <a:pt x="0" y="0"/>
                </a:lnTo>
                <a:lnTo>
                  <a:pt x="0" y="9143"/>
                </a:lnTo>
                <a:lnTo>
                  <a:pt x="5759450" y="9143"/>
                </a:lnTo>
                <a:lnTo>
                  <a:pt x="5759450" y="0"/>
                </a:lnTo>
                <a:close/>
              </a:path>
            </a:pathLst>
          </a:custGeom>
          <a:solidFill>
            <a:srgbClr val="D5C5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37820" y="906906"/>
            <a:ext cx="2732405" cy="2044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22373A"/>
                </a:solidFill>
                <a:latin typeface="Calibri"/>
                <a:cs typeface="Calibri"/>
              </a:rPr>
              <a:t>Lab</a:t>
            </a:r>
            <a:r>
              <a:rPr sz="1100" b="1" spc="-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2373A"/>
                </a:solidFill>
                <a:latin typeface="Calibri"/>
                <a:cs typeface="Calibri"/>
              </a:rPr>
              <a:t>2 —</a:t>
            </a:r>
            <a:r>
              <a:rPr sz="1100" b="1" spc="-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2373A"/>
                </a:solidFill>
                <a:latin typeface="Calibri"/>
                <a:cs typeface="Calibri"/>
              </a:rPr>
              <a:t>S3</a:t>
            </a:r>
            <a:r>
              <a:rPr sz="1100" b="1" spc="-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22373A"/>
                </a:solidFill>
                <a:latin typeface="Calibri"/>
                <a:cs typeface="Calibri"/>
              </a:rPr>
              <a:t>Workflow</a:t>
            </a:r>
            <a:endParaRPr sz="1100">
              <a:latin typeface="Calibri"/>
              <a:cs typeface="Calibri"/>
            </a:endParaRPr>
          </a:p>
          <a:p>
            <a:pPr marL="289560" indent="-176530">
              <a:lnSpc>
                <a:spcPct val="100000"/>
              </a:lnSpc>
              <a:spcBef>
                <a:spcPts val="950"/>
              </a:spcBef>
              <a:buAutoNum type="arabicPeriod"/>
              <a:tabLst>
                <a:tab pos="289560" algn="l"/>
              </a:tabLst>
            </a:pP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Buat</a:t>
            </a:r>
            <a:r>
              <a:rPr sz="1100" spc="-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bucket:</a:t>
            </a:r>
            <a:r>
              <a:rPr sz="1100" spc="-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aws</a:t>
            </a:r>
            <a:r>
              <a:rPr sz="1100" spc="-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s3</a:t>
            </a:r>
            <a:r>
              <a:rPr sz="1100" spc="-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mb</a:t>
            </a:r>
            <a:r>
              <a:rPr sz="1100" spc="-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s3://...</a:t>
            </a:r>
            <a:endParaRPr sz="1100">
              <a:latin typeface="Calibri"/>
              <a:cs typeface="Calibri"/>
            </a:endParaRPr>
          </a:p>
          <a:p>
            <a:pPr marL="289560" indent="-176530">
              <a:lnSpc>
                <a:spcPct val="100000"/>
              </a:lnSpc>
              <a:spcBef>
                <a:spcPts val="650"/>
              </a:spcBef>
              <a:buAutoNum type="arabicPeriod"/>
              <a:tabLst>
                <a:tab pos="289560" algn="l"/>
              </a:tabLst>
            </a:pP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Upload:</a:t>
            </a:r>
            <a:r>
              <a:rPr sz="1100" spc="-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aws</a:t>
            </a:r>
            <a:r>
              <a:rPr sz="1100" spc="-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s3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cp</a:t>
            </a:r>
            <a:r>
              <a:rPr sz="1100" spc="-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22373A"/>
                </a:solidFill>
                <a:latin typeface="Calibri"/>
                <a:cs typeface="Calibri"/>
              </a:rPr>
              <a:t>...</a:t>
            </a:r>
            <a:endParaRPr sz="1100">
              <a:latin typeface="Calibri"/>
              <a:cs typeface="Calibri"/>
            </a:endParaRPr>
          </a:p>
          <a:p>
            <a:pPr marL="289560" indent="-176530">
              <a:lnSpc>
                <a:spcPct val="100000"/>
              </a:lnSpc>
              <a:spcBef>
                <a:spcPts val="660"/>
              </a:spcBef>
              <a:buAutoNum type="arabicPeriod"/>
              <a:tabLst>
                <a:tab pos="289560" algn="l"/>
              </a:tabLst>
            </a:pP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List: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aws</a:t>
            </a:r>
            <a:r>
              <a:rPr sz="1100" spc="-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s3</a:t>
            </a:r>
            <a:r>
              <a:rPr sz="1100" spc="-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ls</a:t>
            </a:r>
            <a:r>
              <a:rPr sz="1100" spc="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s3://...</a:t>
            </a:r>
            <a:endParaRPr sz="1100">
              <a:latin typeface="Calibri"/>
              <a:cs typeface="Calibri"/>
            </a:endParaRPr>
          </a:p>
          <a:p>
            <a:pPr marL="289560" indent="-176530">
              <a:lnSpc>
                <a:spcPct val="100000"/>
              </a:lnSpc>
              <a:spcBef>
                <a:spcPts val="770"/>
              </a:spcBef>
              <a:buAutoNum type="arabicPeriod"/>
              <a:tabLst>
                <a:tab pos="289560" algn="l"/>
              </a:tabLst>
            </a:pP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Cleanup:</a:t>
            </a:r>
            <a:r>
              <a:rPr sz="1100" spc="-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aws</a:t>
            </a:r>
            <a:r>
              <a:rPr sz="1100" spc="-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s3</a:t>
            </a:r>
            <a:r>
              <a:rPr sz="1100" spc="-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rb</a:t>
            </a:r>
            <a:r>
              <a:rPr sz="1100" spc="-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s3://...</a:t>
            </a:r>
            <a:r>
              <a:rPr sz="1100" spc="-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–</a:t>
            </a:r>
            <a:r>
              <a:rPr sz="1100" spc="-20" dirty="0">
                <a:solidFill>
                  <a:srgbClr val="22373A"/>
                </a:solidFill>
                <a:latin typeface="Calibri"/>
                <a:cs typeface="Calibri"/>
              </a:rPr>
              <a:t>force</a:t>
            </a:r>
            <a:endParaRPr sz="1100">
              <a:latin typeface="Calibri"/>
              <a:cs typeface="Calibri"/>
            </a:endParaRPr>
          </a:p>
          <a:p>
            <a:pPr marL="419734">
              <a:lnSpc>
                <a:spcPct val="100000"/>
              </a:lnSpc>
              <a:spcBef>
                <a:spcPts val="1275"/>
              </a:spcBef>
            </a:pPr>
            <a:r>
              <a:rPr sz="1100" b="1" dirty="0">
                <a:solidFill>
                  <a:srgbClr val="22373A"/>
                </a:solidFill>
                <a:latin typeface="Calibri"/>
                <a:cs typeface="Calibri"/>
              </a:rPr>
              <a:t>Lab</a:t>
            </a:r>
            <a:r>
              <a:rPr sz="1100" b="1" spc="-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2373A"/>
                </a:solidFill>
                <a:latin typeface="Calibri"/>
                <a:cs typeface="Calibri"/>
              </a:rPr>
              <a:t>3</a:t>
            </a:r>
            <a:r>
              <a:rPr sz="1100" b="1" spc="-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2373A"/>
                </a:solidFill>
                <a:latin typeface="Calibri"/>
                <a:cs typeface="Calibri"/>
              </a:rPr>
              <a:t>—</a:t>
            </a:r>
            <a:r>
              <a:rPr sz="1100" b="1" spc="-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2373A"/>
                </a:solidFill>
                <a:latin typeface="Calibri"/>
                <a:cs typeface="Calibri"/>
              </a:rPr>
              <a:t>Inventory</a:t>
            </a:r>
            <a:r>
              <a:rPr sz="1100" b="1" spc="-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2373A"/>
                </a:solidFill>
                <a:latin typeface="Calibri"/>
                <a:cs typeface="Calibri"/>
              </a:rPr>
              <a:t>EC2/VPC</a:t>
            </a:r>
            <a:r>
              <a:rPr sz="1100" b="1" spc="-10" dirty="0">
                <a:solidFill>
                  <a:srgbClr val="22373A"/>
                </a:solidFill>
                <a:latin typeface="Calibri"/>
                <a:cs typeface="Calibri"/>
              </a:rPr>
              <a:t> (Read-</a:t>
            </a:r>
            <a:r>
              <a:rPr sz="1100" b="1" spc="-20" dirty="0">
                <a:solidFill>
                  <a:srgbClr val="22373A"/>
                </a:solidFill>
                <a:latin typeface="Calibri"/>
                <a:cs typeface="Calibri"/>
              </a:rPr>
              <a:t>only)</a:t>
            </a:r>
            <a:endParaRPr sz="1100">
              <a:latin typeface="Calibri"/>
              <a:cs typeface="Calibri"/>
            </a:endParaRPr>
          </a:p>
          <a:p>
            <a:pPr marL="289560" indent="-176530">
              <a:lnSpc>
                <a:spcPct val="100000"/>
              </a:lnSpc>
              <a:spcBef>
                <a:spcPts val="740"/>
              </a:spcBef>
              <a:buAutoNum type="arabicPeriod"/>
              <a:tabLst>
                <a:tab pos="289560" algn="l"/>
              </a:tabLst>
            </a:pP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Ringkas</a:t>
            </a:r>
            <a:r>
              <a:rPr sz="1100" spc="-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instance</a:t>
            </a:r>
            <a:r>
              <a:rPr sz="1100" spc="-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dengan</a:t>
            </a:r>
            <a:r>
              <a:rPr sz="1100" spc="-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22373A"/>
                </a:solidFill>
                <a:latin typeface="Calibri"/>
                <a:cs typeface="Calibri"/>
              </a:rPr>
              <a:t>–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query</a:t>
            </a:r>
            <a:endParaRPr sz="1100">
              <a:latin typeface="Calibri"/>
              <a:cs typeface="Calibri"/>
            </a:endParaRPr>
          </a:p>
          <a:p>
            <a:pPr marL="289560" indent="-176530">
              <a:lnSpc>
                <a:spcPct val="100000"/>
              </a:lnSpc>
              <a:spcBef>
                <a:spcPts val="290"/>
              </a:spcBef>
              <a:buAutoNum type="arabicPeriod"/>
              <a:tabLst>
                <a:tab pos="289560" algn="l"/>
              </a:tabLst>
            </a:pP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Tampilkan</a:t>
            </a:r>
            <a:r>
              <a:rPr sz="1100" spc="-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subnet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+</a:t>
            </a:r>
            <a:r>
              <a:rPr sz="1100" spc="-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22373A"/>
                </a:solidFill>
                <a:latin typeface="Calibri"/>
                <a:cs typeface="Calibri"/>
              </a:rPr>
              <a:t>AZ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75678"/>
            <a:ext cx="5759450" cy="2864485"/>
            <a:chOff x="0" y="375678"/>
            <a:chExt cx="5759450" cy="2864485"/>
          </a:xfrm>
        </p:grpSpPr>
        <p:sp>
          <p:nvSpPr>
            <p:cNvPr id="5" name="object 5"/>
            <p:cNvSpPr/>
            <p:nvPr/>
          </p:nvSpPr>
          <p:spPr>
            <a:xfrm>
              <a:off x="0" y="378205"/>
              <a:ext cx="5759450" cy="0"/>
            </a:xfrm>
            <a:custGeom>
              <a:avLst/>
              <a:gdLst/>
              <a:ahLst/>
              <a:cxnLst/>
              <a:rect l="l" t="t" r="r" b="b"/>
              <a:pathLst>
                <a:path w="5759450">
                  <a:moveTo>
                    <a:pt x="0" y="0"/>
                  </a:moveTo>
                  <a:lnTo>
                    <a:pt x="5759450" y="0"/>
                  </a:lnTo>
                </a:path>
              </a:pathLst>
            </a:custGeom>
            <a:ln w="5054">
              <a:solidFill>
                <a:srgbClr val="D5C5B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75919"/>
              <a:ext cx="4974590" cy="8255"/>
            </a:xfrm>
            <a:custGeom>
              <a:avLst/>
              <a:gdLst/>
              <a:ahLst/>
              <a:cxnLst/>
              <a:rect l="l" t="t" r="r" b="b"/>
              <a:pathLst>
                <a:path w="4974590" h="8254">
                  <a:moveTo>
                    <a:pt x="4974082" y="0"/>
                  </a:moveTo>
                  <a:lnTo>
                    <a:pt x="0" y="0"/>
                  </a:lnTo>
                  <a:lnTo>
                    <a:pt x="0" y="8001"/>
                  </a:lnTo>
                  <a:lnTo>
                    <a:pt x="4974082" y="8001"/>
                  </a:lnTo>
                  <a:lnTo>
                    <a:pt x="4974082" y="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35935" y="3239232"/>
              <a:ext cx="540385" cy="635"/>
            </a:xfrm>
            <a:custGeom>
              <a:avLst/>
              <a:gdLst/>
              <a:ahLst/>
              <a:cxnLst/>
              <a:rect l="l" t="t" r="r" b="b"/>
              <a:pathLst>
                <a:path w="540385" h="635">
                  <a:moveTo>
                    <a:pt x="9642" y="479"/>
                  </a:moveTo>
                  <a:lnTo>
                    <a:pt x="129" y="479"/>
                  </a:lnTo>
                  <a:lnTo>
                    <a:pt x="0" y="638"/>
                  </a:lnTo>
                  <a:lnTo>
                    <a:pt x="9908" y="638"/>
                  </a:lnTo>
                  <a:lnTo>
                    <a:pt x="9642" y="479"/>
                  </a:lnTo>
                  <a:close/>
                </a:path>
                <a:path w="540385" h="635">
                  <a:moveTo>
                    <a:pt x="9642" y="479"/>
                  </a:moveTo>
                  <a:lnTo>
                    <a:pt x="9413" y="342"/>
                  </a:lnTo>
                  <a:lnTo>
                    <a:pt x="9908" y="638"/>
                  </a:lnTo>
                  <a:lnTo>
                    <a:pt x="9642" y="479"/>
                  </a:lnTo>
                  <a:close/>
                </a:path>
                <a:path w="540385" h="635">
                  <a:moveTo>
                    <a:pt x="8638" y="0"/>
                  </a:moveTo>
                  <a:lnTo>
                    <a:pt x="1336" y="0"/>
                  </a:lnTo>
                  <a:lnTo>
                    <a:pt x="383" y="342"/>
                  </a:lnTo>
                  <a:lnTo>
                    <a:pt x="9413" y="342"/>
                  </a:lnTo>
                  <a:lnTo>
                    <a:pt x="9146" y="182"/>
                  </a:lnTo>
                  <a:lnTo>
                    <a:pt x="8638" y="0"/>
                  </a:lnTo>
                  <a:close/>
                </a:path>
                <a:path w="540385" h="635">
                  <a:moveTo>
                    <a:pt x="539752" y="205"/>
                  </a:moveTo>
                  <a:lnTo>
                    <a:pt x="531332" y="205"/>
                  </a:lnTo>
                  <a:lnTo>
                    <a:pt x="530875" y="479"/>
                  </a:lnTo>
                  <a:lnTo>
                    <a:pt x="540260" y="479"/>
                  </a:lnTo>
                  <a:lnTo>
                    <a:pt x="539752" y="205"/>
                  </a:lnTo>
                  <a:close/>
                </a:path>
              </a:pathLst>
            </a:custGeom>
            <a:solidFill>
              <a:srgbClr val="2237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xfrm>
            <a:off x="5467350" y="2974975"/>
            <a:ext cx="298450" cy="1285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865"/>
              </a:lnSpc>
            </a:pPr>
            <a:fld id="{81D60167-4931-47E6-BA6A-407CBD079E47}" type="slidenum">
              <a:rPr spc="-10" dirty="0"/>
              <a:t>31</a:t>
            </a:fld>
            <a:r>
              <a:rPr spc="-10" dirty="0"/>
              <a:t>/35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75919"/>
            <a:ext cx="5759450" cy="9525"/>
          </a:xfrm>
          <a:custGeom>
            <a:avLst/>
            <a:gdLst/>
            <a:ahLst/>
            <a:cxnLst/>
            <a:rect l="l" t="t" r="r" b="b"/>
            <a:pathLst>
              <a:path w="5759450" h="9525">
                <a:moveTo>
                  <a:pt x="5759450" y="0"/>
                </a:moveTo>
                <a:lnTo>
                  <a:pt x="0" y="0"/>
                </a:lnTo>
                <a:lnTo>
                  <a:pt x="0" y="9143"/>
                </a:lnTo>
                <a:lnTo>
                  <a:pt x="5759450" y="9143"/>
                </a:lnTo>
                <a:lnTo>
                  <a:pt x="5759450" y="0"/>
                </a:lnTo>
                <a:close/>
              </a:path>
            </a:pathLst>
          </a:custGeom>
          <a:solidFill>
            <a:srgbClr val="D5C5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38404" y="1765503"/>
            <a:ext cx="3393440" cy="1024255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690"/>
              </a:spcBef>
              <a:buChar char="•"/>
              <a:tabLst>
                <a:tab pos="189230" algn="l"/>
              </a:tabLst>
            </a:pP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Terapkan</a:t>
            </a:r>
            <a:r>
              <a:rPr sz="1100" spc="-4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2373A"/>
                </a:solidFill>
                <a:latin typeface="Calibri"/>
                <a:cs typeface="Calibri"/>
              </a:rPr>
              <a:t>least</a:t>
            </a:r>
            <a:r>
              <a:rPr sz="1100" b="1" spc="-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2373A"/>
                </a:solidFill>
                <a:latin typeface="Calibri"/>
                <a:cs typeface="Calibri"/>
              </a:rPr>
              <a:t>privilege</a:t>
            </a:r>
            <a:r>
              <a:rPr sz="1100" b="1" spc="-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pada</a:t>
            </a:r>
            <a:r>
              <a:rPr sz="1100" spc="-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IAM</a:t>
            </a:r>
            <a:r>
              <a:rPr sz="1100" spc="-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policy.</a:t>
            </a:r>
            <a:endParaRPr sz="1100">
              <a:latin typeface="Calibri"/>
              <a:cs typeface="Calibri"/>
            </a:endParaRPr>
          </a:p>
          <a:p>
            <a:pPr marL="189230" indent="-176530">
              <a:lnSpc>
                <a:spcPct val="100000"/>
              </a:lnSpc>
              <a:spcBef>
                <a:spcPts val="590"/>
              </a:spcBef>
              <a:buChar char="•"/>
              <a:tabLst>
                <a:tab pos="189230" algn="l"/>
              </a:tabLst>
            </a:pP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Jangan</a:t>
            </a:r>
            <a:r>
              <a:rPr sz="1100" spc="-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pernah</a:t>
            </a:r>
            <a:r>
              <a:rPr sz="1100" spc="-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commit</a:t>
            </a:r>
            <a:r>
              <a:rPr sz="1100" spc="-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access</a:t>
            </a:r>
            <a:r>
              <a:rPr sz="1100" spc="-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key</a:t>
            </a:r>
            <a:r>
              <a:rPr sz="1100" spc="-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ke</a:t>
            </a:r>
            <a:r>
              <a:rPr sz="1100" spc="-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Git/repo.</a:t>
            </a:r>
            <a:endParaRPr sz="1100">
              <a:latin typeface="Calibri"/>
              <a:cs typeface="Calibri"/>
            </a:endParaRPr>
          </a:p>
          <a:p>
            <a:pPr marL="189230" indent="-176530">
              <a:lnSpc>
                <a:spcPct val="100000"/>
              </a:lnSpc>
              <a:spcBef>
                <a:spcPts val="695"/>
              </a:spcBef>
              <a:buChar char="•"/>
              <a:tabLst>
                <a:tab pos="189230" algn="l"/>
              </a:tabLst>
            </a:pP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Pisahkan</a:t>
            </a:r>
            <a:r>
              <a:rPr sz="1100" spc="-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profile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lab</a:t>
            </a:r>
            <a:r>
              <a:rPr sz="1100" spc="-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vs</a:t>
            </a:r>
            <a:r>
              <a:rPr sz="1100" spc="-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produksi.</a:t>
            </a:r>
            <a:endParaRPr sz="1100">
              <a:latin typeface="Calibri"/>
              <a:cs typeface="Calibri"/>
            </a:endParaRPr>
          </a:p>
          <a:p>
            <a:pPr marL="189230" indent="-176530">
              <a:lnSpc>
                <a:spcPct val="100000"/>
              </a:lnSpc>
              <a:spcBef>
                <a:spcPts val="710"/>
              </a:spcBef>
              <a:buChar char="•"/>
              <a:tabLst>
                <a:tab pos="189230" algn="l"/>
              </a:tabLst>
            </a:pP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Batasi</a:t>
            </a:r>
            <a:r>
              <a:rPr sz="1100" spc="-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SSH</a:t>
            </a:r>
            <a:r>
              <a:rPr sz="1100" spc="-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ingress</a:t>
            </a:r>
            <a:r>
              <a:rPr sz="1100" spc="-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ke</a:t>
            </a:r>
            <a:r>
              <a:rPr sz="1100" spc="-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IP</a:t>
            </a:r>
            <a:r>
              <a:rPr sz="1100" spc="-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tertentu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(/32),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hindari</a:t>
            </a:r>
            <a:r>
              <a:rPr sz="1100" spc="-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0.0.0.0/0.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75678"/>
            <a:ext cx="5759450" cy="8255"/>
            <a:chOff x="0" y="375678"/>
            <a:chExt cx="5759450" cy="8255"/>
          </a:xfrm>
        </p:grpSpPr>
        <p:sp>
          <p:nvSpPr>
            <p:cNvPr id="5" name="object 5"/>
            <p:cNvSpPr/>
            <p:nvPr/>
          </p:nvSpPr>
          <p:spPr>
            <a:xfrm>
              <a:off x="0" y="378205"/>
              <a:ext cx="5759450" cy="0"/>
            </a:xfrm>
            <a:custGeom>
              <a:avLst/>
              <a:gdLst/>
              <a:ahLst/>
              <a:cxnLst/>
              <a:rect l="l" t="t" r="r" b="b"/>
              <a:pathLst>
                <a:path w="5759450">
                  <a:moveTo>
                    <a:pt x="0" y="0"/>
                  </a:moveTo>
                  <a:lnTo>
                    <a:pt x="5759450" y="0"/>
                  </a:lnTo>
                </a:path>
              </a:pathLst>
            </a:custGeom>
            <a:ln w="5054">
              <a:solidFill>
                <a:srgbClr val="D5C5B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75919"/>
              <a:ext cx="5236210" cy="8255"/>
            </a:xfrm>
            <a:custGeom>
              <a:avLst/>
              <a:gdLst/>
              <a:ahLst/>
              <a:cxnLst/>
              <a:rect l="l" t="t" r="r" b="b"/>
              <a:pathLst>
                <a:path w="5236210" h="8254">
                  <a:moveTo>
                    <a:pt x="5235956" y="0"/>
                  </a:moveTo>
                  <a:lnTo>
                    <a:pt x="0" y="0"/>
                  </a:lnTo>
                  <a:lnTo>
                    <a:pt x="0" y="8001"/>
                  </a:lnTo>
                  <a:lnTo>
                    <a:pt x="5235956" y="8001"/>
                  </a:lnTo>
                  <a:lnTo>
                    <a:pt x="5235956" y="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xfrm>
            <a:off x="5467350" y="2974975"/>
            <a:ext cx="298450" cy="1285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865"/>
              </a:lnSpc>
            </a:pPr>
            <a:fld id="{81D60167-4931-47E6-BA6A-407CBD079E47}" type="slidenum">
              <a:rPr spc="-10" dirty="0"/>
              <a:t>32</a:t>
            </a:fld>
            <a:r>
              <a:rPr spc="-10" dirty="0"/>
              <a:t>/35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75919"/>
            <a:ext cx="5759450" cy="9525"/>
          </a:xfrm>
          <a:custGeom>
            <a:avLst/>
            <a:gdLst/>
            <a:ahLst/>
            <a:cxnLst/>
            <a:rect l="l" t="t" r="r" b="b"/>
            <a:pathLst>
              <a:path w="5759450" h="9525">
                <a:moveTo>
                  <a:pt x="5759450" y="0"/>
                </a:moveTo>
                <a:lnTo>
                  <a:pt x="0" y="0"/>
                </a:lnTo>
                <a:lnTo>
                  <a:pt x="0" y="9143"/>
                </a:lnTo>
                <a:lnTo>
                  <a:pt x="5759450" y="9143"/>
                </a:lnTo>
                <a:lnTo>
                  <a:pt x="5759450" y="0"/>
                </a:lnTo>
                <a:close/>
              </a:path>
            </a:pathLst>
          </a:custGeom>
          <a:solidFill>
            <a:srgbClr val="D5C5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38404" y="905383"/>
            <a:ext cx="312293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100"/>
              </a:spcBef>
              <a:buChar char="•"/>
              <a:tabLst>
                <a:tab pos="189230" algn="l"/>
              </a:tabLst>
            </a:pP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Selalu</a:t>
            </a:r>
            <a:r>
              <a:rPr sz="1100" spc="-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lakukan</a:t>
            </a:r>
            <a:r>
              <a:rPr sz="1100" spc="-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2373A"/>
                </a:solidFill>
                <a:latin typeface="Calibri"/>
                <a:cs typeface="Calibri"/>
              </a:rPr>
              <a:t>cleanup</a:t>
            </a:r>
            <a:r>
              <a:rPr sz="1100" b="1" spc="-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resource</a:t>
            </a:r>
            <a:r>
              <a:rPr sz="1100" spc="-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setelah</a:t>
            </a:r>
            <a:r>
              <a:rPr sz="1100" spc="-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praktikum.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8404" y="2295855"/>
            <a:ext cx="4506595" cy="465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100"/>
              </a:spcBef>
              <a:buChar char="•"/>
              <a:tabLst>
                <a:tab pos="189230" algn="l"/>
              </a:tabLst>
            </a:pP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AWS</a:t>
            </a:r>
            <a:r>
              <a:rPr sz="1100" spc="-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CLI</a:t>
            </a:r>
            <a:r>
              <a:rPr sz="1100" spc="-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memudahkan</a:t>
            </a:r>
            <a:r>
              <a:rPr sz="1100" spc="-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operasi</a:t>
            </a:r>
            <a:r>
              <a:rPr sz="1100" spc="-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AWS</a:t>
            </a:r>
            <a:r>
              <a:rPr sz="1100" spc="-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via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terminal</a:t>
            </a:r>
            <a:r>
              <a:rPr sz="1100" spc="-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dan</a:t>
            </a:r>
            <a:r>
              <a:rPr sz="1100" spc="-2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cocok</a:t>
            </a:r>
            <a:r>
              <a:rPr sz="1100" spc="-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untuk</a:t>
            </a:r>
            <a:r>
              <a:rPr sz="1100" spc="-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automasi.</a:t>
            </a:r>
            <a:endParaRPr sz="1100">
              <a:latin typeface="Calibri"/>
              <a:cs typeface="Calibri"/>
            </a:endParaRPr>
          </a:p>
          <a:p>
            <a:pPr marL="189230" indent="-176530">
              <a:lnSpc>
                <a:spcPct val="100000"/>
              </a:lnSpc>
              <a:spcBef>
                <a:spcPts val="819"/>
              </a:spcBef>
              <a:buChar char="•"/>
              <a:tabLst>
                <a:tab pos="189230" algn="l"/>
              </a:tabLst>
            </a:pP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Kuasai:</a:t>
            </a:r>
            <a:r>
              <a:rPr sz="1100" spc="-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profile/region,</a:t>
            </a:r>
            <a:r>
              <a:rPr sz="1100" spc="-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22373A"/>
                </a:solidFill>
                <a:latin typeface="Calibri"/>
                <a:cs typeface="Calibri"/>
              </a:rPr>
              <a:t>–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output,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 –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query,</a:t>
            </a:r>
            <a:r>
              <a:rPr sz="1100" spc="-30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dan</a:t>
            </a:r>
            <a:r>
              <a:rPr sz="1100" spc="-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2373A"/>
                </a:solidFill>
                <a:latin typeface="Calibri"/>
                <a:cs typeface="Calibri"/>
              </a:rPr>
              <a:t>troubleshooting.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75678"/>
            <a:ext cx="5759450" cy="8255"/>
            <a:chOff x="0" y="375678"/>
            <a:chExt cx="5759450" cy="8255"/>
          </a:xfrm>
        </p:grpSpPr>
        <p:sp>
          <p:nvSpPr>
            <p:cNvPr id="6" name="object 6"/>
            <p:cNvSpPr/>
            <p:nvPr/>
          </p:nvSpPr>
          <p:spPr>
            <a:xfrm>
              <a:off x="0" y="378205"/>
              <a:ext cx="5759450" cy="0"/>
            </a:xfrm>
            <a:custGeom>
              <a:avLst/>
              <a:gdLst/>
              <a:ahLst/>
              <a:cxnLst/>
              <a:rect l="l" t="t" r="r" b="b"/>
              <a:pathLst>
                <a:path w="5759450">
                  <a:moveTo>
                    <a:pt x="0" y="0"/>
                  </a:moveTo>
                  <a:lnTo>
                    <a:pt x="5759450" y="0"/>
                  </a:lnTo>
                </a:path>
              </a:pathLst>
            </a:custGeom>
            <a:ln w="5054">
              <a:solidFill>
                <a:srgbClr val="D5C5B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75919"/>
              <a:ext cx="5497830" cy="8255"/>
            </a:xfrm>
            <a:custGeom>
              <a:avLst/>
              <a:gdLst/>
              <a:ahLst/>
              <a:cxnLst/>
              <a:rect l="l" t="t" r="r" b="b"/>
              <a:pathLst>
                <a:path w="5497830" h="8254">
                  <a:moveTo>
                    <a:pt x="5497703" y="0"/>
                  </a:moveTo>
                  <a:lnTo>
                    <a:pt x="0" y="0"/>
                  </a:lnTo>
                  <a:lnTo>
                    <a:pt x="0" y="8001"/>
                  </a:lnTo>
                  <a:lnTo>
                    <a:pt x="5497703" y="8001"/>
                  </a:lnTo>
                  <a:lnTo>
                    <a:pt x="5497703" y="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xfrm>
            <a:off x="5467350" y="2974975"/>
            <a:ext cx="298450" cy="1285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865"/>
              </a:lnSpc>
            </a:pPr>
            <a:fld id="{81D60167-4931-47E6-BA6A-407CBD079E47}" type="slidenum">
              <a:rPr spc="-10" dirty="0"/>
              <a:t>33</a:t>
            </a:fld>
            <a:r>
              <a:rPr spc="-10" dirty="0"/>
              <a:t>/35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75919"/>
            <a:ext cx="5759450" cy="9525"/>
          </a:xfrm>
          <a:custGeom>
            <a:avLst/>
            <a:gdLst/>
            <a:ahLst/>
            <a:cxnLst/>
            <a:rect l="l" t="t" r="r" b="b"/>
            <a:pathLst>
              <a:path w="5759450" h="9525">
                <a:moveTo>
                  <a:pt x="5759450" y="0"/>
                </a:moveTo>
                <a:lnTo>
                  <a:pt x="0" y="0"/>
                </a:lnTo>
                <a:lnTo>
                  <a:pt x="0" y="9143"/>
                </a:lnTo>
                <a:lnTo>
                  <a:pt x="5759450" y="9143"/>
                </a:lnTo>
                <a:lnTo>
                  <a:pt x="5759450" y="0"/>
                </a:lnTo>
                <a:close/>
              </a:path>
            </a:pathLst>
          </a:custGeom>
          <a:solidFill>
            <a:srgbClr val="D5C5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38404" y="905383"/>
            <a:ext cx="233553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9230" indent="-176530">
              <a:lnSpc>
                <a:spcPct val="100000"/>
              </a:lnSpc>
              <a:spcBef>
                <a:spcPts val="100"/>
              </a:spcBef>
              <a:buChar char="•"/>
              <a:tabLst>
                <a:tab pos="189230" algn="l"/>
              </a:tabLst>
            </a:pP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Perintah</a:t>
            </a:r>
            <a:r>
              <a:rPr sz="1100" spc="-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inti:</a:t>
            </a:r>
            <a:r>
              <a:rPr sz="1100" spc="-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S3,</a:t>
            </a:r>
            <a:r>
              <a:rPr sz="1100" spc="-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EC2,</a:t>
            </a:r>
            <a:r>
              <a:rPr sz="1100" spc="-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VPC,</a:t>
            </a:r>
            <a:r>
              <a:rPr sz="1100" spc="-2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2373A"/>
                </a:solidFill>
                <a:latin typeface="Calibri"/>
                <a:cs typeface="Calibri"/>
              </a:rPr>
              <a:t>IAM,</a:t>
            </a:r>
            <a:r>
              <a:rPr sz="1100" spc="-15" dirty="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22373A"/>
                </a:solidFill>
                <a:latin typeface="Calibri"/>
                <a:cs typeface="Calibri"/>
              </a:rPr>
              <a:t>Logs.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5467350" y="2974975"/>
            <a:ext cx="298450" cy="1285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865"/>
              </a:lnSpc>
            </a:pPr>
            <a:fld id="{81D60167-4931-47E6-BA6A-407CBD079E47}" type="slidenum">
              <a:rPr spc="-10" dirty="0"/>
              <a:t>34</a:t>
            </a:fld>
            <a:r>
              <a:rPr spc="-10" dirty="0"/>
              <a:t>/35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5759450" cy="3239770"/>
          </a:xfrm>
          <a:custGeom>
            <a:avLst/>
            <a:gdLst/>
            <a:ahLst/>
            <a:cxnLst/>
            <a:rect l="l" t="t" r="r" b="b"/>
            <a:pathLst>
              <a:path w="5759450" h="3239770">
                <a:moveTo>
                  <a:pt x="5759450" y="0"/>
                </a:moveTo>
                <a:lnTo>
                  <a:pt x="0" y="0"/>
                </a:lnTo>
                <a:lnTo>
                  <a:pt x="0" y="3239769"/>
                </a:lnTo>
                <a:lnTo>
                  <a:pt x="5759450" y="3239769"/>
                </a:lnTo>
                <a:lnTo>
                  <a:pt x="5759450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65375" y="893190"/>
            <a:ext cx="1034415" cy="2359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50" dirty="0" smtClean="0">
                <a:solidFill>
                  <a:srgbClr val="22373A"/>
                </a:solidFill>
                <a:latin typeface="Calibri"/>
                <a:cs typeface="Calibri"/>
              </a:rPr>
              <a:t>Thx</a:t>
            </a:r>
            <a:endParaRPr sz="145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5467350" y="2974975"/>
            <a:ext cx="298450" cy="1285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865"/>
              </a:lnSpc>
            </a:pPr>
            <a:fld id="{81D60167-4931-47E6-BA6A-407CBD079E47}" type="slidenum">
              <a:rPr spc="-10" dirty="0"/>
              <a:t>35</a:t>
            </a:fld>
            <a:r>
              <a:rPr spc="-10" dirty="0"/>
              <a:t>/35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Words>812</Words>
  <Application>Microsoft Office PowerPoint</Application>
  <PresentationFormat>Custom</PresentationFormat>
  <Paragraphs>147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Calibri</vt:lpstr>
      <vt:lpstr>Calibri Light</vt:lpstr>
      <vt:lpstr>Times New Roman</vt:lpstr>
      <vt:lpstr>Office Theme</vt:lpstr>
      <vt:lpstr>AWS CLI: Automasi Operasi AWS via Terminal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s3://nama-bucket-unik/folder/ aws s3 rm s3://nama-bucket-unik/file.txt aws s3 rb s3://nama-bucket-unik --force</vt:lpstr>
      <vt:lpstr>PowerPoint Presentation</vt:lpstr>
      <vt:lpstr>PowerPoint Presentation</vt:lpstr>
      <vt:lpstr>PowerPoint Presentation</vt:lpstr>
      <vt:lpstr>Lifecycle</vt:lpstr>
      <vt:lpstr>PowerPoint Presentation</vt:lpstr>
      <vt:lpstr>PowerPoint Presentation</vt:lpstr>
      <vt:lpstr>PowerPoint Presentation</vt:lpstr>
      <vt:lpstr>Set environment untuk konsistensi</vt:lpstr>
      <vt:lpstr>Contoh loop (stop beberapa instance)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CLI: Automasi Operasi AWS via Terminal - Perintah Standar, Konfigurasi, Query Output, dan Praktikum Dasar</dc:title>
  <dc:creator>pds</dc:creator>
  <cp:lastModifiedBy>PDS</cp:lastModifiedBy>
  <cp:revision>5</cp:revision>
  <dcterms:created xsi:type="dcterms:W3CDTF">2026-09-17T07:44:58Z</dcterms:created>
  <dcterms:modified xsi:type="dcterms:W3CDTF">2026-09-17T09:45:37Z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2026-09-10T00:00:00Z</vt:filetime>
  </property>
  <property fmtid="{D5CDD505-2E9C-101B-9397-08002B2CF9AE}" pid="4" name="Creator">
    <vt:lpwstr>Microsoft® Word 2016</vt:lpwstr>
  </property>
  <property fmtid="{D5CDD505-2E9C-101B-9397-08002B2CF9AE}" pid="5" name="LastSaved">
    <vt:filetime>2026-09-17T00:00:00Z</vt:filetime>
  </property>
  <property fmtid="{D5CDD505-2E9C-101B-9397-08002B2CF9AE}" pid="6" name="Producer">
    <vt:lpwstr>Microsoft® Word 2016</vt:lpwstr>
  </property>
</Properties>
</file>