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9"/>
  </p:notesMasterIdLst>
  <p:sldIdLst>
    <p:sldId id="353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636" y="13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notesMaster" Target="notesMasters/notesMaster1.xml"/><Relationship Id="rId10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7E54D4-1A6A-4A06-965F-1CC6F0A0E8B1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6E47CB-7BAB-46BB-99EA-0A2CCB2435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6773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PDS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85673C-CD37-4D5E-BA1D-2F9D0B2CE00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7483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1097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.png"/><Relationship Id="rId4" Type="http://schemas.openxmlformats.org/officeDocument/2006/relationships/hyperlink" Target="https://github.com/amelcharolinesgn2/AWS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g"/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g"/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g"/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g"/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jpg"/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jpg"/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jpg"/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jpg"/><Relationship Id="rId1" Type="http://schemas.openxmlformats.org/officeDocument/2006/relationships/slideLayout" Target="../slideLayouts/slideLayout5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g"/><Relationship Id="rId1" Type="http://schemas.openxmlformats.org/officeDocument/2006/relationships/slideLayout" Target="../slideLayouts/slideLayout5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jpg"/><Relationship Id="rId1" Type="http://schemas.openxmlformats.org/officeDocument/2006/relationships/slideLayout" Target="../slideLayouts/slideLayout5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jpg"/><Relationship Id="rId1" Type="http://schemas.openxmlformats.org/officeDocument/2006/relationships/slideLayout" Target="../slideLayouts/slideLayout5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jpg"/><Relationship Id="rId1" Type="http://schemas.openxmlformats.org/officeDocument/2006/relationships/slideLayout" Target="../slideLayouts/slideLayout5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jpg"/><Relationship Id="rId1" Type="http://schemas.openxmlformats.org/officeDocument/2006/relationships/slideLayout" Target="../slideLayouts/slideLayout5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jpg"/><Relationship Id="rId1" Type="http://schemas.openxmlformats.org/officeDocument/2006/relationships/slideLayout" Target="../slideLayouts/slideLayout5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jpg"/><Relationship Id="rId1" Type="http://schemas.openxmlformats.org/officeDocument/2006/relationships/slideLayout" Target="../slideLayouts/slideLayout5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jpg"/><Relationship Id="rId1" Type="http://schemas.openxmlformats.org/officeDocument/2006/relationships/slideLayout" Target="../slideLayouts/slideLayout5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jpg"/><Relationship Id="rId1" Type="http://schemas.openxmlformats.org/officeDocument/2006/relationships/slideLayout" Target="../slideLayouts/slideLayout5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jpg"/><Relationship Id="rId2" Type="http://schemas.openxmlformats.org/officeDocument/2006/relationships/image" Target="../media/image79.jpg"/><Relationship Id="rId1" Type="http://schemas.openxmlformats.org/officeDocument/2006/relationships/slideLayout" Target="../slideLayouts/slideLayout5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jpg"/><Relationship Id="rId1" Type="http://schemas.openxmlformats.org/officeDocument/2006/relationships/slideLayout" Target="../slideLayouts/slideLayout5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jpg"/><Relationship Id="rId1" Type="http://schemas.openxmlformats.org/officeDocument/2006/relationships/slideLayout" Target="../slideLayouts/slideLayout5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jpg"/><Relationship Id="rId1" Type="http://schemas.openxmlformats.org/officeDocument/2006/relationships/slideLayout" Target="../slideLayouts/slideLayout5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jpg"/><Relationship Id="rId1" Type="http://schemas.openxmlformats.org/officeDocument/2006/relationships/slideLayout" Target="../slideLayouts/slideLayout5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jpg"/><Relationship Id="rId1" Type="http://schemas.openxmlformats.org/officeDocument/2006/relationships/slideLayout" Target="../slideLayouts/slideLayout5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jpg"/><Relationship Id="rId1" Type="http://schemas.openxmlformats.org/officeDocument/2006/relationships/slideLayout" Target="../slideLayouts/slideLayout5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jpg"/><Relationship Id="rId1" Type="http://schemas.openxmlformats.org/officeDocument/2006/relationships/slideLayout" Target="../slideLayouts/slideLayout5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jpg"/><Relationship Id="rId1" Type="http://schemas.openxmlformats.org/officeDocument/2006/relationships/slideLayout" Target="../slideLayouts/slideLayout5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jpg"/><Relationship Id="rId1" Type="http://schemas.openxmlformats.org/officeDocument/2006/relationships/slideLayout" Target="../slideLayouts/slideLayout5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jpg"/><Relationship Id="rId1" Type="http://schemas.openxmlformats.org/officeDocument/2006/relationships/slideLayout" Target="../slideLayouts/slideLayout5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jpg"/><Relationship Id="rId1" Type="http://schemas.openxmlformats.org/officeDocument/2006/relationships/slideLayout" Target="../slideLayouts/slideLayout5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jpg"/><Relationship Id="rId1" Type="http://schemas.openxmlformats.org/officeDocument/2006/relationships/slideLayout" Target="../slideLayouts/slideLayout5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jpg"/><Relationship Id="rId1" Type="http://schemas.openxmlformats.org/officeDocument/2006/relationships/slideLayout" Target="../slideLayouts/slideLayout5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jpg"/><Relationship Id="rId1" Type="http://schemas.openxmlformats.org/officeDocument/2006/relationships/slideLayout" Target="../slideLayouts/slideLayout5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jpg"/><Relationship Id="rId1" Type="http://schemas.openxmlformats.org/officeDocument/2006/relationships/slideLayout" Target="../slideLayouts/slideLayout5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jpg"/><Relationship Id="rId1" Type="http://schemas.openxmlformats.org/officeDocument/2006/relationships/slideLayout" Target="../slideLayouts/slideLayout5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5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jpg"/><Relationship Id="rId1" Type="http://schemas.openxmlformats.org/officeDocument/2006/relationships/slideLayout" Target="../slideLayouts/slideLayout5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jpg"/><Relationship Id="rId1" Type="http://schemas.openxmlformats.org/officeDocument/2006/relationships/slideLayout" Target="../slideLayouts/slideLayout5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" y="85725"/>
            <a:ext cx="12153900" cy="668655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905000" y="4267200"/>
            <a:ext cx="866775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62865" algn="ctr">
              <a:lnSpc>
                <a:spcPct val="100000"/>
              </a:lnSpc>
            </a:pPr>
            <a:r>
              <a:rPr sz="1600" dirty="0" smtClean="0">
                <a:latin typeface="Trebuchet MS"/>
                <a:cs typeface="Trebuchet MS"/>
              </a:rPr>
              <a:t>Slides</a:t>
            </a:r>
            <a:r>
              <a:rPr sz="1600" spc="-215" dirty="0" smtClean="0">
                <a:latin typeface="Trebuchet MS"/>
                <a:cs typeface="Trebuchet MS"/>
              </a:rPr>
              <a:t> </a:t>
            </a:r>
            <a:r>
              <a:rPr sz="1600" spc="-90" dirty="0">
                <a:latin typeface="Trebuchet MS"/>
                <a:cs typeface="Trebuchet MS"/>
              </a:rPr>
              <a:t>are</a:t>
            </a:r>
            <a:r>
              <a:rPr sz="1600" spc="-220" dirty="0">
                <a:latin typeface="Trebuchet MS"/>
                <a:cs typeface="Trebuchet MS"/>
              </a:rPr>
              <a:t> </a:t>
            </a:r>
            <a:r>
              <a:rPr sz="1600" spc="-60" dirty="0">
                <a:latin typeface="Trebuchet MS"/>
                <a:cs typeface="Trebuchet MS"/>
              </a:rPr>
              <a:t>captured</a:t>
            </a:r>
            <a:r>
              <a:rPr sz="1600" spc="-195" dirty="0">
                <a:latin typeface="Trebuchet MS"/>
                <a:cs typeface="Trebuchet MS"/>
              </a:rPr>
              <a:t> </a:t>
            </a:r>
            <a:r>
              <a:rPr sz="1600" spc="-90" dirty="0">
                <a:latin typeface="Trebuchet MS"/>
                <a:cs typeface="Trebuchet MS"/>
              </a:rPr>
              <a:t>from</a:t>
            </a:r>
            <a:r>
              <a:rPr sz="1600" spc="-204" dirty="0">
                <a:latin typeface="Trebuchet MS"/>
                <a:cs typeface="Trebuchet MS"/>
              </a:rPr>
              <a:t> </a:t>
            </a:r>
            <a:r>
              <a:rPr sz="1600" spc="80" dirty="0">
                <a:latin typeface="Trebuchet MS"/>
                <a:cs typeface="Trebuchet MS"/>
              </a:rPr>
              <a:t>AWS</a:t>
            </a:r>
            <a:r>
              <a:rPr sz="1600" spc="-200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Educate.</a:t>
            </a:r>
            <a:endParaRPr sz="1600" dirty="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</a:pPr>
            <a:r>
              <a:rPr sz="1600" spc="-55" dirty="0">
                <a:latin typeface="Trebuchet MS"/>
                <a:cs typeface="Trebuchet MS"/>
              </a:rPr>
              <a:t>This</a:t>
            </a:r>
            <a:r>
              <a:rPr sz="1600" spc="-21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is</a:t>
            </a:r>
            <a:r>
              <a:rPr sz="1600" spc="-215" dirty="0">
                <a:latin typeface="Trebuchet MS"/>
                <a:cs typeface="Trebuchet MS"/>
              </a:rPr>
              <a:t> </a:t>
            </a:r>
            <a:r>
              <a:rPr sz="1600" spc="-55" dirty="0">
                <a:latin typeface="Trebuchet MS"/>
                <a:cs typeface="Trebuchet MS"/>
              </a:rPr>
              <a:t>only</a:t>
            </a:r>
            <a:r>
              <a:rPr sz="1600" spc="-220" dirty="0">
                <a:latin typeface="Trebuchet MS"/>
                <a:cs typeface="Trebuchet MS"/>
              </a:rPr>
              <a:t> </a:t>
            </a:r>
            <a:r>
              <a:rPr sz="1600" spc="-130" dirty="0">
                <a:latin typeface="Trebuchet MS"/>
                <a:cs typeface="Trebuchet MS"/>
              </a:rPr>
              <a:t>for</a:t>
            </a:r>
            <a:r>
              <a:rPr sz="1600" spc="-210" dirty="0">
                <a:latin typeface="Trebuchet MS"/>
                <a:cs typeface="Trebuchet MS"/>
              </a:rPr>
              <a:t> </a:t>
            </a:r>
            <a:r>
              <a:rPr sz="1600" spc="-70" dirty="0">
                <a:latin typeface="Trebuchet MS"/>
                <a:cs typeface="Trebuchet MS"/>
              </a:rPr>
              <a:t>learning</a:t>
            </a:r>
            <a:r>
              <a:rPr sz="1600" spc="-220" dirty="0">
                <a:latin typeface="Trebuchet MS"/>
                <a:cs typeface="Trebuchet MS"/>
              </a:rPr>
              <a:t> </a:t>
            </a:r>
            <a:r>
              <a:rPr sz="1600" spc="-20" dirty="0">
                <a:latin typeface="Trebuchet MS"/>
                <a:cs typeface="Trebuchet MS"/>
              </a:rPr>
              <a:t>tools</a:t>
            </a:r>
            <a:r>
              <a:rPr sz="1600" spc="-215" dirty="0">
                <a:latin typeface="Trebuchet MS"/>
                <a:cs typeface="Trebuchet MS"/>
              </a:rPr>
              <a:t> </a:t>
            </a:r>
            <a:r>
              <a:rPr sz="1600" spc="-70" dirty="0">
                <a:latin typeface="Trebuchet MS"/>
                <a:cs typeface="Trebuchet MS"/>
              </a:rPr>
              <a:t>in</a:t>
            </a:r>
            <a:r>
              <a:rPr sz="1600" spc="-22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Cloud</a:t>
            </a:r>
            <a:r>
              <a:rPr sz="1600" spc="-204" dirty="0">
                <a:latin typeface="Trebuchet MS"/>
                <a:cs typeface="Trebuchet MS"/>
              </a:rPr>
              <a:t> </a:t>
            </a:r>
            <a:r>
              <a:rPr sz="1600" spc="-20" dirty="0">
                <a:latin typeface="Trebuchet MS"/>
                <a:cs typeface="Trebuchet MS"/>
              </a:rPr>
              <a:t>Computing</a:t>
            </a:r>
            <a:r>
              <a:rPr sz="1600" spc="-200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Course</a:t>
            </a:r>
            <a:endParaRPr sz="1600" dirty="0">
              <a:latin typeface="Trebuchet MS"/>
              <a:cs typeface="Trebuchet MS"/>
            </a:endParaRPr>
          </a:p>
        </p:txBody>
      </p:sp>
      <p:sp>
        <p:nvSpPr>
          <p:cNvPr id="8" name="object 7"/>
          <p:cNvSpPr txBox="1"/>
          <p:nvPr/>
        </p:nvSpPr>
        <p:spPr>
          <a:xfrm>
            <a:off x="304800" y="179370"/>
            <a:ext cx="11277600" cy="228972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62865" algn="just">
              <a:lnSpc>
                <a:spcPct val="100000"/>
              </a:lnSpc>
            </a:pPr>
            <a:r>
              <a:rPr lang="en-US" sz="2800" spc="-45" dirty="0" smtClean="0">
                <a:latin typeface="Trebuchet MS"/>
                <a:cs typeface="Trebuchet MS"/>
              </a:rPr>
              <a:t>This</a:t>
            </a:r>
            <a:r>
              <a:rPr lang="en-US" sz="2800" spc="-160" dirty="0" smtClean="0">
                <a:latin typeface="Trebuchet MS"/>
                <a:cs typeface="Trebuchet MS"/>
              </a:rPr>
              <a:t> </a:t>
            </a:r>
            <a:r>
              <a:rPr lang="en-US" sz="2800" spc="-10" dirty="0" smtClean="0">
                <a:latin typeface="Trebuchet MS"/>
                <a:cs typeface="Trebuchet MS"/>
              </a:rPr>
              <a:t>slide</a:t>
            </a:r>
            <a:r>
              <a:rPr lang="en-US" sz="2800" spc="-155" dirty="0" smtClean="0">
                <a:latin typeface="Trebuchet MS"/>
                <a:cs typeface="Trebuchet MS"/>
              </a:rPr>
              <a:t> </a:t>
            </a:r>
            <a:r>
              <a:rPr lang="en-US" sz="2800" dirty="0" smtClean="0">
                <a:latin typeface="Trebuchet MS"/>
                <a:cs typeface="Trebuchet MS"/>
              </a:rPr>
              <a:t>is</a:t>
            </a:r>
            <a:r>
              <a:rPr lang="en-US" sz="2800" spc="-145" dirty="0" smtClean="0">
                <a:latin typeface="Trebuchet MS"/>
                <a:cs typeface="Trebuchet MS"/>
              </a:rPr>
              <a:t> </a:t>
            </a:r>
            <a:r>
              <a:rPr lang="en-US" sz="2800" spc="-50" dirty="0" smtClean="0">
                <a:latin typeface="Trebuchet MS"/>
                <a:cs typeface="Trebuchet MS"/>
              </a:rPr>
              <a:t>taken </a:t>
            </a:r>
          </a:p>
          <a:p>
            <a:pPr marR="62865" algn="just">
              <a:lnSpc>
                <a:spcPct val="100000"/>
              </a:lnSpc>
            </a:pPr>
            <a:r>
              <a:rPr lang="en-US" sz="2800" spc="-60" dirty="0" smtClean="0">
                <a:latin typeface="Trebuchet MS"/>
                <a:cs typeface="Trebuchet MS"/>
              </a:rPr>
              <a:t>from</a:t>
            </a:r>
            <a:r>
              <a:rPr lang="en-US" sz="2800" spc="-175" dirty="0" smtClean="0">
                <a:latin typeface="Trebuchet MS"/>
                <a:cs typeface="Trebuchet MS"/>
              </a:rPr>
              <a:t> </a:t>
            </a:r>
            <a:r>
              <a:rPr lang="en-US" sz="2800" spc="-10" dirty="0" smtClean="0">
                <a:latin typeface="Trebuchet MS"/>
                <a:cs typeface="Trebuchet MS"/>
              </a:rPr>
              <a:t>Amazon</a:t>
            </a:r>
          </a:p>
          <a:p>
            <a:pPr marR="62865" algn="just">
              <a:lnSpc>
                <a:spcPct val="100000"/>
              </a:lnSpc>
            </a:pPr>
            <a:r>
              <a:rPr lang="en-US" sz="2800" spc="-10" dirty="0" smtClean="0">
                <a:latin typeface="Trebuchet MS"/>
                <a:cs typeface="Trebuchet MS"/>
              </a:rPr>
              <a:t> </a:t>
            </a:r>
            <a:r>
              <a:rPr lang="en-US" sz="2800" spc="55" dirty="0" smtClean="0">
                <a:latin typeface="Trebuchet MS"/>
                <a:cs typeface="Trebuchet MS"/>
              </a:rPr>
              <a:t>AWS</a:t>
            </a:r>
            <a:r>
              <a:rPr lang="en-US" sz="2800" spc="-185" dirty="0" smtClean="0">
                <a:latin typeface="Trebuchet MS"/>
                <a:cs typeface="Trebuchet MS"/>
              </a:rPr>
              <a:t> </a:t>
            </a:r>
            <a:r>
              <a:rPr lang="en-US" sz="2800" spc="-10" dirty="0" smtClean="0">
                <a:latin typeface="Trebuchet MS"/>
                <a:cs typeface="Trebuchet MS"/>
              </a:rPr>
              <a:t>Educate</a:t>
            </a:r>
            <a:endParaRPr lang="en-US" sz="2800" dirty="0">
              <a:latin typeface="Trebuchet MS"/>
              <a:cs typeface="Trebuchet MS"/>
            </a:endParaRPr>
          </a:p>
          <a:p>
            <a:pPr marR="62865" algn="just">
              <a:lnSpc>
                <a:spcPct val="100000"/>
              </a:lnSpc>
            </a:pPr>
            <a:endParaRPr sz="2800" dirty="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</a:pPr>
            <a:r>
              <a:rPr lang="en-US" sz="3600" dirty="0" smtClean="0">
                <a:solidFill>
                  <a:schemeClr val="bg1"/>
                </a:solidFill>
                <a:latin typeface="Trebuchet MS"/>
                <a:cs typeface="Trebuchet MS"/>
              </a:rPr>
              <a:t>Getting Started with Storage</a:t>
            </a:r>
            <a:endParaRPr sz="3600" dirty="0">
              <a:solidFill>
                <a:schemeClr val="bg1"/>
              </a:solidFill>
              <a:latin typeface="Trebuchet MS"/>
              <a:cs typeface="Trebuchet M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241690" y="5716454"/>
            <a:ext cx="2751752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800" dirty="0"/>
              <a:t>https://www.youtube.com/@AmelOline/videos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14085" y="5584717"/>
            <a:ext cx="1858842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800" dirty="0"/>
              <a:t>https://github.com/siagianp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246758" y="5867853"/>
            <a:ext cx="274786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800" dirty="0"/>
              <a:t>https://github.com/amelcharolinesgn2/Cloud-Infrastructures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78681" y="6003237"/>
            <a:ext cx="3215945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800" dirty="0"/>
              <a:t>https://github.com/amelcharolinesgn2/ClouD-Infrastructure-SISKA-2025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41690" y="6110959"/>
            <a:ext cx="2751752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800" dirty="0"/>
              <a:t>https://</a:t>
            </a:r>
            <a:r>
              <a:rPr lang="en-US" sz="800" dirty="0" smtClean="0"/>
              <a:t>github.com/amelcharolinesgn2/CCNA1</a:t>
            </a:r>
            <a:endParaRPr lang="en-US" sz="800" dirty="0"/>
          </a:p>
        </p:txBody>
      </p:sp>
      <p:sp>
        <p:nvSpPr>
          <p:cNvPr id="14" name="Rectangle 13"/>
          <p:cNvSpPr/>
          <p:nvPr/>
        </p:nvSpPr>
        <p:spPr>
          <a:xfrm>
            <a:off x="9241690" y="6241384"/>
            <a:ext cx="2751752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800" dirty="0"/>
              <a:t>https://</a:t>
            </a:r>
            <a:r>
              <a:rPr lang="en-US" sz="800" dirty="0" smtClean="0"/>
              <a:t>github.com/amelcharolinesgn2/CCNA2</a:t>
            </a:r>
            <a:endParaRPr lang="en-US" sz="800" dirty="0"/>
          </a:p>
        </p:txBody>
      </p:sp>
      <p:sp>
        <p:nvSpPr>
          <p:cNvPr id="15" name="Rectangle 14"/>
          <p:cNvSpPr/>
          <p:nvPr/>
        </p:nvSpPr>
        <p:spPr>
          <a:xfrm>
            <a:off x="9241690" y="6339914"/>
            <a:ext cx="2751752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800" dirty="0">
                <a:hlinkClick r:id="rId4"/>
              </a:rPr>
              <a:t>https://</a:t>
            </a:r>
            <a:r>
              <a:rPr lang="en-US" sz="800" dirty="0" smtClean="0">
                <a:hlinkClick r:id="rId4"/>
              </a:rPr>
              <a:t>github.com/amelcharolinesgn2/AWS</a:t>
            </a:r>
            <a:r>
              <a:rPr lang="en-US" sz="800" dirty="0" smtClean="0"/>
              <a:t> Certificate</a:t>
            </a:r>
            <a:endParaRPr lang="en-US" sz="8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746" y="3989576"/>
            <a:ext cx="2491854" cy="1564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65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094" y="0"/>
            <a:ext cx="12143867" cy="68579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65" y="0"/>
            <a:ext cx="12174093" cy="68579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5592"/>
            <a:ext cx="12191999" cy="681240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8878"/>
            <a:ext cx="12191999" cy="682027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736"/>
            <a:ext cx="12191999" cy="68365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23" y="0"/>
            <a:ext cx="12179934" cy="673150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000" y="-1"/>
            <a:ext cx="1214996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2318" y="516919"/>
            <a:ext cx="11594175" cy="622275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37" y="-1"/>
            <a:ext cx="12177902" cy="674038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999" y="-1"/>
            <a:ext cx="1213205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3571" y="526142"/>
            <a:ext cx="9751785" cy="621392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7792"/>
            <a:ext cx="12191999" cy="682243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8249"/>
            <a:ext cx="11884486" cy="680148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2701" y="492875"/>
            <a:ext cx="11507056" cy="626494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735"/>
            <a:ext cx="12192000" cy="6848475"/>
            <a:chOff x="0" y="4735"/>
            <a:chExt cx="12192000" cy="68484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4735"/>
              <a:ext cx="12191999" cy="684847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23886"/>
              <a:ext cx="12191999" cy="681024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12" y="-1"/>
            <a:ext cx="12181966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6793" y="506658"/>
            <a:ext cx="11408895" cy="621562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0314" y="512091"/>
            <a:ext cx="11405127" cy="621362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1376" y="512351"/>
            <a:ext cx="11594175" cy="622279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479"/>
            <a:ext cx="12191999" cy="674919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2688"/>
            <a:ext cx="11966054" cy="683259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5305"/>
            <a:ext cx="11957016" cy="678738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648"/>
            <a:ext cx="12191999" cy="684669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1305"/>
            <a:ext cx="12191999" cy="6795387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1202"/>
            <a:ext cx="12029077" cy="681558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0001" y="509627"/>
            <a:ext cx="11551265" cy="6199747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1780" y="534743"/>
            <a:ext cx="11576973" cy="6213589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094" y="0"/>
            <a:ext cx="12143867" cy="6722464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0831"/>
            <a:ext cx="12137973" cy="6816342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7792"/>
            <a:ext cx="11948340" cy="6822437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5238"/>
            <a:ext cx="11948159" cy="6827517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28"/>
            <a:ext cx="12191999" cy="6753206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678"/>
            <a:ext cx="12191999" cy="6748116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3522" y="514758"/>
            <a:ext cx="11611860" cy="6218318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143"/>
            <a:ext cx="11983976" cy="6837678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0312"/>
            <a:ext cx="11974770" cy="6797418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8781"/>
            <a:ext cx="11948340" cy="6840473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2049" y="478312"/>
            <a:ext cx="11585567" cy="6218176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937" y="0"/>
            <a:ext cx="12098147" cy="6857998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535" y="0"/>
            <a:ext cx="12138914" cy="6857998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523" y="0"/>
            <a:ext cx="12156948" cy="6857998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06" y="-1"/>
            <a:ext cx="12164822" cy="6767285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4856"/>
            <a:ext cx="11948520" cy="6808341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6814" y="505861"/>
            <a:ext cx="11629152" cy="6227596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5892" y="524008"/>
            <a:ext cx="11629152" cy="6227603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3785" y="498928"/>
            <a:ext cx="11620500" cy="623207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111" y="0"/>
            <a:ext cx="12157710" cy="6749285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0027" y="465108"/>
            <a:ext cx="11646496" cy="6245999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2049" y="505411"/>
            <a:ext cx="11594618" cy="621823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070" y="433177"/>
            <a:ext cx="11756894" cy="639961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8354" y="18270"/>
            <a:ext cx="11903645" cy="6821422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843" y="456017"/>
            <a:ext cx="11791964" cy="6336916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1780" y="512140"/>
            <a:ext cx="11586017" cy="6213579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3760"/>
            <a:ext cx="12191999" cy="6830438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5" y="505324"/>
            <a:ext cx="12172949" cy="6352672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5238"/>
            <a:ext cx="11948159" cy="6827517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2736" y="484957"/>
            <a:ext cx="11586017" cy="6213628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647" y="0"/>
            <a:ext cx="12116689" cy="6731501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1780" y="512157"/>
            <a:ext cx="11576973" cy="6213564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2307"/>
            <a:ext cx="12191999" cy="675335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0550" y="509769"/>
            <a:ext cx="11568391" cy="6208988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0550" y="518848"/>
            <a:ext cx="11568391" cy="6208948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61" y="-1"/>
            <a:ext cx="12168885" cy="6731334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500" y="-1"/>
            <a:ext cx="12123037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577" y="0"/>
            <a:ext cx="12152884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6814" y="510330"/>
            <a:ext cx="11620074" cy="6236741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73827"/>
            <a:ext cx="12191999" cy="6372006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0001" y="514134"/>
            <a:ext cx="11551265" cy="6199754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4049" y="501259"/>
            <a:ext cx="11620074" cy="6236733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9861"/>
            <a:ext cx="12191999" cy="6798309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2997" y="500918"/>
            <a:ext cx="11585567" cy="6218199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3260" y="498803"/>
            <a:ext cx="11594175" cy="6222759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3569"/>
            <a:ext cx="12191999" cy="683082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500" y="-1"/>
            <a:ext cx="1214094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2296"/>
            <a:ext cx="12191999" cy="6813423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012" y="-1"/>
            <a:ext cx="12182475" cy="6858000"/>
            <a:chOff x="5012" y="-1"/>
            <a:chExt cx="1218247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12" y="-1"/>
              <a:ext cx="12181966" cy="6857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051" y="0"/>
              <a:ext cx="12111863" cy="685799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841" y="516387"/>
            <a:ext cx="11641405" cy="6214777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46"/>
            <a:ext cx="12191999" cy="6807324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1512" y="509807"/>
            <a:ext cx="11568391" cy="6208951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4714" y="507999"/>
            <a:ext cx="11611428" cy="623207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0825" y="507644"/>
            <a:ext cx="11576973" cy="6213555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13" y="-1"/>
            <a:ext cx="1218691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3691" y="503046"/>
            <a:ext cx="11576973" cy="6213628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109" y="507998"/>
            <a:ext cx="11611480" cy="6232071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0338" y="0"/>
            <a:ext cx="1184561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7245" y="482699"/>
            <a:ext cx="11657630" cy="6256900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0825" y="521149"/>
            <a:ext cx="11649329" cy="6213613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0275" y="507394"/>
            <a:ext cx="11559822" cy="6204410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2508" y="497610"/>
            <a:ext cx="11580798" cy="6215627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6310"/>
            <a:ext cx="11947979" cy="6805420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5393" y="510211"/>
            <a:ext cx="11602795" cy="6227397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9661" y="507328"/>
            <a:ext cx="11596027" cy="6223837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7601"/>
            <a:ext cx="12191999" cy="6743194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371"/>
            <a:ext cx="11591946" cy="6855205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3691" y="525733"/>
            <a:ext cx="11576973" cy="6195466"/>
          </a:xfrm>
          <a:prstGeom prst="rect">
            <a:avLst/>
          </a:prstGeom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143" y="-1"/>
            <a:ext cx="12155678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</TotalTime>
  <Words>56</Words>
  <Application>Microsoft Office PowerPoint</Application>
  <PresentationFormat>Widescreen</PresentationFormat>
  <Paragraphs>16</Paragraphs>
  <Slides>97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97</vt:i4>
      </vt:variant>
    </vt:vector>
  </HeadingPairs>
  <TitlesOfParts>
    <vt:vector size="100" baseType="lpstr"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pds</dc:creator>
  <cp:lastModifiedBy>PDS</cp:lastModifiedBy>
  <cp:revision>3</cp:revision>
  <dcterms:created xsi:type="dcterms:W3CDTF">2026-09-17T08:21:59Z</dcterms:created>
  <dcterms:modified xsi:type="dcterms:W3CDTF">2026-09-17T09:32:11Z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2025-03-17T00:00:00Z</vt:filetime>
  </property>
  <property fmtid="{D5CDD505-2E9C-101B-9397-08002B2CF9AE}" pid="4" name="Creator">
    <vt:lpwstr>Microsoft® PowerPoint® for Microsoft 365</vt:lpwstr>
  </property>
  <property fmtid="{D5CDD505-2E9C-101B-9397-08002B2CF9AE}" pid="5" name="LastSaved">
    <vt:filetime>2026-09-17T00:00:00Z</vt:filetime>
  </property>
  <property fmtid="{D5CDD505-2E9C-101B-9397-08002B2CF9AE}" pid="6" name="MSIP_Label_38b525e5-f3da-4501-8f1e-526b6769fc56_ActionId">
    <vt:lpwstr>d74d5813-2899-41e0-a877-c456067b584b</vt:lpwstr>
  </property>
  <property fmtid="{D5CDD505-2E9C-101B-9397-08002B2CF9AE}" pid="7" name="MSIP_Label_38b525e5-f3da-4501-8f1e-526b6769fc56_ContentBits">
    <vt:lpwstr>0</vt:lpwstr>
  </property>
  <property fmtid="{D5CDD505-2E9C-101B-9397-08002B2CF9AE}" pid="8" name="MSIP_Label_38b525e5-f3da-4501-8f1e-526b6769fc56_Enabled">
    <vt:lpwstr>true</vt:lpwstr>
  </property>
  <property fmtid="{D5CDD505-2E9C-101B-9397-08002B2CF9AE}" pid="9" name="MSIP_Label_38b525e5-f3da-4501-8f1e-526b6769fc56_Method">
    <vt:lpwstr>Standard</vt:lpwstr>
  </property>
  <property fmtid="{D5CDD505-2E9C-101B-9397-08002B2CF9AE}" pid="10" name="MSIP_Label_38b525e5-f3da-4501-8f1e-526b6769fc56_Name">
    <vt:lpwstr>defa4170-0d19-0005-0004-bc88714345d2</vt:lpwstr>
  </property>
  <property fmtid="{D5CDD505-2E9C-101B-9397-08002B2CF9AE}" pid="11" name="MSIP_Label_38b525e5-f3da-4501-8f1e-526b6769fc56_SetDate">
    <vt:lpwstr>2025-03-17T06:22:12Z</vt:lpwstr>
  </property>
  <property fmtid="{D5CDD505-2E9C-101B-9397-08002B2CF9AE}" pid="12" name="MSIP_Label_38b525e5-f3da-4501-8f1e-526b6769fc56_SiteId">
    <vt:lpwstr>db6e1183-4c65-405c-82ce-7cd53fa6e9dc</vt:lpwstr>
  </property>
  <property fmtid="{D5CDD505-2E9C-101B-9397-08002B2CF9AE}" pid="13" name="MSIP_Label_38b525e5-f3da-4501-8f1e-526b6769fc56_Tag">
    <vt:lpwstr>10, 3, 0, 1</vt:lpwstr>
  </property>
  <property fmtid="{D5CDD505-2E9C-101B-9397-08002B2CF9AE}" pid="14" name="Producer">
    <vt:lpwstr>Microsoft® PowerPoint® for Microsoft 365</vt:lpwstr>
  </property>
</Properties>
</file>