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90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48983-0444-4C6B-B413-EABF1B17697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43909-2CAD-47BF-8402-5E08B3BA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5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7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85725"/>
            <a:ext cx="12153900" cy="6686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05000" y="4267200"/>
            <a:ext cx="86677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ctr">
              <a:lnSpc>
                <a:spcPct val="100000"/>
              </a:lnSpc>
            </a:pPr>
            <a:r>
              <a:rPr sz="1600" dirty="0" smtClean="0">
                <a:latin typeface="Trebuchet MS"/>
                <a:cs typeface="Trebuchet MS"/>
              </a:rPr>
              <a:t>Slides</a:t>
            </a:r>
            <a:r>
              <a:rPr sz="1600" spc="-215" dirty="0" smtClean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are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captured</a:t>
            </a:r>
            <a:r>
              <a:rPr sz="1600" spc="-19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from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AWS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Educate.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spc="-55" dirty="0">
                <a:latin typeface="Trebuchet MS"/>
                <a:cs typeface="Trebuchet MS"/>
              </a:rPr>
              <a:t>This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only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for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learning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tools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in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Cloud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Computing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Course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304800" y="179370"/>
            <a:ext cx="11277600" cy="2289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just">
              <a:lnSpc>
                <a:spcPct val="100000"/>
              </a:lnSpc>
            </a:pPr>
            <a:r>
              <a:rPr lang="en-US" sz="2800" spc="-45" dirty="0" smtClean="0">
                <a:latin typeface="Trebuchet MS"/>
                <a:cs typeface="Trebuchet MS"/>
              </a:rPr>
              <a:t>This</a:t>
            </a:r>
            <a:r>
              <a:rPr lang="en-US" sz="2800" spc="-160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slide</a:t>
            </a:r>
            <a:r>
              <a:rPr lang="en-US" sz="2800" spc="-155" dirty="0" smtClean="0">
                <a:latin typeface="Trebuchet MS"/>
                <a:cs typeface="Trebuchet MS"/>
              </a:rPr>
              <a:t> </a:t>
            </a:r>
            <a:r>
              <a:rPr lang="en-US" sz="2800" dirty="0" smtClean="0">
                <a:latin typeface="Trebuchet MS"/>
                <a:cs typeface="Trebuchet MS"/>
              </a:rPr>
              <a:t>is</a:t>
            </a:r>
            <a:r>
              <a:rPr lang="en-US" sz="2800" spc="-145" dirty="0" smtClean="0">
                <a:latin typeface="Trebuchet MS"/>
                <a:cs typeface="Trebuchet MS"/>
              </a:rPr>
              <a:t> </a:t>
            </a:r>
            <a:r>
              <a:rPr lang="en-US" sz="2800" spc="-50" dirty="0" smtClean="0">
                <a:latin typeface="Trebuchet MS"/>
                <a:cs typeface="Trebuchet MS"/>
              </a:rPr>
              <a:t>taken </a:t>
            </a:r>
          </a:p>
          <a:p>
            <a:pPr marR="62865" algn="just">
              <a:lnSpc>
                <a:spcPct val="100000"/>
              </a:lnSpc>
            </a:pPr>
            <a:r>
              <a:rPr lang="en-US" sz="2800" spc="-60" dirty="0" smtClean="0">
                <a:latin typeface="Trebuchet MS"/>
                <a:cs typeface="Trebuchet MS"/>
              </a:rPr>
              <a:t>from</a:t>
            </a:r>
            <a:r>
              <a:rPr lang="en-US" sz="2800" spc="-175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Amazon</a:t>
            </a:r>
          </a:p>
          <a:p>
            <a:pPr marR="62865" algn="just">
              <a:lnSpc>
                <a:spcPct val="100000"/>
              </a:lnSpc>
            </a:pPr>
            <a:r>
              <a:rPr lang="en-US" sz="2800" spc="-10" dirty="0" smtClean="0">
                <a:latin typeface="Trebuchet MS"/>
                <a:cs typeface="Trebuchet MS"/>
              </a:rPr>
              <a:t> </a:t>
            </a:r>
            <a:r>
              <a:rPr lang="en-US" sz="2800" spc="55" dirty="0" smtClean="0">
                <a:latin typeface="Trebuchet MS"/>
                <a:cs typeface="Trebuchet MS"/>
              </a:rPr>
              <a:t>AWS</a:t>
            </a:r>
            <a:r>
              <a:rPr lang="en-US" sz="2800" spc="-185" dirty="0" smtClean="0">
                <a:latin typeface="Trebuchet MS"/>
                <a:cs typeface="Trebuchet MS"/>
              </a:rPr>
              <a:t> </a:t>
            </a:r>
            <a:r>
              <a:rPr lang="en-US" sz="2800" spc="-10" dirty="0" smtClean="0">
                <a:latin typeface="Trebuchet MS"/>
                <a:cs typeface="Trebuchet MS"/>
              </a:rPr>
              <a:t>Educate</a:t>
            </a:r>
            <a:endParaRPr lang="en-US" sz="2800" dirty="0">
              <a:latin typeface="Trebuchet MS"/>
              <a:cs typeface="Trebuchet MS"/>
            </a:endParaRPr>
          </a:p>
          <a:p>
            <a:pPr marR="62865" algn="just">
              <a:lnSpc>
                <a:spcPct val="100000"/>
              </a:lnSpc>
            </a:pPr>
            <a:endParaRPr sz="2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lang="en-US" sz="3600" dirty="0" smtClean="0">
                <a:solidFill>
                  <a:schemeClr val="bg1"/>
                </a:solidFill>
                <a:latin typeface="Trebuchet MS"/>
                <a:cs typeface="Trebuchet MS"/>
              </a:rPr>
              <a:t>Introduction to Cloud Computing</a:t>
            </a:r>
            <a:endParaRPr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41690" y="571645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14085" y="5584717"/>
            <a:ext cx="18588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6758" y="5867853"/>
            <a:ext cx="27478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681" y="6003237"/>
            <a:ext cx="321594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41690" y="6110959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github.com/amelcharolinesgn2/CCNA1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9241690" y="624138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github.com/amelcharolinesgn2/CCNA2</a:t>
            </a:r>
            <a:endParaRPr lang="en-US" sz="800" dirty="0"/>
          </a:p>
        </p:txBody>
      </p:sp>
      <p:sp>
        <p:nvSpPr>
          <p:cNvPr id="15" name="Rectangle 14"/>
          <p:cNvSpPr/>
          <p:nvPr/>
        </p:nvSpPr>
        <p:spPr>
          <a:xfrm>
            <a:off x="9241690" y="633991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hlinkClick r:id="rId4"/>
              </a:rPr>
              <a:t>https://</a:t>
            </a:r>
            <a:r>
              <a:rPr lang="en-US" sz="800" dirty="0" smtClean="0">
                <a:hlinkClick r:id="rId4"/>
              </a:rPr>
              <a:t>github.com/amelcharolinesgn2/AWS</a:t>
            </a:r>
            <a:r>
              <a:rPr lang="en-US" sz="800" dirty="0" smtClean="0"/>
              <a:t> Certificate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174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24"/>
            <a:ext cx="12191999" cy="6844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9" y="-1"/>
            <a:ext cx="12132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827"/>
            <a:ext cx="12191999" cy="6776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" y="0"/>
            <a:ext cx="12170917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828"/>
            <a:ext cx="12191999" cy="6738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347"/>
            <a:ext cx="12191999" cy="6817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80" y="0"/>
            <a:ext cx="12100179" cy="66515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808"/>
            <a:ext cx="12191999" cy="6796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70"/>
            <a:ext cx="12191999" cy="6821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506"/>
            <a:ext cx="12191999" cy="6696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316"/>
            <a:ext cx="12191999" cy="68253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189"/>
            <a:ext cx="12191999" cy="6841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72"/>
            <a:ext cx="12191999" cy="68524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01"/>
            <a:ext cx="12191999" cy="67341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1" y="-1"/>
            <a:ext cx="1207973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78"/>
            <a:ext cx="12191999" cy="66303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1" y="0"/>
            <a:ext cx="12174981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" y="-1"/>
            <a:ext cx="12181966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62"/>
            <a:ext cx="12191999" cy="66666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831"/>
            <a:ext cx="12191999" cy="68163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405"/>
            <a:ext cx="12191999" cy="67991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40"/>
            <a:ext cx="12191999" cy="66288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403"/>
            <a:ext cx="12191999" cy="6785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56</Words>
  <Application>Microsoft Office PowerPoint</Application>
  <PresentationFormat>Widescreen</PresentationFormat>
  <Paragraphs>16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PDS</cp:lastModifiedBy>
  <cp:revision>2</cp:revision>
  <dcterms:created xsi:type="dcterms:W3CDTF">2026-09-17T08:51:07Z</dcterms:created>
  <dcterms:modified xsi:type="dcterms:W3CDTF">2026-09-17T08:53:20Z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2025-01-30T00:00:00Z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2026-09-17T00:00:00Z</vt:filetime>
  </property>
  <property fmtid="{D5CDD505-2E9C-101B-9397-08002B2CF9AE}" pid="6" name="MSIP_Label_38b525e5-f3da-4501-8f1e-526b6769fc56_ActionId">
    <vt:lpwstr>c4e3852b-e0d6-4f4b-9dbc-a97da421e7d6</vt:lpwstr>
  </property>
  <property fmtid="{D5CDD505-2E9C-101B-9397-08002B2CF9AE}" pid="7" name="MSIP_Label_38b525e5-f3da-4501-8f1e-526b6769fc56_ContentBits">
    <vt:lpwstr>0</vt:lpwstr>
  </property>
  <property fmtid="{D5CDD505-2E9C-101B-9397-08002B2CF9AE}" pid="8" name="MSIP_Label_38b525e5-f3da-4501-8f1e-526b6769fc56_Enabled">
    <vt:lpwstr>true</vt:lpwstr>
  </property>
  <property fmtid="{D5CDD505-2E9C-101B-9397-08002B2CF9AE}" pid="9" name="MSIP_Label_38b525e5-f3da-4501-8f1e-526b6769fc56_Method">
    <vt:lpwstr>Standard</vt:lpwstr>
  </property>
  <property fmtid="{D5CDD505-2E9C-101B-9397-08002B2CF9AE}" pid="10" name="MSIP_Label_38b525e5-f3da-4501-8f1e-526b6769fc56_Name">
    <vt:lpwstr>defa4170-0d19-0005-0004-bc88714345d2</vt:lpwstr>
  </property>
  <property fmtid="{D5CDD505-2E9C-101B-9397-08002B2CF9AE}" pid="11" name="MSIP_Label_38b525e5-f3da-4501-8f1e-526b6769fc56_SetDate">
    <vt:lpwstr>2025-01-22T09:10:49Z</vt:lpwstr>
  </property>
  <property fmtid="{D5CDD505-2E9C-101B-9397-08002B2CF9AE}" pid="12" name="MSIP_Label_38b525e5-f3da-4501-8f1e-526b6769fc56_SiteId">
    <vt:lpwstr>db6e1183-4c65-405c-82ce-7cd53fa6e9dc</vt:lpwstr>
  </property>
  <property fmtid="{D5CDD505-2E9C-101B-9397-08002B2CF9AE}" pid="13" name="Producer">
    <vt:lpwstr>Microsoft® PowerPoint® for Microsoft 365</vt:lpwstr>
  </property>
</Properties>
</file>