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707" r:id="rId2"/>
  </p:sldMasterIdLst>
  <p:notesMasterIdLst>
    <p:notesMasterId r:id="rId15"/>
  </p:notesMasterIdLst>
  <p:sldIdLst>
    <p:sldId id="2572" r:id="rId3"/>
    <p:sldId id="2561" r:id="rId4"/>
    <p:sldId id="2562" r:id="rId5"/>
    <p:sldId id="2563" r:id="rId6"/>
    <p:sldId id="2564" r:id="rId7"/>
    <p:sldId id="2565" r:id="rId8"/>
    <p:sldId id="2566" r:id="rId9"/>
    <p:sldId id="2567" r:id="rId10"/>
    <p:sldId id="2568" r:id="rId11"/>
    <p:sldId id="2569" r:id="rId12"/>
    <p:sldId id="2570" r:id="rId13"/>
    <p:sldId id="257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kalabilitas dan Elastisitas Cloud Computing dengan AWS" id="{43E13D5D-AE70-4D78-A9F1-1CD91C31E0FD}">
          <p14:sldIdLst>
            <p14:sldId id="2572"/>
            <p14:sldId id="2561"/>
          </p14:sldIdLst>
        </p14:section>
        <p14:section name="Pengantar Skalabilitas dan Elastisitas Cloud" id="{C35E5EB3-977C-45FB-BC26-49DED30CBD99}">
          <p14:sldIdLst>
            <p14:sldId id="2562"/>
            <p14:sldId id="2563"/>
          </p14:sldIdLst>
        </p14:section>
        <p14:section name="Prinsip Scaling dalam Cloud Computing" id="{8063AF98-91A7-479E-BDBD-6A03BA4FB371}">
          <p14:sldIdLst>
            <p14:sldId id="2564"/>
            <p14:sldId id="2565"/>
          </p14:sldIdLst>
        </p14:section>
        <p14:section name="Elastisitas dan Auto Scaling di AWS" id="{DFDE78E2-FC3F-4370-9BF7-9EAFC6FFDEA8}">
          <p14:sldIdLst>
            <p14:sldId id="2566"/>
            <p14:sldId id="2567"/>
          </p14:sldIdLst>
        </p14:section>
        <p14:section name="Komponen dan Alur Auto Scaling AWS" id="{53E6FB72-CB68-4D16-B991-AD57273EAD7F}">
          <p14:sldIdLst>
            <p14:sldId id="2568"/>
            <p14:sldId id="2569"/>
          </p14:sldIdLst>
        </p14:section>
        <p14:section name="Penerapan dan Capaian Pembelajaran" id="{2F0AF629-0663-49CC-BBA2-0BF3FFBB6DC7}">
          <p14:sldIdLst>
            <p14:sldId id="2570"/>
            <p14:sldId id="25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9" d="100"/>
          <a:sy n="109" d="100"/>
        </p:scale>
        <p:origin x="63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CA98E4-84C1-41FC-B247-F8397F0FFC8F}" type="datetimeFigureOut">
              <a:rPr lang="en-US"/>
              <a:t>9/17/2026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3F9D58-5795-40C6-87DD-425199CDEFB5}" type="slidenum">
              <a:r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https://github.com/mikeroyal/Google-Cloud-Guide</a:t>
            </a:r>
            <a:endParaRPr lang="en-US" dirty="0"/>
          </a:p>
        </p:txBody>
      </p:sp>
      <p:sp>
        <p:nvSpPr>
          <p:cNvPr id="4" name="Slide Number Placeholder 3"/>
          <p:cNvSpPr>
            <a:spLocks noGrp="1"/>
          </p:cNvSpPr>
          <p:nvPr>
            <p:ph type="sldNum" sz="quarter" idx="10"/>
          </p:nvPr>
        </p:nvSpPr>
        <p:spPr/>
        <p:txBody>
          <a:bodyPr/>
          <a:lstStyle/>
          <a:p>
            <a:fld id="{CDC773BF-E5C9-44BF-B19B-39EF1F90376E}" type="slidenum">
              <a:rPr lang="en-US" smtClean="0"/>
              <a:t>1</a:t>
            </a:fld>
            <a:endParaRPr lang="en-US"/>
          </a:p>
        </p:txBody>
      </p:sp>
    </p:spTree>
    <p:extLst>
      <p:ext uri="{BB962C8B-B14F-4D97-AF65-F5344CB8AC3E}">
        <p14:creationId xmlns:p14="http://schemas.microsoft.com/office/powerpoint/2010/main" val="19887556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Konten yang dihasilkan AI mungkin salah.
---
</a:t>
            </a:r>
          </a:p>
        </p:txBody>
      </p:sp>
      <p:sp>
        <p:nvSpPr>
          <p:cNvPr id="4" name="Slide Number Placeholder 3"/>
          <p:cNvSpPr>
            <a:spLocks noGrp="1"/>
          </p:cNvSpPr>
          <p:nvPr>
            <p:ph type="sldNum" sz="quarter" idx="5"/>
          </p:nvPr>
        </p:nvSpPr>
        <p:spPr/>
        <p:txBody>
          <a:bodyPr/>
          <a:lstStyle/>
          <a:p>
            <a:fld id="{A50D7B26-17A5-4734-B800-D7E5093EE4FE}" type="slidenum">
              <a:r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Konsep Dasar Skalabilitas dan Elastisitas dalam Cloud Computing</a:t>
            </a:r>
          </a:p>
        </p:txBody>
      </p:sp>
      <p:sp>
        <p:nvSpPr>
          <p:cNvPr id="4" name="Slide Number Placeholder 3"/>
          <p:cNvSpPr>
            <a:spLocks noGrp="1"/>
          </p:cNvSpPr>
          <p:nvPr>
            <p:ph type="sldNum" sz="quarter" idx="5"/>
          </p:nvPr>
        </p:nvSpPr>
        <p:spPr/>
        <p:txBody>
          <a:bodyPr/>
          <a:lstStyle/>
          <a:p>
            <a:fld id="{A50D7B26-17A5-4734-B800-D7E5093EE4FE}" type="slidenum">
              <a:r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Dalam konteks cloud computing, skalabilitas dan elastisitas merupakan dua konsep fundamental yang memungkinkan sistem teknologi informasi untuk mendukung aplikasi modern yang dinamis dan memiliki beban kerja yang berubah-ubah. Skalabilitas mengacu pada kemampuan sebuah sistem untuk meningkatkan kapasitasnya guna menangani pertumbuhan beban kerja, baik dari sisi jumlah pengguna, volume data, maupun intensitas proses komputasi. Sistem yang scalable dirancang agar tetap stabil dan berkinerja baik meskipun terjadi peningkatan permintaan secara signifikan. Hal ini sangat penting bagi aplikasi digital seperti e-commerce, layanan streaming, dan sistem akademik daring yang sering mengalami lonjakan trafik pada waktu tertentu.
Elastisitas, di sisi lain, merupakan kemampuan sistem cloud untuk menyesuaikan sumber daya secara otomatis, baik meningkat maupun menurun, berdasarkan kebutuhan aktual dalam waktu nyata. Berbeda dengan skalabilitas yang lebih menekankan pada kemampuan bertumbuh, elastisitas menekankan pada efisiensi dan otomatisasi. Dengan elastisitas, organisasi tidak perlu menyediakan sumber daya secara berlebihan sejak awal, karena sistem cloud dapat secara cerdas menambah atau mengurangi resource sesuai kondisi beban kerja. Konsep ini sangat erat kaitannya dengan model pembayaran pay-as-you-go yang menjadi keunggulan utama cloud computing.
Dalam lingkungan AWS Cloud, kedua konsep ini diimplementasikan melalui berbagai layanan terintegrasi seperti Amazon EC2, Elastic Load Balancer, Auto Scaling Group, dan Amazon CloudWatch. Dengan memahami prinsip dasar skalabilitas dan elastisitas, mahasiswa diharapkan mampu melihat bagaimana cloud computing tidak hanya memberikan fleksibilitas teknis, tetapi juga efisiensi biaya dan peningkatan keandalan sistem. Pemahaman ini menjadi landasan penting sebelum mempelajari konfigurasi teknis auto-scaling di AWS secara praktis.</a:t>
            </a:r>
          </a:p>
        </p:txBody>
      </p:sp>
      <p:sp>
        <p:nvSpPr>
          <p:cNvPr id="4" name="Slide Number Placeholder 3"/>
          <p:cNvSpPr>
            <a:spLocks noGrp="1"/>
          </p:cNvSpPr>
          <p:nvPr>
            <p:ph type="sldNum" sz="quarter" idx="5"/>
          </p:nvPr>
        </p:nvSpPr>
        <p:spPr/>
        <p:txBody>
          <a:bodyPr/>
          <a:lstStyle/>
          <a:p>
            <a:fld id="{A50D7B26-17A5-4734-B800-D7E5093EE4FE}" type="slidenum">
              <a:r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Vertical Scaling dan Horizontal Scaling</a:t>
            </a:r>
          </a:p>
        </p:txBody>
      </p:sp>
      <p:sp>
        <p:nvSpPr>
          <p:cNvPr id="4" name="Slide Number Placeholder 3"/>
          <p:cNvSpPr>
            <a:spLocks noGrp="1"/>
          </p:cNvSpPr>
          <p:nvPr>
            <p:ph type="sldNum" sz="quarter" idx="5"/>
          </p:nvPr>
        </p:nvSpPr>
        <p:spPr/>
        <p:txBody>
          <a:bodyPr/>
          <a:lstStyle/>
          <a:p>
            <a:fld id="{A50D7B26-17A5-4734-B800-D7E5093EE4FE}" type="slidenum">
              <a:r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Scaling dalam cloud computing merupakan strategi untuk menyesuaikan kapasitas sistem terhadap kebutuhan beban kerja. Terdapat dua pendekatan utama dalam scaling, yaitu vertical scaling (scale up/scale down) dan horizontal scaling (scale out/scale in). Vertical scaling adalah proses meningkatkan kapasitas sebuah server dengan menambahkan sumber daya seperti CPU, RAM, atau storage. Dalam konteks AWS, vertical scaling dapat dilakukan dengan mengganti tipe instance Amazon EC2 ke spesifikasi yang lebih tinggi. Pendekatan ini relatif mudah diterapkan karena tidak memerlukan perubahan arsitektur aplikasi, namun memiliki keterbatasan fisik dan sering kali membutuhkan downtime saat proses upgrade.
Horizontal scaling adalah pendekatan dengan menambah atau mengurangi jumlah server untuk menangani beban kerja. Pada AWS, hal ini diwujudkan dengan menjalankan beberapa instance EC2 secara paralel. Pendekatan ini lebih kompleks dibandingkan vertical scaling karena memerlukan load balancer dan desain aplikasi yang bersifat stateless. Namun, horizontal scaling menawarkan keunggulan utama berupa skalabilitas yang hampir tidak terbatas, toleransi terhadap kegagalan (fault tolerance), serta kemampuan mendukung elastisitas secara optimal.
Dalam praktik cloud modern, horizontal scaling lebih banyak digunakan karena selaras dengan karakteristik aplikasi cloud-native. AWS menyediakan berbagai layanan yang mempermudah implementasi horizontal scaling, sehingga pengembang dan administrator sistem tidak perlu mengelola infrastruktur secara manual. Dengan memahami perbedaan dan karakteristik kedua jenis scaling ini, mahasiswa dapat menentukan pendekatan yang paling sesuai untuk kebutuhan aplikasi tertentu, baik dari sisi teknis maupun biaya operasional.</a:t>
            </a:r>
          </a:p>
        </p:txBody>
      </p:sp>
      <p:sp>
        <p:nvSpPr>
          <p:cNvPr id="4" name="Slide Number Placeholder 3"/>
          <p:cNvSpPr>
            <a:spLocks noGrp="1"/>
          </p:cNvSpPr>
          <p:nvPr>
            <p:ph type="sldNum" sz="quarter" idx="5"/>
          </p:nvPr>
        </p:nvSpPr>
        <p:spPr/>
        <p:txBody>
          <a:bodyPr/>
          <a:lstStyle/>
          <a:p>
            <a:fld id="{A50D7B26-17A5-4734-B800-D7E5093EE4FE}" type="slidenum">
              <a:r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Konsep Elastisitas dan AWS Auto Scaling</a:t>
            </a:r>
          </a:p>
        </p:txBody>
      </p:sp>
      <p:sp>
        <p:nvSpPr>
          <p:cNvPr id="4" name="Slide Number Placeholder 3"/>
          <p:cNvSpPr>
            <a:spLocks noGrp="1"/>
          </p:cNvSpPr>
          <p:nvPr>
            <p:ph type="sldNum" sz="quarter" idx="5"/>
          </p:nvPr>
        </p:nvSpPr>
        <p:spPr/>
        <p:txBody>
          <a:bodyPr/>
          <a:lstStyle/>
          <a:p>
            <a:fld id="{A50D7B26-17A5-4734-B800-D7E5093EE4FE}" type="slidenum">
              <a:r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Elastisitas merupakan salah satu keunggulan utama cloud computing yang membedakannya dari infrastruktur tradisional. Elastisitas memungkinkan sistem untuk secara otomatis menyesuaikan jumlah dan kapasitas sumber daya berdasarkan permintaan aktual. Dalam AWS Cloud, elastisitas diimplementasikan melalui layanan AWS Auto Scaling, khususnya Auto Scaling Group (ASG) untuk Amazon EC2. Layanan ini memungkinkan penambahan atau pengurangan instance EC2 secara otomatis tanpa intervensi manual.
AWS Auto Scaling bekerja dengan memanfaatkan metrik pemantauan dari Amazon CloudWatch, seperti CPU utilization, network traffic, atau jumlah request. Ketika metrik tertentu melewati ambang batas yang telah ditentukan dalam scaling policy, sistem akan secara otomatis mengeksekusi aksi scaling. Misalnya, ketika penggunaan CPU meningkat akibat lonjakan trafik, Auto Scaling akan menambahkan instance EC2 baru. Sebaliknya, ketika beban menurun, instance yang tidak dibutuhkan akan dihentikan untuk menghemat biaya.
Konsep elastisitas ini sangat penting untuk aplikasi dinamis yang memiliki pola trafik tidak menentu. Dengan Auto Scaling, organisasi dapat memastikan ketersediaan dan performa aplikasi tetap terjaga sekaligus mengoptimalkan biaya operasional. Mahasiswa yang memahami konsep ini akan memiliki gambaran yang jelas tentang bagaimana cloud computing mendukung sistem yang adaptif, efisien, dan andal dalam skala besar.</a:t>
            </a:r>
          </a:p>
        </p:txBody>
      </p:sp>
      <p:sp>
        <p:nvSpPr>
          <p:cNvPr id="4" name="Slide Number Placeholder 3"/>
          <p:cNvSpPr>
            <a:spLocks noGrp="1"/>
          </p:cNvSpPr>
          <p:nvPr>
            <p:ph type="sldNum" sz="quarter" idx="5"/>
          </p:nvPr>
        </p:nvSpPr>
        <p:spPr/>
        <p:txBody>
          <a:bodyPr/>
          <a:lstStyle/>
          <a:p>
            <a:fld id="{A50D7B26-17A5-4734-B800-D7E5093EE4FE}" type="slidenum">
              <a:r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Komponen Utama Auto Scaling dan Alur Kerjanya</a:t>
            </a:r>
          </a:p>
        </p:txBody>
      </p:sp>
      <p:sp>
        <p:nvSpPr>
          <p:cNvPr id="4" name="Slide Number Placeholder 3"/>
          <p:cNvSpPr>
            <a:spLocks noGrp="1"/>
          </p:cNvSpPr>
          <p:nvPr>
            <p:ph type="sldNum" sz="quarter" idx="5"/>
          </p:nvPr>
        </p:nvSpPr>
        <p:spPr/>
        <p:txBody>
          <a:bodyPr/>
          <a:lstStyle/>
          <a:p>
            <a:fld id="{A50D7B26-17A5-4734-B800-D7E5093EE4FE}" type="slidenum">
              <a:r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Implementasi AWS Auto Scaling melibatkan beberapa komponen utama yang saling terintegrasi. Komponen pertama adalah Launch Template atau Launch Configuration, yang berisi definisi instance EC2 seperti tipe instance, Amazon Machine Image (AMI), security group, dan key pair. Launch Template memastikan bahwa setiap instance baru yang dibuat memiliki konfigurasi yang konsisten.
Komponen kedua adalah Auto Scaling Group (ASG), yaitu sekumpulan instance EC2 yang dikelola sebagai satu kesatuan. ASG menentukan jumlah minimum, maksimum, dan desired capacity dari instance yang berjalan. Dengan pengaturan ini, sistem dapat menjaga ketersediaan minimum sekaligus membatasi penggunaan resource agar tidak berlebihan. Komponen ketiga adalah Scaling Policy, yang mendefinisikan aturan kapan dan bagaimana scaling dilakukan, baik berdasarkan target tracking, step scaling, maupun scheduled scaling.
Amazon CloudWatch berperan sebagai sistem monitoring yang mengumpulkan dan menganalisis metrik performa. Alur kerja Auto Scaling dimulai dari CloudWatch yang memantau metrik, kemudian memicu scaling policy ketika kondisi tertentu terpenuhi. ASG lalu menambah atau mengurangi instance sesuai kebutuhan. Dengan memahami komponen dan alur ini, mahasiswa diharapkan mampu mengkonfigurasi Auto Scaling secara mandiri dan memahami logika otomatisasi yang berjalan di balik layanan AWS.</a:t>
            </a:r>
          </a:p>
        </p:txBody>
      </p:sp>
      <p:sp>
        <p:nvSpPr>
          <p:cNvPr id="4" name="Slide Number Placeholder 3"/>
          <p:cNvSpPr>
            <a:spLocks noGrp="1"/>
          </p:cNvSpPr>
          <p:nvPr>
            <p:ph type="sldNum" sz="quarter" idx="5"/>
          </p:nvPr>
        </p:nvSpPr>
        <p:spPr/>
        <p:txBody>
          <a:bodyPr/>
          <a:lstStyle/>
          <a:p>
            <a:fld id="{A50D7B26-17A5-4734-B800-D7E5093EE4FE}" type="slidenum">
              <a:r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Skenario Penerapan Auto Scaling dan Capaian Pembelajaran</a:t>
            </a:r>
          </a:p>
        </p:txBody>
      </p:sp>
      <p:sp>
        <p:nvSpPr>
          <p:cNvPr id="4" name="Slide Number Placeholder 3"/>
          <p:cNvSpPr>
            <a:spLocks noGrp="1"/>
          </p:cNvSpPr>
          <p:nvPr>
            <p:ph type="sldNum" sz="quarter" idx="5"/>
          </p:nvPr>
        </p:nvSpPr>
        <p:spPr/>
        <p:txBody>
          <a:bodyPr/>
          <a:lstStyle/>
          <a:p>
            <a:fld id="{A50D7B26-17A5-4734-B800-D7E5093EE4FE}" type="slidenum">
              <a:r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Penerapan Auto Scaling di AWS dapat dijelaskan melalui skenario aplikasi web yang mengalami fluktuasi trafik. Pada saat jam sibuk, seperti periode pendaftaran mahasiswa atau promo e-commerce, jumlah pengguna meningkat secara signifikan. Dalam kondisi ini, CloudWatch mendeteksi peningkatan CPU utilization dan memicu scaling policy untuk menambahkan instance EC2 baru. Elastic Load Balancer kemudian mendistribusikan trafik ke instance-instance tersebut secara merata, sehingga performa aplikasi tetap optimal.
Ketika trafik kembali normal atau menurun, sistem secara otomatis mengurangi jumlah instance yang berjalan. Proses ini tidak hanya menjaga stabilitas aplikasi, tetapi juga menghindari pemborosan biaya karena pengguna hanya membayar resource yang benar-benar digunakan. Skenario ini menunjukkan bagaimana elastisitas dan auto-scaling bekerja secara nyata dalam lingkungan cloud.
Melalui materi ini, capaian pembelajaran yang diharapkan adalah mahasiswa mampu menjelaskan perbedaan skalabilitas dan elastisitas, memahami prinsip horizontal dan vertical scaling, serta mengkonfigurasi Auto Scaling Group di AWS Cloud. Kompetensi ini sangat relevan dengan kebutuhan industri, karena kemampuan mengelola infrastruktur cloud secara otomatis dan efisien merupakan keterampilan penting bagi profesional IT di era komputasi awan.</a:t>
            </a:r>
          </a:p>
        </p:txBody>
      </p:sp>
      <p:sp>
        <p:nvSpPr>
          <p:cNvPr id="4" name="Slide Number Placeholder 3"/>
          <p:cNvSpPr>
            <a:spLocks noGrp="1"/>
          </p:cNvSpPr>
          <p:nvPr>
            <p:ph type="sldNum" sz="quarter" idx="5"/>
          </p:nvPr>
        </p:nvSpPr>
        <p:spPr/>
        <p:txBody>
          <a:bodyPr/>
          <a:lstStyle/>
          <a:p>
            <a:fld id="{A50D7B26-17A5-4734-B800-D7E5093EE4FE}" type="slidenum">
              <a:rPr/>
              <a:t>12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microsoft.com/office/2007/relationships/hdphoto" Target="../media/hdphoto12.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microsoft.com/office/2007/relationships/hdphoto" Target="../media/hdphoto1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microsoft.com/office/2007/relationships/hdphoto" Target="../media/hdphoto14.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microsoft.com/office/2007/relationships/hdphoto" Target="../media/hdphoto14.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microsoft.com/office/2007/relationships/hdphoto" Target="../media/hdphoto15.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microsoft.com/office/2007/relationships/hdphoto" Target="../media/hdphoto16.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microsoft.com/office/2007/relationships/hdphoto" Target="../media/hdphoto17.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microsoft.com/office/2007/relationships/hdphoto" Target="../media/hdphoto18.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microsoft.com/office/2007/relationships/hdphoto" Target="../media/hdphoto16.wdp"/><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3855720" y="1605915"/>
            <a:ext cx="4480560" cy="2468880"/>
          </a:xfrm>
        </p:spPr>
        <p:txBody>
          <a:bodyPr anchor="b" anchorCtr="0">
            <a:normAutofit/>
          </a:bodyPr>
          <a:lstStyle>
            <a:lvl1pPr algn="ctr">
              <a:lnSpc>
                <a:spcPct val="100000"/>
              </a:lnSpc>
              <a:defRPr sz="4800"/>
            </a:lvl1pPr>
          </a:lstStyle>
          <a:p>
            <a:r>
              <a:rPr lang="en-US"/>
              <a:t>Click to edit Master title style</a:t>
            </a:r>
          </a:p>
        </p:txBody>
      </p:sp>
      <p:sp>
        <p:nvSpPr>
          <p:cNvPr id="3" name="Subtitle 2"/>
          <p:cNvSpPr>
            <a:spLocks noGrp="1"/>
          </p:cNvSpPr>
          <p:nvPr>
            <p:ph type="subTitle" idx="1"/>
          </p:nvPr>
        </p:nvSpPr>
        <p:spPr>
          <a:xfrm>
            <a:off x="4221480" y="4245427"/>
            <a:ext cx="3749040" cy="1463040"/>
          </a:xfrm>
        </p:spPr>
        <p:txBody>
          <a:bodyPr anchor="t" anchorCtr="0">
            <a:normAutofit/>
          </a:bodyPr>
          <a:lstStyle>
            <a:lvl1pPr marL="0" indent="0" algn="ctr">
              <a:buNone/>
              <a:defRPr sz="1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Oval 3"/>
          <p:cNvSpPr>
            <a:spLocks noChangeAspect="1"/>
          </p:cNvSpPr>
          <p:nvPr userDrawn="1"/>
        </p:nvSpPr>
        <p:spPr>
          <a:xfrm>
            <a:off x="3069336" y="402336"/>
            <a:ext cx="6053328" cy="6053328"/>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p:nvPr/>
        </p:nvCxnSpPr>
        <p:spPr>
          <a:xfrm flipV="1">
            <a:off x="6096000" y="0"/>
            <a:ext cx="0" cy="4023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flipV="1">
            <a:off x="6096000" y="6455664"/>
            <a:ext cx="0" cy="4023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12"/>
          <p:cNvGrpSpPr/>
          <p:nvPr userDrawn="1"/>
        </p:nvGrpSpPr>
        <p:grpSpPr>
          <a:xfrm>
            <a:off x="803185" y="0"/>
            <a:ext cx="10585629" cy="6858000"/>
            <a:chOff x="803185" y="0"/>
            <a:chExt cx="10585629" cy="6858000"/>
          </a:xfrm>
        </p:grpSpPr>
        <p:cxnSp>
          <p:nvCxnSpPr>
            <p:cNvPr id="14" name="Straight Connector 13"/>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bg>
      <p:bgPr>
        <a:solidFill>
          <a:schemeClr val="accent3"/>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1066800" y="640080"/>
            <a:ext cx="10058400" cy="777239"/>
          </a:xfrm>
        </p:spPr>
        <p:txBody>
          <a:bodyPr anchor="t"/>
          <a:lstStyle/>
          <a:p>
            <a:r>
              <a:rPr lang="en-US"/>
              <a:t>Click to edit Master title style</a:t>
            </a:r>
          </a:p>
        </p:txBody>
      </p:sp>
      <p:sp>
        <p:nvSpPr>
          <p:cNvPr id="5" name="Footer Placeholder 4"/>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6" name="Content Placeholder 15"/>
          <p:cNvSpPr>
            <a:spLocks noGrp="1"/>
          </p:cNvSpPr>
          <p:nvPr>
            <p:ph sz="quarter" idx="13"/>
          </p:nvPr>
        </p:nvSpPr>
        <p:spPr>
          <a:xfrm>
            <a:off x="1069848" y="1463040"/>
            <a:ext cx="10052050" cy="4754563"/>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solidFill>
                  <a:schemeClr val="tx1"/>
                </a:solidFill>
              </a:defRPr>
            </a:lvl1pPr>
          </a:lstStyle>
          <a:p>
            <a:fld id="{C26F9D9E-FBB2-49D2-98A3-375E6DBB1458}" type="datetime1">
              <a:rPr lang="en-US" smtClean="0"/>
              <a:t>9/17/2026</a:t>
            </a:fld>
            <a:endParaRPr lang="en-US"/>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t>‹#›</a:t>
            </a:fld>
            <a:endParaRPr lang="en-US"/>
          </a:p>
        </p:txBody>
      </p:sp>
      <p:grpSp>
        <p:nvGrpSpPr>
          <p:cNvPr id="7" name="Group 6"/>
          <p:cNvGrpSpPr/>
          <p:nvPr/>
        </p:nvGrpSpPr>
        <p:grpSpPr>
          <a:xfrm>
            <a:off x="803185" y="0"/>
            <a:ext cx="10585629" cy="6858000"/>
            <a:chOff x="803185" y="0"/>
            <a:chExt cx="10585629" cy="6858000"/>
          </a:xfrm>
        </p:grpSpPr>
        <p:cxnSp>
          <p:nvCxnSpPr>
            <p:cNvPr id="8" name="Straight Connector 7"/>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accent3"/>
        </a:soli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1200912" y="4597404"/>
            <a:ext cx="9784077" cy="980435"/>
          </a:xfrm>
        </p:spPr>
        <p:txBody>
          <a:bodyPr anchor="b">
            <a:noAutofit/>
          </a:bodyPr>
          <a:lstStyle>
            <a:lvl1pPr>
              <a:defRPr sz="4800"/>
            </a:lvl1pPr>
          </a:lstStyle>
          <a:p>
            <a:r>
              <a:rPr lang="en-US"/>
              <a:t>Click to edit Master title style</a:t>
            </a:r>
          </a:p>
        </p:txBody>
      </p:sp>
      <p:sp>
        <p:nvSpPr>
          <p:cNvPr id="8" name="Footer Placeholder 7"/>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13" name="Text Placeholder 12"/>
          <p:cNvSpPr>
            <a:spLocks noGrp="1"/>
          </p:cNvSpPr>
          <p:nvPr>
            <p:ph type="body" sz="quarter" idx="17"/>
          </p:nvPr>
        </p:nvSpPr>
        <p:spPr>
          <a:xfrm>
            <a:off x="1207008" y="5668963"/>
            <a:ext cx="9784842" cy="639762"/>
          </a:xfrm>
        </p:spPr>
        <p:txBody>
          <a:bodyPr>
            <a:normAutofit/>
          </a:bodyPr>
          <a:lstStyle>
            <a:lvl1pPr marL="0" indent="0">
              <a:buNone/>
              <a:defRPr sz="2000"/>
            </a:lvl1pPr>
          </a:lstStyle>
          <a:p>
            <a:pPr lvl="0"/>
            <a:r>
              <a:rPr lang="en-US"/>
              <a:t>Click to edit Master text styles</a:t>
            </a:r>
          </a:p>
        </p:txBody>
      </p:sp>
      <p:sp>
        <p:nvSpPr>
          <p:cNvPr id="11" name="Picture Placeholder 10"/>
          <p:cNvSpPr>
            <a:spLocks noGrp="1"/>
          </p:cNvSpPr>
          <p:nvPr>
            <p:ph type="pic" sz="quarter" idx="13" hasCustomPrompt="1"/>
          </p:nvPr>
        </p:nvSpPr>
        <p:spPr>
          <a:xfrm>
            <a:off x="808258" y="404999"/>
            <a:ext cx="10575485" cy="3836802"/>
          </a:xfrm>
          <a:blipFill dpi="0" rotWithShape="1">
            <a:blip r:embed="rId2">
              <a:alphaModFix amt="25000"/>
              <a:extLst>
                <a:ext uri="{BEBA8EAE-BF5A-486C-A8C5-ECC9F3942E4B}">
                  <a14:imgProps xmlns:a14="http://schemas.microsoft.com/office/drawing/2010/main">
                    <a14:imgLayer r:embed="rId3">
                      <a14:imgEffect>
                        <a14:brightnessContrast bright="-27000" contrast="59000"/>
                      </a14:imgEffect>
                      <a14:imgEffect>
                        <a14:saturation sat="0"/>
                      </a14:imgEffect>
                    </a14:imgLayer>
                  </a14:imgProps>
                </a:ext>
              </a:extLst>
            </a:blip>
            <a:srcRect/>
            <a:stretch>
              <a:fillRect t="1" b="-667"/>
            </a:stretch>
          </a:blipFill>
        </p:spPr>
        <p:txBody>
          <a:bodyPr/>
          <a:lstStyle>
            <a:lvl1pPr marL="0" indent="0">
              <a:buNone/>
              <a:defRPr/>
            </a:lvl1pPr>
          </a:lstStyle>
          <a:p>
            <a:r>
              <a:rPr lang="en-US"/>
              <a:t> </a:t>
            </a:r>
          </a:p>
        </p:txBody>
      </p:sp>
      <p:sp>
        <p:nvSpPr>
          <p:cNvPr id="7" name="Date Placeholder 6"/>
          <p:cNvSpPr>
            <a:spLocks noGrp="1"/>
          </p:cNvSpPr>
          <p:nvPr>
            <p:ph type="dt" sz="half" idx="14"/>
          </p:nvPr>
        </p:nvSpPr>
        <p:spPr>
          <a:xfrm rot="5400000">
            <a:off x="10040831" y="4203335"/>
            <a:ext cx="3494314" cy="365125"/>
          </a:xfrm>
        </p:spPr>
        <p:txBody>
          <a:bodyPr/>
          <a:lstStyle>
            <a:lvl1pPr>
              <a:defRPr>
                <a:solidFill>
                  <a:schemeClr val="tx1"/>
                </a:solidFill>
              </a:defRPr>
            </a:lvl1pPr>
          </a:lstStyle>
          <a:p>
            <a:fld id="{3D5058B3-EEF2-4DD0-8865-E06070870E6E}" type="datetime1">
              <a:rPr lang="en-US" smtClean="0"/>
              <a:t>9/17/2026</a:t>
            </a:fld>
            <a:endParaRPr lang="en-US"/>
          </a:p>
        </p:txBody>
      </p:sp>
      <p:sp>
        <p:nvSpPr>
          <p:cNvPr id="9" name="Slide Number Placeholder 8"/>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t>‹#›</a:t>
            </a:fld>
            <a:endParaRPr lang="en-US"/>
          </a:p>
        </p:txBody>
      </p:sp>
      <p:cxnSp>
        <p:nvCxnSpPr>
          <p:cNvPr id="4" name="Straight Connector 3"/>
          <p:cNvCxnSpPr/>
          <p:nvPr/>
        </p:nvCxnSpPr>
        <p:spPr>
          <a:xfrm>
            <a:off x="803185" y="4267354"/>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13"/>
          <p:cNvGrpSpPr/>
          <p:nvPr/>
        </p:nvGrpSpPr>
        <p:grpSpPr>
          <a:xfrm>
            <a:off x="803185" y="0"/>
            <a:ext cx="10585629" cy="6858000"/>
            <a:chOff x="803185" y="0"/>
            <a:chExt cx="10585629" cy="6858000"/>
          </a:xfrm>
        </p:grpSpPr>
        <p:cxnSp>
          <p:nvCxnSpPr>
            <p:cNvPr id="15" name="Straight Connector 14"/>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accent3"/>
        </a:solid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6395598" y="1126010"/>
            <a:ext cx="4668639" cy="3478778"/>
          </a:xfrm>
        </p:spPr>
        <p:txBody>
          <a:bodyPr anchor="b">
            <a:normAutofit/>
          </a:bodyPr>
          <a:lstStyle>
            <a:lvl1pPr>
              <a:defRPr sz="4800"/>
            </a:lvl1pPr>
          </a:lstStyle>
          <a:p>
            <a:r>
              <a:rPr lang="en-US"/>
              <a:t>Click to edit Master title style</a:t>
            </a:r>
          </a:p>
        </p:txBody>
      </p:sp>
      <p:sp>
        <p:nvSpPr>
          <p:cNvPr id="8" name="Footer Placeholder 7"/>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11" name="Text Placeholder 12"/>
          <p:cNvSpPr>
            <a:spLocks noGrp="1"/>
          </p:cNvSpPr>
          <p:nvPr>
            <p:ph type="body" sz="quarter" idx="17"/>
          </p:nvPr>
        </p:nvSpPr>
        <p:spPr>
          <a:xfrm>
            <a:off x="6395598" y="4731335"/>
            <a:ext cx="4668642" cy="1193728"/>
          </a:xfrm>
        </p:spPr>
        <p:txBody>
          <a:bodyPr>
            <a:normAutofit/>
          </a:bodyPr>
          <a:lstStyle>
            <a:lvl1pPr marL="0" indent="0">
              <a:buNone/>
              <a:defRPr sz="2000"/>
            </a:lvl1pPr>
          </a:lstStyle>
          <a:p>
            <a:pPr lvl="0"/>
            <a:r>
              <a:rPr lang="en-US"/>
              <a:t>Click to edit Master text styles</a:t>
            </a:r>
          </a:p>
        </p:txBody>
      </p:sp>
      <p:sp>
        <p:nvSpPr>
          <p:cNvPr id="10" name="Picture Placeholder 10"/>
          <p:cNvSpPr>
            <a:spLocks noGrp="1"/>
          </p:cNvSpPr>
          <p:nvPr>
            <p:ph type="pic" sz="quarter" idx="13" hasCustomPrompt="1"/>
          </p:nvPr>
        </p:nvSpPr>
        <p:spPr>
          <a:xfrm>
            <a:off x="804672" y="397791"/>
            <a:ext cx="5289176" cy="6053328"/>
          </a:xfrm>
          <a:blipFill dpi="0" rotWithShape="1">
            <a:blip r:embed="rId2">
              <a:alphaModFix amt="20000"/>
              <a:extLst>
                <a:ext uri="{BEBA8EAE-BF5A-486C-A8C5-ECC9F3942E4B}">
                  <a14:imgProps xmlns:a14="http://schemas.microsoft.com/office/drawing/2010/main">
                    <a14:imgLayer r:embed="rId3">
                      <a14:imgEffect>
                        <a14:brightnessContrast bright="-27000" contrast="59000"/>
                      </a14:imgEffect>
                      <a14:imgEffect>
                        <a14:saturation sat="0"/>
                      </a14:imgEffect>
                    </a14:imgLayer>
                  </a14:imgProps>
                </a:ext>
              </a:extLst>
            </a:blip>
            <a:srcRect/>
            <a:stretch>
              <a:fillRect l="52" t="75" r="1"/>
            </a:stretch>
          </a:blipFill>
        </p:spPr>
        <p:txBody>
          <a:bodyPr/>
          <a:lstStyle>
            <a:lvl1pPr marL="0" indent="0">
              <a:buNone/>
              <a:defRPr/>
            </a:lvl1pPr>
          </a:lstStyle>
          <a:p>
            <a:r>
              <a:rPr lang="en-US"/>
              <a:t> </a:t>
            </a:r>
          </a:p>
        </p:txBody>
      </p:sp>
      <p:sp>
        <p:nvSpPr>
          <p:cNvPr id="7" name="Date Placeholder 6"/>
          <p:cNvSpPr>
            <a:spLocks noGrp="1"/>
          </p:cNvSpPr>
          <p:nvPr>
            <p:ph type="dt" sz="half" idx="14"/>
          </p:nvPr>
        </p:nvSpPr>
        <p:spPr/>
        <p:txBody>
          <a:bodyPr/>
          <a:lstStyle>
            <a:lvl1pPr>
              <a:defRPr>
                <a:solidFill>
                  <a:schemeClr val="tx1"/>
                </a:solidFill>
              </a:defRPr>
            </a:lvl1pPr>
          </a:lstStyle>
          <a:p>
            <a:fld id="{0FDDB1F5-9155-4128-9946-6808FE896B8C}" type="datetime1">
              <a:rPr lang="en-US" smtClean="0"/>
              <a:t>9/17/2026</a:t>
            </a:fld>
            <a:endParaRPr lang="en-US"/>
          </a:p>
        </p:txBody>
      </p:sp>
      <p:sp>
        <p:nvSpPr>
          <p:cNvPr id="9" name="Slide Number Placeholder 8"/>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t>‹#›</a:t>
            </a:fld>
            <a:endParaRPr lang="en-US"/>
          </a:p>
        </p:txBody>
      </p:sp>
      <p:cxnSp>
        <p:nvCxnSpPr>
          <p:cNvPr id="16" name="Straight Connector 15"/>
          <p:cNvCxnSpPr/>
          <p:nvPr/>
        </p:nvCxnSpPr>
        <p:spPr>
          <a:xfrm>
            <a:off x="6099048"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12"/>
          <p:cNvGrpSpPr/>
          <p:nvPr/>
        </p:nvGrpSpPr>
        <p:grpSpPr>
          <a:xfrm>
            <a:off x="803185" y="0"/>
            <a:ext cx="10585629" cy="6858000"/>
            <a:chOff x="803185" y="0"/>
            <a:chExt cx="10585629" cy="6858000"/>
          </a:xfrm>
        </p:grpSpPr>
        <p:cxnSp>
          <p:nvCxnSpPr>
            <p:cNvPr id="14" name="Straight Connector 13"/>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accent3"/>
        </a:solidFill>
        <a:effectLst/>
      </p:bgPr>
    </p:bg>
    <p:spTree>
      <p:nvGrpSpPr>
        <p:cNvPr id="1" name=""/>
        <p:cNvGrpSpPr/>
        <p:nvPr/>
      </p:nvGrpSpPr>
      <p:grpSpPr>
        <a:xfrm>
          <a:off x="0" y="0"/>
          <a:ext cx="0" cy="0"/>
          <a:chOff x="0" y="0"/>
          <a:chExt cx="0" cy="0"/>
        </a:xfrm>
      </p:grpSpPr>
      <p:sp>
        <p:nvSpPr>
          <p:cNvPr id="14" name="Title 13"/>
          <p:cNvSpPr>
            <a:spLocks noGrp="1"/>
          </p:cNvSpPr>
          <p:nvPr>
            <p:ph type="title"/>
          </p:nvPr>
        </p:nvSpPr>
        <p:spPr>
          <a:xfrm>
            <a:off x="1206418" y="782840"/>
            <a:ext cx="4572587" cy="3661142"/>
          </a:xfrm>
        </p:spPr>
        <p:txBody>
          <a:bodyPr>
            <a:normAutofit/>
          </a:bodyPr>
          <a:lstStyle>
            <a:lvl1pPr>
              <a:defRPr sz="4800"/>
            </a:lvl1pPr>
          </a:lstStyle>
          <a:p>
            <a:r>
              <a:rPr lang="en-US"/>
              <a:t>Click to edit Master title style</a:t>
            </a:r>
          </a:p>
        </p:txBody>
      </p:sp>
      <p:sp>
        <p:nvSpPr>
          <p:cNvPr id="5" name="Footer Placeholder 4"/>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16" name="Text Placeholder 12"/>
          <p:cNvSpPr>
            <a:spLocks noGrp="1"/>
          </p:cNvSpPr>
          <p:nvPr>
            <p:ph type="body" sz="quarter" idx="17"/>
          </p:nvPr>
        </p:nvSpPr>
        <p:spPr>
          <a:xfrm>
            <a:off x="1207008" y="4663439"/>
            <a:ext cx="4571996" cy="1380739"/>
          </a:xfrm>
        </p:spPr>
        <p:txBody>
          <a:bodyPr anchor="b">
            <a:normAutofit/>
          </a:bodyPr>
          <a:lstStyle>
            <a:lvl1pPr marL="0" indent="0">
              <a:buNone/>
              <a:defRPr sz="2000"/>
            </a:lvl1pPr>
          </a:lstStyle>
          <a:p>
            <a:pPr lvl="0"/>
            <a:r>
              <a:rPr lang="en-US"/>
              <a:t>Click to edit Master text styles</a:t>
            </a:r>
          </a:p>
        </p:txBody>
      </p:sp>
      <p:sp>
        <p:nvSpPr>
          <p:cNvPr id="10" name="Picture Placeholder 10"/>
          <p:cNvSpPr>
            <a:spLocks noGrp="1"/>
          </p:cNvSpPr>
          <p:nvPr>
            <p:ph type="pic" sz="quarter" idx="13" hasCustomPrompt="1"/>
          </p:nvPr>
        </p:nvSpPr>
        <p:spPr>
          <a:xfrm>
            <a:off x="6099048" y="402336"/>
            <a:ext cx="5289176" cy="6053328"/>
          </a:xfrm>
          <a:blipFill dpi="0" rotWithShape="1">
            <a:blip r:embed="rId2">
              <a:alphaModFix amt="20000"/>
              <a:extLst>
                <a:ext uri="{BEBA8EAE-BF5A-486C-A8C5-ECC9F3942E4B}">
                  <a14:imgProps xmlns:a14="http://schemas.microsoft.com/office/drawing/2010/main">
                    <a14:imgLayer r:embed="rId3">
                      <a14:imgEffect>
                        <a14:brightnessContrast bright="-27000" contrast="59000"/>
                      </a14:imgEffect>
                      <a14:imgEffect>
                        <a14:saturation sat="0"/>
                      </a14:imgEffect>
                    </a14:imgLayer>
                  </a14:imgProps>
                </a:ext>
              </a:extLst>
            </a:blip>
            <a:srcRect/>
            <a:stretch>
              <a:fillRect b="1"/>
            </a:stretch>
          </a:blipFill>
        </p:spPr>
        <p:txBody>
          <a:bodyPr/>
          <a:lstStyle>
            <a:lvl1pPr marL="0" indent="0">
              <a:buNone/>
              <a:defRPr/>
            </a:lvl1pPr>
          </a:lstStyle>
          <a:p>
            <a:r>
              <a:rPr lang="en-US"/>
              <a:t> </a:t>
            </a:r>
          </a:p>
        </p:txBody>
      </p:sp>
      <p:sp>
        <p:nvSpPr>
          <p:cNvPr id="4" name="Date Placeholder 3"/>
          <p:cNvSpPr>
            <a:spLocks noGrp="1"/>
          </p:cNvSpPr>
          <p:nvPr>
            <p:ph type="dt" sz="half" idx="14"/>
          </p:nvPr>
        </p:nvSpPr>
        <p:spPr/>
        <p:txBody>
          <a:bodyPr/>
          <a:lstStyle>
            <a:lvl1pPr>
              <a:defRPr>
                <a:solidFill>
                  <a:schemeClr val="tx1"/>
                </a:solidFill>
              </a:defRPr>
            </a:lvl1pPr>
          </a:lstStyle>
          <a:p>
            <a:fld id="{76332D4F-69DA-447D-8D71-58933F8FE745}" type="datetime1">
              <a:rPr lang="en-US" smtClean="0"/>
              <a:t>9/17/2026</a:t>
            </a:fld>
            <a:endParaRPr lang="en-US"/>
          </a:p>
        </p:txBody>
      </p:sp>
      <p:sp>
        <p:nvSpPr>
          <p:cNvPr id="6" name="Slide Number Placeholder 5"/>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t>‹#›</a:t>
            </a:fld>
            <a:endParaRPr lang="en-US"/>
          </a:p>
        </p:txBody>
      </p:sp>
      <p:cxnSp>
        <p:nvCxnSpPr>
          <p:cNvPr id="17" name="Straight Connector 16"/>
          <p:cNvCxnSpPr/>
          <p:nvPr/>
        </p:nvCxnSpPr>
        <p:spPr>
          <a:xfrm>
            <a:off x="6099048"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 name="Group 6"/>
          <p:cNvGrpSpPr/>
          <p:nvPr userDrawn="1"/>
        </p:nvGrpSpPr>
        <p:grpSpPr>
          <a:xfrm>
            <a:off x="803185" y="0"/>
            <a:ext cx="10585629" cy="6858000"/>
            <a:chOff x="803185" y="0"/>
            <a:chExt cx="10585629" cy="6858000"/>
          </a:xfrm>
        </p:grpSpPr>
        <p:cxnSp>
          <p:nvCxnSpPr>
            <p:cNvPr id="8" name="Straight Connector 7"/>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4">
    <p:bg>
      <p:bgPr>
        <a:solidFill>
          <a:schemeClr val="accent3"/>
        </a:solidFill>
        <a:effectLst/>
      </p:bgPr>
    </p:bg>
    <p:spTree>
      <p:nvGrpSpPr>
        <p:cNvPr id="1" name=""/>
        <p:cNvGrpSpPr/>
        <p:nvPr/>
      </p:nvGrpSpPr>
      <p:grpSpPr>
        <a:xfrm>
          <a:off x="0" y="0"/>
          <a:ext cx="0" cy="0"/>
          <a:chOff x="0" y="0"/>
          <a:chExt cx="0" cy="0"/>
        </a:xfrm>
      </p:grpSpPr>
      <p:grpSp>
        <p:nvGrpSpPr>
          <p:cNvPr id="13" name="Group 12"/>
          <p:cNvGrpSpPr/>
          <p:nvPr/>
        </p:nvGrpSpPr>
        <p:grpSpPr>
          <a:xfrm>
            <a:off x="803185" y="0"/>
            <a:ext cx="10585629" cy="6858000"/>
            <a:chOff x="803185" y="0"/>
            <a:chExt cx="10585629" cy="6858000"/>
          </a:xfrm>
        </p:grpSpPr>
        <p:cxnSp>
          <p:nvCxnSpPr>
            <p:cNvPr id="14" name="Straight Connector 13"/>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6" name="Straight Connector 15"/>
          <p:cNvCxnSpPr/>
          <p:nvPr/>
        </p:nvCxnSpPr>
        <p:spPr>
          <a:xfrm>
            <a:off x="6099048"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a:xfrm>
            <a:off x="6400800" y="786384"/>
            <a:ext cx="4668637" cy="3460492"/>
          </a:xfrm>
        </p:spPr>
        <p:txBody>
          <a:bodyPr>
            <a:normAutofit/>
          </a:bodyPr>
          <a:lstStyle>
            <a:lvl1pPr>
              <a:defRPr sz="4800"/>
            </a:lvl1pPr>
          </a:lstStyle>
          <a:p>
            <a:r>
              <a:rPr lang="en-US"/>
              <a:t>Click to edit Master title style</a:t>
            </a:r>
          </a:p>
        </p:txBody>
      </p:sp>
      <p:sp>
        <p:nvSpPr>
          <p:cNvPr id="8" name="Footer Placeholder 7"/>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10" name="Picture Placeholder 10"/>
          <p:cNvSpPr>
            <a:spLocks noGrp="1"/>
          </p:cNvSpPr>
          <p:nvPr>
            <p:ph type="pic" sz="quarter" idx="13" hasCustomPrompt="1"/>
          </p:nvPr>
        </p:nvSpPr>
        <p:spPr>
          <a:xfrm>
            <a:off x="804672" y="397791"/>
            <a:ext cx="5289176" cy="6053328"/>
          </a:xfrm>
          <a:blipFill dpi="0" rotWithShape="1">
            <a:blip r:embed="rId2">
              <a:alphaModFix amt="20000"/>
              <a:extLst>
                <a:ext uri="{BEBA8EAE-BF5A-486C-A8C5-ECC9F3942E4B}">
                  <a14:imgProps xmlns:a14="http://schemas.microsoft.com/office/drawing/2010/main">
                    <a14:imgLayer r:embed="rId3">
                      <a14:imgEffect>
                        <a14:brightnessContrast bright="-27000" contrast="59000"/>
                      </a14:imgEffect>
                      <a14:imgEffect>
                        <a14:saturation sat="0"/>
                      </a14:imgEffect>
                    </a14:imgLayer>
                  </a14:imgProps>
                </a:ext>
              </a:extLst>
            </a:blip>
            <a:srcRect/>
            <a:stretch>
              <a:fillRect l="52" t="75" r="1"/>
            </a:stretch>
          </a:blipFill>
        </p:spPr>
        <p:txBody>
          <a:bodyPr/>
          <a:lstStyle>
            <a:lvl1pPr marL="0" indent="0">
              <a:buNone/>
              <a:defRPr/>
            </a:lvl1pPr>
          </a:lstStyle>
          <a:p>
            <a:r>
              <a:rPr lang="en-US"/>
              <a:t>   </a:t>
            </a:r>
          </a:p>
        </p:txBody>
      </p:sp>
      <p:sp>
        <p:nvSpPr>
          <p:cNvPr id="6" name="Text Placeholder 12"/>
          <p:cNvSpPr>
            <a:spLocks noGrp="1"/>
          </p:cNvSpPr>
          <p:nvPr>
            <p:ph type="body" sz="quarter" idx="17"/>
          </p:nvPr>
        </p:nvSpPr>
        <p:spPr>
          <a:xfrm>
            <a:off x="6395599" y="4663439"/>
            <a:ext cx="4668641" cy="1380744"/>
          </a:xfrm>
        </p:spPr>
        <p:txBody>
          <a:bodyPr anchor="b">
            <a:normAutofit/>
          </a:bodyPr>
          <a:lstStyle>
            <a:lvl1pPr marL="0" indent="0">
              <a:buNone/>
              <a:defRPr sz="2000"/>
            </a:lvl1pPr>
          </a:lstStyle>
          <a:p>
            <a:pPr lvl="0"/>
            <a:r>
              <a:rPr lang="en-US"/>
              <a:t>Click to edit Master text styles</a:t>
            </a:r>
          </a:p>
        </p:txBody>
      </p:sp>
      <p:sp>
        <p:nvSpPr>
          <p:cNvPr id="7" name="Date Placeholder 6"/>
          <p:cNvSpPr>
            <a:spLocks noGrp="1"/>
          </p:cNvSpPr>
          <p:nvPr>
            <p:ph type="dt" sz="half" idx="14"/>
          </p:nvPr>
        </p:nvSpPr>
        <p:spPr/>
        <p:txBody>
          <a:bodyPr/>
          <a:lstStyle>
            <a:lvl1pPr>
              <a:defRPr>
                <a:solidFill>
                  <a:schemeClr val="tx1"/>
                </a:solidFill>
              </a:defRPr>
            </a:lvl1pPr>
          </a:lstStyle>
          <a:p>
            <a:fld id="{2F8211FF-1EED-4E40-908A-D3076C331B06}" type="datetime1">
              <a:rPr lang="en-US" smtClean="0"/>
              <a:t>9/17/2026</a:t>
            </a:fld>
            <a:endParaRPr lang="en-US"/>
          </a:p>
        </p:txBody>
      </p:sp>
      <p:sp>
        <p:nvSpPr>
          <p:cNvPr id="9" name="Slide Number Placeholder 8"/>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accent1"/>
        </a:solidFill>
        <a:effectLst/>
      </p:bgPr>
    </p:bg>
    <p:spTree>
      <p:nvGrpSpPr>
        <p:cNvPr id="1" name=""/>
        <p:cNvGrpSpPr/>
        <p:nvPr/>
      </p:nvGrpSpPr>
      <p:grpSpPr>
        <a:xfrm>
          <a:off x="0" y="0"/>
          <a:ext cx="0" cy="0"/>
          <a:chOff x="0" y="0"/>
          <a:chExt cx="0" cy="0"/>
        </a:xfrm>
      </p:grpSpPr>
      <p:sp>
        <p:nvSpPr>
          <p:cNvPr id="8" name="Title 7"/>
          <p:cNvSpPr>
            <a:spLocks noGrp="1"/>
          </p:cNvSpPr>
          <p:nvPr>
            <p:ph type="title"/>
          </p:nvPr>
        </p:nvSpPr>
        <p:spPr>
          <a:xfrm>
            <a:off x="1207007" y="786382"/>
            <a:ext cx="7589520" cy="3474721"/>
          </a:xfrm>
        </p:spPr>
        <p:txBody>
          <a:bodyPr>
            <a:noAutofit/>
          </a:bodyPr>
          <a:lstStyle>
            <a:lvl1pPr>
              <a:defRPr sz="7000"/>
            </a:lvl1pPr>
          </a:lstStyle>
          <a:p>
            <a:r>
              <a:rPr lang="en-US"/>
              <a:t>Click to edit Master title style</a:t>
            </a:r>
          </a:p>
        </p:txBody>
      </p:sp>
      <p:sp>
        <p:nvSpPr>
          <p:cNvPr id="5" name="Footer Placeholder 4"/>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0" name="Text Placeholder 12"/>
          <p:cNvSpPr>
            <a:spLocks noGrp="1"/>
          </p:cNvSpPr>
          <p:nvPr>
            <p:ph type="body" sz="quarter" idx="17"/>
          </p:nvPr>
        </p:nvSpPr>
        <p:spPr>
          <a:xfrm>
            <a:off x="1207007" y="4480561"/>
            <a:ext cx="6655519" cy="1563618"/>
          </a:xfrm>
        </p:spPr>
        <p:txBody>
          <a:bodyPr anchor="b">
            <a:normAutofit/>
          </a:bodyPr>
          <a:lstStyle>
            <a:lvl1pPr marL="0" indent="0">
              <a:buNone/>
              <a:defRPr sz="2000"/>
            </a:lvl1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tx1"/>
                </a:solidFill>
              </a:defRPr>
            </a:lvl1pPr>
          </a:lstStyle>
          <a:p>
            <a:fld id="{D804AD26-BCB3-4DA6-A1C8-F71900B8E385}" type="datetime1">
              <a:rPr lang="en-US" smtClean="0"/>
              <a:t>9/17/2026</a:t>
            </a:fld>
            <a:endParaRPr lang="en-US"/>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t>‹#›</a:t>
            </a:fld>
            <a:endParaRPr lang="en-US"/>
          </a:p>
        </p:txBody>
      </p:sp>
      <p:grpSp>
        <p:nvGrpSpPr>
          <p:cNvPr id="12" name="Group 11"/>
          <p:cNvGrpSpPr/>
          <p:nvPr userDrawn="1"/>
        </p:nvGrpSpPr>
        <p:grpSpPr>
          <a:xfrm>
            <a:off x="803185" y="0"/>
            <a:ext cx="10585629" cy="6858000"/>
            <a:chOff x="803185" y="0"/>
            <a:chExt cx="10585629" cy="6858000"/>
          </a:xfrm>
        </p:grpSpPr>
        <p:cxnSp>
          <p:nvCxnSpPr>
            <p:cNvPr id="13" name="Straight Connector 12"/>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3">
    <p:bg>
      <p:bgRef idx="1001">
        <a:schemeClr val="bg1"/>
      </p:bgRef>
    </p:bg>
    <p:spTree>
      <p:nvGrpSpPr>
        <p:cNvPr id="1" name=""/>
        <p:cNvGrpSpPr/>
        <p:nvPr/>
      </p:nvGrpSpPr>
      <p:grpSpPr>
        <a:xfrm>
          <a:off x="0" y="0"/>
          <a:ext cx="0" cy="0"/>
          <a:chOff x="0" y="0"/>
          <a:chExt cx="0" cy="0"/>
        </a:xfrm>
      </p:grpSpPr>
      <p:sp>
        <p:nvSpPr>
          <p:cNvPr id="8" name="Title 7"/>
          <p:cNvSpPr>
            <a:spLocks noGrp="1"/>
          </p:cNvSpPr>
          <p:nvPr>
            <p:ph type="title"/>
          </p:nvPr>
        </p:nvSpPr>
        <p:spPr>
          <a:xfrm>
            <a:off x="1207004" y="1073329"/>
            <a:ext cx="7876287" cy="3592629"/>
          </a:xfrm>
        </p:spPr>
        <p:txBody>
          <a:bodyPr anchor="b">
            <a:normAutofit/>
          </a:bodyPr>
          <a:lstStyle>
            <a:lvl1pPr>
              <a:defRPr sz="7200"/>
            </a:lvl1pPr>
          </a:lstStyle>
          <a:p>
            <a:r>
              <a:rPr lang="en-US"/>
              <a:t>Click to edit Master title style</a:t>
            </a:r>
          </a:p>
        </p:txBody>
      </p:sp>
      <p:sp>
        <p:nvSpPr>
          <p:cNvPr id="5" name="Footer Placeholder 4"/>
          <p:cNvSpPr>
            <a:spLocks noGrp="1"/>
          </p:cNvSpPr>
          <p:nvPr>
            <p:ph type="ftr" sz="quarter" idx="11"/>
          </p:nvPr>
        </p:nvSpPr>
        <p:spPr/>
        <p:txBody>
          <a:bodyPr/>
          <a:lstStyle/>
          <a:p>
            <a:r>
              <a:rPr lang="en-US"/>
              <a:t>SAMPLE FOOTER TEXT</a:t>
            </a:r>
          </a:p>
        </p:txBody>
      </p:sp>
      <p:sp>
        <p:nvSpPr>
          <p:cNvPr id="10" name="Text Placeholder 12"/>
          <p:cNvSpPr>
            <a:spLocks noGrp="1"/>
          </p:cNvSpPr>
          <p:nvPr>
            <p:ph type="body" sz="quarter" idx="17"/>
          </p:nvPr>
        </p:nvSpPr>
        <p:spPr>
          <a:xfrm>
            <a:off x="1207007" y="4715111"/>
            <a:ext cx="7375466" cy="1014984"/>
          </a:xfrm>
        </p:spPr>
        <p:txBody>
          <a:bodyPr anchor="t">
            <a:normAutofit/>
          </a:bodyPr>
          <a:lstStyle>
            <a:lvl1pPr marL="0" indent="0">
              <a:buNone/>
              <a:defRPr sz="2000"/>
            </a:lvl1pPr>
          </a:lstStyle>
          <a:p>
            <a:pPr lvl="0"/>
            <a:r>
              <a:rPr lang="en-US"/>
              <a:t>Click to edit Master text styles</a:t>
            </a:r>
          </a:p>
        </p:txBody>
      </p:sp>
      <p:sp>
        <p:nvSpPr>
          <p:cNvPr id="4" name="Date Placeholder 3"/>
          <p:cNvSpPr>
            <a:spLocks noGrp="1"/>
          </p:cNvSpPr>
          <p:nvPr>
            <p:ph type="dt" sz="half" idx="10"/>
          </p:nvPr>
        </p:nvSpPr>
        <p:spPr/>
        <p:txBody>
          <a:bodyPr/>
          <a:lstStyle/>
          <a:p>
            <a:fld id="{53632C9C-9A8F-446B-8187-09132D1A46A0}" type="datetime1">
              <a:rPr lang="en-US" smtClean="0"/>
              <a:t>9/17/2026</a:t>
            </a:fld>
            <a:endParaRPr lang="en-US"/>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grpSp>
        <p:nvGrpSpPr>
          <p:cNvPr id="12" name="Group 11"/>
          <p:cNvGrpSpPr/>
          <p:nvPr userDrawn="1"/>
        </p:nvGrpSpPr>
        <p:grpSpPr>
          <a:xfrm>
            <a:off x="803185" y="0"/>
            <a:ext cx="10585629" cy="6858000"/>
            <a:chOff x="803185" y="0"/>
            <a:chExt cx="10585629" cy="6858000"/>
          </a:xfrm>
        </p:grpSpPr>
        <p:cxnSp>
          <p:nvCxnSpPr>
            <p:cNvPr id="13" name="Straight Connector 12"/>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4">
    <p:spTree>
      <p:nvGrpSpPr>
        <p:cNvPr id="1" name=""/>
        <p:cNvGrpSpPr/>
        <p:nvPr/>
      </p:nvGrpSpPr>
      <p:grpSpPr>
        <a:xfrm>
          <a:off x="0" y="0"/>
          <a:ext cx="0" cy="0"/>
          <a:chOff x="0" y="0"/>
          <a:chExt cx="0" cy="0"/>
        </a:xfrm>
      </p:grpSpPr>
      <p:sp>
        <p:nvSpPr>
          <p:cNvPr id="2" name="Title 1"/>
          <p:cNvSpPr>
            <a:spLocks noGrp="1"/>
          </p:cNvSpPr>
          <p:nvPr>
            <p:ph type="ctrTitle"/>
          </p:nvPr>
        </p:nvSpPr>
        <p:spPr>
          <a:xfrm>
            <a:off x="1295400" y="1005840"/>
            <a:ext cx="9601200" cy="2621154"/>
          </a:xfrm>
        </p:spPr>
        <p:txBody>
          <a:bodyPr anchor="b" anchorCtr="0">
            <a:normAutofit/>
          </a:bodyPr>
          <a:lstStyle>
            <a:lvl1pPr algn="ctr">
              <a:defRPr sz="6000"/>
            </a:lvl1pPr>
          </a:lstStyle>
          <a:p>
            <a:r>
              <a:rPr lang="en-US"/>
              <a:t>Click to edit Master title style</a:t>
            </a:r>
          </a:p>
        </p:txBody>
      </p:sp>
      <p:sp>
        <p:nvSpPr>
          <p:cNvPr id="3" name="Subtitle 2"/>
          <p:cNvSpPr>
            <a:spLocks noGrp="1"/>
          </p:cNvSpPr>
          <p:nvPr>
            <p:ph type="subTitle" idx="1"/>
          </p:nvPr>
        </p:nvSpPr>
        <p:spPr>
          <a:xfrm>
            <a:off x="1295400" y="3749039"/>
            <a:ext cx="9601200" cy="2103120"/>
          </a:xfrm>
        </p:spPr>
        <p:txBody>
          <a:bodyPr anchor="t" anchorCtr="0">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p:cNvSpPr>
            <a:spLocks noGrp="1"/>
          </p:cNvSpPr>
          <p:nvPr>
            <p:ph type="ftr" sz="quarter" idx="11"/>
          </p:nvPr>
        </p:nvSpPr>
        <p:spPr/>
        <p:txBody>
          <a:bodyPr/>
          <a:lstStyle/>
          <a:p>
            <a:r>
              <a:rPr lang="en-US"/>
              <a:t>SAMPLE FOOTER TEXT</a:t>
            </a:r>
          </a:p>
        </p:txBody>
      </p:sp>
      <p:sp>
        <p:nvSpPr>
          <p:cNvPr id="4" name="Date Placeholder 3"/>
          <p:cNvSpPr>
            <a:spLocks noGrp="1"/>
          </p:cNvSpPr>
          <p:nvPr>
            <p:ph type="dt" sz="half" idx="10"/>
          </p:nvPr>
        </p:nvSpPr>
        <p:spPr/>
        <p:txBody>
          <a:bodyPr/>
          <a:lstStyle/>
          <a:p>
            <a:fld id="{18C6F82F-1CA0-4CF2-91A1-388896177AD5}" type="datetime1">
              <a:rPr lang="en-US" smtClean="0"/>
              <a:t>9/17/2026</a:t>
            </a:fld>
            <a:endParaRPr lang="en-US"/>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grpSp>
        <p:nvGrpSpPr>
          <p:cNvPr id="12" name="Group 11"/>
          <p:cNvGrpSpPr/>
          <p:nvPr userDrawn="1"/>
        </p:nvGrpSpPr>
        <p:grpSpPr>
          <a:xfrm>
            <a:off x="803185" y="0"/>
            <a:ext cx="10585629" cy="6858000"/>
            <a:chOff x="803185" y="0"/>
            <a:chExt cx="10585629" cy="6858000"/>
          </a:xfrm>
        </p:grpSpPr>
        <p:cxnSp>
          <p:nvCxnSpPr>
            <p:cNvPr id="13" name="Straight Connector 12"/>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5">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130040" y="2103120"/>
            <a:ext cx="3931920" cy="2011680"/>
          </a:xfrm>
        </p:spPr>
        <p:txBody>
          <a:bodyPr anchor="b" anchorCtr="0">
            <a:noAutofit/>
          </a:bodyPr>
          <a:lstStyle>
            <a:lvl1pPr algn="ctr">
              <a:lnSpc>
                <a:spcPct val="100000"/>
              </a:lnSpc>
              <a:defRPr sz="4000"/>
            </a:lvl1pPr>
          </a:lstStyle>
          <a:p>
            <a:r>
              <a:rPr lang="en-US"/>
              <a:t>Click to edit Master title style</a:t>
            </a:r>
          </a:p>
        </p:txBody>
      </p:sp>
      <p:sp>
        <p:nvSpPr>
          <p:cNvPr id="3" name="Subtitle 2"/>
          <p:cNvSpPr>
            <a:spLocks noGrp="1"/>
          </p:cNvSpPr>
          <p:nvPr>
            <p:ph type="subTitle" idx="1"/>
          </p:nvPr>
        </p:nvSpPr>
        <p:spPr>
          <a:xfrm>
            <a:off x="4724400" y="4177393"/>
            <a:ext cx="2743200" cy="1097280"/>
          </a:xfrm>
        </p:spPr>
        <p:txBody>
          <a:bodyPr anchor="t" anchorCtr="0">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grpSp>
        <p:nvGrpSpPr>
          <p:cNvPr id="9" name="Group 8"/>
          <p:cNvGrpSpPr/>
          <p:nvPr userDrawn="1"/>
        </p:nvGrpSpPr>
        <p:grpSpPr>
          <a:xfrm>
            <a:off x="795290" y="400467"/>
            <a:ext cx="10603299" cy="6052793"/>
            <a:chOff x="795290" y="400467"/>
            <a:chExt cx="10603299" cy="6052793"/>
          </a:xfrm>
        </p:grpSpPr>
        <p:cxnSp>
          <p:nvCxnSpPr>
            <p:cNvPr id="10" name="Straight Connector 9"/>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Oval 10"/>
          <p:cNvSpPr/>
          <p:nvPr userDrawn="1"/>
        </p:nvSpPr>
        <p:spPr>
          <a:xfrm>
            <a:off x="3635480" y="966343"/>
            <a:ext cx="4921041" cy="4921041"/>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p:cNvGrpSpPr/>
          <p:nvPr userDrawn="1"/>
        </p:nvGrpSpPr>
        <p:grpSpPr>
          <a:xfrm>
            <a:off x="803185" y="0"/>
            <a:ext cx="10585629" cy="6858000"/>
            <a:chOff x="803185" y="0"/>
            <a:chExt cx="10585629" cy="6858000"/>
          </a:xfrm>
        </p:grpSpPr>
        <p:cxnSp>
          <p:nvCxnSpPr>
            <p:cNvPr id="17" name="Straight Connector 16"/>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1143000"/>
            <a:ext cx="7772400" cy="4572000"/>
          </a:xfrm>
        </p:spPr>
        <p:txBody>
          <a:bodyPr anchor="ctr" anchorCtr="0">
            <a:normAutofit/>
          </a:bodyPr>
          <a:lstStyle>
            <a:lvl1pPr algn="ctr">
              <a:defRPr sz="6000"/>
            </a:lvl1pPr>
          </a:lstStyle>
          <a:p>
            <a:r>
              <a:rPr lang="en-US"/>
              <a:t>Click to edit Master title style</a:t>
            </a:r>
          </a:p>
        </p:txBody>
      </p:sp>
      <p:sp>
        <p:nvSpPr>
          <p:cNvPr id="5" name="Footer Placeholder 4"/>
          <p:cNvSpPr>
            <a:spLocks noGrp="1"/>
          </p:cNvSpPr>
          <p:nvPr>
            <p:ph type="ftr" sz="quarter" idx="11"/>
          </p:nvPr>
        </p:nvSpPr>
        <p:spPr/>
        <p:txBody>
          <a:bodyPr/>
          <a:lstStyle/>
          <a:p>
            <a:r>
              <a:rPr lang="en-US"/>
              <a:t>SAMPLE FOOTER TEXT</a:t>
            </a:r>
          </a:p>
        </p:txBody>
      </p:sp>
      <p:sp>
        <p:nvSpPr>
          <p:cNvPr id="4" name="Date Placeholder 3"/>
          <p:cNvSpPr>
            <a:spLocks noGrp="1"/>
          </p:cNvSpPr>
          <p:nvPr>
            <p:ph type="dt" sz="half" idx="10"/>
          </p:nvPr>
        </p:nvSpPr>
        <p:spPr/>
        <p:txBody>
          <a:bodyPr/>
          <a:lstStyle/>
          <a:p>
            <a:fld id="{8DEF69A2-4F59-479F-BEF2-69F2219A16C9}" type="datetime1">
              <a:rPr lang="en-US" smtClean="0"/>
              <a:t>9/17/2026</a:t>
            </a:fld>
            <a:endParaRPr lang="en-US"/>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grpSp>
        <p:nvGrpSpPr>
          <p:cNvPr id="3" name="Group 2"/>
          <p:cNvGrpSpPr/>
          <p:nvPr/>
        </p:nvGrpSpPr>
        <p:grpSpPr>
          <a:xfrm>
            <a:off x="803185" y="0"/>
            <a:ext cx="10585629" cy="6858000"/>
            <a:chOff x="803185" y="0"/>
            <a:chExt cx="10585629" cy="6858000"/>
          </a:xfrm>
        </p:grpSpPr>
        <p:cxnSp>
          <p:nvCxnSpPr>
            <p:cNvPr id="7" name="Straight Connector 6"/>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ection Header 2">
    <p:spTree>
      <p:nvGrpSpPr>
        <p:cNvPr id="1" name=""/>
        <p:cNvGrpSpPr/>
        <p:nvPr/>
      </p:nvGrpSpPr>
      <p:grpSpPr>
        <a:xfrm>
          <a:off x="0" y="0"/>
          <a:ext cx="0" cy="0"/>
          <a:chOff x="0" y="0"/>
          <a:chExt cx="0" cy="0"/>
        </a:xfrm>
      </p:grpSpPr>
      <p:sp>
        <p:nvSpPr>
          <p:cNvPr id="2" name="Title 1"/>
          <p:cNvSpPr>
            <a:spLocks noGrp="1"/>
          </p:cNvSpPr>
          <p:nvPr>
            <p:ph type="ctrTitle"/>
          </p:nvPr>
        </p:nvSpPr>
        <p:spPr>
          <a:xfrm>
            <a:off x="3947160" y="1463040"/>
            <a:ext cx="4297680" cy="3931920"/>
          </a:xfrm>
        </p:spPr>
        <p:txBody>
          <a:bodyPr anchor="ctr" anchorCtr="0">
            <a:normAutofit/>
          </a:bodyPr>
          <a:lstStyle>
            <a:lvl1pPr algn="ctr">
              <a:defRPr sz="5000"/>
            </a:lvl1pPr>
          </a:lstStyle>
          <a:p>
            <a:r>
              <a:rPr lang="en-US"/>
              <a:t>Click to edit Master title style</a:t>
            </a:r>
          </a:p>
        </p:txBody>
      </p:sp>
      <p:sp>
        <p:nvSpPr>
          <p:cNvPr id="13" name="Footer Placeholder 12"/>
          <p:cNvSpPr>
            <a:spLocks noGrp="1"/>
          </p:cNvSpPr>
          <p:nvPr>
            <p:ph type="ftr" sz="quarter" idx="11"/>
          </p:nvPr>
        </p:nvSpPr>
        <p:spPr/>
        <p:txBody>
          <a:bodyPr/>
          <a:lstStyle/>
          <a:p>
            <a:r>
              <a:rPr lang="en-US"/>
              <a:t>SAMPLE FOOTER TEXT</a:t>
            </a:r>
          </a:p>
        </p:txBody>
      </p:sp>
      <p:sp>
        <p:nvSpPr>
          <p:cNvPr id="12" name="Date Placeholder 11"/>
          <p:cNvSpPr>
            <a:spLocks noGrp="1"/>
          </p:cNvSpPr>
          <p:nvPr>
            <p:ph type="dt" sz="half" idx="10"/>
          </p:nvPr>
        </p:nvSpPr>
        <p:spPr/>
        <p:txBody>
          <a:bodyPr/>
          <a:lstStyle/>
          <a:p>
            <a:fld id="{B06AB12F-C5D8-43C4-BBB0-DAFB57DF07E7}" type="datetime1">
              <a:rPr lang="en-US" smtClean="0"/>
              <a:t>9/17/2026</a:t>
            </a:fld>
            <a:endParaRPr lang="en-US"/>
          </a:p>
        </p:txBody>
      </p:sp>
      <p:sp>
        <p:nvSpPr>
          <p:cNvPr id="14" name="Slide Number Placeholder 13"/>
          <p:cNvSpPr>
            <a:spLocks noGrp="1"/>
          </p:cNvSpPr>
          <p:nvPr>
            <p:ph type="sldNum" sz="quarter" idx="12"/>
          </p:nvPr>
        </p:nvSpPr>
        <p:spPr/>
        <p:txBody>
          <a:bodyPr/>
          <a:lstStyle/>
          <a:p>
            <a:fld id="{CC057153-B650-4DEB-B370-79DDCFDCE934}" type="slidenum">
              <a:rPr lang="en-US" smtClean="0"/>
              <a:t>‹#›</a:t>
            </a:fld>
            <a:endParaRPr lang="en-US"/>
          </a:p>
        </p:txBody>
      </p:sp>
      <p:grpSp>
        <p:nvGrpSpPr>
          <p:cNvPr id="15" name="Group 14"/>
          <p:cNvGrpSpPr/>
          <p:nvPr/>
        </p:nvGrpSpPr>
        <p:grpSpPr>
          <a:xfrm>
            <a:off x="801384" y="402336"/>
            <a:ext cx="10591869" cy="6053328"/>
            <a:chOff x="801384" y="402336"/>
            <a:chExt cx="10591869" cy="6053328"/>
          </a:xfrm>
        </p:grpSpPr>
        <p:sp>
          <p:nvSpPr>
            <p:cNvPr id="8" name="Oval 7"/>
            <p:cNvSpPr>
              <a:spLocks noChangeAspect="1"/>
            </p:cNvSpPr>
            <p:nvPr/>
          </p:nvSpPr>
          <p:spPr>
            <a:xfrm>
              <a:off x="3069336" y="402336"/>
              <a:ext cx="6053328" cy="6053328"/>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p:cNvCxnSpPr/>
            <p:nvPr/>
          </p:nvCxnSpPr>
          <p:spPr>
            <a:xfrm>
              <a:off x="801384" y="3421722"/>
              <a:ext cx="22705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9122664" y="3421722"/>
              <a:ext cx="22705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 name="Group 2"/>
          <p:cNvGrpSpPr/>
          <p:nvPr/>
        </p:nvGrpSpPr>
        <p:grpSpPr>
          <a:xfrm>
            <a:off x="803185" y="0"/>
            <a:ext cx="10585629" cy="6858000"/>
            <a:chOff x="803185" y="0"/>
            <a:chExt cx="10585629" cy="6858000"/>
          </a:xfrm>
        </p:grpSpPr>
        <p:cxnSp>
          <p:nvCxnSpPr>
            <p:cNvPr id="4" name="Straight Connector 3"/>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ction Header 3">
    <p:spTree>
      <p:nvGrpSpPr>
        <p:cNvPr id="1" name=""/>
        <p:cNvGrpSpPr/>
        <p:nvPr/>
      </p:nvGrpSpPr>
      <p:grpSpPr>
        <a:xfrm>
          <a:off x="0" y="0"/>
          <a:ext cx="0" cy="0"/>
          <a:chOff x="0" y="0"/>
          <a:chExt cx="0" cy="0"/>
        </a:xfrm>
      </p:grpSpPr>
      <p:sp>
        <p:nvSpPr>
          <p:cNvPr id="2" name="Title 1"/>
          <p:cNvSpPr>
            <a:spLocks noGrp="1"/>
          </p:cNvSpPr>
          <p:nvPr>
            <p:ph type="ctrTitle"/>
          </p:nvPr>
        </p:nvSpPr>
        <p:spPr>
          <a:xfrm>
            <a:off x="4130040" y="1645920"/>
            <a:ext cx="3931920" cy="3566160"/>
          </a:xfrm>
        </p:spPr>
        <p:txBody>
          <a:bodyPr anchor="ctr" anchorCtr="0">
            <a:normAutofit/>
          </a:bodyPr>
          <a:lstStyle>
            <a:lvl1pPr algn="ctr">
              <a:defRPr sz="5000"/>
            </a:lvl1pPr>
          </a:lstStyle>
          <a:p>
            <a:r>
              <a:rPr lang="en-US"/>
              <a:t>Click to edit Master title style</a:t>
            </a:r>
          </a:p>
        </p:txBody>
      </p:sp>
      <p:sp>
        <p:nvSpPr>
          <p:cNvPr id="13" name="Footer Placeholder 12"/>
          <p:cNvSpPr>
            <a:spLocks noGrp="1"/>
          </p:cNvSpPr>
          <p:nvPr>
            <p:ph type="ftr" sz="quarter" idx="11"/>
          </p:nvPr>
        </p:nvSpPr>
        <p:spPr/>
        <p:txBody>
          <a:bodyPr/>
          <a:lstStyle/>
          <a:p>
            <a:r>
              <a:rPr lang="en-US"/>
              <a:t>SAMPLE FOOTER TEXT</a:t>
            </a:r>
          </a:p>
        </p:txBody>
      </p:sp>
      <p:sp>
        <p:nvSpPr>
          <p:cNvPr id="12" name="Date Placeholder 11"/>
          <p:cNvSpPr>
            <a:spLocks noGrp="1"/>
          </p:cNvSpPr>
          <p:nvPr>
            <p:ph type="dt" sz="half" idx="10"/>
          </p:nvPr>
        </p:nvSpPr>
        <p:spPr/>
        <p:txBody>
          <a:bodyPr/>
          <a:lstStyle/>
          <a:p>
            <a:fld id="{CFCAE280-1FAF-431A-AFCC-652D1D768935}" type="datetime1">
              <a:rPr lang="en-US" smtClean="0"/>
              <a:t>9/17/2026</a:t>
            </a:fld>
            <a:endParaRPr lang="en-US"/>
          </a:p>
        </p:txBody>
      </p:sp>
      <p:sp>
        <p:nvSpPr>
          <p:cNvPr id="14" name="Slide Number Placeholder 13"/>
          <p:cNvSpPr>
            <a:spLocks noGrp="1"/>
          </p:cNvSpPr>
          <p:nvPr>
            <p:ph type="sldNum" sz="quarter" idx="12"/>
          </p:nvPr>
        </p:nvSpPr>
        <p:spPr/>
        <p:txBody>
          <a:bodyPr/>
          <a:lstStyle/>
          <a:p>
            <a:fld id="{CC057153-B650-4DEB-B370-79DDCFDCE934}" type="slidenum">
              <a:rPr lang="en-US" smtClean="0"/>
              <a:t>‹#›</a:t>
            </a:fld>
            <a:endParaRPr lang="en-US"/>
          </a:p>
        </p:txBody>
      </p:sp>
      <p:grpSp>
        <p:nvGrpSpPr>
          <p:cNvPr id="9" name="Group 8"/>
          <p:cNvGrpSpPr/>
          <p:nvPr/>
        </p:nvGrpSpPr>
        <p:grpSpPr>
          <a:xfrm>
            <a:off x="3357372" y="400050"/>
            <a:ext cx="5477256" cy="6053507"/>
            <a:chOff x="3357372" y="400050"/>
            <a:chExt cx="5477256" cy="6053507"/>
          </a:xfrm>
        </p:grpSpPr>
        <p:sp>
          <p:nvSpPr>
            <p:cNvPr id="8" name="Oval 7"/>
            <p:cNvSpPr>
              <a:spLocks noChangeAspect="1"/>
            </p:cNvSpPr>
            <p:nvPr/>
          </p:nvSpPr>
          <p:spPr>
            <a:xfrm>
              <a:off x="3357372" y="690372"/>
              <a:ext cx="5477256" cy="5477256"/>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p:nvPr/>
          </p:nvCxnSpPr>
          <p:spPr>
            <a:xfrm>
              <a:off x="6096000" y="400050"/>
              <a:ext cx="0" cy="2903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6096000" y="6163235"/>
              <a:ext cx="0" cy="2903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 name="Group 2"/>
          <p:cNvGrpSpPr/>
          <p:nvPr/>
        </p:nvGrpSpPr>
        <p:grpSpPr>
          <a:xfrm>
            <a:off x="803185" y="0"/>
            <a:ext cx="10585629" cy="6858000"/>
            <a:chOff x="803185" y="0"/>
            <a:chExt cx="10585629" cy="6858000"/>
          </a:xfrm>
        </p:grpSpPr>
        <p:cxnSp>
          <p:nvCxnSpPr>
            <p:cNvPr id="4" name="Straight Connector 3"/>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Header 4">
    <p:spTree>
      <p:nvGrpSpPr>
        <p:cNvPr id="1" name=""/>
        <p:cNvGrpSpPr/>
        <p:nvPr/>
      </p:nvGrpSpPr>
      <p:grpSpPr>
        <a:xfrm>
          <a:off x="0" y="0"/>
          <a:ext cx="0" cy="0"/>
          <a:chOff x="0" y="0"/>
          <a:chExt cx="0" cy="0"/>
        </a:xfrm>
      </p:grpSpPr>
      <p:sp>
        <p:nvSpPr>
          <p:cNvPr id="2" name="Title 1"/>
          <p:cNvSpPr>
            <a:spLocks noGrp="1"/>
          </p:cNvSpPr>
          <p:nvPr>
            <p:ph type="ctrTitle"/>
          </p:nvPr>
        </p:nvSpPr>
        <p:spPr>
          <a:xfrm>
            <a:off x="3947160" y="1463040"/>
            <a:ext cx="4297680" cy="3931920"/>
          </a:xfrm>
        </p:spPr>
        <p:txBody>
          <a:bodyPr anchor="ctr" anchorCtr="0">
            <a:normAutofit/>
          </a:bodyPr>
          <a:lstStyle>
            <a:lvl1pPr algn="ctr">
              <a:defRPr sz="5000"/>
            </a:lvl1pPr>
          </a:lstStyle>
          <a:p>
            <a:r>
              <a:rPr lang="en-US"/>
              <a:t>Click to edit Master title style</a:t>
            </a:r>
          </a:p>
        </p:txBody>
      </p:sp>
      <p:sp>
        <p:nvSpPr>
          <p:cNvPr id="13" name="Footer Placeholder 12"/>
          <p:cNvSpPr>
            <a:spLocks noGrp="1"/>
          </p:cNvSpPr>
          <p:nvPr>
            <p:ph type="ftr" sz="quarter" idx="11"/>
          </p:nvPr>
        </p:nvSpPr>
        <p:spPr/>
        <p:txBody>
          <a:bodyPr/>
          <a:lstStyle/>
          <a:p>
            <a:r>
              <a:rPr lang="en-US"/>
              <a:t>SAMPLE FOOTER TEXT</a:t>
            </a:r>
          </a:p>
        </p:txBody>
      </p:sp>
      <p:sp>
        <p:nvSpPr>
          <p:cNvPr id="12" name="Date Placeholder 11"/>
          <p:cNvSpPr>
            <a:spLocks noGrp="1"/>
          </p:cNvSpPr>
          <p:nvPr>
            <p:ph type="dt" sz="half" idx="10"/>
          </p:nvPr>
        </p:nvSpPr>
        <p:spPr/>
        <p:txBody>
          <a:bodyPr/>
          <a:lstStyle/>
          <a:p>
            <a:fld id="{332B1AC0-F140-4CFD-8DB3-1250D01F4A17}" type="datetime1">
              <a:rPr lang="en-US" smtClean="0"/>
              <a:t>9/17/2026</a:t>
            </a:fld>
            <a:endParaRPr lang="en-US"/>
          </a:p>
        </p:txBody>
      </p:sp>
      <p:sp>
        <p:nvSpPr>
          <p:cNvPr id="14" name="Slide Number Placeholder 13"/>
          <p:cNvSpPr>
            <a:spLocks noGrp="1"/>
          </p:cNvSpPr>
          <p:nvPr>
            <p:ph type="sldNum" sz="quarter" idx="12"/>
          </p:nvPr>
        </p:nvSpPr>
        <p:spPr/>
        <p:txBody>
          <a:bodyPr/>
          <a:lstStyle/>
          <a:p>
            <a:fld id="{CC057153-B650-4DEB-B370-79DDCFDCE934}" type="slidenum">
              <a:rPr lang="en-US" smtClean="0"/>
              <a:t>‹#›</a:t>
            </a:fld>
            <a:endParaRPr lang="en-US"/>
          </a:p>
        </p:txBody>
      </p:sp>
      <p:sp>
        <p:nvSpPr>
          <p:cNvPr id="8" name="Oval 7"/>
          <p:cNvSpPr>
            <a:spLocks noChangeAspect="1"/>
          </p:cNvSpPr>
          <p:nvPr/>
        </p:nvSpPr>
        <p:spPr>
          <a:xfrm>
            <a:off x="3069336" y="402336"/>
            <a:ext cx="6053328" cy="6053328"/>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Connector 2"/>
          <p:cNvCxnSpPr>
            <a:endCxn id="8" idx="0"/>
          </p:cNvCxnSpPr>
          <p:nvPr/>
        </p:nvCxnSpPr>
        <p:spPr>
          <a:xfrm>
            <a:off x="6096000" y="0"/>
            <a:ext cx="0" cy="4023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p:cNvCxnSpPr>
            <a:stCxn id="8" idx="4"/>
          </p:cNvCxnSpPr>
          <p:nvPr/>
        </p:nvCxnSpPr>
        <p:spPr>
          <a:xfrm>
            <a:off x="6096000" y="6455664"/>
            <a:ext cx="0" cy="4023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p:cNvGrpSpPr/>
          <p:nvPr/>
        </p:nvGrpSpPr>
        <p:grpSpPr>
          <a:xfrm>
            <a:off x="803185" y="0"/>
            <a:ext cx="10585629" cy="6858000"/>
            <a:chOff x="803185" y="0"/>
            <a:chExt cx="10585629" cy="6858000"/>
          </a:xfrm>
        </p:grpSpPr>
        <p:cxnSp>
          <p:nvCxnSpPr>
            <p:cNvPr id="6" name="Straight Connector 5"/>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55032" y="862335"/>
            <a:ext cx="4389120" cy="5120640"/>
          </a:xfrm>
        </p:spPr>
        <p:txBody>
          <a:bodyPr anchor="ctr" anchorCtr="0">
            <a:normAutofit/>
          </a:bodyPr>
          <a:lstStyle>
            <a:lvl1pPr algn="ctr">
              <a:defRPr sz="4000">
                <a:solidFill>
                  <a:schemeClr val="tx1"/>
                </a:solidFill>
              </a:defRPr>
            </a:lvl1pPr>
          </a:lstStyle>
          <a:p>
            <a:r>
              <a:rPr lang="en-US"/>
              <a:t>Click to edit Master title style</a:t>
            </a:r>
          </a:p>
        </p:txBody>
      </p:sp>
      <p:sp>
        <p:nvSpPr>
          <p:cNvPr id="4" name="Footer Placeholder 3"/>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p:cNvSpPr>
            <a:spLocks noGrp="1"/>
          </p:cNvSpPr>
          <p:nvPr>
            <p:ph sz="quarter" idx="13"/>
          </p:nvPr>
        </p:nvSpPr>
        <p:spPr>
          <a:xfrm>
            <a:off x="6547100" y="816615"/>
            <a:ext cx="4389120" cy="5212080"/>
          </a:xfrm>
        </p:spPr>
        <p:txBody>
          <a:bodyPr anchor="ctr" anchorCtr="0">
            <a:normAutofit/>
          </a:bodyPr>
          <a:lstStyle>
            <a:lvl1pPr marL="285750" indent="-285750">
              <a:buFont typeface="Arial" panose="020B0604020202020204" pitchFamily="34" charset="0"/>
              <a:buChar char="•"/>
              <a:defRPr sz="1800">
                <a:solidFill>
                  <a:schemeClr val="tx1"/>
                </a:solidFill>
              </a:defRPr>
            </a:lvl1pPr>
            <a:lvl2pPr marL="514350" indent="-285750">
              <a:buFont typeface="Arial" panose="020B0604020202020204" pitchFamily="34" charset="0"/>
              <a:buChar char="•"/>
              <a:defRPr sz="16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p:txBody>
          <a:bodyPr/>
          <a:lstStyle>
            <a:lvl1pPr>
              <a:defRPr>
                <a:solidFill>
                  <a:schemeClr val="tx1"/>
                </a:solidFill>
              </a:defRPr>
            </a:lvl1pPr>
          </a:lstStyle>
          <a:p>
            <a:fld id="{BD9D700C-85B2-47B3-997E-E13950E22DFB}" type="datetime1">
              <a:rPr lang="en-US" smtClean="0"/>
              <a:t>9/17/2026</a:t>
            </a:fld>
            <a:endParaRPr lang="en-US"/>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t>‹#›</a:t>
            </a:fld>
            <a:endParaRPr lang="en-US"/>
          </a:p>
        </p:txBody>
      </p:sp>
      <p:grpSp>
        <p:nvGrpSpPr>
          <p:cNvPr id="6" name="Group 5"/>
          <p:cNvGrpSpPr/>
          <p:nvPr/>
        </p:nvGrpSpPr>
        <p:grpSpPr>
          <a:xfrm>
            <a:off x="803185" y="0"/>
            <a:ext cx="10585629" cy="6858000"/>
            <a:chOff x="803185" y="0"/>
            <a:chExt cx="10585629" cy="6858000"/>
          </a:xfrm>
        </p:grpSpPr>
        <p:cxnSp>
          <p:nvCxnSpPr>
            <p:cNvPr id="8" name="Straight Connector 7"/>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4" name="Straight Connector 13"/>
          <p:cNvCxnSpPr/>
          <p:nvPr/>
        </p:nvCxnSpPr>
        <p:spPr>
          <a:xfrm>
            <a:off x="6096000"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600623" y="822960"/>
            <a:ext cx="4342337" cy="2103120"/>
          </a:xfrm>
        </p:spPr>
        <p:txBody>
          <a:bodyPr anchor="t" anchorCtr="0">
            <a:normAutofit/>
          </a:bodyPr>
          <a:lstStyle>
            <a:lvl1pPr>
              <a:defRPr sz="4000">
                <a:solidFill>
                  <a:schemeClr val="tx1"/>
                </a:solidFill>
              </a:defRPr>
            </a:lvl1pPr>
          </a:lstStyle>
          <a:p>
            <a:r>
              <a:rPr lang="en-US"/>
              <a:t>Click to edit Master title style</a:t>
            </a:r>
          </a:p>
        </p:txBody>
      </p:sp>
      <p:sp>
        <p:nvSpPr>
          <p:cNvPr id="10" name="Footer Placeholder 9"/>
          <p:cNvSpPr>
            <a:spLocks noGrp="1"/>
          </p:cNvSpPr>
          <p:nvPr>
            <p:ph type="ftr" sz="quarter" idx="16"/>
          </p:nvPr>
        </p:nvSpPr>
        <p:spPr/>
        <p:txBody>
          <a:bodyPr/>
          <a:lstStyle>
            <a:lvl1pPr>
              <a:defRPr>
                <a:solidFill>
                  <a:schemeClr val="tx1"/>
                </a:solidFill>
              </a:defRPr>
            </a:lvl1pPr>
          </a:lstStyle>
          <a:p>
            <a:r>
              <a:rPr lang="en-US"/>
              <a:t>SAMPLE FOOTER TEXT</a:t>
            </a:r>
          </a:p>
        </p:txBody>
      </p:sp>
      <p:sp>
        <p:nvSpPr>
          <p:cNvPr id="6" name="Picture Placeholder 10"/>
          <p:cNvSpPr>
            <a:spLocks noGrp="1"/>
          </p:cNvSpPr>
          <p:nvPr>
            <p:ph type="pic" sz="quarter" idx="14" hasCustomPrompt="1"/>
          </p:nvPr>
        </p:nvSpPr>
        <p:spPr>
          <a:xfrm>
            <a:off x="804672" y="402336"/>
            <a:ext cx="5289176" cy="6053328"/>
          </a:xfrm>
          <a:blipFill dpi="0" rotWithShape="1">
            <a:blip r:embed="rId2">
              <a:alphaModFix amt="20000"/>
              <a:extLst>
                <a:ext uri="{BEBA8EAE-BF5A-486C-A8C5-ECC9F3942E4B}">
                  <a14:imgProps xmlns:a14="http://schemas.microsoft.com/office/drawing/2010/main">
                    <a14:imgLayer r:embed="rId3">
                      <a14:imgEffect>
                        <a14:brightnessContrast bright="-27000" contrast="59000"/>
                      </a14:imgEffect>
                      <a14:imgEffect>
                        <a14:saturation sat="0"/>
                      </a14:imgEffect>
                    </a14:imgLayer>
                  </a14:imgProps>
                </a:ext>
              </a:extLst>
            </a:blip>
            <a:srcRect/>
            <a:stretch>
              <a:fillRect r="1" b="2"/>
            </a:stretch>
          </a:blipFill>
        </p:spPr>
        <p:txBody>
          <a:bodyPr/>
          <a:lstStyle>
            <a:lvl1pPr marL="0" indent="0">
              <a:buNone/>
              <a:defRPr/>
            </a:lvl1pPr>
          </a:lstStyle>
          <a:p>
            <a:r>
              <a:rPr lang="en-US"/>
              <a:t> </a:t>
            </a:r>
          </a:p>
        </p:txBody>
      </p:sp>
      <p:sp>
        <p:nvSpPr>
          <p:cNvPr id="7" name="Content Placeholder 6"/>
          <p:cNvSpPr>
            <a:spLocks noGrp="1"/>
          </p:cNvSpPr>
          <p:nvPr>
            <p:ph sz="quarter" idx="13"/>
          </p:nvPr>
        </p:nvSpPr>
        <p:spPr>
          <a:xfrm>
            <a:off x="6600623" y="3834765"/>
            <a:ext cx="4343400" cy="2103120"/>
          </a:xfrm>
        </p:spPr>
        <p:txBody>
          <a:bodyPr>
            <a:normAutofit/>
          </a:bodyPr>
          <a:lstStyle>
            <a:lvl1pPr marL="285750" indent="-285750">
              <a:lnSpc>
                <a:spcPct val="150000"/>
              </a:lnSpc>
              <a:buFont typeface="Arial" panose="020B0604020202020204" pitchFamily="34" charset="0"/>
              <a:buChar char="•"/>
              <a:defRPr sz="1800">
                <a:solidFill>
                  <a:schemeClr val="tx1"/>
                </a:solidFill>
              </a:defRPr>
            </a:lvl1pPr>
            <a:lvl2pPr marL="514350" indent="-285750">
              <a:lnSpc>
                <a:spcPct val="150000"/>
              </a:lnSpc>
              <a:buFont typeface="Arial" panose="020B0604020202020204" pitchFamily="34" charset="0"/>
              <a:buChar char="•"/>
              <a:defRPr sz="1600">
                <a:solidFill>
                  <a:schemeClr val="tx1"/>
                </a:solidFill>
              </a:defRPr>
            </a:lvl2pPr>
            <a:lvl3pPr marL="742950" indent="-285750">
              <a:lnSpc>
                <a:spcPct val="150000"/>
              </a:lnSpc>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8"/>
          <p:cNvSpPr>
            <a:spLocks noGrp="1"/>
          </p:cNvSpPr>
          <p:nvPr>
            <p:ph type="dt" sz="half" idx="15"/>
          </p:nvPr>
        </p:nvSpPr>
        <p:spPr/>
        <p:txBody>
          <a:bodyPr/>
          <a:lstStyle>
            <a:lvl1pPr>
              <a:defRPr>
                <a:solidFill>
                  <a:schemeClr val="tx1"/>
                </a:solidFill>
              </a:defRPr>
            </a:lvl1pPr>
          </a:lstStyle>
          <a:p>
            <a:fld id="{4480006D-ECDF-498D-B49A-7AD8A8EE5B1D}" type="datetime1">
              <a:rPr lang="en-US" smtClean="0"/>
              <a:t>9/17/2026</a:t>
            </a:fld>
            <a:endParaRPr lang="en-US"/>
          </a:p>
        </p:txBody>
      </p:sp>
      <p:sp>
        <p:nvSpPr>
          <p:cNvPr id="11" name="Slide Number Placeholder 10"/>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t>‹#›</a:t>
            </a:fld>
            <a:endParaRPr lang="en-US"/>
          </a:p>
        </p:txBody>
      </p:sp>
      <p:grpSp>
        <p:nvGrpSpPr>
          <p:cNvPr id="14" name="Group 13"/>
          <p:cNvGrpSpPr/>
          <p:nvPr/>
        </p:nvGrpSpPr>
        <p:grpSpPr>
          <a:xfrm>
            <a:off x="6093848" y="402336"/>
            <a:ext cx="5297241" cy="6053328"/>
            <a:chOff x="6093848" y="402336"/>
            <a:chExt cx="5297241" cy="6053328"/>
          </a:xfrm>
        </p:grpSpPr>
        <p:cxnSp>
          <p:nvCxnSpPr>
            <p:cNvPr id="8" name="Straight Connector 7"/>
            <p:cNvCxnSpPr/>
            <p:nvPr/>
          </p:nvCxnSpPr>
          <p:spPr>
            <a:xfrm flipH="1">
              <a:off x="6093848" y="3425476"/>
              <a:ext cx="529724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6099748"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 name="Group 2"/>
          <p:cNvGrpSpPr/>
          <p:nvPr/>
        </p:nvGrpSpPr>
        <p:grpSpPr>
          <a:xfrm>
            <a:off x="803185" y="0"/>
            <a:ext cx="10585629" cy="6858000"/>
            <a:chOff x="803185" y="0"/>
            <a:chExt cx="10585629" cy="6858000"/>
          </a:xfrm>
        </p:grpSpPr>
        <p:cxnSp>
          <p:nvCxnSpPr>
            <p:cNvPr id="4" name="Straight Connector 3"/>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00752" y="816615"/>
            <a:ext cx="4297680" cy="5212080"/>
          </a:xfrm>
        </p:spPr>
        <p:txBody>
          <a:bodyPr anchor="ctr" anchorCtr="0">
            <a:normAutofit/>
          </a:bodyPr>
          <a:lstStyle>
            <a:lvl1pPr algn="ctr">
              <a:defRPr sz="4000">
                <a:solidFill>
                  <a:schemeClr val="tx1"/>
                </a:solidFill>
              </a:defRPr>
            </a:lvl1pPr>
          </a:lstStyle>
          <a:p>
            <a:r>
              <a:rPr lang="en-US"/>
              <a:t>Click to edit Master title style</a:t>
            </a:r>
          </a:p>
        </p:txBody>
      </p:sp>
      <p:sp>
        <p:nvSpPr>
          <p:cNvPr id="5" name="Footer Placeholder 4"/>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0" name="Content Placeholder 9"/>
          <p:cNvSpPr>
            <a:spLocks noGrp="1"/>
          </p:cNvSpPr>
          <p:nvPr>
            <p:ph sz="quarter" idx="14"/>
          </p:nvPr>
        </p:nvSpPr>
        <p:spPr>
          <a:xfrm>
            <a:off x="6604000" y="2184400"/>
            <a:ext cx="4298950" cy="2468563"/>
          </a:xfrm>
        </p:spPr>
        <p:txBody>
          <a:bodyPr anchor="ct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solidFill>
                  <a:schemeClr val="tx1"/>
                </a:solidFill>
              </a:defRPr>
            </a:lvl1pPr>
          </a:lstStyle>
          <a:p>
            <a:fld id="{8460E92D-E4AA-41FD-9964-35C75C9EC117}" type="datetime1">
              <a:rPr lang="en-US" smtClean="0"/>
              <a:t>9/17/2026</a:t>
            </a:fld>
            <a:endParaRPr lang="en-US"/>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t>‹#›</a:t>
            </a:fld>
            <a:endParaRPr lang="en-US"/>
          </a:p>
        </p:txBody>
      </p:sp>
      <p:grpSp>
        <p:nvGrpSpPr>
          <p:cNvPr id="13" name="Group 12"/>
          <p:cNvGrpSpPr/>
          <p:nvPr/>
        </p:nvGrpSpPr>
        <p:grpSpPr>
          <a:xfrm>
            <a:off x="803185" y="0"/>
            <a:ext cx="10585629" cy="6858000"/>
            <a:chOff x="803185" y="0"/>
            <a:chExt cx="10585629" cy="6858000"/>
          </a:xfrm>
        </p:grpSpPr>
        <p:cxnSp>
          <p:nvCxnSpPr>
            <p:cNvPr id="14" name="Straight Connector 13"/>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 name="Straight Connector 2"/>
          <p:cNvCxnSpPr/>
          <p:nvPr/>
        </p:nvCxnSpPr>
        <p:spPr>
          <a:xfrm>
            <a:off x="6096000"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3">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00752" y="816615"/>
            <a:ext cx="4297680" cy="5212080"/>
          </a:xfrm>
        </p:spPr>
        <p:txBody>
          <a:bodyPr anchor="ctr" anchorCtr="0">
            <a:normAutofit/>
          </a:bodyPr>
          <a:lstStyle>
            <a:lvl1pPr algn="ctr">
              <a:defRPr sz="4000">
                <a:solidFill>
                  <a:schemeClr val="tx1"/>
                </a:solidFill>
              </a:defRPr>
            </a:lvl1pPr>
          </a:lstStyle>
          <a:p>
            <a:r>
              <a:rPr lang="en-US"/>
              <a:t>Click to edit Master title style</a:t>
            </a:r>
          </a:p>
        </p:txBody>
      </p:sp>
      <p:sp>
        <p:nvSpPr>
          <p:cNvPr id="5" name="Footer Placeholder 4"/>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p:cNvSpPr>
            <a:spLocks noGrp="1"/>
          </p:cNvSpPr>
          <p:nvPr>
            <p:ph sz="quarter" idx="13"/>
          </p:nvPr>
        </p:nvSpPr>
        <p:spPr>
          <a:xfrm>
            <a:off x="6789369" y="1045029"/>
            <a:ext cx="3900879" cy="4663440"/>
          </a:xfrm>
        </p:spPr>
        <p:txBody>
          <a:bodyPr anchor="ctr" anchorCtr="0">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solidFill>
                  <a:schemeClr val="tx1"/>
                </a:solidFill>
              </a:defRPr>
            </a:lvl1pPr>
          </a:lstStyle>
          <a:p>
            <a:fld id="{A06A85BB-A416-4D3A-9A4F-C028C19B4D1D}" type="datetime1">
              <a:rPr lang="en-US" smtClean="0"/>
              <a:t>9/17/2026</a:t>
            </a:fld>
            <a:endParaRPr lang="en-US"/>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t>‹#›</a:t>
            </a:fld>
            <a:endParaRPr lang="en-US"/>
          </a:p>
        </p:txBody>
      </p:sp>
      <p:cxnSp>
        <p:nvCxnSpPr>
          <p:cNvPr id="11" name="Straight Connector 10"/>
          <p:cNvCxnSpPr/>
          <p:nvPr/>
        </p:nvCxnSpPr>
        <p:spPr>
          <a:xfrm>
            <a:off x="6096000"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12"/>
          <p:cNvGrpSpPr/>
          <p:nvPr/>
        </p:nvGrpSpPr>
        <p:grpSpPr>
          <a:xfrm>
            <a:off x="803185" y="0"/>
            <a:ext cx="10585629" cy="6858000"/>
            <a:chOff x="803185" y="0"/>
            <a:chExt cx="10585629" cy="6858000"/>
          </a:xfrm>
        </p:grpSpPr>
        <p:cxnSp>
          <p:nvCxnSpPr>
            <p:cNvPr id="14" name="Straight Connector 13"/>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4">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55032" y="816615"/>
            <a:ext cx="4389120" cy="5212080"/>
          </a:xfrm>
        </p:spPr>
        <p:txBody>
          <a:bodyPr anchor="ctr" anchorCtr="0">
            <a:normAutofit/>
          </a:bodyPr>
          <a:lstStyle>
            <a:lvl1pPr algn="ctr">
              <a:defRPr sz="4000">
                <a:solidFill>
                  <a:schemeClr val="tx1"/>
                </a:solidFill>
              </a:defRPr>
            </a:lvl1pPr>
          </a:lstStyle>
          <a:p>
            <a:r>
              <a:rPr lang="en-US"/>
              <a:t>Click to edit Master title style</a:t>
            </a:r>
          </a:p>
        </p:txBody>
      </p:sp>
      <p:sp>
        <p:nvSpPr>
          <p:cNvPr id="5" name="Footer Placeholder 4"/>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9" name="Content Placeholder 8"/>
          <p:cNvSpPr>
            <a:spLocks noGrp="1"/>
          </p:cNvSpPr>
          <p:nvPr>
            <p:ph sz="quarter" idx="14"/>
          </p:nvPr>
        </p:nvSpPr>
        <p:spPr>
          <a:xfrm>
            <a:off x="6545248" y="816615"/>
            <a:ext cx="4389104" cy="5224768"/>
          </a:xfrm>
        </p:spPr>
        <p:txBody>
          <a:bodyPr anchor="ct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solidFill>
                  <a:schemeClr val="tx1"/>
                </a:solidFill>
              </a:defRPr>
            </a:lvl1pPr>
          </a:lstStyle>
          <a:p>
            <a:fld id="{084575EC-B9BE-45B3-8586-C8BE8EAAAFBE}" type="datetime1">
              <a:rPr lang="en-US" smtClean="0"/>
              <a:t>9/17/2026</a:t>
            </a:fld>
            <a:endParaRPr lang="en-US"/>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t>‹#›</a:t>
            </a:fld>
            <a:endParaRPr lang="en-US"/>
          </a:p>
        </p:txBody>
      </p:sp>
      <p:cxnSp>
        <p:nvCxnSpPr>
          <p:cNvPr id="12" name="Straight Connector 11"/>
          <p:cNvCxnSpPr/>
          <p:nvPr/>
        </p:nvCxnSpPr>
        <p:spPr>
          <a:xfrm>
            <a:off x="6096000" y="402336"/>
            <a:ext cx="0" cy="605332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4" name="Group 13"/>
          <p:cNvGrpSpPr/>
          <p:nvPr/>
        </p:nvGrpSpPr>
        <p:grpSpPr>
          <a:xfrm>
            <a:off x="803185" y="0"/>
            <a:ext cx="10585629" cy="6858000"/>
            <a:chOff x="803185" y="0"/>
            <a:chExt cx="10585629" cy="6858000"/>
          </a:xfrm>
        </p:grpSpPr>
        <p:cxnSp>
          <p:nvCxnSpPr>
            <p:cNvPr id="15" name="Straight Connector 14"/>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5">
    <p:bg>
      <p:bgPr>
        <a:solidFill>
          <a:schemeClr val="accent3"/>
        </a:solidFill>
        <a:effectLst/>
      </p:bgPr>
    </p:bg>
    <p:spTree>
      <p:nvGrpSpPr>
        <p:cNvPr id="1" name=""/>
        <p:cNvGrpSpPr/>
        <p:nvPr/>
      </p:nvGrpSpPr>
      <p:grpSpPr>
        <a:xfrm>
          <a:off x="0" y="0"/>
          <a:ext cx="0" cy="0"/>
          <a:chOff x="0" y="0"/>
          <a:chExt cx="0" cy="0"/>
        </a:xfrm>
      </p:grpSpPr>
      <p:sp>
        <p:nvSpPr>
          <p:cNvPr id="8" name="Title 7"/>
          <p:cNvSpPr>
            <a:spLocks noGrp="1"/>
          </p:cNvSpPr>
          <p:nvPr>
            <p:ph type="title"/>
          </p:nvPr>
        </p:nvSpPr>
        <p:spPr>
          <a:xfrm>
            <a:off x="1066800" y="640080"/>
            <a:ext cx="10058400" cy="731518"/>
          </a:xfrm>
        </p:spPr>
        <p:txBody>
          <a:bodyPr/>
          <a:lstStyle/>
          <a:p>
            <a:r>
              <a:rPr lang="en-US"/>
              <a:t>Click to edit Master title style</a:t>
            </a:r>
          </a:p>
        </p:txBody>
      </p:sp>
      <p:sp>
        <p:nvSpPr>
          <p:cNvPr id="5" name="Footer Placeholder 4"/>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Content Placeholder 2"/>
          <p:cNvSpPr>
            <a:spLocks noGrp="1"/>
          </p:cNvSpPr>
          <p:nvPr>
            <p:ph idx="1"/>
          </p:nvPr>
        </p:nvSpPr>
        <p:spPr>
          <a:xfrm>
            <a:off x="1066800" y="1463040"/>
            <a:ext cx="10058400" cy="438912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solidFill>
                  <a:schemeClr val="tx1"/>
                </a:solidFill>
              </a:defRPr>
            </a:lvl1pPr>
          </a:lstStyle>
          <a:p>
            <a:fld id="{4406CAD2-7B03-4F77-BEED-A9CE4E90E52C}" type="datetime1">
              <a:rPr lang="en-US" smtClean="0"/>
              <a:t>9/17/2026</a:t>
            </a:fld>
            <a:endParaRPr lang="en-US"/>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t>‹#›</a:t>
            </a:fld>
            <a:endParaRPr lang="en-US"/>
          </a:p>
        </p:txBody>
      </p:sp>
      <p:grpSp>
        <p:nvGrpSpPr>
          <p:cNvPr id="13" name="Group 12"/>
          <p:cNvGrpSpPr/>
          <p:nvPr/>
        </p:nvGrpSpPr>
        <p:grpSpPr>
          <a:xfrm>
            <a:off x="803185" y="0"/>
            <a:ext cx="10585629" cy="6858000"/>
            <a:chOff x="803185" y="0"/>
            <a:chExt cx="10585629" cy="6858000"/>
          </a:xfrm>
        </p:grpSpPr>
        <p:cxnSp>
          <p:nvCxnSpPr>
            <p:cNvPr id="14" name="Straight Connector 13"/>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6">
    <p:bg>
      <p:bgPr>
        <a:solidFill>
          <a:schemeClr val="accent3"/>
        </a:solid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xfrm>
            <a:off x="1069849" y="640080"/>
            <a:ext cx="10058400" cy="731519"/>
          </a:xfrm>
        </p:spPr>
        <p:txBody>
          <a:bodyPr/>
          <a:lstStyle/>
          <a:p>
            <a:r>
              <a:rPr lang="en-US"/>
              <a:t>Click to edit Master title style</a:t>
            </a:r>
          </a:p>
        </p:txBody>
      </p:sp>
      <p:sp>
        <p:nvSpPr>
          <p:cNvPr id="5" name="Footer Placeholder 4"/>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1" name="Content Placeholder 10"/>
          <p:cNvSpPr>
            <a:spLocks noGrp="1"/>
          </p:cNvSpPr>
          <p:nvPr>
            <p:ph sz="quarter" idx="14"/>
          </p:nvPr>
        </p:nvSpPr>
        <p:spPr>
          <a:xfrm>
            <a:off x="1069975" y="1463675"/>
            <a:ext cx="10052050" cy="4754563"/>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solidFill>
                  <a:schemeClr val="tx1"/>
                </a:solidFill>
              </a:defRPr>
            </a:lvl1pPr>
          </a:lstStyle>
          <a:p>
            <a:fld id="{1E993171-6682-4BC9-9945-966126AB4B59}" type="datetime1">
              <a:rPr lang="en-US" smtClean="0"/>
              <a:t>9/17/2026</a:t>
            </a:fld>
            <a:endParaRPr lang="en-US"/>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t>‹#›</a:t>
            </a:fld>
            <a:endParaRPr lang="en-US"/>
          </a:p>
        </p:txBody>
      </p:sp>
      <p:grpSp>
        <p:nvGrpSpPr>
          <p:cNvPr id="12" name="Group 11"/>
          <p:cNvGrpSpPr/>
          <p:nvPr/>
        </p:nvGrpSpPr>
        <p:grpSpPr>
          <a:xfrm>
            <a:off x="803185" y="0"/>
            <a:ext cx="10585629" cy="6858000"/>
            <a:chOff x="803185" y="0"/>
            <a:chExt cx="10585629" cy="6858000"/>
          </a:xfrm>
        </p:grpSpPr>
        <p:cxnSp>
          <p:nvCxnSpPr>
            <p:cNvPr id="13" name="Straight Connector 12"/>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225002" y="786386"/>
            <a:ext cx="2769913" cy="1965960"/>
          </a:xfrm>
        </p:spPr>
        <p:txBody>
          <a:bodyPr anchor="b">
            <a:noAutofit/>
          </a:bodyPr>
          <a:lstStyle>
            <a:lvl1pPr>
              <a:defRPr sz="3200">
                <a:solidFill>
                  <a:schemeClr val="tx1"/>
                </a:solidFill>
              </a:defRPr>
            </a:lvl1pPr>
          </a:lstStyle>
          <a:p>
            <a:r>
              <a:rPr lang="en-US"/>
              <a:t>Click to edit Master title style</a:t>
            </a:r>
          </a:p>
        </p:txBody>
      </p:sp>
      <p:sp>
        <p:nvSpPr>
          <p:cNvPr id="9" name="Footer Placeholder 8"/>
          <p:cNvSpPr>
            <a:spLocks noGrp="1"/>
          </p:cNvSpPr>
          <p:nvPr>
            <p:ph type="ftr" sz="quarter" idx="16"/>
          </p:nvPr>
        </p:nvSpPr>
        <p:spPr/>
        <p:txBody>
          <a:bodyPr/>
          <a:lstStyle>
            <a:lvl1pPr>
              <a:defRPr>
                <a:solidFill>
                  <a:schemeClr val="tx1"/>
                </a:solidFill>
              </a:defRPr>
            </a:lvl1pPr>
          </a:lstStyle>
          <a:p>
            <a:r>
              <a:rPr lang="en-US"/>
              <a:t>SAMPLE FOOTER TEXT</a:t>
            </a:r>
          </a:p>
        </p:txBody>
      </p:sp>
      <p:sp>
        <p:nvSpPr>
          <p:cNvPr id="11" name="Picture Placeholder 10"/>
          <p:cNvSpPr>
            <a:spLocks noGrp="1"/>
          </p:cNvSpPr>
          <p:nvPr>
            <p:ph type="pic" sz="quarter" idx="13" hasCustomPrompt="1"/>
          </p:nvPr>
        </p:nvSpPr>
        <p:spPr>
          <a:xfrm>
            <a:off x="804672" y="396510"/>
            <a:ext cx="6984300" cy="6056888"/>
          </a:xfrm>
          <a:blipFill dpi="0" rotWithShape="1">
            <a:blip r:embed="rId2">
              <a:alphaModFix amt="20000"/>
              <a:extLst>
                <a:ext uri="{BEBA8EAE-BF5A-486C-A8C5-ECC9F3942E4B}">
                  <a14:imgProps xmlns:a14="http://schemas.microsoft.com/office/drawing/2010/main">
                    <a14:imgLayer r:embed="rId3">
                      <a14:imgEffect>
                        <a14:brightnessContrast bright="-27000" contrast="59000"/>
                      </a14:imgEffect>
                      <a14:imgEffect>
                        <a14:saturation sat="0"/>
                      </a14:imgEffect>
                    </a14:imgLayer>
                  </a14:imgProps>
                </a:ext>
              </a:extLst>
            </a:blip>
            <a:srcRect/>
            <a:stretch>
              <a:fillRect l="278" t="97"/>
            </a:stretch>
          </a:blipFill>
        </p:spPr>
        <p:txBody>
          <a:bodyPr/>
          <a:lstStyle>
            <a:lvl1pPr marL="0" indent="0">
              <a:buNone/>
              <a:defRPr/>
            </a:lvl1pPr>
          </a:lstStyle>
          <a:p>
            <a:r>
              <a:rPr lang="en-US"/>
              <a:t> </a:t>
            </a:r>
          </a:p>
        </p:txBody>
      </p:sp>
      <p:sp>
        <p:nvSpPr>
          <p:cNvPr id="8" name="Content Placeholder 7"/>
          <p:cNvSpPr>
            <a:spLocks noGrp="1"/>
          </p:cNvSpPr>
          <p:nvPr>
            <p:ph sz="quarter" idx="14"/>
          </p:nvPr>
        </p:nvSpPr>
        <p:spPr>
          <a:xfrm>
            <a:off x="8225002" y="2899068"/>
            <a:ext cx="2769913" cy="315426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5"/>
          </p:nvPr>
        </p:nvSpPr>
        <p:spPr/>
        <p:txBody>
          <a:bodyPr/>
          <a:lstStyle>
            <a:lvl1pPr>
              <a:defRPr>
                <a:solidFill>
                  <a:schemeClr val="tx1"/>
                </a:solidFill>
              </a:defRPr>
            </a:lvl1pPr>
          </a:lstStyle>
          <a:p>
            <a:fld id="{4AAA9ECC-469F-4B8E-BD34-07C4E8D3E99E}" type="datetime1">
              <a:rPr lang="en-US" smtClean="0"/>
              <a:t>9/17/2026</a:t>
            </a:fld>
            <a:endParaRPr lang="en-US"/>
          </a:p>
        </p:txBody>
      </p:sp>
      <p:sp>
        <p:nvSpPr>
          <p:cNvPr id="10" name="Slide Number Placeholder 9"/>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t>‹#›</a:t>
            </a:fld>
            <a:endParaRPr lang="en-US"/>
          </a:p>
        </p:txBody>
      </p:sp>
      <p:cxnSp>
        <p:nvCxnSpPr>
          <p:cNvPr id="13" name="Straight Connector 12"/>
          <p:cNvCxnSpPr/>
          <p:nvPr/>
        </p:nvCxnSpPr>
        <p:spPr>
          <a:xfrm>
            <a:off x="7790269"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13"/>
          <p:cNvGrpSpPr/>
          <p:nvPr/>
        </p:nvGrpSpPr>
        <p:grpSpPr>
          <a:xfrm>
            <a:off x="803185" y="0"/>
            <a:ext cx="10585629" cy="6858000"/>
            <a:chOff x="803185" y="0"/>
            <a:chExt cx="10585629" cy="6858000"/>
          </a:xfrm>
        </p:grpSpPr>
        <p:cxnSp>
          <p:nvCxnSpPr>
            <p:cNvPr id="15" name="Straight Connector 14"/>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2">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07008" y="786386"/>
            <a:ext cx="2733933" cy="1965960"/>
          </a:xfrm>
        </p:spPr>
        <p:txBody>
          <a:bodyPr anchor="b">
            <a:noAutofit/>
          </a:bodyPr>
          <a:lstStyle>
            <a:lvl1pPr>
              <a:defRPr sz="3200">
                <a:solidFill>
                  <a:schemeClr val="tx1"/>
                </a:solidFill>
              </a:defRPr>
            </a:lvl1pPr>
          </a:lstStyle>
          <a:p>
            <a:r>
              <a:rPr lang="en-US"/>
              <a:t>Click to edit Master title style</a:t>
            </a:r>
          </a:p>
        </p:txBody>
      </p:sp>
      <p:sp>
        <p:nvSpPr>
          <p:cNvPr id="9" name="Footer Placeholder 8"/>
          <p:cNvSpPr>
            <a:spLocks noGrp="1"/>
          </p:cNvSpPr>
          <p:nvPr>
            <p:ph type="ftr" sz="quarter" idx="16"/>
          </p:nvPr>
        </p:nvSpPr>
        <p:spPr/>
        <p:txBody>
          <a:bodyPr/>
          <a:lstStyle>
            <a:lvl1pPr>
              <a:defRPr>
                <a:solidFill>
                  <a:schemeClr val="tx1"/>
                </a:solidFill>
              </a:defRPr>
            </a:lvl1pPr>
          </a:lstStyle>
          <a:p>
            <a:r>
              <a:rPr lang="en-US"/>
              <a:t>SAMPLE FOOTER TEXT</a:t>
            </a:r>
          </a:p>
        </p:txBody>
      </p:sp>
      <p:sp>
        <p:nvSpPr>
          <p:cNvPr id="8" name="Content Placeholder 7"/>
          <p:cNvSpPr>
            <a:spLocks noGrp="1"/>
          </p:cNvSpPr>
          <p:nvPr>
            <p:ph sz="quarter" idx="14"/>
          </p:nvPr>
        </p:nvSpPr>
        <p:spPr>
          <a:xfrm>
            <a:off x="1207008" y="2899068"/>
            <a:ext cx="2733933" cy="315426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p:cNvSpPr>
            <a:spLocks noGrp="1"/>
          </p:cNvSpPr>
          <p:nvPr>
            <p:ph type="pic" sz="quarter" idx="13" hasCustomPrompt="1"/>
          </p:nvPr>
        </p:nvSpPr>
        <p:spPr>
          <a:xfrm>
            <a:off x="4397207" y="396510"/>
            <a:ext cx="6984300" cy="6056888"/>
          </a:xfrm>
          <a:blipFill dpi="0" rotWithShape="1">
            <a:blip r:embed="rId2">
              <a:alphaModFix amt="20000"/>
              <a:extLst>
                <a:ext uri="{BEBA8EAE-BF5A-486C-A8C5-ECC9F3942E4B}">
                  <a14:imgProps xmlns:a14="http://schemas.microsoft.com/office/drawing/2010/main">
                    <a14:imgLayer r:embed="rId3">
                      <a14:imgEffect>
                        <a14:brightnessContrast bright="-27000" contrast="59000"/>
                      </a14:imgEffect>
                      <a14:imgEffect>
                        <a14:saturation sat="0"/>
                      </a14:imgEffect>
                    </a14:imgLayer>
                  </a14:imgProps>
                </a:ext>
              </a:extLst>
            </a:blip>
            <a:srcRect/>
            <a:stretch>
              <a:fillRect l="278" t="97"/>
            </a:stretch>
          </a:blipFill>
        </p:spPr>
        <p:txBody>
          <a:bodyPr/>
          <a:lstStyle>
            <a:lvl1pPr marL="0" indent="0">
              <a:buNone/>
              <a:defRPr/>
            </a:lvl1pPr>
          </a:lstStyle>
          <a:p>
            <a:r>
              <a:rPr lang="en-US"/>
              <a:t> </a:t>
            </a:r>
          </a:p>
        </p:txBody>
      </p:sp>
      <p:sp>
        <p:nvSpPr>
          <p:cNvPr id="4" name="Date Placeholder 3"/>
          <p:cNvSpPr>
            <a:spLocks noGrp="1"/>
          </p:cNvSpPr>
          <p:nvPr>
            <p:ph type="dt" sz="half" idx="15"/>
          </p:nvPr>
        </p:nvSpPr>
        <p:spPr/>
        <p:txBody>
          <a:bodyPr/>
          <a:lstStyle>
            <a:lvl1pPr>
              <a:defRPr>
                <a:solidFill>
                  <a:schemeClr val="tx1"/>
                </a:solidFill>
              </a:defRPr>
            </a:lvl1pPr>
          </a:lstStyle>
          <a:p>
            <a:fld id="{9DBD8752-7BE3-4D87-B742-4591FA880F2B}" type="datetime1">
              <a:rPr lang="en-US" smtClean="0"/>
              <a:t>9/17/2026</a:t>
            </a:fld>
            <a:endParaRPr lang="en-US"/>
          </a:p>
        </p:txBody>
      </p:sp>
      <p:sp>
        <p:nvSpPr>
          <p:cNvPr id="10" name="Slide Number Placeholder 9"/>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t>‹#›</a:t>
            </a:fld>
            <a:endParaRPr lang="en-US"/>
          </a:p>
        </p:txBody>
      </p:sp>
      <p:cxnSp>
        <p:nvCxnSpPr>
          <p:cNvPr id="13" name="Straight Connector 12"/>
          <p:cNvCxnSpPr/>
          <p:nvPr/>
        </p:nvCxnSpPr>
        <p:spPr>
          <a:xfrm>
            <a:off x="4392440"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13"/>
          <p:cNvGrpSpPr/>
          <p:nvPr/>
        </p:nvGrpSpPr>
        <p:grpSpPr>
          <a:xfrm>
            <a:off x="803185" y="0"/>
            <a:ext cx="10585629" cy="6858000"/>
            <a:chOff x="803185" y="0"/>
            <a:chExt cx="10585629" cy="6858000"/>
          </a:xfrm>
        </p:grpSpPr>
        <p:cxnSp>
          <p:nvCxnSpPr>
            <p:cNvPr id="15" name="Straight Connector 14"/>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3">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07008" y="4292076"/>
            <a:ext cx="3291840" cy="1737355"/>
          </a:xfrm>
        </p:spPr>
        <p:txBody>
          <a:bodyPr anchor="t">
            <a:normAutofit/>
          </a:bodyPr>
          <a:lstStyle>
            <a:lvl1pPr>
              <a:defRPr sz="3200">
                <a:solidFill>
                  <a:schemeClr val="tx1"/>
                </a:solidFill>
              </a:defRPr>
            </a:lvl1pPr>
          </a:lstStyle>
          <a:p>
            <a:r>
              <a:rPr lang="en-US"/>
              <a:t>Click to edit Master title style</a:t>
            </a:r>
          </a:p>
        </p:txBody>
      </p:sp>
      <p:sp>
        <p:nvSpPr>
          <p:cNvPr id="6" name="Footer Placeholder 5"/>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1" name="Picture Placeholder 10"/>
          <p:cNvSpPr>
            <a:spLocks noGrp="1"/>
          </p:cNvSpPr>
          <p:nvPr>
            <p:ph type="pic" sz="quarter" idx="13" hasCustomPrompt="1"/>
          </p:nvPr>
        </p:nvSpPr>
        <p:spPr>
          <a:xfrm>
            <a:off x="815340" y="400050"/>
            <a:ext cx="10561320" cy="3602303"/>
          </a:xfrm>
          <a:blipFill dpi="0" rotWithShape="1">
            <a:blip r:embed="rId2">
              <a:alphaModFix amt="20000"/>
              <a:extLst>
                <a:ext uri="{BEBA8EAE-BF5A-486C-A8C5-ECC9F3942E4B}">
                  <a14:imgProps xmlns:a14="http://schemas.microsoft.com/office/drawing/2010/main">
                    <a14:imgLayer r:embed="rId3">
                      <a14:imgEffect>
                        <a14:brightnessContrast bright="-27000" contrast="59000"/>
                      </a14:imgEffect>
                      <a14:imgEffect>
                        <a14:saturation sat="0"/>
                      </a14:imgEffect>
                    </a14:imgLayer>
                  </a14:imgProps>
                </a:ext>
              </a:extLst>
            </a:blip>
            <a:srcRect/>
            <a:stretch>
              <a:fillRect b="-17566"/>
            </a:stretch>
          </a:blipFill>
        </p:spPr>
        <p:txBody>
          <a:bodyPr/>
          <a:lstStyle>
            <a:lvl1pPr marL="0" indent="0">
              <a:buNone/>
              <a:defRPr/>
            </a:lvl1pPr>
          </a:lstStyle>
          <a:p>
            <a:r>
              <a:rPr lang="en-US"/>
              <a:t> </a:t>
            </a:r>
          </a:p>
        </p:txBody>
      </p:sp>
      <p:sp>
        <p:nvSpPr>
          <p:cNvPr id="8" name="Content Placeholder 7"/>
          <p:cNvSpPr>
            <a:spLocks noGrp="1"/>
          </p:cNvSpPr>
          <p:nvPr>
            <p:ph sz="quarter" idx="14"/>
          </p:nvPr>
        </p:nvSpPr>
        <p:spPr>
          <a:xfrm>
            <a:off x="4663440" y="4292076"/>
            <a:ext cx="6309360" cy="1737360"/>
          </a:xfrm>
        </p:spPr>
        <p:txBody>
          <a:bodyPr>
            <a:no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solidFill>
                  <a:schemeClr val="tx1"/>
                </a:solidFill>
              </a:defRPr>
            </a:lvl1pPr>
          </a:lstStyle>
          <a:p>
            <a:fld id="{3ECE330D-E58C-4D6F-87CB-0ADC053EF516}" type="datetime1">
              <a:rPr lang="en-US" smtClean="0"/>
              <a:t>9/17/2026</a:t>
            </a:fld>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t>‹#›</a:t>
            </a:fld>
            <a:endParaRPr lang="en-US"/>
          </a:p>
        </p:txBody>
      </p:sp>
      <p:cxnSp>
        <p:nvCxnSpPr>
          <p:cNvPr id="4" name="Straight Connector 3"/>
          <p:cNvCxnSpPr/>
          <p:nvPr/>
        </p:nvCxnSpPr>
        <p:spPr>
          <a:xfrm>
            <a:off x="803185" y="4018394"/>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p:cNvGrpSpPr/>
          <p:nvPr/>
        </p:nvGrpSpPr>
        <p:grpSpPr>
          <a:xfrm>
            <a:off x="803185" y="0"/>
            <a:ext cx="10585629" cy="6858000"/>
            <a:chOff x="803185" y="0"/>
            <a:chExt cx="10585629" cy="6858000"/>
          </a:xfrm>
        </p:grpSpPr>
        <p:cxnSp>
          <p:nvCxnSpPr>
            <p:cNvPr id="9" name="Straight Connector 8"/>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4">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07008" y="786384"/>
            <a:ext cx="3291840" cy="1737360"/>
          </a:xfrm>
        </p:spPr>
        <p:txBody>
          <a:bodyPr anchor="t">
            <a:normAutofit/>
          </a:bodyPr>
          <a:lstStyle>
            <a:lvl1pPr>
              <a:defRPr sz="3200">
                <a:solidFill>
                  <a:schemeClr val="tx1"/>
                </a:solidFill>
              </a:defRPr>
            </a:lvl1pPr>
          </a:lstStyle>
          <a:p>
            <a:r>
              <a:rPr lang="en-US"/>
              <a:t>Click to edit Master title style</a:t>
            </a:r>
          </a:p>
        </p:txBody>
      </p:sp>
      <p:sp>
        <p:nvSpPr>
          <p:cNvPr id="6" name="Footer Placeholder 5"/>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p:cNvSpPr>
            <a:spLocks noGrp="1"/>
          </p:cNvSpPr>
          <p:nvPr>
            <p:ph sz="quarter" idx="14"/>
          </p:nvPr>
        </p:nvSpPr>
        <p:spPr>
          <a:xfrm>
            <a:off x="4663440" y="786384"/>
            <a:ext cx="6309360" cy="1737360"/>
          </a:xfrm>
        </p:spPr>
        <p:txBody>
          <a:bodyPr>
            <a:no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p:cNvSpPr>
            <a:spLocks noGrp="1"/>
          </p:cNvSpPr>
          <p:nvPr>
            <p:ph type="pic" sz="quarter" idx="15" hasCustomPrompt="1"/>
          </p:nvPr>
        </p:nvSpPr>
        <p:spPr>
          <a:xfrm>
            <a:off x="815340" y="2831629"/>
            <a:ext cx="10561320" cy="3602303"/>
          </a:xfrm>
          <a:blipFill dpi="0" rotWithShape="1">
            <a:blip r:embed="rId2">
              <a:alphaModFix amt="20000"/>
              <a:extLst>
                <a:ext uri="{BEBA8EAE-BF5A-486C-A8C5-ECC9F3942E4B}">
                  <a14:imgProps xmlns:a14="http://schemas.microsoft.com/office/drawing/2010/main">
                    <a14:imgLayer r:embed="rId3">
                      <a14:imgEffect>
                        <a14:brightnessContrast bright="-27000" contrast="59000"/>
                      </a14:imgEffect>
                      <a14:imgEffect>
                        <a14:saturation sat="0"/>
                      </a14:imgEffect>
                    </a14:imgLayer>
                  </a14:imgProps>
                </a:ext>
              </a:extLst>
            </a:blip>
            <a:srcRect/>
            <a:stretch>
              <a:fillRect b="-17566"/>
            </a:stretch>
          </a:blipFill>
        </p:spPr>
        <p:txBody>
          <a:bodyPr/>
          <a:lstStyle>
            <a:lvl1pPr marL="0" indent="0">
              <a:buNone/>
              <a:defRPr/>
            </a:lvl1pPr>
          </a:lstStyle>
          <a:p>
            <a:r>
              <a:rPr lang="en-US"/>
              <a:t> </a:t>
            </a:r>
          </a:p>
        </p:txBody>
      </p:sp>
      <p:sp>
        <p:nvSpPr>
          <p:cNvPr id="5" name="Date Placeholder 4"/>
          <p:cNvSpPr>
            <a:spLocks noGrp="1"/>
          </p:cNvSpPr>
          <p:nvPr>
            <p:ph type="dt" sz="half" idx="10"/>
          </p:nvPr>
        </p:nvSpPr>
        <p:spPr/>
        <p:txBody>
          <a:bodyPr/>
          <a:lstStyle>
            <a:lvl1pPr>
              <a:defRPr>
                <a:solidFill>
                  <a:schemeClr val="tx1"/>
                </a:solidFill>
              </a:defRPr>
            </a:lvl1pPr>
          </a:lstStyle>
          <a:p>
            <a:fld id="{10CBDE9E-F3D4-4B19-8A53-22190533DBA9}" type="datetime1">
              <a:rPr lang="en-US" smtClean="0"/>
              <a:t>9/17/2026</a:t>
            </a:fld>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t>‹#›</a:t>
            </a:fld>
            <a:endParaRPr lang="en-US"/>
          </a:p>
        </p:txBody>
      </p:sp>
      <p:cxnSp>
        <p:nvCxnSpPr>
          <p:cNvPr id="4" name="Straight Connector 3"/>
          <p:cNvCxnSpPr/>
          <p:nvPr/>
        </p:nvCxnSpPr>
        <p:spPr>
          <a:xfrm>
            <a:off x="803185" y="2802870"/>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p:cNvGrpSpPr/>
          <p:nvPr/>
        </p:nvGrpSpPr>
        <p:grpSpPr>
          <a:xfrm>
            <a:off x="803185" y="0"/>
            <a:ext cx="10585629" cy="6858000"/>
            <a:chOff x="803185" y="0"/>
            <a:chExt cx="10585629" cy="6858000"/>
          </a:xfrm>
        </p:grpSpPr>
        <p:cxnSp>
          <p:nvCxnSpPr>
            <p:cNvPr id="9" name="Straight Connector 8"/>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5">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680960" y="786385"/>
            <a:ext cx="3291840" cy="1499615"/>
          </a:xfrm>
        </p:spPr>
        <p:txBody>
          <a:bodyPr anchor="b">
            <a:normAutofit/>
          </a:bodyPr>
          <a:lstStyle>
            <a:lvl1pPr>
              <a:defRPr sz="3200">
                <a:solidFill>
                  <a:schemeClr val="tx1"/>
                </a:solidFill>
              </a:defRPr>
            </a:lvl1pPr>
          </a:lstStyle>
          <a:p>
            <a:r>
              <a:rPr lang="en-US"/>
              <a:t>Click to edit Master title style</a:t>
            </a:r>
          </a:p>
        </p:txBody>
      </p:sp>
      <p:sp>
        <p:nvSpPr>
          <p:cNvPr id="5" name="Footer Placeholder 4"/>
          <p:cNvSpPr>
            <a:spLocks noGrp="1"/>
          </p:cNvSpPr>
          <p:nvPr>
            <p:ph type="ftr" sz="quarter" idx="16"/>
          </p:nvPr>
        </p:nvSpPr>
        <p:spPr/>
        <p:txBody>
          <a:bodyPr/>
          <a:lstStyle>
            <a:lvl1pPr>
              <a:defRPr>
                <a:solidFill>
                  <a:schemeClr val="tx1"/>
                </a:solidFill>
              </a:defRPr>
            </a:lvl1pPr>
          </a:lstStyle>
          <a:p>
            <a:r>
              <a:rPr lang="en-US"/>
              <a:t>SAMPLE FOOTER TEXT</a:t>
            </a:r>
          </a:p>
        </p:txBody>
      </p:sp>
      <p:sp>
        <p:nvSpPr>
          <p:cNvPr id="11" name="Picture Placeholder 10"/>
          <p:cNvSpPr>
            <a:spLocks noGrp="1"/>
          </p:cNvSpPr>
          <p:nvPr>
            <p:ph type="pic" sz="quarter" idx="13" hasCustomPrompt="1"/>
          </p:nvPr>
        </p:nvSpPr>
        <p:spPr>
          <a:xfrm>
            <a:off x="804673" y="400050"/>
            <a:ext cx="6452176" cy="6052952"/>
          </a:xfrm>
          <a:blipFill dpi="0" rotWithShape="1">
            <a:blip r:embed="rId2">
              <a:alphaModFix amt="20000"/>
              <a:extLst>
                <a:ext uri="{BEBA8EAE-BF5A-486C-A8C5-ECC9F3942E4B}">
                  <a14:imgProps xmlns:a14="http://schemas.microsoft.com/office/drawing/2010/main">
                    <a14:imgLayer r:embed="rId3">
                      <a14:imgEffect>
                        <a14:brightnessContrast bright="-27000" contrast="59000"/>
                      </a14:imgEffect>
                      <a14:imgEffect>
                        <a14:saturation sat="0"/>
                      </a14:imgEffect>
                    </a14:imgLayer>
                  </a14:imgProps>
                </a:ext>
              </a:extLst>
            </a:blip>
            <a:srcRect/>
            <a:stretch>
              <a:fillRect l="139" t="38" r="-126"/>
            </a:stretch>
          </a:blipFill>
        </p:spPr>
        <p:txBody>
          <a:bodyPr/>
          <a:lstStyle>
            <a:lvl1pPr marL="0" indent="0">
              <a:buNone/>
              <a:defRPr/>
            </a:lvl1pPr>
          </a:lstStyle>
          <a:p>
            <a:r>
              <a:rPr lang="en-US"/>
              <a:t> </a:t>
            </a:r>
          </a:p>
        </p:txBody>
      </p:sp>
      <p:sp>
        <p:nvSpPr>
          <p:cNvPr id="8" name="Content Placeholder 7"/>
          <p:cNvSpPr>
            <a:spLocks noGrp="1"/>
          </p:cNvSpPr>
          <p:nvPr>
            <p:ph sz="quarter" idx="14"/>
          </p:nvPr>
        </p:nvSpPr>
        <p:spPr>
          <a:xfrm>
            <a:off x="7680960" y="2468880"/>
            <a:ext cx="3291840" cy="3549735"/>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5"/>
          </p:nvPr>
        </p:nvSpPr>
        <p:spPr/>
        <p:txBody>
          <a:bodyPr/>
          <a:lstStyle>
            <a:lvl1pPr>
              <a:defRPr>
                <a:solidFill>
                  <a:schemeClr val="tx1"/>
                </a:solidFill>
              </a:defRPr>
            </a:lvl1pPr>
          </a:lstStyle>
          <a:p>
            <a:fld id="{676E3DFD-9373-4D4B-850F-63D341DA0F43}" type="datetime1">
              <a:rPr lang="en-US" smtClean="0"/>
              <a:t>9/17/2026</a:t>
            </a:fld>
            <a:endParaRPr lang="en-US"/>
          </a:p>
        </p:txBody>
      </p:sp>
      <p:sp>
        <p:nvSpPr>
          <p:cNvPr id="6" name="Slide Number Placeholder 5"/>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t>‹#›</a:t>
            </a:fld>
            <a:endParaRPr lang="en-US"/>
          </a:p>
        </p:txBody>
      </p:sp>
      <p:cxnSp>
        <p:nvCxnSpPr>
          <p:cNvPr id="7" name="Straight Connector 6"/>
          <p:cNvCxnSpPr/>
          <p:nvPr/>
        </p:nvCxnSpPr>
        <p:spPr>
          <a:xfrm>
            <a:off x="7267016"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Group 3"/>
          <p:cNvGrpSpPr/>
          <p:nvPr/>
        </p:nvGrpSpPr>
        <p:grpSpPr>
          <a:xfrm>
            <a:off x="803185" y="0"/>
            <a:ext cx="10585629" cy="6858000"/>
            <a:chOff x="803185" y="0"/>
            <a:chExt cx="10585629" cy="6858000"/>
          </a:xfrm>
        </p:grpSpPr>
        <p:cxnSp>
          <p:nvCxnSpPr>
            <p:cNvPr id="9" name="Straight Connector 8"/>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6">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10492" y="790302"/>
            <a:ext cx="3291840" cy="1499616"/>
          </a:xfrm>
        </p:spPr>
        <p:txBody>
          <a:bodyPr anchor="b">
            <a:normAutofit/>
          </a:bodyPr>
          <a:lstStyle>
            <a:lvl1pPr>
              <a:defRPr sz="3200">
                <a:solidFill>
                  <a:schemeClr val="tx1"/>
                </a:solidFill>
              </a:defRPr>
            </a:lvl1pPr>
          </a:lstStyle>
          <a:p>
            <a:r>
              <a:rPr lang="en-US"/>
              <a:t>Click to edit Master title style</a:t>
            </a:r>
          </a:p>
        </p:txBody>
      </p:sp>
      <p:sp>
        <p:nvSpPr>
          <p:cNvPr id="4" name="Footer Placeholder 3"/>
          <p:cNvSpPr>
            <a:spLocks noGrp="1"/>
          </p:cNvSpPr>
          <p:nvPr>
            <p:ph type="ftr" sz="quarter" idx="16"/>
          </p:nvPr>
        </p:nvSpPr>
        <p:spPr/>
        <p:txBody>
          <a:bodyPr/>
          <a:lstStyle>
            <a:lvl1pPr>
              <a:defRPr>
                <a:solidFill>
                  <a:schemeClr val="tx1"/>
                </a:solidFill>
              </a:defRPr>
            </a:lvl1pPr>
          </a:lstStyle>
          <a:p>
            <a:r>
              <a:rPr lang="en-US"/>
              <a:t>SAMPLE FOOTER TEXT</a:t>
            </a:r>
          </a:p>
        </p:txBody>
      </p:sp>
      <p:sp>
        <p:nvSpPr>
          <p:cNvPr id="8" name="Content Placeholder 7"/>
          <p:cNvSpPr>
            <a:spLocks noGrp="1"/>
          </p:cNvSpPr>
          <p:nvPr>
            <p:ph sz="quarter" idx="14"/>
          </p:nvPr>
        </p:nvSpPr>
        <p:spPr>
          <a:xfrm>
            <a:off x="1207008" y="2468880"/>
            <a:ext cx="3291840" cy="3547872"/>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p:cNvSpPr>
            <a:spLocks noGrp="1"/>
          </p:cNvSpPr>
          <p:nvPr>
            <p:ph type="pic" sz="quarter" idx="13" hasCustomPrompt="1"/>
          </p:nvPr>
        </p:nvSpPr>
        <p:spPr>
          <a:xfrm>
            <a:off x="4925692" y="402336"/>
            <a:ext cx="6455664" cy="6053328"/>
          </a:xfrm>
          <a:blipFill dpi="0" rotWithShape="1">
            <a:blip r:embed="rId2">
              <a:alphaModFix amt="20000"/>
              <a:extLst>
                <a:ext uri="{BEBA8EAE-BF5A-486C-A8C5-ECC9F3942E4B}">
                  <a14:imgProps xmlns:a14="http://schemas.microsoft.com/office/drawing/2010/main">
                    <a14:imgLayer r:embed="rId3">
                      <a14:imgEffect>
                        <a14:brightnessContrast bright="-27000" contrast="59000"/>
                      </a14:imgEffect>
                      <a14:imgEffect>
                        <a14:saturation sat="0"/>
                      </a14:imgEffect>
                    </a14:imgLayer>
                  </a14:imgProps>
                </a:ext>
              </a:extLst>
            </a:blip>
            <a:srcRect/>
            <a:stretch>
              <a:fillRect l="-271" t="1" r="-2" b="1"/>
            </a:stretch>
          </a:blipFill>
        </p:spPr>
        <p:txBody>
          <a:bodyPr/>
          <a:lstStyle>
            <a:lvl1pPr marL="0" indent="0">
              <a:buNone/>
              <a:defRPr/>
            </a:lvl1pPr>
          </a:lstStyle>
          <a:p>
            <a:r>
              <a:rPr lang="en-US"/>
              <a:t> </a:t>
            </a:r>
          </a:p>
        </p:txBody>
      </p:sp>
      <p:sp>
        <p:nvSpPr>
          <p:cNvPr id="3" name="Date Placeholder 2"/>
          <p:cNvSpPr>
            <a:spLocks noGrp="1"/>
          </p:cNvSpPr>
          <p:nvPr>
            <p:ph type="dt" sz="half" idx="15"/>
          </p:nvPr>
        </p:nvSpPr>
        <p:spPr/>
        <p:txBody>
          <a:bodyPr/>
          <a:lstStyle>
            <a:lvl1pPr>
              <a:defRPr>
                <a:solidFill>
                  <a:schemeClr val="tx1"/>
                </a:solidFill>
              </a:defRPr>
            </a:lvl1pPr>
          </a:lstStyle>
          <a:p>
            <a:fld id="{90372CCE-8ACD-4161-8346-DACD1EF5A0E1}" type="datetime1">
              <a:rPr lang="en-US" smtClean="0"/>
              <a:t>9/17/2026</a:t>
            </a:fld>
            <a:endParaRPr lang="en-US"/>
          </a:p>
        </p:txBody>
      </p:sp>
      <p:sp>
        <p:nvSpPr>
          <p:cNvPr id="9" name="Slide Number Placeholder 8"/>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t>‹#›</a:t>
            </a:fld>
            <a:endParaRPr lang="en-US"/>
          </a:p>
        </p:txBody>
      </p:sp>
      <p:cxnSp>
        <p:nvCxnSpPr>
          <p:cNvPr id="12" name="Straight Connector 11"/>
          <p:cNvCxnSpPr/>
          <p:nvPr/>
        </p:nvCxnSpPr>
        <p:spPr>
          <a:xfrm>
            <a:off x="4911667"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p:cNvGrpSpPr/>
          <p:nvPr/>
        </p:nvGrpSpPr>
        <p:grpSpPr>
          <a:xfrm>
            <a:off x="803185" y="0"/>
            <a:ext cx="10585629" cy="6858000"/>
            <a:chOff x="803185" y="0"/>
            <a:chExt cx="10585629" cy="6858000"/>
          </a:xfrm>
        </p:grpSpPr>
        <p:cxnSp>
          <p:nvCxnSpPr>
            <p:cNvPr id="6" name="Straight Connector 5"/>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7">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07007" y="786384"/>
            <a:ext cx="5456295" cy="1005840"/>
          </a:xfrm>
        </p:spPr>
        <p:txBody>
          <a:bodyPr anchor="b">
            <a:noAutofit/>
          </a:bodyPr>
          <a:lstStyle>
            <a:lvl1pPr>
              <a:defRPr sz="3200">
                <a:solidFill>
                  <a:schemeClr val="tx1"/>
                </a:solidFill>
              </a:defRPr>
            </a:lvl1pPr>
          </a:lstStyle>
          <a:p>
            <a:r>
              <a:rPr lang="en-US"/>
              <a:t>Click to edit Master title style</a:t>
            </a:r>
          </a:p>
        </p:txBody>
      </p:sp>
      <p:sp>
        <p:nvSpPr>
          <p:cNvPr id="10" name="Footer Placeholder 9"/>
          <p:cNvSpPr>
            <a:spLocks noGrp="1"/>
          </p:cNvSpPr>
          <p:nvPr>
            <p:ph type="ftr" sz="quarter" idx="16"/>
          </p:nvPr>
        </p:nvSpPr>
        <p:spPr/>
        <p:txBody>
          <a:bodyPr/>
          <a:lstStyle>
            <a:lvl1pPr>
              <a:defRPr>
                <a:solidFill>
                  <a:schemeClr val="tx1"/>
                </a:solidFill>
              </a:defRPr>
            </a:lvl1pPr>
          </a:lstStyle>
          <a:p>
            <a:r>
              <a:rPr lang="en-US"/>
              <a:t>SAMPLE FOOTER TEXT</a:t>
            </a:r>
          </a:p>
        </p:txBody>
      </p:sp>
      <p:sp>
        <p:nvSpPr>
          <p:cNvPr id="8" name="Content Placeholder 7"/>
          <p:cNvSpPr>
            <a:spLocks noGrp="1"/>
          </p:cNvSpPr>
          <p:nvPr>
            <p:ph sz="quarter" idx="14"/>
          </p:nvPr>
        </p:nvSpPr>
        <p:spPr>
          <a:xfrm>
            <a:off x="1207007" y="1920240"/>
            <a:ext cx="5456295"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p:cNvSpPr>
            <a:spLocks noGrp="1"/>
          </p:cNvSpPr>
          <p:nvPr>
            <p:ph type="pic" sz="quarter" idx="13" hasCustomPrompt="1"/>
          </p:nvPr>
        </p:nvSpPr>
        <p:spPr>
          <a:xfrm>
            <a:off x="7078133" y="402336"/>
            <a:ext cx="4307415" cy="6053328"/>
          </a:xfrm>
          <a:blipFill dpi="0" rotWithShape="1">
            <a:blip r:embed="rId2">
              <a:alphaModFix amt="20000"/>
              <a:extLst>
                <a:ext uri="{BEBA8EAE-BF5A-486C-A8C5-ECC9F3942E4B}">
                  <a14:imgProps xmlns:a14="http://schemas.microsoft.com/office/drawing/2010/main">
                    <a14:imgLayer r:embed="rId3">
                      <a14:imgEffect>
                        <a14:brightnessContrast bright="-27000" contrast="59000"/>
                      </a14:imgEffect>
                      <a14:imgEffect>
                        <a14:saturation sat="0"/>
                      </a14:imgEffect>
                    </a14:imgLayer>
                  </a14:imgProps>
                </a:ext>
              </a:extLst>
            </a:blip>
            <a:srcRect/>
            <a:stretch>
              <a:fillRect l="-549" r="-1547"/>
            </a:stretch>
          </a:blipFill>
        </p:spPr>
        <p:txBody>
          <a:bodyPr/>
          <a:lstStyle>
            <a:lvl1pPr marL="0" indent="0">
              <a:buNone/>
              <a:defRPr/>
            </a:lvl1pPr>
          </a:lstStyle>
          <a:p>
            <a:r>
              <a:rPr lang="en-US"/>
              <a:t> </a:t>
            </a:r>
          </a:p>
        </p:txBody>
      </p:sp>
      <p:sp>
        <p:nvSpPr>
          <p:cNvPr id="9" name="Date Placeholder 8"/>
          <p:cNvSpPr>
            <a:spLocks noGrp="1"/>
          </p:cNvSpPr>
          <p:nvPr>
            <p:ph type="dt" sz="half" idx="15"/>
          </p:nvPr>
        </p:nvSpPr>
        <p:spPr/>
        <p:txBody>
          <a:bodyPr/>
          <a:lstStyle>
            <a:lvl1pPr>
              <a:defRPr>
                <a:solidFill>
                  <a:schemeClr val="tx1"/>
                </a:solidFill>
              </a:defRPr>
            </a:lvl1pPr>
          </a:lstStyle>
          <a:p>
            <a:fld id="{D02DC4B6-A5C7-4299-BE6B-389F940BF10A}" type="datetime1">
              <a:rPr lang="en-US" smtClean="0"/>
              <a:t>9/17/2026</a:t>
            </a:fld>
            <a:endParaRPr lang="en-US"/>
          </a:p>
        </p:txBody>
      </p:sp>
      <p:sp>
        <p:nvSpPr>
          <p:cNvPr id="12" name="Slide Number Placeholder 11"/>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t>‹#›</a:t>
            </a:fld>
            <a:endParaRPr lang="en-US"/>
          </a:p>
        </p:txBody>
      </p:sp>
      <p:cxnSp>
        <p:nvCxnSpPr>
          <p:cNvPr id="13" name="Straight Connector 12"/>
          <p:cNvCxnSpPr/>
          <p:nvPr/>
        </p:nvCxnSpPr>
        <p:spPr>
          <a:xfrm>
            <a:off x="7054440"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p:cNvGrpSpPr/>
          <p:nvPr/>
        </p:nvGrpSpPr>
        <p:grpSpPr>
          <a:xfrm>
            <a:off x="803185" y="0"/>
            <a:ext cx="10585629" cy="6858000"/>
            <a:chOff x="803185" y="0"/>
            <a:chExt cx="10585629" cy="6858000"/>
          </a:xfrm>
        </p:grpSpPr>
        <p:cxnSp>
          <p:nvCxnSpPr>
            <p:cNvPr id="4" name="Straight Connector 3"/>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8">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577840" y="786384"/>
            <a:ext cx="5394960" cy="1005840"/>
          </a:xfrm>
        </p:spPr>
        <p:txBody>
          <a:bodyPr anchor="b"/>
          <a:lstStyle>
            <a:lvl1pPr>
              <a:defRPr sz="3200">
                <a:solidFill>
                  <a:schemeClr val="tx1"/>
                </a:solidFill>
              </a:defRPr>
            </a:lvl1pPr>
          </a:lstStyle>
          <a:p>
            <a:r>
              <a:rPr lang="en-US"/>
              <a:t>Click to edit Master title style</a:t>
            </a:r>
          </a:p>
        </p:txBody>
      </p:sp>
      <p:sp>
        <p:nvSpPr>
          <p:cNvPr id="4" name="Footer Placeholder 3"/>
          <p:cNvSpPr>
            <a:spLocks noGrp="1"/>
          </p:cNvSpPr>
          <p:nvPr>
            <p:ph type="ftr" sz="quarter" idx="16"/>
          </p:nvPr>
        </p:nvSpPr>
        <p:spPr/>
        <p:txBody>
          <a:bodyPr/>
          <a:lstStyle>
            <a:lvl1pPr>
              <a:defRPr>
                <a:solidFill>
                  <a:schemeClr val="tx1"/>
                </a:solidFill>
              </a:defRPr>
            </a:lvl1pPr>
          </a:lstStyle>
          <a:p>
            <a:r>
              <a:rPr lang="en-US"/>
              <a:t>SAMPLE FOOTER TEXT</a:t>
            </a:r>
          </a:p>
        </p:txBody>
      </p:sp>
      <p:sp>
        <p:nvSpPr>
          <p:cNvPr id="15" name="Picture Placeholder 10"/>
          <p:cNvSpPr>
            <a:spLocks noGrp="1"/>
          </p:cNvSpPr>
          <p:nvPr>
            <p:ph type="pic" sz="quarter" idx="13" hasCustomPrompt="1"/>
          </p:nvPr>
        </p:nvSpPr>
        <p:spPr>
          <a:xfrm>
            <a:off x="801700" y="402336"/>
            <a:ext cx="4382592" cy="6053328"/>
          </a:xfrm>
          <a:blipFill dpi="0" rotWithShape="1">
            <a:blip r:embed="rId2">
              <a:alphaModFix amt="20000"/>
              <a:extLst>
                <a:ext uri="{BEBA8EAE-BF5A-486C-A8C5-ECC9F3942E4B}">
                  <a14:imgProps xmlns:a14="http://schemas.microsoft.com/office/drawing/2010/main">
                    <a14:imgLayer r:embed="rId3">
                      <a14:imgEffect>
                        <a14:brightnessContrast bright="-27000" contrast="59000"/>
                      </a14:imgEffect>
                      <a14:imgEffect>
                        <a14:saturation sat="0"/>
                      </a14:imgEffect>
                    </a14:imgLayer>
                  </a14:imgProps>
                </a:ext>
              </a:extLst>
            </a:blip>
            <a:srcRect/>
            <a:stretch>
              <a:fillRect l="-123" t="151" r="-225" b="-151"/>
            </a:stretch>
          </a:blipFill>
        </p:spPr>
        <p:txBody>
          <a:bodyPr/>
          <a:lstStyle>
            <a:lvl1pPr marL="0" indent="0">
              <a:buNone/>
              <a:defRPr/>
            </a:lvl1pPr>
          </a:lstStyle>
          <a:p>
            <a:r>
              <a:rPr lang="en-US"/>
              <a:t> </a:t>
            </a:r>
          </a:p>
        </p:txBody>
      </p:sp>
      <p:sp>
        <p:nvSpPr>
          <p:cNvPr id="8" name="Content Placeholder 7"/>
          <p:cNvSpPr>
            <a:spLocks noGrp="1"/>
          </p:cNvSpPr>
          <p:nvPr>
            <p:ph sz="quarter" idx="14"/>
          </p:nvPr>
        </p:nvSpPr>
        <p:spPr>
          <a:xfrm>
            <a:off x="5577840" y="1920240"/>
            <a:ext cx="5394960"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5"/>
          </p:nvPr>
        </p:nvSpPr>
        <p:spPr/>
        <p:txBody>
          <a:bodyPr/>
          <a:lstStyle>
            <a:lvl1pPr>
              <a:defRPr>
                <a:solidFill>
                  <a:schemeClr val="tx1"/>
                </a:solidFill>
              </a:defRPr>
            </a:lvl1pPr>
          </a:lstStyle>
          <a:p>
            <a:fld id="{079A547C-B58D-4D18-BEA3-0C0DB6BD3221}" type="datetime1">
              <a:rPr lang="en-US" smtClean="0"/>
              <a:t>9/17/2026</a:t>
            </a:fld>
            <a:endParaRPr lang="en-US"/>
          </a:p>
        </p:txBody>
      </p:sp>
      <p:sp>
        <p:nvSpPr>
          <p:cNvPr id="9" name="Slide Number Placeholder 8"/>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t>‹#›</a:t>
            </a:fld>
            <a:endParaRPr lang="en-US"/>
          </a:p>
        </p:txBody>
      </p:sp>
      <p:cxnSp>
        <p:nvCxnSpPr>
          <p:cNvPr id="14" name="Straight Connector 13"/>
          <p:cNvCxnSpPr/>
          <p:nvPr/>
        </p:nvCxnSpPr>
        <p:spPr>
          <a:xfrm>
            <a:off x="5185777"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p:cNvGrpSpPr/>
          <p:nvPr/>
        </p:nvGrpSpPr>
        <p:grpSpPr>
          <a:xfrm>
            <a:off x="803185" y="0"/>
            <a:ext cx="10585629" cy="6858000"/>
            <a:chOff x="803185" y="0"/>
            <a:chExt cx="10585629" cy="6858000"/>
          </a:xfrm>
        </p:grpSpPr>
        <p:cxnSp>
          <p:nvCxnSpPr>
            <p:cNvPr id="6" name="Straight Connector 5"/>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9">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07008" y="3749040"/>
            <a:ext cx="2834640" cy="2286000"/>
          </a:xfrm>
        </p:spPr>
        <p:txBody>
          <a:bodyPr anchor="t">
            <a:normAutofit/>
          </a:bodyPr>
          <a:lstStyle>
            <a:lvl1pPr>
              <a:defRPr sz="3200">
                <a:solidFill>
                  <a:schemeClr val="tx1"/>
                </a:solidFill>
              </a:defRPr>
            </a:lvl1pPr>
          </a:lstStyle>
          <a:p>
            <a:r>
              <a:rPr lang="en-US"/>
              <a:t>Click to edit Master title style</a:t>
            </a:r>
          </a:p>
        </p:txBody>
      </p:sp>
      <p:sp>
        <p:nvSpPr>
          <p:cNvPr id="6" name="Footer Placeholder 5"/>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4" name="Picture Placeholder 10"/>
          <p:cNvSpPr>
            <a:spLocks noGrp="1"/>
          </p:cNvSpPr>
          <p:nvPr>
            <p:ph type="pic" sz="quarter" idx="13" hasCustomPrompt="1"/>
          </p:nvPr>
        </p:nvSpPr>
        <p:spPr>
          <a:xfrm>
            <a:off x="815340" y="406401"/>
            <a:ext cx="10561320" cy="2987416"/>
          </a:xfrm>
          <a:blipFill dpi="0" rotWithShape="1">
            <a:blip r:embed="rId2">
              <a:alphaModFix amt="20000"/>
              <a:extLst>
                <a:ext uri="{BEBA8EAE-BF5A-486C-A8C5-ECC9F3942E4B}">
                  <a14:imgProps xmlns:a14="http://schemas.microsoft.com/office/drawing/2010/main">
                    <a14:imgLayer r:embed="rId3">
                      <a14:imgEffect>
                        <a14:brightnessContrast bright="-27000" contrast="59000"/>
                      </a14:imgEffect>
                      <a14:imgEffect>
                        <a14:saturation sat="0"/>
                      </a14:imgEffect>
                    </a14:imgLayer>
                  </a14:imgProps>
                </a:ext>
              </a:extLst>
            </a:blip>
            <a:srcRect/>
            <a:stretch>
              <a:fillRect t="-442"/>
            </a:stretch>
          </a:blipFill>
        </p:spPr>
        <p:txBody>
          <a:bodyPr/>
          <a:lstStyle>
            <a:lvl1pPr marL="0" indent="0">
              <a:buNone/>
              <a:defRPr/>
            </a:lvl1pPr>
          </a:lstStyle>
          <a:p>
            <a:r>
              <a:rPr lang="en-US"/>
              <a:t> </a:t>
            </a:r>
          </a:p>
        </p:txBody>
      </p:sp>
      <p:sp>
        <p:nvSpPr>
          <p:cNvPr id="8" name="Content Placeholder 7"/>
          <p:cNvSpPr>
            <a:spLocks noGrp="1"/>
          </p:cNvSpPr>
          <p:nvPr>
            <p:ph sz="quarter" idx="14"/>
          </p:nvPr>
        </p:nvSpPr>
        <p:spPr>
          <a:xfrm>
            <a:off x="4114800" y="3749040"/>
            <a:ext cx="6858000" cy="2286000"/>
          </a:xfrm>
        </p:spPr>
        <p:txBody>
          <a:bodyPr>
            <a:no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solidFill>
                  <a:schemeClr val="tx1"/>
                </a:solidFill>
              </a:defRPr>
            </a:lvl1pPr>
          </a:lstStyle>
          <a:p>
            <a:fld id="{6168D35D-CEAF-4137-A955-9C5E00AC9944}" type="datetime1">
              <a:rPr lang="en-US" smtClean="0"/>
              <a:t>9/17/2026</a:t>
            </a:fld>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t>‹#›</a:t>
            </a:fld>
            <a:endParaRPr lang="en-US"/>
          </a:p>
        </p:txBody>
      </p:sp>
      <p:cxnSp>
        <p:nvCxnSpPr>
          <p:cNvPr id="4" name="Straight Connector 3"/>
          <p:cNvCxnSpPr/>
          <p:nvPr/>
        </p:nvCxnSpPr>
        <p:spPr>
          <a:xfrm>
            <a:off x="803185" y="3412227"/>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p:cNvGrpSpPr/>
          <p:nvPr/>
        </p:nvGrpSpPr>
        <p:grpSpPr>
          <a:xfrm>
            <a:off x="803185" y="0"/>
            <a:ext cx="10585629" cy="6858000"/>
            <a:chOff x="803185" y="0"/>
            <a:chExt cx="10585629" cy="6858000"/>
          </a:xfrm>
        </p:grpSpPr>
        <p:cxnSp>
          <p:nvCxnSpPr>
            <p:cNvPr id="9" name="Straight Connector 8"/>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0">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07008" y="786384"/>
            <a:ext cx="2834640" cy="2194560"/>
          </a:xfrm>
        </p:spPr>
        <p:txBody>
          <a:bodyPr anchor="t">
            <a:normAutofit/>
          </a:bodyPr>
          <a:lstStyle>
            <a:lvl1pPr>
              <a:defRPr sz="3200">
                <a:solidFill>
                  <a:schemeClr val="tx1"/>
                </a:solidFill>
              </a:defRPr>
            </a:lvl1pPr>
          </a:lstStyle>
          <a:p>
            <a:r>
              <a:rPr lang="en-US"/>
              <a:t>Click to edit Master title style</a:t>
            </a:r>
          </a:p>
        </p:txBody>
      </p:sp>
      <p:sp>
        <p:nvSpPr>
          <p:cNvPr id="9" name="Footer Placeholder 8"/>
          <p:cNvSpPr>
            <a:spLocks noGrp="1"/>
          </p:cNvSpPr>
          <p:nvPr>
            <p:ph type="ftr" sz="quarter" idx="16"/>
          </p:nvPr>
        </p:nvSpPr>
        <p:spPr/>
        <p:txBody>
          <a:bodyPr/>
          <a:lstStyle>
            <a:lvl1pPr>
              <a:defRPr>
                <a:solidFill>
                  <a:schemeClr val="tx1"/>
                </a:solidFill>
              </a:defRPr>
            </a:lvl1pPr>
          </a:lstStyle>
          <a:p>
            <a:r>
              <a:rPr lang="en-US"/>
              <a:t>SAMPLE FOOTER TEXT</a:t>
            </a:r>
          </a:p>
        </p:txBody>
      </p:sp>
      <p:sp>
        <p:nvSpPr>
          <p:cNvPr id="8" name="Content Placeholder 7"/>
          <p:cNvSpPr>
            <a:spLocks noGrp="1"/>
          </p:cNvSpPr>
          <p:nvPr>
            <p:ph sz="quarter" idx="14"/>
          </p:nvPr>
        </p:nvSpPr>
        <p:spPr>
          <a:xfrm>
            <a:off x="4114800" y="786384"/>
            <a:ext cx="6858000" cy="2194560"/>
          </a:xfrm>
        </p:spPr>
        <p:txBody>
          <a:bodyPr>
            <a:no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p:cNvSpPr>
            <a:spLocks noGrp="1"/>
          </p:cNvSpPr>
          <p:nvPr>
            <p:ph type="pic" sz="quarter" idx="13" hasCustomPrompt="1"/>
          </p:nvPr>
        </p:nvSpPr>
        <p:spPr>
          <a:xfrm>
            <a:off x="815340" y="3461829"/>
            <a:ext cx="10561320" cy="2987416"/>
          </a:xfrm>
          <a:blipFill dpi="0" rotWithShape="1">
            <a:blip r:embed="rId2">
              <a:alphaModFix amt="20000"/>
              <a:extLst>
                <a:ext uri="{BEBA8EAE-BF5A-486C-A8C5-ECC9F3942E4B}">
                  <a14:imgProps xmlns:a14="http://schemas.microsoft.com/office/drawing/2010/main">
                    <a14:imgLayer r:embed="rId3">
                      <a14:imgEffect>
                        <a14:brightnessContrast bright="-27000" contrast="59000"/>
                      </a14:imgEffect>
                      <a14:imgEffect>
                        <a14:saturation sat="0"/>
                      </a14:imgEffect>
                    </a14:imgLayer>
                  </a14:imgProps>
                </a:ext>
              </a:extLst>
            </a:blip>
            <a:srcRect/>
            <a:stretch>
              <a:fillRect t="-628" b="-1"/>
            </a:stretch>
          </a:blipFill>
        </p:spPr>
        <p:txBody>
          <a:bodyPr/>
          <a:lstStyle>
            <a:lvl1pPr marL="0" indent="0">
              <a:buNone/>
              <a:defRPr/>
            </a:lvl1pPr>
          </a:lstStyle>
          <a:p>
            <a:r>
              <a:rPr lang="en-US"/>
              <a:t> </a:t>
            </a:r>
          </a:p>
        </p:txBody>
      </p:sp>
      <p:sp>
        <p:nvSpPr>
          <p:cNvPr id="4" name="Date Placeholder 3"/>
          <p:cNvSpPr>
            <a:spLocks noGrp="1"/>
          </p:cNvSpPr>
          <p:nvPr>
            <p:ph type="dt" sz="half" idx="15"/>
          </p:nvPr>
        </p:nvSpPr>
        <p:spPr/>
        <p:txBody>
          <a:bodyPr/>
          <a:lstStyle>
            <a:lvl1pPr>
              <a:defRPr>
                <a:solidFill>
                  <a:schemeClr val="tx1"/>
                </a:solidFill>
              </a:defRPr>
            </a:lvl1pPr>
          </a:lstStyle>
          <a:p>
            <a:fld id="{AF91EA9C-EC16-43EE-A29B-062A230E37BE}" type="datetime1">
              <a:rPr lang="en-US" smtClean="0"/>
              <a:t>9/17/2026</a:t>
            </a:fld>
            <a:endParaRPr lang="en-US"/>
          </a:p>
        </p:txBody>
      </p:sp>
      <p:sp>
        <p:nvSpPr>
          <p:cNvPr id="10" name="Slide Number Placeholder 9"/>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t>‹#›</a:t>
            </a:fld>
            <a:endParaRPr lang="en-US"/>
          </a:p>
        </p:txBody>
      </p:sp>
      <p:cxnSp>
        <p:nvCxnSpPr>
          <p:cNvPr id="3" name="Straight Connector 2"/>
          <p:cNvCxnSpPr/>
          <p:nvPr/>
        </p:nvCxnSpPr>
        <p:spPr>
          <a:xfrm>
            <a:off x="803185" y="3443041"/>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p:cNvGrpSpPr/>
          <p:nvPr/>
        </p:nvGrpSpPr>
        <p:grpSpPr>
          <a:xfrm>
            <a:off x="803185" y="0"/>
            <a:ext cx="10585629" cy="6858000"/>
            <a:chOff x="803185" y="0"/>
            <a:chExt cx="10585629" cy="6858000"/>
          </a:xfrm>
        </p:grpSpPr>
        <p:cxnSp>
          <p:nvCxnSpPr>
            <p:cNvPr id="6" name="Straight Connector 5"/>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1">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303520" y="786384"/>
            <a:ext cx="5669280" cy="914400"/>
          </a:xfrm>
        </p:spPr>
        <p:txBody>
          <a:bodyPr anchor="b">
            <a:noAutofit/>
          </a:bodyPr>
          <a:lstStyle>
            <a:lvl1pPr>
              <a:defRPr sz="3200">
                <a:solidFill>
                  <a:schemeClr val="tx1"/>
                </a:solidFill>
              </a:defRPr>
            </a:lvl1pPr>
          </a:lstStyle>
          <a:p>
            <a:r>
              <a:rPr lang="en-US"/>
              <a:t>Click to edit Master title style</a:t>
            </a:r>
          </a:p>
        </p:txBody>
      </p:sp>
      <p:sp>
        <p:nvSpPr>
          <p:cNvPr id="9" name="Footer Placeholder 8"/>
          <p:cNvSpPr>
            <a:spLocks noGrp="1"/>
          </p:cNvSpPr>
          <p:nvPr>
            <p:ph type="ftr" sz="quarter" idx="16"/>
          </p:nvPr>
        </p:nvSpPr>
        <p:spPr/>
        <p:txBody>
          <a:bodyPr/>
          <a:lstStyle>
            <a:lvl1pPr>
              <a:defRPr>
                <a:solidFill>
                  <a:schemeClr val="tx1"/>
                </a:solidFill>
              </a:defRPr>
            </a:lvl1pPr>
          </a:lstStyle>
          <a:p>
            <a:r>
              <a:rPr lang="en-US"/>
              <a:t>SAMPLE FOOTER TEXT</a:t>
            </a:r>
          </a:p>
        </p:txBody>
      </p:sp>
      <p:sp>
        <p:nvSpPr>
          <p:cNvPr id="11" name="Picture Placeholder 10"/>
          <p:cNvSpPr>
            <a:spLocks noGrp="1"/>
          </p:cNvSpPr>
          <p:nvPr>
            <p:ph type="pic" sz="quarter" idx="13" hasCustomPrompt="1"/>
          </p:nvPr>
        </p:nvSpPr>
        <p:spPr>
          <a:xfrm>
            <a:off x="805544" y="400051"/>
            <a:ext cx="4098966" cy="6052952"/>
          </a:xfrm>
          <a:blipFill dpi="0" rotWithShape="1">
            <a:blip r:embed="rId2">
              <a:alphaModFix amt="25000"/>
              <a:extLst>
                <a:ext uri="{BEBA8EAE-BF5A-486C-A8C5-ECC9F3942E4B}">
                  <a14:imgProps xmlns:a14="http://schemas.microsoft.com/office/drawing/2010/main">
                    <a14:imgLayer r:embed="rId3">
                      <a14:imgEffect>
                        <a14:brightnessContrast bright="-27000" contrast="59000"/>
                      </a14:imgEffect>
                      <a14:imgEffect>
                        <a14:saturation sat="0"/>
                      </a14:imgEffect>
                    </a14:imgLayer>
                  </a14:imgProps>
                </a:ext>
              </a:extLst>
            </a:blip>
            <a:srcRect/>
            <a:stretch>
              <a:fillRect l="1" r="-527"/>
            </a:stretch>
          </a:blipFill>
        </p:spPr>
        <p:txBody>
          <a:bodyPr/>
          <a:lstStyle>
            <a:lvl1pPr marL="0" indent="0">
              <a:buNone/>
              <a:defRPr/>
            </a:lvl1pPr>
          </a:lstStyle>
          <a:p>
            <a:r>
              <a:rPr lang="en-US"/>
              <a:t> </a:t>
            </a:r>
          </a:p>
        </p:txBody>
      </p:sp>
      <p:sp>
        <p:nvSpPr>
          <p:cNvPr id="8" name="Content Placeholder 7"/>
          <p:cNvSpPr>
            <a:spLocks noGrp="1"/>
          </p:cNvSpPr>
          <p:nvPr>
            <p:ph sz="quarter" idx="14"/>
          </p:nvPr>
        </p:nvSpPr>
        <p:spPr>
          <a:xfrm>
            <a:off x="5303520" y="1828800"/>
            <a:ext cx="5669280"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5"/>
          </p:nvPr>
        </p:nvSpPr>
        <p:spPr/>
        <p:txBody>
          <a:bodyPr/>
          <a:lstStyle>
            <a:lvl1pPr>
              <a:defRPr>
                <a:solidFill>
                  <a:schemeClr val="tx1"/>
                </a:solidFill>
              </a:defRPr>
            </a:lvl1pPr>
          </a:lstStyle>
          <a:p>
            <a:fld id="{5E86C7AF-36E7-4A52-B4F7-734BAFD8A4CC}" type="datetime1">
              <a:rPr lang="en-US" smtClean="0"/>
              <a:t>9/17/2026</a:t>
            </a:fld>
            <a:endParaRPr lang="en-US"/>
          </a:p>
        </p:txBody>
      </p:sp>
      <p:sp>
        <p:nvSpPr>
          <p:cNvPr id="10" name="Slide Number Placeholder 9"/>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t>‹#›</a:t>
            </a:fld>
            <a:endParaRPr lang="en-US"/>
          </a:p>
        </p:txBody>
      </p:sp>
      <p:cxnSp>
        <p:nvCxnSpPr>
          <p:cNvPr id="13" name="Straight Connector 12"/>
          <p:cNvCxnSpPr/>
          <p:nvPr/>
        </p:nvCxnSpPr>
        <p:spPr>
          <a:xfrm>
            <a:off x="4912108"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p:cNvGrpSpPr/>
          <p:nvPr/>
        </p:nvGrpSpPr>
        <p:grpSpPr>
          <a:xfrm>
            <a:off x="803185" y="0"/>
            <a:ext cx="10585629" cy="6858000"/>
            <a:chOff x="803185" y="0"/>
            <a:chExt cx="10585629" cy="6858000"/>
          </a:xfrm>
        </p:grpSpPr>
        <p:cxnSp>
          <p:nvCxnSpPr>
            <p:cNvPr id="6" name="Straight Connector 5"/>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2">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07008" y="786384"/>
            <a:ext cx="5669280" cy="914400"/>
          </a:xfrm>
        </p:spPr>
        <p:txBody>
          <a:bodyPr anchor="b"/>
          <a:lstStyle>
            <a:lvl1pPr>
              <a:defRPr sz="3200">
                <a:solidFill>
                  <a:schemeClr val="tx1"/>
                </a:solidFill>
              </a:defRPr>
            </a:lvl1pPr>
          </a:lstStyle>
          <a:p>
            <a:r>
              <a:rPr lang="en-US"/>
              <a:t>Click to edit Master title style</a:t>
            </a:r>
          </a:p>
        </p:txBody>
      </p:sp>
      <p:sp>
        <p:nvSpPr>
          <p:cNvPr id="9" name="Footer Placeholder 8"/>
          <p:cNvSpPr>
            <a:spLocks noGrp="1"/>
          </p:cNvSpPr>
          <p:nvPr>
            <p:ph type="ftr" sz="quarter" idx="16"/>
          </p:nvPr>
        </p:nvSpPr>
        <p:spPr/>
        <p:txBody>
          <a:bodyPr/>
          <a:lstStyle>
            <a:lvl1pPr>
              <a:defRPr>
                <a:solidFill>
                  <a:schemeClr val="tx1"/>
                </a:solidFill>
              </a:defRPr>
            </a:lvl1pPr>
          </a:lstStyle>
          <a:p>
            <a:r>
              <a:rPr lang="en-US"/>
              <a:t>SAMPLE FOOTER TEXT</a:t>
            </a:r>
          </a:p>
        </p:txBody>
      </p:sp>
      <p:sp>
        <p:nvSpPr>
          <p:cNvPr id="8" name="Content Placeholder 7"/>
          <p:cNvSpPr>
            <a:spLocks noGrp="1"/>
          </p:cNvSpPr>
          <p:nvPr>
            <p:ph sz="quarter" idx="14"/>
          </p:nvPr>
        </p:nvSpPr>
        <p:spPr>
          <a:xfrm>
            <a:off x="1207008" y="1828800"/>
            <a:ext cx="5669280"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10"/>
          <p:cNvSpPr>
            <a:spLocks noGrp="1"/>
          </p:cNvSpPr>
          <p:nvPr>
            <p:ph type="pic" sz="quarter" idx="13" hasCustomPrompt="1"/>
          </p:nvPr>
        </p:nvSpPr>
        <p:spPr>
          <a:xfrm>
            <a:off x="7280239" y="400051"/>
            <a:ext cx="4098966" cy="6052952"/>
          </a:xfrm>
          <a:blipFill dpi="0" rotWithShape="1">
            <a:blip r:embed="rId2">
              <a:alphaModFix amt="25000"/>
              <a:extLst>
                <a:ext uri="{BEBA8EAE-BF5A-486C-A8C5-ECC9F3942E4B}">
                  <a14:imgProps xmlns:a14="http://schemas.microsoft.com/office/drawing/2010/main">
                    <a14:imgLayer r:embed="rId3">
                      <a14:imgEffect>
                        <a14:brightnessContrast bright="-27000" contrast="59000"/>
                      </a14:imgEffect>
                      <a14:imgEffect>
                        <a14:saturation sat="0"/>
                      </a14:imgEffect>
                    </a14:imgLayer>
                  </a14:imgProps>
                </a:ext>
              </a:extLst>
            </a:blip>
            <a:srcRect/>
            <a:stretch>
              <a:fillRect r="-198"/>
            </a:stretch>
          </a:blipFill>
        </p:spPr>
        <p:txBody>
          <a:bodyPr/>
          <a:lstStyle>
            <a:lvl1pPr marL="0" indent="0">
              <a:buNone/>
              <a:defRPr/>
            </a:lvl1pPr>
          </a:lstStyle>
          <a:p>
            <a:r>
              <a:rPr lang="en-US"/>
              <a:t> </a:t>
            </a:r>
          </a:p>
        </p:txBody>
      </p:sp>
      <p:sp>
        <p:nvSpPr>
          <p:cNvPr id="4" name="Date Placeholder 3"/>
          <p:cNvSpPr>
            <a:spLocks noGrp="1"/>
          </p:cNvSpPr>
          <p:nvPr>
            <p:ph type="dt" sz="half" idx="15"/>
          </p:nvPr>
        </p:nvSpPr>
        <p:spPr/>
        <p:txBody>
          <a:bodyPr/>
          <a:lstStyle>
            <a:lvl1pPr>
              <a:defRPr>
                <a:solidFill>
                  <a:schemeClr val="tx1"/>
                </a:solidFill>
              </a:defRPr>
            </a:lvl1pPr>
          </a:lstStyle>
          <a:p>
            <a:fld id="{A59F9EED-93FB-47F3-9562-1436657BF9C0}" type="datetime1">
              <a:rPr lang="en-US" smtClean="0"/>
              <a:t>9/17/2026</a:t>
            </a:fld>
            <a:endParaRPr lang="en-US"/>
          </a:p>
        </p:txBody>
      </p:sp>
      <p:sp>
        <p:nvSpPr>
          <p:cNvPr id="10" name="Slide Number Placeholder 9"/>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t>‹#›</a:t>
            </a:fld>
            <a:endParaRPr lang="en-US"/>
          </a:p>
        </p:txBody>
      </p:sp>
      <p:cxnSp>
        <p:nvCxnSpPr>
          <p:cNvPr id="12" name="Straight Connector 11"/>
          <p:cNvCxnSpPr/>
          <p:nvPr/>
        </p:nvCxnSpPr>
        <p:spPr>
          <a:xfrm>
            <a:off x="7258461"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p:cNvGrpSpPr/>
          <p:nvPr/>
        </p:nvGrpSpPr>
        <p:grpSpPr>
          <a:xfrm>
            <a:off x="803185" y="0"/>
            <a:ext cx="10585629" cy="6858000"/>
            <a:chOff x="803185" y="0"/>
            <a:chExt cx="10585629" cy="6858000"/>
          </a:xfrm>
        </p:grpSpPr>
        <p:cxnSp>
          <p:nvCxnSpPr>
            <p:cNvPr id="5" name="Straight Connector 4"/>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3">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07008" y="786384"/>
            <a:ext cx="9784080" cy="640080"/>
          </a:xfrm>
        </p:spPr>
        <p:txBody>
          <a:bodyPr anchor="t" anchorCtr="0">
            <a:normAutofit/>
          </a:bodyPr>
          <a:lstStyle>
            <a:lvl1pPr>
              <a:defRPr sz="3200">
                <a:solidFill>
                  <a:schemeClr val="tx1"/>
                </a:solidFill>
              </a:defRPr>
            </a:lvl1pPr>
          </a:lstStyle>
          <a:p>
            <a:r>
              <a:rPr lang="en-US"/>
              <a:t>Click to edit Master title style</a:t>
            </a:r>
          </a:p>
        </p:txBody>
      </p:sp>
      <p:sp>
        <p:nvSpPr>
          <p:cNvPr id="6" name="Footer Placeholder 5"/>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1" name="Picture Placeholder 10"/>
          <p:cNvSpPr>
            <a:spLocks noGrp="1"/>
          </p:cNvSpPr>
          <p:nvPr>
            <p:ph type="pic" sz="quarter" idx="13" hasCustomPrompt="1"/>
          </p:nvPr>
        </p:nvSpPr>
        <p:spPr>
          <a:xfrm>
            <a:off x="1207009" y="1645921"/>
            <a:ext cx="4777774" cy="4400318"/>
          </a:xfrm>
          <a:blipFill dpi="0" rotWithShape="1">
            <a:blip r:embed="rId2">
              <a:alphaModFix amt="20000"/>
              <a:extLst>
                <a:ext uri="{BEBA8EAE-BF5A-486C-A8C5-ECC9F3942E4B}">
                  <a14:imgProps xmlns:a14="http://schemas.microsoft.com/office/drawing/2010/main">
                    <a14:imgLayer r:embed="rId3">
                      <a14:imgEffect>
                        <a14:brightnessContrast bright="-27000" contrast="59000"/>
                      </a14:imgEffect>
                      <a14:imgEffect>
                        <a14:saturation sat="0"/>
                      </a14:imgEffect>
                    </a14:imgLayer>
                  </a14:imgProps>
                </a:ext>
              </a:extLst>
            </a:blip>
            <a:srcRect/>
            <a:stretch>
              <a:fillRect l="10" t="120" b="-8976"/>
            </a:stretch>
          </a:blipFill>
          <a:ln w="6350">
            <a:solidFill>
              <a:schemeClr val="tx1"/>
            </a:solidFill>
          </a:ln>
        </p:spPr>
        <p:txBody>
          <a:bodyPr/>
          <a:lstStyle>
            <a:lvl1pPr marL="0" indent="0">
              <a:buNone/>
              <a:defRPr/>
            </a:lvl1pPr>
          </a:lstStyle>
          <a:p>
            <a:r>
              <a:rPr lang="en-US"/>
              <a:t> </a:t>
            </a:r>
          </a:p>
        </p:txBody>
      </p:sp>
      <p:sp>
        <p:nvSpPr>
          <p:cNvPr id="8" name="Content Placeholder 7"/>
          <p:cNvSpPr>
            <a:spLocks noGrp="1"/>
          </p:cNvSpPr>
          <p:nvPr>
            <p:ph sz="quarter" idx="14"/>
          </p:nvPr>
        </p:nvSpPr>
        <p:spPr>
          <a:xfrm>
            <a:off x="6400800" y="1645920"/>
            <a:ext cx="4572000" cy="457200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solidFill>
                  <a:schemeClr val="tx1"/>
                </a:solidFill>
              </a:defRPr>
            </a:lvl1pPr>
          </a:lstStyle>
          <a:p>
            <a:fld id="{4F2821E9-9F8C-4BDA-BDAE-826252E0F21A}" type="datetime1">
              <a:rPr lang="en-US" smtClean="0"/>
              <a:t>9/17/2026</a:t>
            </a:fld>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t>‹#›</a:t>
            </a:fld>
            <a:endParaRPr lang="en-US"/>
          </a:p>
        </p:txBody>
      </p:sp>
      <p:grpSp>
        <p:nvGrpSpPr>
          <p:cNvPr id="3" name="Group 2"/>
          <p:cNvGrpSpPr/>
          <p:nvPr/>
        </p:nvGrpSpPr>
        <p:grpSpPr>
          <a:xfrm>
            <a:off x="803185" y="0"/>
            <a:ext cx="10585629" cy="6858000"/>
            <a:chOff x="803185" y="0"/>
            <a:chExt cx="10585629" cy="6858000"/>
          </a:xfrm>
        </p:grpSpPr>
        <p:cxnSp>
          <p:nvCxnSpPr>
            <p:cNvPr id="4" name="Straight Connector 3"/>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4">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07008" y="786384"/>
            <a:ext cx="9784080" cy="640080"/>
          </a:xfrm>
        </p:spPr>
        <p:txBody>
          <a:bodyPr anchor="t" anchorCtr="0"/>
          <a:lstStyle>
            <a:lvl1pPr>
              <a:defRPr sz="3200">
                <a:solidFill>
                  <a:schemeClr val="tx1"/>
                </a:solidFill>
              </a:defRPr>
            </a:lvl1pPr>
          </a:lstStyle>
          <a:p>
            <a:r>
              <a:rPr lang="en-US"/>
              <a:t>Click to edit Master title style</a:t>
            </a:r>
          </a:p>
        </p:txBody>
      </p:sp>
      <p:sp>
        <p:nvSpPr>
          <p:cNvPr id="6" name="Footer Placeholder 5"/>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1" name="Picture Placeholder 10"/>
          <p:cNvSpPr>
            <a:spLocks noGrp="1"/>
          </p:cNvSpPr>
          <p:nvPr>
            <p:ph type="pic" sz="quarter" idx="13" hasCustomPrompt="1"/>
          </p:nvPr>
        </p:nvSpPr>
        <p:spPr>
          <a:xfrm>
            <a:off x="1207008" y="1645920"/>
            <a:ext cx="5987920" cy="4400319"/>
          </a:xfrm>
          <a:blipFill dpi="0" rotWithShape="1">
            <a:blip r:embed="rId2">
              <a:alphaModFix amt="20000"/>
              <a:extLst>
                <a:ext uri="{BEBA8EAE-BF5A-486C-A8C5-ECC9F3942E4B}">
                  <a14:imgProps xmlns:a14="http://schemas.microsoft.com/office/drawing/2010/main">
                    <a14:imgLayer r:embed="rId3">
                      <a14:imgEffect>
                        <a14:brightnessContrast bright="-27000" contrast="59000"/>
                      </a14:imgEffect>
                      <a14:imgEffect>
                        <a14:saturation sat="0"/>
                      </a14:imgEffect>
                    </a14:imgLayer>
                  </a14:imgProps>
                </a:ext>
              </a:extLst>
            </a:blip>
            <a:srcRect/>
            <a:stretch>
              <a:fillRect l="13" t="5" r="302" b="-8984"/>
            </a:stretch>
          </a:blipFill>
          <a:ln w="6350">
            <a:solidFill>
              <a:schemeClr val="tx1"/>
            </a:solidFill>
          </a:ln>
        </p:spPr>
        <p:txBody>
          <a:bodyPr/>
          <a:lstStyle>
            <a:lvl1pPr marL="0" indent="0">
              <a:buNone/>
              <a:defRPr/>
            </a:lvl1pPr>
          </a:lstStyle>
          <a:p>
            <a:r>
              <a:rPr lang="en-US"/>
              <a:t> </a:t>
            </a:r>
          </a:p>
        </p:txBody>
      </p:sp>
      <p:sp>
        <p:nvSpPr>
          <p:cNvPr id="8" name="Content Placeholder 7"/>
          <p:cNvSpPr>
            <a:spLocks noGrp="1"/>
          </p:cNvSpPr>
          <p:nvPr>
            <p:ph sz="quarter" idx="14"/>
          </p:nvPr>
        </p:nvSpPr>
        <p:spPr>
          <a:xfrm>
            <a:off x="7592654" y="1645920"/>
            <a:ext cx="3380146" cy="438912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solidFill>
                  <a:schemeClr val="tx1"/>
                </a:solidFill>
              </a:defRPr>
            </a:lvl1pPr>
          </a:lstStyle>
          <a:p>
            <a:fld id="{A80AD10E-AA22-4A1A-88F6-F4B2C3E6FE7A}" type="datetime1">
              <a:rPr lang="en-US" smtClean="0"/>
              <a:t>9/17/2026</a:t>
            </a:fld>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t>‹#›</a:t>
            </a:fld>
            <a:endParaRPr lang="en-US"/>
          </a:p>
        </p:txBody>
      </p:sp>
      <p:grpSp>
        <p:nvGrpSpPr>
          <p:cNvPr id="3" name="Group 2"/>
          <p:cNvGrpSpPr/>
          <p:nvPr/>
        </p:nvGrpSpPr>
        <p:grpSpPr>
          <a:xfrm>
            <a:off x="803185" y="0"/>
            <a:ext cx="10585629" cy="6858000"/>
            <a:chOff x="803185" y="0"/>
            <a:chExt cx="10585629" cy="6858000"/>
          </a:xfrm>
        </p:grpSpPr>
        <p:cxnSp>
          <p:nvCxnSpPr>
            <p:cNvPr id="4" name="Straight Connector 3"/>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5">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07008" y="786384"/>
            <a:ext cx="9784080" cy="640080"/>
          </a:xfrm>
        </p:spPr>
        <p:txBody>
          <a:bodyPr anchor="t" anchorCtr="0">
            <a:normAutofit/>
          </a:bodyPr>
          <a:lstStyle>
            <a:lvl1pPr>
              <a:defRPr sz="3200">
                <a:solidFill>
                  <a:schemeClr val="tx1"/>
                </a:solidFill>
              </a:defRPr>
            </a:lvl1pPr>
          </a:lstStyle>
          <a:p>
            <a:r>
              <a:rPr lang="en-US"/>
              <a:t>Click to edit Master title style</a:t>
            </a:r>
          </a:p>
        </p:txBody>
      </p:sp>
      <p:sp>
        <p:nvSpPr>
          <p:cNvPr id="6" name="Footer Placeholder 5"/>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p:cNvSpPr>
            <a:spLocks noGrp="1"/>
          </p:cNvSpPr>
          <p:nvPr>
            <p:ph sz="quarter" idx="14"/>
          </p:nvPr>
        </p:nvSpPr>
        <p:spPr>
          <a:xfrm>
            <a:off x="1207008" y="1645920"/>
            <a:ext cx="4572000" cy="457200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10"/>
          <p:cNvSpPr>
            <a:spLocks noGrp="1"/>
          </p:cNvSpPr>
          <p:nvPr>
            <p:ph type="pic" sz="quarter" idx="13" hasCustomPrompt="1"/>
          </p:nvPr>
        </p:nvSpPr>
        <p:spPr>
          <a:xfrm>
            <a:off x="6211963" y="1645921"/>
            <a:ext cx="4777774" cy="4400318"/>
          </a:xfrm>
          <a:blipFill dpi="0" rotWithShape="1">
            <a:blip r:embed="rId2">
              <a:alphaModFix amt="20000"/>
              <a:extLst>
                <a:ext uri="{BEBA8EAE-BF5A-486C-A8C5-ECC9F3942E4B}">
                  <a14:imgProps xmlns:a14="http://schemas.microsoft.com/office/drawing/2010/main">
                    <a14:imgLayer r:embed="rId3">
                      <a14:imgEffect>
                        <a14:brightnessContrast bright="-27000" contrast="59000"/>
                      </a14:imgEffect>
                      <a14:imgEffect>
                        <a14:saturation sat="0"/>
                      </a14:imgEffect>
                    </a14:imgLayer>
                  </a14:imgProps>
                </a:ext>
              </a:extLst>
            </a:blip>
            <a:srcRect/>
            <a:stretch>
              <a:fillRect l="10" t="-4" r="100" b="-8973"/>
            </a:stretch>
          </a:blipFill>
          <a:ln w="6350">
            <a:solidFill>
              <a:schemeClr val="tx1"/>
            </a:solidFill>
          </a:ln>
        </p:spPr>
        <p:txBody>
          <a:bodyPr/>
          <a:lstStyle>
            <a:lvl1pPr marL="0" indent="0">
              <a:buNone/>
              <a:defRPr/>
            </a:lvl1pPr>
          </a:lstStyle>
          <a:p>
            <a:r>
              <a:rPr lang="en-US"/>
              <a:t> </a:t>
            </a:r>
          </a:p>
        </p:txBody>
      </p:sp>
      <p:sp>
        <p:nvSpPr>
          <p:cNvPr id="5" name="Date Placeholder 4"/>
          <p:cNvSpPr>
            <a:spLocks noGrp="1"/>
          </p:cNvSpPr>
          <p:nvPr>
            <p:ph type="dt" sz="half" idx="10"/>
          </p:nvPr>
        </p:nvSpPr>
        <p:spPr/>
        <p:txBody>
          <a:bodyPr/>
          <a:lstStyle>
            <a:lvl1pPr>
              <a:defRPr>
                <a:solidFill>
                  <a:schemeClr val="tx1"/>
                </a:solidFill>
              </a:defRPr>
            </a:lvl1pPr>
          </a:lstStyle>
          <a:p>
            <a:fld id="{D5C57D5A-EE81-4EB8-9DAF-ABC5A6DD5008}" type="datetime1">
              <a:rPr lang="en-US" smtClean="0"/>
              <a:t>9/17/2026</a:t>
            </a:fld>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t>‹#›</a:t>
            </a:fld>
            <a:endParaRPr lang="en-US"/>
          </a:p>
        </p:txBody>
      </p:sp>
      <p:grpSp>
        <p:nvGrpSpPr>
          <p:cNvPr id="3" name="Group 2"/>
          <p:cNvGrpSpPr/>
          <p:nvPr/>
        </p:nvGrpSpPr>
        <p:grpSpPr>
          <a:xfrm>
            <a:off x="803185" y="0"/>
            <a:ext cx="10585629" cy="6858000"/>
            <a:chOff x="803185" y="0"/>
            <a:chExt cx="10585629" cy="6858000"/>
          </a:xfrm>
        </p:grpSpPr>
        <p:cxnSp>
          <p:nvCxnSpPr>
            <p:cNvPr id="4" name="Straight Connector 3"/>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6">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09388" y="786385"/>
            <a:ext cx="7772400" cy="914400"/>
          </a:xfrm>
        </p:spPr>
        <p:txBody>
          <a:bodyPr anchor="b">
            <a:normAutofit/>
          </a:bodyPr>
          <a:lstStyle>
            <a:lvl1pPr>
              <a:defRPr sz="3200">
                <a:solidFill>
                  <a:schemeClr val="tx1"/>
                </a:solidFill>
              </a:defRPr>
            </a:lvl1pPr>
          </a:lstStyle>
          <a:p>
            <a:r>
              <a:rPr lang="en-US"/>
              <a:t>Click to edit Master title style</a:t>
            </a:r>
          </a:p>
        </p:txBody>
      </p:sp>
      <p:sp>
        <p:nvSpPr>
          <p:cNvPr id="5" name="Footer Placeholder 4"/>
          <p:cNvSpPr>
            <a:spLocks noGrp="1"/>
          </p:cNvSpPr>
          <p:nvPr>
            <p:ph type="ftr" sz="quarter" idx="16"/>
          </p:nvPr>
        </p:nvSpPr>
        <p:spPr/>
        <p:txBody>
          <a:bodyPr/>
          <a:lstStyle>
            <a:lvl1pPr>
              <a:defRPr>
                <a:solidFill>
                  <a:schemeClr val="tx1"/>
                </a:solidFill>
              </a:defRPr>
            </a:lvl1pPr>
          </a:lstStyle>
          <a:p>
            <a:r>
              <a:rPr lang="en-US"/>
              <a:t>SAMPLE FOOTER TEXT</a:t>
            </a:r>
          </a:p>
        </p:txBody>
      </p:sp>
      <p:sp>
        <p:nvSpPr>
          <p:cNvPr id="11" name="Picture Placeholder 10"/>
          <p:cNvSpPr>
            <a:spLocks noGrp="1"/>
          </p:cNvSpPr>
          <p:nvPr>
            <p:ph type="pic" sz="quarter" idx="13" hasCustomPrompt="1"/>
          </p:nvPr>
        </p:nvSpPr>
        <p:spPr>
          <a:xfrm>
            <a:off x="804673" y="393289"/>
            <a:ext cx="2084255" cy="6051054"/>
          </a:xfrm>
          <a:blipFill dpi="0" rotWithShape="1">
            <a:blip r:embed="rId2">
              <a:alphaModFix amt="20000"/>
              <a:extLst>
                <a:ext uri="{BEBA8EAE-BF5A-486C-A8C5-ECC9F3942E4B}">
                  <a14:imgProps xmlns:a14="http://schemas.microsoft.com/office/drawing/2010/main">
                    <a14:imgLayer r:embed="rId3">
                      <a14:imgEffect>
                        <a14:brightnessContrast bright="-27000" contrast="59000"/>
                      </a14:imgEffect>
                      <a14:imgEffect>
                        <a14:saturation sat="0"/>
                      </a14:imgEffect>
                    </a14:imgLayer>
                  </a14:imgProps>
                </a:ext>
              </a:extLst>
            </a:blip>
            <a:srcRect/>
            <a:stretch>
              <a:fillRect l="191" t="148" r="-487" b="-1"/>
            </a:stretch>
          </a:blipFill>
        </p:spPr>
        <p:txBody>
          <a:bodyPr/>
          <a:lstStyle>
            <a:lvl1pPr marL="0" indent="0">
              <a:buNone/>
              <a:defRPr/>
            </a:lvl1pPr>
          </a:lstStyle>
          <a:p>
            <a:r>
              <a:rPr lang="en-US"/>
              <a:t> </a:t>
            </a:r>
          </a:p>
        </p:txBody>
      </p:sp>
      <p:sp>
        <p:nvSpPr>
          <p:cNvPr id="8" name="Content Placeholder 7"/>
          <p:cNvSpPr>
            <a:spLocks noGrp="1"/>
          </p:cNvSpPr>
          <p:nvPr>
            <p:ph sz="quarter" idx="14"/>
          </p:nvPr>
        </p:nvSpPr>
        <p:spPr>
          <a:xfrm>
            <a:off x="3209388" y="1828800"/>
            <a:ext cx="7772400"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5"/>
          </p:nvPr>
        </p:nvSpPr>
        <p:spPr/>
        <p:txBody>
          <a:bodyPr/>
          <a:lstStyle>
            <a:lvl1pPr>
              <a:defRPr>
                <a:solidFill>
                  <a:schemeClr val="tx1"/>
                </a:solidFill>
              </a:defRPr>
            </a:lvl1pPr>
          </a:lstStyle>
          <a:p>
            <a:fld id="{3CF1C996-E939-49D2-ACF0-1DAA697D4C26}" type="datetime1">
              <a:rPr lang="en-US" smtClean="0"/>
              <a:t>9/17/2026</a:t>
            </a:fld>
            <a:endParaRPr lang="en-US"/>
          </a:p>
        </p:txBody>
      </p:sp>
      <p:sp>
        <p:nvSpPr>
          <p:cNvPr id="6" name="Slide Number Placeholder 5"/>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t>‹#›</a:t>
            </a:fld>
            <a:endParaRPr lang="en-US"/>
          </a:p>
        </p:txBody>
      </p:sp>
      <p:cxnSp>
        <p:nvCxnSpPr>
          <p:cNvPr id="16" name="Straight Connector 15"/>
          <p:cNvCxnSpPr/>
          <p:nvPr/>
        </p:nvCxnSpPr>
        <p:spPr>
          <a:xfrm>
            <a:off x="2899086"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Group 3"/>
          <p:cNvGrpSpPr/>
          <p:nvPr/>
        </p:nvGrpSpPr>
        <p:grpSpPr>
          <a:xfrm>
            <a:off x="803185" y="0"/>
            <a:ext cx="10585629" cy="6858000"/>
            <a:chOff x="803185" y="0"/>
            <a:chExt cx="10585629" cy="6858000"/>
          </a:xfrm>
        </p:grpSpPr>
        <p:cxnSp>
          <p:nvCxnSpPr>
            <p:cNvPr id="7" name="Straight Connector 6"/>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7">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07008" y="786384"/>
            <a:ext cx="7772400" cy="914400"/>
          </a:xfrm>
        </p:spPr>
        <p:txBody>
          <a:bodyPr anchor="b">
            <a:noAutofit/>
          </a:bodyPr>
          <a:lstStyle>
            <a:lvl1pPr>
              <a:defRPr sz="3200">
                <a:solidFill>
                  <a:schemeClr val="tx1"/>
                </a:solidFill>
              </a:defRPr>
            </a:lvl1pPr>
          </a:lstStyle>
          <a:p>
            <a:r>
              <a:rPr lang="en-US"/>
              <a:t>Click to edit Master title style</a:t>
            </a:r>
          </a:p>
        </p:txBody>
      </p:sp>
      <p:sp>
        <p:nvSpPr>
          <p:cNvPr id="4" name="Footer Placeholder 3"/>
          <p:cNvSpPr>
            <a:spLocks noGrp="1"/>
          </p:cNvSpPr>
          <p:nvPr>
            <p:ph type="ftr" sz="quarter" idx="16"/>
          </p:nvPr>
        </p:nvSpPr>
        <p:spPr/>
        <p:txBody>
          <a:bodyPr/>
          <a:lstStyle>
            <a:lvl1pPr>
              <a:defRPr>
                <a:solidFill>
                  <a:schemeClr val="tx1"/>
                </a:solidFill>
              </a:defRPr>
            </a:lvl1pPr>
          </a:lstStyle>
          <a:p>
            <a:r>
              <a:rPr lang="en-US"/>
              <a:t>SAMPLE FOOTER TEXT</a:t>
            </a:r>
          </a:p>
        </p:txBody>
      </p:sp>
      <p:sp>
        <p:nvSpPr>
          <p:cNvPr id="8" name="Content Placeholder 7"/>
          <p:cNvSpPr>
            <a:spLocks noGrp="1"/>
          </p:cNvSpPr>
          <p:nvPr>
            <p:ph sz="quarter" idx="14"/>
          </p:nvPr>
        </p:nvSpPr>
        <p:spPr>
          <a:xfrm>
            <a:off x="1207008" y="1828800"/>
            <a:ext cx="7772400"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10"/>
          <p:cNvSpPr>
            <a:spLocks noGrp="1"/>
          </p:cNvSpPr>
          <p:nvPr>
            <p:ph type="pic" sz="quarter" idx="13" hasCustomPrompt="1"/>
          </p:nvPr>
        </p:nvSpPr>
        <p:spPr>
          <a:xfrm>
            <a:off x="9287478" y="393289"/>
            <a:ext cx="2084255" cy="6051054"/>
          </a:xfrm>
          <a:blipFill dpi="0" rotWithShape="1">
            <a:blip r:embed="rId2">
              <a:alphaModFix amt="20000"/>
              <a:extLst>
                <a:ext uri="{BEBA8EAE-BF5A-486C-A8C5-ECC9F3942E4B}">
                  <a14:imgProps xmlns:a14="http://schemas.microsoft.com/office/drawing/2010/main">
                    <a14:imgLayer r:embed="rId3">
                      <a14:imgEffect>
                        <a14:brightnessContrast bright="-27000" contrast="59000"/>
                      </a14:imgEffect>
                      <a14:imgEffect>
                        <a14:saturation sat="0"/>
                      </a14:imgEffect>
                    </a14:imgLayer>
                  </a14:imgProps>
                </a:ext>
              </a:extLst>
            </a:blip>
            <a:srcRect/>
            <a:stretch>
              <a:fillRect l="192" t="148" r="-748" b="-1"/>
            </a:stretch>
          </a:blipFill>
        </p:spPr>
        <p:txBody>
          <a:bodyPr/>
          <a:lstStyle>
            <a:lvl1pPr marL="0" indent="0">
              <a:buNone/>
              <a:defRPr/>
            </a:lvl1pPr>
          </a:lstStyle>
          <a:p>
            <a:r>
              <a:rPr lang="en-US"/>
              <a:t> </a:t>
            </a:r>
          </a:p>
        </p:txBody>
      </p:sp>
      <p:sp>
        <p:nvSpPr>
          <p:cNvPr id="3" name="Date Placeholder 2"/>
          <p:cNvSpPr>
            <a:spLocks noGrp="1"/>
          </p:cNvSpPr>
          <p:nvPr>
            <p:ph type="dt" sz="half" idx="15"/>
          </p:nvPr>
        </p:nvSpPr>
        <p:spPr/>
        <p:txBody>
          <a:bodyPr/>
          <a:lstStyle>
            <a:lvl1pPr>
              <a:defRPr>
                <a:solidFill>
                  <a:schemeClr val="tx1"/>
                </a:solidFill>
              </a:defRPr>
            </a:lvl1pPr>
          </a:lstStyle>
          <a:p>
            <a:fld id="{BC634302-EDB4-4C38-AE4F-99E11593A1F0}" type="datetime1">
              <a:rPr lang="en-US" smtClean="0"/>
              <a:t>9/17/2026</a:t>
            </a:fld>
            <a:endParaRPr lang="en-US"/>
          </a:p>
        </p:txBody>
      </p:sp>
      <p:sp>
        <p:nvSpPr>
          <p:cNvPr id="5" name="Slide Number Placeholder 4"/>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t>‹#›</a:t>
            </a:fld>
            <a:endParaRPr lang="en-US"/>
          </a:p>
        </p:txBody>
      </p:sp>
      <p:cxnSp>
        <p:nvCxnSpPr>
          <p:cNvPr id="17" name="Straight Connector 16"/>
          <p:cNvCxnSpPr/>
          <p:nvPr/>
        </p:nvCxnSpPr>
        <p:spPr>
          <a:xfrm>
            <a:off x="9250563"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Group 5"/>
          <p:cNvGrpSpPr/>
          <p:nvPr/>
        </p:nvGrpSpPr>
        <p:grpSpPr>
          <a:xfrm>
            <a:off x="803185" y="0"/>
            <a:ext cx="10585629" cy="6858000"/>
            <a:chOff x="803185" y="0"/>
            <a:chExt cx="10585629" cy="6858000"/>
          </a:xfrm>
        </p:grpSpPr>
        <p:cxnSp>
          <p:nvCxnSpPr>
            <p:cNvPr id="7" name="Straight Connector 6"/>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ntent with Picture 18">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45108" y="786384"/>
            <a:ext cx="4023360" cy="1280160"/>
          </a:xfrm>
        </p:spPr>
        <p:txBody>
          <a:bodyPr>
            <a:normAutofit/>
          </a:bodyPr>
          <a:lstStyle>
            <a:lvl1pPr>
              <a:defRPr sz="3200">
                <a:solidFill>
                  <a:schemeClr val="tx1"/>
                </a:solidFill>
              </a:defRPr>
            </a:lvl1pPr>
          </a:lstStyle>
          <a:p>
            <a:r>
              <a:rPr lang="en-US"/>
              <a:t>Click to edit Master title style</a:t>
            </a:r>
          </a:p>
        </p:txBody>
      </p:sp>
      <p:sp>
        <p:nvSpPr>
          <p:cNvPr id="6" name="Footer Placeholder 5"/>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1" name="Picture Placeholder 10"/>
          <p:cNvSpPr>
            <a:spLocks noGrp="1"/>
          </p:cNvSpPr>
          <p:nvPr>
            <p:ph type="pic" sz="quarter" idx="13" hasCustomPrompt="1"/>
          </p:nvPr>
        </p:nvSpPr>
        <p:spPr>
          <a:xfrm>
            <a:off x="1220455" y="2396086"/>
            <a:ext cx="4070907" cy="3637825"/>
          </a:xfrm>
          <a:blipFill dpi="0" rotWithShape="1">
            <a:blip r:embed="rId2">
              <a:alphaModFix amt="20000"/>
              <a:extLst>
                <a:ext uri="{BEBA8EAE-BF5A-486C-A8C5-ECC9F3942E4B}">
                  <a14:imgProps xmlns:a14="http://schemas.microsoft.com/office/drawing/2010/main">
                    <a14:imgLayer r:embed="rId3">
                      <a14:imgEffect>
                        <a14:brightnessContrast bright="-27000" contrast="59000"/>
                      </a14:imgEffect>
                      <a14:imgEffect>
                        <a14:saturation sat="0"/>
                      </a14:imgEffect>
                    </a14:imgLayer>
                  </a14:imgProps>
                </a:ext>
              </a:extLst>
            </a:blip>
            <a:srcRect/>
            <a:stretch>
              <a:fillRect t="-1" b="-11100"/>
            </a:stretch>
          </a:blipFill>
          <a:ln w="6350">
            <a:solidFill>
              <a:schemeClr val="tx1"/>
            </a:solidFill>
          </a:ln>
        </p:spPr>
        <p:txBody>
          <a:bodyPr/>
          <a:lstStyle>
            <a:lvl1pPr marL="0" indent="0">
              <a:buNone/>
              <a:defRPr/>
            </a:lvl1pPr>
          </a:lstStyle>
          <a:p>
            <a:r>
              <a:rPr lang="en-US"/>
              <a:t> </a:t>
            </a:r>
          </a:p>
        </p:txBody>
      </p:sp>
      <p:sp>
        <p:nvSpPr>
          <p:cNvPr id="8" name="Content Placeholder 7"/>
          <p:cNvSpPr>
            <a:spLocks noGrp="1"/>
          </p:cNvSpPr>
          <p:nvPr>
            <p:ph sz="quarter" idx="14"/>
          </p:nvPr>
        </p:nvSpPr>
        <p:spPr>
          <a:xfrm>
            <a:off x="5669280" y="786384"/>
            <a:ext cx="5303520" cy="530352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solidFill>
                  <a:schemeClr val="tx1"/>
                </a:solidFill>
              </a:defRPr>
            </a:lvl1pPr>
          </a:lstStyle>
          <a:p>
            <a:fld id="{378A9400-0F8A-40AD-9C7D-D04C05A686BB}" type="datetime1">
              <a:rPr lang="en-US" smtClean="0"/>
              <a:t>9/17/2026</a:t>
            </a:fld>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t>‹#›</a:t>
            </a:fld>
            <a:endParaRPr lang="en-US"/>
          </a:p>
        </p:txBody>
      </p:sp>
      <p:grpSp>
        <p:nvGrpSpPr>
          <p:cNvPr id="3" name="Group 2"/>
          <p:cNvGrpSpPr/>
          <p:nvPr/>
        </p:nvGrpSpPr>
        <p:grpSpPr>
          <a:xfrm>
            <a:off x="803185" y="0"/>
            <a:ext cx="10585629" cy="6858000"/>
            <a:chOff x="803185" y="0"/>
            <a:chExt cx="10585629" cy="6858000"/>
          </a:xfrm>
        </p:grpSpPr>
        <p:cxnSp>
          <p:nvCxnSpPr>
            <p:cNvPr id="4" name="Straight Connector 3"/>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with Picture 19">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45108" y="786384"/>
            <a:ext cx="2834640" cy="1453896"/>
          </a:xfrm>
        </p:spPr>
        <p:txBody>
          <a:bodyPr anchor="t">
            <a:normAutofit/>
          </a:bodyPr>
          <a:lstStyle>
            <a:lvl1pPr>
              <a:defRPr sz="3200">
                <a:solidFill>
                  <a:schemeClr val="tx1"/>
                </a:solidFill>
              </a:defRPr>
            </a:lvl1pPr>
          </a:lstStyle>
          <a:p>
            <a:r>
              <a:rPr lang="en-US"/>
              <a:t>Click to edit Master title style</a:t>
            </a:r>
          </a:p>
        </p:txBody>
      </p:sp>
      <p:sp>
        <p:nvSpPr>
          <p:cNvPr id="6" name="Footer Placeholder 5"/>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1" name="Picture Placeholder 10"/>
          <p:cNvSpPr>
            <a:spLocks noGrp="1"/>
          </p:cNvSpPr>
          <p:nvPr>
            <p:ph type="pic" sz="quarter" idx="13" hasCustomPrompt="1"/>
          </p:nvPr>
        </p:nvSpPr>
        <p:spPr>
          <a:xfrm>
            <a:off x="1220457" y="2388928"/>
            <a:ext cx="2859291" cy="3644982"/>
          </a:xfrm>
          <a:blipFill dpi="0" rotWithShape="1">
            <a:blip r:embed="rId2">
              <a:alphaModFix amt="20000"/>
              <a:extLst>
                <a:ext uri="{BEBA8EAE-BF5A-486C-A8C5-ECC9F3942E4B}">
                  <a14:imgProps xmlns:a14="http://schemas.microsoft.com/office/drawing/2010/main">
                    <a14:imgLayer r:embed="rId3">
                      <a14:imgEffect>
                        <a14:brightnessContrast bright="-27000" contrast="59000"/>
                      </a14:imgEffect>
                      <a14:imgEffect>
                        <a14:saturation sat="0"/>
                      </a14:imgEffect>
                    </a14:imgLayer>
                  </a14:imgProps>
                </a:ext>
              </a:extLst>
            </a:blip>
            <a:srcRect/>
            <a:stretch>
              <a:fillRect t="-1" b="-10882"/>
            </a:stretch>
          </a:blipFill>
          <a:ln w="6350">
            <a:solidFill>
              <a:schemeClr val="tx1"/>
            </a:solidFill>
          </a:ln>
        </p:spPr>
        <p:txBody>
          <a:bodyPr/>
          <a:lstStyle>
            <a:lvl1pPr marL="0" indent="0">
              <a:buNone/>
              <a:defRPr/>
            </a:lvl1pPr>
          </a:lstStyle>
          <a:p>
            <a:r>
              <a:rPr lang="en-US"/>
              <a:t> </a:t>
            </a:r>
          </a:p>
        </p:txBody>
      </p:sp>
      <p:sp>
        <p:nvSpPr>
          <p:cNvPr id="8" name="Content Placeholder 7"/>
          <p:cNvSpPr>
            <a:spLocks noGrp="1"/>
          </p:cNvSpPr>
          <p:nvPr>
            <p:ph sz="quarter" idx="14"/>
          </p:nvPr>
        </p:nvSpPr>
        <p:spPr>
          <a:xfrm>
            <a:off x="4480560" y="786384"/>
            <a:ext cx="6492240" cy="548640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solidFill>
                  <a:schemeClr val="tx1"/>
                </a:solidFill>
              </a:defRPr>
            </a:lvl1pPr>
          </a:lstStyle>
          <a:p>
            <a:fld id="{F0AAA33B-7B4C-4CA5-AD3F-802C7D7897C7}" type="datetime1">
              <a:rPr lang="en-US" smtClean="0"/>
              <a:t>9/17/2026</a:t>
            </a:fld>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t>‹#›</a:t>
            </a:fld>
            <a:endParaRPr lang="en-US"/>
          </a:p>
        </p:txBody>
      </p:sp>
      <p:grpSp>
        <p:nvGrpSpPr>
          <p:cNvPr id="3" name="Group 2"/>
          <p:cNvGrpSpPr/>
          <p:nvPr/>
        </p:nvGrpSpPr>
        <p:grpSpPr>
          <a:xfrm>
            <a:off x="803185" y="0"/>
            <a:ext cx="10585629" cy="6858000"/>
            <a:chOff x="803185" y="0"/>
            <a:chExt cx="10585629" cy="6858000"/>
          </a:xfrm>
        </p:grpSpPr>
        <p:cxnSp>
          <p:nvCxnSpPr>
            <p:cNvPr id="4" name="Straight Connector 3"/>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199019" y="4634716"/>
            <a:ext cx="5897880" cy="1353312"/>
          </a:xfrm>
        </p:spPr>
        <p:txBody>
          <a:bodyPr>
            <a:normAutofit/>
          </a:bodyPr>
          <a:lstStyle>
            <a:lvl1pPr>
              <a:lnSpc>
                <a:spcPct val="120000"/>
              </a:lnSpc>
              <a:defRPr sz="2400" b="0" i="0" cap="none" baseline="0">
                <a:solidFill>
                  <a:schemeClr val="tx1"/>
                </a:solidFill>
                <a:latin typeface="+mj-lt"/>
              </a:defRPr>
            </a:lvl1pPr>
          </a:lstStyle>
          <a:p>
            <a:r>
              <a:rPr lang="en-US"/>
              <a:t>Click to edit Master title style</a:t>
            </a:r>
          </a:p>
        </p:txBody>
      </p:sp>
      <p:sp>
        <p:nvSpPr>
          <p:cNvPr id="4" name="Footer Placeholder 3"/>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p:cNvSpPr>
            <a:spLocks noGrp="1"/>
          </p:cNvSpPr>
          <p:nvPr>
            <p:ph sz="quarter" idx="13" hasCustomPrompt="1"/>
          </p:nvPr>
        </p:nvSpPr>
        <p:spPr>
          <a:xfrm>
            <a:off x="1207008" y="603503"/>
            <a:ext cx="9601200" cy="4334256"/>
          </a:xfrm>
        </p:spPr>
        <p:txBody>
          <a:bodyPr anchor="b">
            <a:normAutofit/>
          </a:bodyPr>
          <a:lstStyle>
            <a:lvl1pPr marL="0" indent="0">
              <a:lnSpc>
                <a:spcPct val="90000"/>
              </a:lnSpc>
              <a:spcBef>
                <a:spcPts val="0"/>
              </a:spcBef>
              <a:buNone/>
              <a:defRPr sz="30000" b="0" i="0">
                <a:solidFill>
                  <a:schemeClr val="tx1"/>
                </a:solidFill>
                <a:latin typeface="+mn-lt"/>
              </a:defRPr>
            </a:lvl1pPr>
          </a:lstStyle>
          <a:p>
            <a:pPr lvl="0"/>
            <a:r>
              <a:rPr lang="en-US"/>
              <a:t>##%</a:t>
            </a:r>
          </a:p>
        </p:txBody>
      </p:sp>
      <p:sp>
        <p:nvSpPr>
          <p:cNvPr id="3" name="Date Placeholder 2"/>
          <p:cNvSpPr>
            <a:spLocks noGrp="1"/>
          </p:cNvSpPr>
          <p:nvPr>
            <p:ph type="dt" sz="half" idx="10"/>
          </p:nvPr>
        </p:nvSpPr>
        <p:spPr/>
        <p:txBody>
          <a:bodyPr/>
          <a:lstStyle>
            <a:lvl1pPr>
              <a:defRPr>
                <a:solidFill>
                  <a:schemeClr val="tx1"/>
                </a:solidFill>
              </a:defRPr>
            </a:lvl1pPr>
          </a:lstStyle>
          <a:p>
            <a:fld id="{23E33F43-D372-4092-9463-D8C0DAA92373}" type="datetime1">
              <a:rPr lang="en-US" smtClean="0"/>
              <a:t>9/17/2026</a:t>
            </a:fld>
            <a:endParaRPr lang="en-US"/>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t>‹#›</a:t>
            </a:fld>
            <a:endParaRPr lang="en-US"/>
          </a:p>
        </p:txBody>
      </p:sp>
      <p:grpSp>
        <p:nvGrpSpPr>
          <p:cNvPr id="6" name="Group 5"/>
          <p:cNvGrpSpPr/>
          <p:nvPr/>
        </p:nvGrpSpPr>
        <p:grpSpPr>
          <a:xfrm>
            <a:off x="803185" y="0"/>
            <a:ext cx="10585629" cy="6858000"/>
            <a:chOff x="803185" y="0"/>
            <a:chExt cx="10585629" cy="6858000"/>
          </a:xfrm>
        </p:grpSpPr>
        <p:cxnSp>
          <p:nvCxnSpPr>
            <p:cNvPr id="8" name="Straight Connector 7"/>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Number Larg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352800" y="4193183"/>
            <a:ext cx="5486400" cy="1005840"/>
          </a:xfrm>
        </p:spPr>
        <p:txBody>
          <a:bodyPr>
            <a:normAutofit/>
          </a:bodyPr>
          <a:lstStyle>
            <a:lvl1pPr algn="ctr">
              <a:lnSpc>
                <a:spcPct val="110000"/>
              </a:lnSpc>
              <a:defRPr sz="2400" b="0" i="0" cap="none" baseline="0">
                <a:solidFill>
                  <a:schemeClr val="tx1"/>
                </a:solidFill>
                <a:latin typeface="+mj-lt"/>
              </a:defRPr>
            </a:lvl1pPr>
          </a:lstStyle>
          <a:p>
            <a:r>
              <a:rPr lang="en-US"/>
              <a:t>Click to edit Master title style</a:t>
            </a:r>
          </a:p>
        </p:txBody>
      </p:sp>
      <p:sp>
        <p:nvSpPr>
          <p:cNvPr id="4" name="Footer Placeholder 3"/>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p:cNvSpPr>
            <a:spLocks noGrp="1"/>
          </p:cNvSpPr>
          <p:nvPr>
            <p:ph sz="quarter" idx="13" hasCustomPrompt="1"/>
          </p:nvPr>
        </p:nvSpPr>
        <p:spPr>
          <a:xfrm>
            <a:off x="2438400" y="1240974"/>
            <a:ext cx="7315200" cy="3065419"/>
          </a:xfrm>
        </p:spPr>
        <p:txBody>
          <a:bodyPr anchor="b">
            <a:noAutofit/>
          </a:bodyPr>
          <a:lstStyle>
            <a:lvl1pPr marL="0" indent="0" algn="ctr">
              <a:lnSpc>
                <a:spcPct val="90000"/>
              </a:lnSpc>
              <a:buNone/>
              <a:defRPr sz="20000" b="0" i="0">
                <a:solidFill>
                  <a:schemeClr val="tx1"/>
                </a:solidFill>
                <a:latin typeface="+mn-lt"/>
              </a:defRPr>
            </a:lvl1pPr>
          </a:lstStyle>
          <a:p>
            <a:pPr lvl="0"/>
            <a:r>
              <a:rPr lang="en-US"/>
              <a:t>##%</a:t>
            </a:r>
          </a:p>
        </p:txBody>
      </p:sp>
      <p:sp>
        <p:nvSpPr>
          <p:cNvPr id="3" name="Date Placeholder 2"/>
          <p:cNvSpPr>
            <a:spLocks noGrp="1"/>
          </p:cNvSpPr>
          <p:nvPr>
            <p:ph type="dt" sz="half" idx="10"/>
          </p:nvPr>
        </p:nvSpPr>
        <p:spPr/>
        <p:txBody>
          <a:bodyPr/>
          <a:lstStyle>
            <a:lvl1pPr>
              <a:defRPr>
                <a:solidFill>
                  <a:schemeClr val="tx1"/>
                </a:solidFill>
              </a:defRPr>
            </a:lvl1pPr>
          </a:lstStyle>
          <a:p>
            <a:fld id="{35FAB39A-86A1-48B6-9153-E6011CB46040}" type="datetime1">
              <a:rPr lang="en-US" smtClean="0"/>
              <a:t>9/17/2026</a:t>
            </a:fld>
            <a:endParaRPr lang="en-US"/>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t>‹#›</a:t>
            </a:fld>
            <a:endParaRPr lang="en-US"/>
          </a:p>
        </p:txBody>
      </p:sp>
      <p:grpSp>
        <p:nvGrpSpPr>
          <p:cNvPr id="6" name="Group 5"/>
          <p:cNvGrpSpPr/>
          <p:nvPr/>
        </p:nvGrpSpPr>
        <p:grpSpPr>
          <a:xfrm>
            <a:off x="795290" y="400467"/>
            <a:ext cx="10603299" cy="6052793"/>
            <a:chOff x="795290" y="400467"/>
            <a:chExt cx="10603299" cy="6052793"/>
          </a:xfrm>
        </p:grpSpPr>
        <p:cxnSp>
          <p:nvCxnSpPr>
            <p:cNvPr id="8" name="Straight Connector 7"/>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p:cNvGrpSpPr/>
          <p:nvPr/>
        </p:nvGrpSpPr>
        <p:grpSpPr>
          <a:xfrm>
            <a:off x="803185" y="0"/>
            <a:ext cx="10585629" cy="6858000"/>
            <a:chOff x="803185" y="0"/>
            <a:chExt cx="10585629" cy="6858000"/>
          </a:xfrm>
        </p:grpSpPr>
        <p:cxnSp>
          <p:nvCxnSpPr>
            <p:cNvPr id="13" name="Straight Connector 12"/>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Number Large 3">
    <p:spTree>
      <p:nvGrpSpPr>
        <p:cNvPr id="1" name=""/>
        <p:cNvGrpSpPr/>
        <p:nvPr/>
      </p:nvGrpSpPr>
      <p:grpSpPr>
        <a:xfrm>
          <a:off x="0" y="0"/>
          <a:ext cx="0" cy="0"/>
          <a:chOff x="0" y="0"/>
          <a:chExt cx="0" cy="0"/>
        </a:xfrm>
      </p:grpSpPr>
      <p:sp>
        <p:nvSpPr>
          <p:cNvPr id="20" name="Title 19"/>
          <p:cNvSpPr>
            <a:spLocks noGrp="1"/>
          </p:cNvSpPr>
          <p:nvPr>
            <p:ph type="title"/>
          </p:nvPr>
        </p:nvSpPr>
        <p:spPr>
          <a:xfrm>
            <a:off x="6327018" y="1599060"/>
            <a:ext cx="5052018" cy="3658736"/>
          </a:xfrm>
        </p:spPr>
        <p:txBody>
          <a:bodyPr anchor="ctr">
            <a:normAutofit/>
          </a:bodyPr>
          <a:lstStyle>
            <a:lvl1pPr>
              <a:defRPr sz="2400" cap="none" baseline="0">
                <a:latin typeface="+mn-lt"/>
              </a:defRPr>
            </a:lvl1pPr>
          </a:lstStyle>
          <a:p>
            <a:r>
              <a:rPr lang="en-US"/>
              <a:t>Click to edit Master title style</a:t>
            </a:r>
          </a:p>
        </p:txBody>
      </p:sp>
      <p:sp>
        <p:nvSpPr>
          <p:cNvPr id="4" name="Footer Placeholder 3"/>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9" name="Content Placeholder 18"/>
          <p:cNvSpPr>
            <a:spLocks noGrp="1"/>
          </p:cNvSpPr>
          <p:nvPr>
            <p:ph sz="quarter" idx="14" hasCustomPrompt="1"/>
          </p:nvPr>
        </p:nvSpPr>
        <p:spPr>
          <a:xfrm>
            <a:off x="914400" y="1600200"/>
            <a:ext cx="5140325" cy="3657600"/>
          </a:xfrm>
        </p:spPr>
        <p:txBody>
          <a:bodyPr anchor="ctr">
            <a:normAutofit/>
          </a:bodyPr>
          <a:lstStyle>
            <a:lvl1pPr marL="0" indent="0">
              <a:lnSpc>
                <a:spcPct val="90000"/>
              </a:lnSpc>
              <a:buNone/>
              <a:defRPr sz="20000"/>
            </a:lvl1pPr>
          </a:lstStyle>
          <a:p>
            <a:pPr lvl="0"/>
            <a:r>
              <a:rPr lang="en-US"/>
              <a:t>##%</a:t>
            </a:r>
          </a:p>
        </p:txBody>
      </p:sp>
      <p:sp>
        <p:nvSpPr>
          <p:cNvPr id="3" name="Date Placeholder 2"/>
          <p:cNvSpPr>
            <a:spLocks noGrp="1"/>
          </p:cNvSpPr>
          <p:nvPr>
            <p:ph type="dt" sz="half" idx="10"/>
          </p:nvPr>
        </p:nvSpPr>
        <p:spPr/>
        <p:txBody>
          <a:bodyPr/>
          <a:lstStyle>
            <a:lvl1pPr>
              <a:defRPr>
                <a:solidFill>
                  <a:schemeClr val="tx1"/>
                </a:solidFill>
              </a:defRPr>
            </a:lvl1pPr>
          </a:lstStyle>
          <a:p>
            <a:fld id="{484550B5-6894-4BAB-BE29-52F47C1325C5}" type="datetime1">
              <a:rPr lang="en-US" smtClean="0"/>
              <a:t>9/17/2026</a:t>
            </a:fld>
            <a:endParaRPr lang="en-US"/>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t>‹#›</a:t>
            </a:fld>
            <a:endParaRPr lang="en-US"/>
          </a:p>
        </p:txBody>
      </p:sp>
      <p:grpSp>
        <p:nvGrpSpPr>
          <p:cNvPr id="6" name="Group 5"/>
          <p:cNvGrpSpPr/>
          <p:nvPr/>
        </p:nvGrpSpPr>
        <p:grpSpPr>
          <a:xfrm>
            <a:off x="795290" y="400467"/>
            <a:ext cx="10603299" cy="6052793"/>
            <a:chOff x="795290" y="400467"/>
            <a:chExt cx="10603299" cy="6052793"/>
          </a:xfrm>
        </p:grpSpPr>
        <p:cxnSp>
          <p:nvCxnSpPr>
            <p:cNvPr id="8" name="Straight Connector 7"/>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p:cNvGrpSpPr/>
          <p:nvPr/>
        </p:nvGrpSpPr>
        <p:grpSpPr>
          <a:xfrm>
            <a:off x="803185" y="0"/>
            <a:ext cx="10585629" cy="6858000"/>
            <a:chOff x="803185" y="0"/>
            <a:chExt cx="10585629" cy="6858000"/>
          </a:xfrm>
        </p:grpSpPr>
        <p:cxnSp>
          <p:nvCxnSpPr>
            <p:cNvPr id="13" name="Straight Connector 12"/>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Number Large 4">
    <p:spTree>
      <p:nvGrpSpPr>
        <p:cNvPr id="1" name=""/>
        <p:cNvGrpSpPr/>
        <p:nvPr/>
      </p:nvGrpSpPr>
      <p:grpSpPr>
        <a:xfrm>
          <a:off x="0" y="0"/>
          <a:ext cx="0" cy="0"/>
          <a:chOff x="0" y="0"/>
          <a:chExt cx="0" cy="0"/>
        </a:xfrm>
      </p:grpSpPr>
      <p:sp>
        <p:nvSpPr>
          <p:cNvPr id="2" name="Title 1"/>
          <p:cNvSpPr>
            <a:spLocks noGrp="1"/>
          </p:cNvSpPr>
          <p:nvPr>
            <p:ph type="title"/>
          </p:nvPr>
        </p:nvSpPr>
        <p:spPr>
          <a:xfrm>
            <a:off x="4495800" y="4131153"/>
            <a:ext cx="3200400" cy="1545336"/>
          </a:xfrm>
          <a:noFill/>
        </p:spPr>
        <p:txBody>
          <a:bodyPr>
            <a:normAutofit/>
          </a:bodyPr>
          <a:lstStyle>
            <a:lvl1pPr algn="ctr">
              <a:lnSpc>
                <a:spcPct val="110000"/>
              </a:lnSpc>
              <a:defRPr sz="1600" b="0" i="0" cap="none" baseline="0">
                <a:solidFill>
                  <a:schemeClr val="tx1"/>
                </a:solidFill>
                <a:latin typeface="+mj-lt"/>
              </a:defRPr>
            </a:lvl1pPr>
          </a:lstStyle>
          <a:p>
            <a:r>
              <a:rPr lang="en-US"/>
              <a:t>Click to edit Master title style</a:t>
            </a:r>
          </a:p>
        </p:txBody>
      </p:sp>
      <p:sp>
        <p:nvSpPr>
          <p:cNvPr id="4" name="Footer Placeholder 3"/>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p:cNvSpPr>
            <a:spLocks noGrp="1"/>
          </p:cNvSpPr>
          <p:nvPr>
            <p:ph sz="quarter" idx="13" hasCustomPrompt="1"/>
          </p:nvPr>
        </p:nvSpPr>
        <p:spPr>
          <a:xfrm>
            <a:off x="3810000" y="1832029"/>
            <a:ext cx="4572000" cy="2475441"/>
          </a:xfrm>
          <a:noFill/>
        </p:spPr>
        <p:txBody>
          <a:bodyPr anchor="b">
            <a:normAutofit/>
          </a:bodyPr>
          <a:lstStyle>
            <a:lvl1pPr marL="0" indent="0" algn="ctr">
              <a:lnSpc>
                <a:spcPct val="90000"/>
              </a:lnSpc>
              <a:buNone/>
              <a:defRPr sz="15000" b="0" i="0">
                <a:solidFill>
                  <a:schemeClr val="tx1"/>
                </a:solidFill>
                <a:latin typeface="+mn-lt"/>
              </a:defRPr>
            </a:lvl1pPr>
          </a:lstStyle>
          <a:p>
            <a:pPr lvl="0"/>
            <a:r>
              <a:rPr lang="en-US"/>
              <a:t>##%</a:t>
            </a:r>
          </a:p>
        </p:txBody>
      </p:sp>
      <p:sp>
        <p:nvSpPr>
          <p:cNvPr id="3" name="Date Placeholder 2"/>
          <p:cNvSpPr>
            <a:spLocks noGrp="1"/>
          </p:cNvSpPr>
          <p:nvPr>
            <p:ph type="dt" sz="half" idx="10"/>
          </p:nvPr>
        </p:nvSpPr>
        <p:spPr/>
        <p:txBody>
          <a:bodyPr/>
          <a:lstStyle>
            <a:lvl1pPr>
              <a:defRPr>
                <a:solidFill>
                  <a:schemeClr val="tx1"/>
                </a:solidFill>
              </a:defRPr>
            </a:lvl1pPr>
          </a:lstStyle>
          <a:p>
            <a:fld id="{023644B3-B047-4BDA-A4C8-F5943698F924}" type="datetime1">
              <a:rPr lang="en-US" smtClean="0"/>
              <a:t>9/17/2026</a:t>
            </a:fld>
            <a:endParaRPr lang="en-US"/>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t>‹#›</a:t>
            </a:fld>
            <a:endParaRPr lang="en-US"/>
          </a:p>
        </p:txBody>
      </p:sp>
      <p:grpSp>
        <p:nvGrpSpPr>
          <p:cNvPr id="6" name="Group 5"/>
          <p:cNvGrpSpPr/>
          <p:nvPr/>
        </p:nvGrpSpPr>
        <p:grpSpPr>
          <a:xfrm>
            <a:off x="801384" y="402336"/>
            <a:ext cx="10591869" cy="6053328"/>
            <a:chOff x="801384" y="402336"/>
            <a:chExt cx="10591869" cy="6053328"/>
          </a:xfrm>
        </p:grpSpPr>
        <p:sp>
          <p:nvSpPr>
            <p:cNvPr id="8" name="Oval 7"/>
            <p:cNvSpPr>
              <a:spLocks noChangeAspect="1"/>
            </p:cNvSpPr>
            <p:nvPr/>
          </p:nvSpPr>
          <p:spPr>
            <a:xfrm>
              <a:off x="3069336" y="402336"/>
              <a:ext cx="6053328" cy="6053328"/>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p:nvPr/>
          </p:nvCxnSpPr>
          <p:spPr>
            <a:xfrm>
              <a:off x="801384" y="3421722"/>
              <a:ext cx="22705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9122664" y="3421722"/>
              <a:ext cx="22705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 name="Group 10"/>
          <p:cNvGrpSpPr/>
          <p:nvPr/>
        </p:nvGrpSpPr>
        <p:grpSpPr>
          <a:xfrm>
            <a:off x="803185" y="0"/>
            <a:ext cx="10585629" cy="6858000"/>
            <a:chOff x="803185" y="0"/>
            <a:chExt cx="10585629" cy="6858000"/>
          </a:xfrm>
        </p:grpSpPr>
        <p:cxnSp>
          <p:nvCxnSpPr>
            <p:cNvPr id="12" name="Straight Connector 11"/>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p:cNvSpPr>
            <a:spLocks noGrp="1"/>
          </p:cNvSpPr>
          <p:nvPr>
            <p:ph type="title"/>
          </p:nvPr>
        </p:nvSpPr>
        <p:spPr>
          <a:xfrm>
            <a:off x="769620" y="-1216560"/>
            <a:ext cx="10652760" cy="1133856"/>
          </a:xfrm>
        </p:spPr>
        <p:txBody>
          <a:bodyPr/>
          <a:lstStyle>
            <a:lvl1pPr>
              <a:defRPr>
                <a:solidFill>
                  <a:schemeClr val="bg1"/>
                </a:solidFill>
              </a:defRPr>
            </a:lvl1pPr>
          </a:lstStyle>
          <a:p>
            <a:r>
              <a:rPr lang="en-US"/>
              <a:t>Click to edit Master title style</a:t>
            </a:r>
          </a:p>
        </p:txBody>
      </p:sp>
      <p:sp>
        <p:nvSpPr>
          <p:cNvPr id="4" name="Footer Placeholder 3"/>
          <p:cNvSpPr>
            <a:spLocks noGrp="1"/>
          </p:cNvSpPr>
          <p:nvPr>
            <p:ph type="ftr" sz="quarter" idx="11"/>
          </p:nvPr>
        </p:nvSpPr>
        <p:spPr/>
        <p:txBody>
          <a:bodyPr/>
          <a:lstStyle/>
          <a:p>
            <a:r>
              <a:rPr lang="en-US"/>
              <a:t>SAMPLE FOOTER TEXT</a:t>
            </a:r>
          </a:p>
        </p:txBody>
      </p:sp>
      <p:sp>
        <p:nvSpPr>
          <p:cNvPr id="7" name="Content Placeholder 6"/>
          <p:cNvSpPr>
            <a:spLocks noGrp="1"/>
          </p:cNvSpPr>
          <p:nvPr>
            <p:ph sz="quarter" idx="13" hasCustomPrompt="1"/>
          </p:nvPr>
        </p:nvSpPr>
        <p:spPr>
          <a:xfrm>
            <a:off x="1316736" y="1508760"/>
            <a:ext cx="8266176" cy="3840480"/>
          </a:xfrm>
        </p:spPr>
        <p:txBody>
          <a:bodyPr anchor="ctr">
            <a:noAutofit/>
          </a:bodyPr>
          <a:lstStyle>
            <a:lvl1pPr marL="0" indent="0">
              <a:lnSpc>
                <a:spcPct val="100000"/>
              </a:lnSpc>
              <a:buNone/>
              <a:defRPr sz="4000" b="0" cap="all" baseline="0"/>
            </a:lvl1pPr>
            <a:lvl2pPr marL="228600" indent="0">
              <a:lnSpc>
                <a:spcPct val="100000"/>
              </a:lnSpc>
              <a:buNone/>
              <a:defRPr sz="3600" b="0" cap="all" baseline="0"/>
            </a:lvl2pPr>
            <a:lvl3pPr marL="457200" indent="0">
              <a:lnSpc>
                <a:spcPct val="100000"/>
              </a:lnSpc>
              <a:buNone/>
              <a:defRPr sz="3200" b="0" cap="all" baseline="0"/>
            </a:lvl3pPr>
            <a:lvl4pPr marL="685800" indent="0">
              <a:lnSpc>
                <a:spcPct val="100000"/>
              </a:lnSpc>
              <a:buNone/>
              <a:defRPr sz="2400" b="0" cap="all" baseline="0"/>
            </a:lvl4pPr>
            <a:lvl5pPr marL="914400" indent="0">
              <a:lnSpc>
                <a:spcPct val="100000"/>
              </a:lnSpc>
              <a:buNone/>
              <a:defRPr sz="2000" b="0" cap="all" baseline="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p:txBody>
          <a:bodyPr/>
          <a:lstStyle/>
          <a:p>
            <a:fld id="{1FA3FFB9-0880-4740-B084-BC51532B8F27}" type="datetime1">
              <a:rPr lang="en-US" smtClean="0"/>
              <a:t>9/17/2026</a:t>
            </a:fld>
            <a:endParaRPr lang="en-US"/>
          </a:p>
        </p:txBody>
      </p:sp>
      <p:sp>
        <p:nvSpPr>
          <p:cNvPr id="5" name="Slide Number Placeholder 4"/>
          <p:cNvSpPr>
            <a:spLocks noGrp="1"/>
          </p:cNvSpPr>
          <p:nvPr>
            <p:ph type="sldNum" sz="quarter" idx="12"/>
          </p:nvPr>
        </p:nvSpPr>
        <p:spPr/>
        <p:txBody>
          <a:bodyPr/>
          <a:lstStyle/>
          <a:p>
            <a:fld id="{CC057153-B650-4DEB-B370-79DDCFDCE934}" type="slidenum">
              <a:rPr lang="en-US" smtClean="0"/>
              <a:t>‹#›</a:t>
            </a:fld>
            <a:endParaRPr lang="en-US"/>
          </a:p>
        </p:txBody>
      </p:sp>
      <p:grpSp>
        <p:nvGrpSpPr>
          <p:cNvPr id="6" name="Group 5"/>
          <p:cNvGrpSpPr/>
          <p:nvPr/>
        </p:nvGrpSpPr>
        <p:grpSpPr>
          <a:xfrm>
            <a:off x="795290" y="400467"/>
            <a:ext cx="10603299" cy="6052793"/>
            <a:chOff x="795290" y="400467"/>
            <a:chExt cx="10603299" cy="6052793"/>
          </a:xfrm>
        </p:grpSpPr>
        <p:cxnSp>
          <p:nvCxnSpPr>
            <p:cNvPr id="8" name="Straight Connector 7"/>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p:cNvGrpSpPr/>
          <p:nvPr/>
        </p:nvGrpSpPr>
        <p:grpSpPr>
          <a:xfrm>
            <a:off x="803185" y="0"/>
            <a:ext cx="10585629" cy="6858000"/>
            <a:chOff x="803185" y="0"/>
            <a:chExt cx="10585629" cy="6858000"/>
          </a:xfrm>
        </p:grpSpPr>
        <p:cxnSp>
          <p:nvCxnSpPr>
            <p:cNvPr id="13" name="Straight Connector 12"/>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p:cNvSpPr>
            <a:spLocks noGrp="1"/>
          </p:cNvSpPr>
          <p:nvPr>
            <p:ph type="title"/>
          </p:nvPr>
        </p:nvSpPr>
        <p:spPr>
          <a:xfrm>
            <a:off x="769620" y="-1234492"/>
            <a:ext cx="10652760" cy="1133856"/>
          </a:xfrm>
        </p:spPr>
        <p:txBody>
          <a:bodyPr/>
          <a:lstStyle>
            <a:lvl1pPr>
              <a:defRPr>
                <a:solidFill>
                  <a:schemeClr val="bg1"/>
                </a:solidFill>
              </a:defRPr>
            </a:lvl1pPr>
          </a:lstStyle>
          <a:p>
            <a:r>
              <a:rPr lang="en-US"/>
              <a:t>Click to edit Master title style</a:t>
            </a:r>
          </a:p>
        </p:txBody>
      </p:sp>
      <p:sp>
        <p:nvSpPr>
          <p:cNvPr id="4" name="Footer Placeholder 3"/>
          <p:cNvSpPr>
            <a:spLocks noGrp="1"/>
          </p:cNvSpPr>
          <p:nvPr>
            <p:ph type="ftr" sz="quarter" idx="11"/>
          </p:nvPr>
        </p:nvSpPr>
        <p:spPr/>
        <p:txBody>
          <a:bodyPr/>
          <a:lstStyle/>
          <a:p>
            <a:r>
              <a:rPr lang="en-US"/>
              <a:t>SAMPLE FOOTER TEXT</a:t>
            </a:r>
          </a:p>
        </p:txBody>
      </p:sp>
      <p:sp>
        <p:nvSpPr>
          <p:cNvPr id="7" name="Content Placeholder 6"/>
          <p:cNvSpPr>
            <a:spLocks noGrp="1"/>
          </p:cNvSpPr>
          <p:nvPr>
            <p:ph sz="quarter" idx="13" hasCustomPrompt="1"/>
          </p:nvPr>
        </p:nvSpPr>
        <p:spPr>
          <a:xfrm>
            <a:off x="1316736" y="1508760"/>
            <a:ext cx="8266176" cy="3840480"/>
          </a:xfrm>
        </p:spPr>
        <p:txBody>
          <a:bodyPr anchor="t">
            <a:noAutofit/>
          </a:bodyPr>
          <a:lstStyle>
            <a:lvl1pPr marL="0" indent="0">
              <a:lnSpc>
                <a:spcPct val="100000"/>
              </a:lnSpc>
              <a:buNone/>
              <a:defRPr sz="4000" b="0" i="0" cap="all" baseline="0">
                <a:latin typeface="Bahnschrift Light" panose="020B0502040204020203" pitchFamily="34" charset="0"/>
              </a:defRPr>
            </a:lvl1pPr>
            <a:lvl2pPr marL="228600" indent="0">
              <a:lnSpc>
                <a:spcPct val="100000"/>
              </a:lnSpc>
              <a:buNone/>
              <a:defRPr sz="3200" b="0" i="0" cap="all" baseline="0">
                <a:latin typeface="Bahnschrift Light" panose="020B0502040204020203" pitchFamily="34" charset="0"/>
              </a:defRPr>
            </a:lvl2pPr>
            <a:lvl3pPr marL="457200" indent="0">
              <a:lnSpc>
                <a:spcPct val="100000"/>
              </a:lnSpc>
              <a:buNone/>
              <a:defRPr sz="2800" b="0" i="0" cap="all" baseline="0">
                <a:latin typeface="Bahnschrift Light" panose="020B0502040204020203" pitchFamily="34" charset="0"/>
              </a:defRPr>
            </a:lvl3pPr>
            <a:lvl4pPr marL="685800" indent="0">
              <a:lnSpc>
                <a:spcPct val="100000"/>
              </a:lnSpc>
              <a:buNone/>
              <a:defRPr sz="2400" b="0" cap="all" baseline="0"/>
            </a:lvl4pPr>
            <a:lvl5pPr marL="914400" indent="0">
              <a:lnSpc>
                <a:spcPct val="100000"/>
              </a:lnSpc>
              <a:buNone/>
              <a:defRPr sz="2000" b="0" cap="all" baseline="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a:p>
            <a:pPr lvl="2"/>
            <a:endParaRPr lang="en-US"/>
          </a:p>
        </p:txBody>
      </p:sp>
      <p:sp>
        <p:nvSpPr>
          <p:cNvPr id="3" name="Date Placeholder 2"/>
          <p:cNvSpPr>
            <a:spLocks noGrp="1"/>
          </p:cNvSpPr>
          <p:nvPr>
            <p:ph type="dt" sz="half" idx="10"/>
          </p:nvPr>
        </p:nvSpPr>
        <p:spPr/>
        <p:txBody>
          <a:bodyPr/>
          <a:lstStyle/>
          <a:p>
            <a:fld id="{0762D9A1-F997-4CCE-B007-8E1943F54374}" type="datetime1">
              <a:rPr lang="en-US" smtClean="0"/>
              <a:t>9/17/2026</a:t>
            </a:fld>
            <a:endParaRPr lang="en-US"/>
          </a:p>
        </p:txBody>
      </p:sp>
      <p:sp>
        <p:nvSpPr>
          <p:cNvPr id="5" name="Slide Number Placeholder 4"/>
          <p:cNvSpPr>
            <a:spLocks noGrp="1"/>
          </p:cNvSpPr>
          <p:nvPr>
            <p:ph type="sldNum" sz="quarter" idx="12"/>
          </p:nvPr>
        </p:nvSpPr>
        <p:spPr/>
        <p:txBody>
          <a:bodyPr/>
          <a:lstStyle/>
          <a:p>
            <a:fld id="{CC057153-B650-4DEB-B370-79DDCFDCE934}" type="slidenum">
              <a:rPr lang="en-US" smtClean="0"/>
              <a:t>‹#›</a:t>
            </a:fld>
            <a:endParaRPr lang="en-US"/>
          </a:p>
        </p:txBody>
      </p:sp>
      <p:grpSp>
        <p:nvGrpSpPr>
          <p:cNvPr id="6" name="Group 5"/>
          <p:cNvGrpSpPr/>
          <p:nvPr/>
        </p:nvGrpSpPr>
        <p:grpSpPr>
          <a:xfrm>
            <a:off x="795290" y="400467"/>
            <a:ext cx="10603299" cy="6052793"/>
            <a:chOff x="795290" y="400467"/>
            <a:chExt cx="10603299" cy="6052793"/>
          </a:xfrm>
        </p:grpSpPr>
        <p:cxnSp>
          <p:nvCxnSpPr>
            <p:cNvPr id="8" name="Straight Connector 7"/>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p:cNvGrpSpPr/>
          <p:nvPr/>
        </p:nvGrpSpPr>
        <p:grpSpPr>
          <a:xfrm>
            <a:off x="803185" y="0"/>
            <a:ext cx="10585629" cy="6858000"/>
            <a:chOff x="803185" y="0"/>
            <a:chExt cx="10585629" cy="6858000"/>
          </a:xfrm>
        </p:grpSpPr>
        <p:cxnSp>
          <p:nvCxnSpPr>
            <p:cNvPr id="13" name="Straight Connector 12"/>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p:cNvSpPr>
            <a:spLocks noGrp="1"/>
          </p:cNvSpPr>
          <p:nvPr>
            <p:ph type="title"/>
          </p:nvPr>
        </p:nvSpPr>
        <p:spPr>
          <a:xfrm>
            <a:off x="768876" y="-1216560"/>
            <a:ext cx="10652760" cy="1133856"/>
          </a:xfrm>
        </p:spPr>
        <p:txBody>
          <a:bodyPr/>
          <a:lstStyle>
            <a:lvl1pPr>
              <a:defRPr>
                <a:solidFill>
                  <a:schemeClr val="bg1"/>
                </a:solidFill>
              </a:defRPr>
            </a:lvl1pPr>
          </a:lstStyle>
          <a:p>
            <a:r>
              <a:rPr lang="en-US"/>
              <a:t>Click to edit Master title style</a:t>
            </a:r>
          </a:p>
        </p:txBody>
      </p:sp>
      <p:sp>
        <p:nvSpPr>
          <p:cNvPr id="4" name="Footer Placeholder 3"/>
          <p:cNvSpPr>
            <a:spLocks noGrp="1"/>
          </p:cNvSpPr>
          <p:nvPr>
            <p:ph type="ftr" sz="quarter" idx="11"/>
          </p:nvPr>
        </p:nvSpPr>
        <p:spPr/>
        <p:txBody>
          <a:bodyPr/>
          <a:lstStyle/>
          <a:p>
            <a:r>
              <a:rPr lang="en-US"/>
              <a:t>SAMPLE FOOTER TEXT</a:t>
            </a:r>
          </a:p>
        </p:txBody>
      </p:sp>
      <p:sp>
        <p:nvSpPr>
          <p:cNvPr id="7" name="Content Placeholder 6"/>
          <p:cNvSpPr>
            <a:spLocks noGrp="1"/>
          </p:cNvSpPr>
          <p:nvPr>
            <p:ph sz="quarter" idx="13" hasCustomPrompt="1"/>
          </p:nvPr>
        </p:nvSpPr>
        <p:spPr>
          <a:xfrm>
            <a:off x="1316736" y="1508760"/>
            <a:ext cx="8266176" cy="3840480"/>
          </a:xfrm>
        </p:spPr>
        <p:txBody>
          <a:bodyPr anchor="b" anchorCtr="0">
            <a:noAutofit/>
          </a:bodyPr>
          <a:lstStyle>
            <a:lvl1pPr marL="0" indent="0">
              <a:lnSpc>
                <a:spcPct val="100000"/>
              </a:lnSpc>
              <a:buNone/>
              <a:defRPr sz="4000" b="0" i="0" cap="all" baseline="0">
                <a:latin typeface="Bahnschrift Light" panose="020B0502040204020203" pitchFamily="34" charset="0"/>
              </a:defRPr>
            </a:lvl1pPr>
            <a:lvl2pPr marL="228600" indent="0">
              <a:lnSpc>
                <a:spcPct val="100000"/>
              </a:lnSpc>
              <a:buNone/>
              <a:defRPr sz="3200" b="0" i="0" cap="all" baseline="0">
                <a:latin typeface="Bahnschrift Light" panose="020B0502040204020203" pitchFamily="34" charset="0"/>
              </a:defRPr>
            </a:lvl2pPr>
            <a:lvl3pPr marL="457200" indent="0">
              <a:lnSpc>
                <a:spcPct val="100000"/>
              </a:lnSpc>
              <a:buNone/>
              <a:defRPr sz="2800" b="0" i="0" cap="all" baseline="0">
                <a:latin typeface="Bahnschrift Light" panose="020B0502040204020203" pitchFamily="34" charset="0"/>
              </a:defRPr>
            </a:lvl3pPr>
            <a:lvl4pPr marL="685800" indent="0">
              <a:lnSpc>
                <a:spcPct val="100000"/>
              </a:lnSpc>
              <a:buNone/>
              <a:defRPr sz="2400" b="0" cap="all" baseline="0">
                <a:latin typeface="+mn-lt"/>
              </a:defRPr>
            </a:lvl4pPr>
            <a:lvl5pPr marL="914400" indent="0">
              <a:lnSpc>
                <a:spcPct val="100000"/>
              </a:lnSpc>
              <a:buNone/>
              <a:defRPr sz="2000" b="0" cap="all" baseline="0">
                <a:latin typeface="+mn-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p:txBody>
          <a:bodyPr/>
          <a:lstStyle/>
          <a:p>
            <a:fld id="{0756DE8C-2121-49BB-AB8E-C1253271C3F5}" type="datetime1">
              <a:rPr lang="en-US" smtClean="0"/>
              <a:t>9/17/2026</a:t>
            </a:fld>
            <a:endParaRPr lang="en-US"/>
          </a:p>
        </p:txBody>
      </p:sp>
      <p:sp>
        <p:nvSpPr>
          <p:cNvPr id="5" name="Slide Number Placeholder 4"/>
          <p:cNvSpPr>
            <a:spLocks noGrp="1"/>
          </p:cNvSpPr>
          <p:nvPr>
            <p:ph type="sldNum" sz="quarter" idx="12"/>
          </p:nvPr>
        </p:nvSpPr>
        <p:spPr/>
        <p:txBody>
          <a:bodyPr/>
          <a:lstStyle/>
          <a:p>
            <a:fld id="{CC057153-B650-4DEB-B370-79DDCFDCE934}" type="slidenum">
              <a:rPr lang="en-US" smtClean="0"/>
              <a:t>‹#›</a:t>
            </a:fld>
            <a:endParaRPr lang="en-US"/>
          </a:p>
        </p:txBody>
      </p:sp>
      <p:grpSp>
        <p:nvGrpSpPr>
          <p:cNvPr id="6" name="Group 5"/>
          <p:cNvGrpSpPr/>
          <p:nvPr/>
        </p:nvGrpSpPr>
        <p:grpSpPr>
          <a:xfrm>
            <a:off x="795290" y="400467"/>
            <a:ext cx="10603299" cy="6052793"/>
            <a:chOff x="795290" y="400467"/>
            <a:chExt cx="10603299" cy="6052793"/>
          </a:xfrm>
        </p:grpSpPr>
        <p:cxnSp>
          <p:nvCxnSpPr>
            <p:cNvPr id="8" name="Straight Connector 7"/>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p:cNvGrpSpPr/>
          <p:nvPr/>
        </p:nvGrpSpPr>
        <p:grpSpPr>
          <a:xfrm>
            <a:off x="803185" y="0"/>
            <a:ext cx="10585629" cy="6858000"/>
            <a:chOff x="803185" y="0"/>
            <a:chExt cx="10585629" cy="6858000"/>
          </a:xfrm>
        </p:grpSpPr>
        <p:cxnSp>
          <p:nvCxnSpPr>
            <p:cNvPr id="13" name="Straight Connector 12"/>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1"/>
        </a:solidFill>
        <a:effectLst/>
      </p:bgPr>
    </p:bg>
    <p:spTree>
      <p:nvGrpSpPr>
        <p:cNvPr id="1" name=""/>
        <p:cNvGrpSpPr/>
        <p:nvPr/>
      </p:nvGrpSpPr>
      <p:grpSpPr>
        <a:xfrm>
          <a:off x="0" y="0"/>
          <a:ext cx="0" cy="0"/>
          <a:chOff x="0" y="0"/>
          <a:chExt cx="0" cy="0"/>
        </a:xfrm>
      </p:grpSpPr>
      <p:sp>
        <p:nvSpPr>
          <p:cNvPr id="16" name="Title 15"/>
          <p:cNvSpPr>
            <a:spLocks noGrp="1"/>
          </p:cNvSpPr>
          <p:nvPr>
            <p:ph type="title" hasCustomPrompt="1"/>
          </p:nvPr>
        </p:nvSpPr>
        <p:spPr>
          <a:xfrm>
            <a:off x="1524000" y="4965193"/>
            <a:ext cx="9144000" cy="1105229"/>
          </a:xfrm>
        </p:spPr>
        <p:txBody>
          <a:bodyPr anchor="ctr">
            <a:normAutofit/>
          </a:bodyPr>
          <a:lstStyle>
            <a:lvl1pPr>
              <a:defRPr sz="1600" cap="none" baseline="0">
                <a:solidFill>
                  <a:schemeClr val="bg1"/>
                </a:solidFill>
                <a:latin typeface="+mn-lt"/>
              </a:defRPr>
            </a:lvl1pPr>
          </a:lstStyle>
          <a:p>
            <a:r>
              <a:rPr lang="en-US"/>
              <a:t>Quote Author</a:t>
            </a:r>
          </a:p>
        </p:txBody>
      </p:sp>
      <p:sp>
        <p:nvSpPr>
          <p:cNvPr id="9" name="Footer Placeholder 8"/>
          <p:cNvSpPr>
            <a:spLocks noGrp="1"/>
          </p:cNvSpPr>
          <p:nvPr>
            <p:ph type="ftr" sz="quarter" idx="15"/>
          </p:nvPr>
        </p:nvSpPr>
        <p:spPr/>
        <p:txBody>
          <a:bodyPr/>
          <a:lstStyle>
            <a:lvl1pPr>
              <a:defRPr>
                <a:solidFill>
                  <a:schemeClr val="bg1"/>
                </a:solidFill>
              </a:defRPr>
            </a:lvl1pPr>
          </a:lstStyle>
          <a:p>
            <a:r>
              <a:rPr lang="en-US"/>
              <a:t>SAMPLE FOOTER TEXT</a:t>
            </a:r>
          </a:p>
        </p:txBody>
      </p:sp>
      <p:sp>
        <p:nvSpPr>
          <p:cNvPr id="5" name="Content Placeholder 4"/>
          <p:cNvSpPr>
            <a:spLocks noGrp="1"/>
          </p:cNvSpPr>
          <p:nvPr>
            <p:ph sz="quarter" idx="17" hasCustomPrompt="1"/>
          </p:nvPr>
        </p:nvSpPr>
        <p:spPr>
          <a:xfrm>
            <a:off x="1524000" y="1006475"/>
            <a:ext cx="9144000" cy="2925763"/>
          </a:xfrm>
        </p:spPr>
        <p:txBody>
          <a:bodyPr anchor="ctr">
            <a:normAutofit/>
          </a:bodyPr>
          <a:lstStyle>
            <a:lvl1pPr marL="0" indent="0">
              <a:buNone/>
              <a:defRPr sz="4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Quote</a:t>
            </a:r>
          </a:p>
        </p:txBody>
      </p:sp>
      <p:cxnSp>
        <p:nvCxnSpPr>
          <p:cNvPr id="6" name="Straight Connector 5"/>
          <p:cNvCxnSpPr/>
          <p:nvPr/>
        </p:nvCxnSpPr>
        <p:spPr>
          <a:xfrm>
            <a:off x="799908" y="4572000"/>
            <a:ext cx="106014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 name="Date Placeholder 7"/>
          <p:cNvSpPr>
            <a:spLocks noGrp="1"/>
          </p:cNvSpPr>
          <p:nvPr>
            <p:ph type="dt" sz="half" idx="14"/>
          </p:nvPr>
        </p:nvSpPr>
        <p:spPr/>
        <p:txBody>
          <a:bodyPr/>
          <a:lstStyle>
            <a:lvl1pPr>
              <a:defRPr>
                <a:solidFill>
                  <a:schemeClr val="bg1"/>
                </a:solidFill>
              </a:defRPr>
            </a:lvl1pPr>
          </a:lstStyle>
          <a:p>
            <a:fld id="{92342CCE-AAE1-4428-AAFD-18D6AED5F8E7}" type="datetime1">
              <a:rPr lang="en-US" smtClean="0"/>
              <a:t>9/17/2026</a:t>
            </a:fld>
            <a:endParaRPr lang="en-US"/>
          </a:p>
        </p:txBody>
      </p:sp>
      <p:sp>
        <p:nvSpPr>
          <p:cNvPr id="10" name="Slide Number Placeholder 9"/>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t>‹#›</a:t>
            </a:fld>
            <a:endParaRPr lang="en-US"/>
          </a:p>
        </p:txBody>
      </p:sp>
      <p:grpSp>
        <p:nvGrpSpPr>
          <p:cNvPr id="11" name="Group 10"/>
          <p:cNvGrpSpPr/>
          <p:nvPr/>
        </p:nvGrpSpPr>
        <p:grpSpPr>
          <a:xfrm>
            <a:off x="803185" y="0"/>
            <a:ext cx="10585629" cy="6858000"/>
            <a:chOff x="803185" y="0"/>
            <a:chExt cx="10585629" cy="6858000"/>
          </a:xfrm>
        </p:grpSpPr>
        <p:cxnSp>
          <p:nvCxnSpPr>
            <p:cNvPr id="12" name="Straight Connector 11"/>
            <p:cNvCxnSpPr/>
            <p:nvPr/>
          </p:nvCxnSpPr>
          <p:spPr>
            <a:xfrm>
              <a:off x="804672"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803185" y="393192"/>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11388814"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803185" y="6452119"/>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Quote 2">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207008" y="5947574"/>
            <a:ext cx="8805672" cy="466344"/>
          </a:xfrm>
        </p:spPr>
        <p:txBody>
          <a:bodyPr anchor="ctr">
            <a:normAutofit/>
          </a:bodyPr>
          <a:lstStyle>
            <a:lvl1pPr>
              <a:lnSpc>
                <a:spcPct val="120000"/>
              </a:lnSpc>
              <a:defRPr sz="1600" b="0" i="0" cap="none" baseline="0">
                <a:solidFill>
                  <a:schemeClr val="bg1"/>
                </a:solidFill>
                <a:latin typeface="+mn-lt"/>
              </a:defRPr>
            </a:lvl1pPr>
          </a:lstStyle>
          <a:p>
            <a:r>
              <a:rPr lang="en-US"/>
              <a:t>Quote Author</a:t>
            </a:r>
          </a:p>
        </p:txBody>
      </p:sp>
      <p:sp>
        <p:nvSpPr>
          <p:cNvPr id="4" name="Footer Placeholder 3"/>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p:cNvSpPr>
            <a:spLocks noGrp="1"/>
          </p:cNvSpPr>
          <p:nvPr>
            <p:ph sz="quarter" idx="13" hasCustomPrompt="1"/>
          </p:nvPr>
        </p:nvSpPr>
        <p:spPr>
          <a:xfrm>
            <a:off x="1207008" y="822960"/>
            <a:ext cx="8961120" cy="3474720"/>
          </a:xfrm>
        </p:spPr>
        <p:txBody>
          <a:bodyPr anchor="t" anchorCtr="0">
            <a:normAutofit/>
          </a:bodyPr>
          <a:lstStyle>
            <a:lvl1pPr marL="164465" indent="-164465">
              <a:lnSpc>
                <a:spcPct val="100000"/>
              </a:lnSpc>
              <a:spcBef>
                <a:spcPts val="0"/>
              </a:spcBef>
              <a:buNone/>
              <a:defRPr sz="4200" b="0" i="0">
                <a:solidFill>
                  <a:schemeClr val="bg1"/>
                </a:solidFill>
                <a:latin typeface="Bahnschrift Light" panose="020B0502040204020203" pitchFamily="34" charset="0"/>
              </a:defRPr>
            </a:lvl1pPr>
          </a:lstStyle>
          <a:p>
            <a:pPr lvl="0"/>
            <a:r>
              <a:rPr lang="en-US"/>
              <a:t>Click to add Quote</a:t>
            </a:r>
          </a:p>
        </p:txBody>
      </p:sp>
      <p:sp>
        <p:nvSpPr>
          <p:cNvPr id="3" name="Date Placeholder 2"/>
          <p:cNvSpPr>
            <a:spLocks noGrp="1"/>
          </p:cNvSpPr>
          <p:nvPr>
            <p:ph type="dt" sz="half" idx="10"/>
          </p:nvPr>
        </p:nvSpPr>
        <p:spPr/>
        <p:txBody>
          <a:bodyPr/>
          <a:lstStyle>
            <a:lvl1pPr>
              <a:defRPr>
                <a:solidFill>
                  <a:schemeClr val="bg1"/>
                </a:solidFill>
              </a:defRPr>
            </a:lvl1pPr>
          </a:lstStyle>
          <a:p>
            <a:fld id="{1051D386-7935-4182-861C-A013C161AEB1}" type="datetime1">
              <a:rPr lang="en-US" smtClean="0"/>
              <a:t>9/17/2026</a:t>
            </a:fld>
            <a:endParaRPr lang="en-US"/>
          </a:p>
        </p:txBody>
      </p:sp>
      <p:sp>
        <p:nvSpPr>
          <p:cNvPr id="5" name="Slide Number Placeholder 4"/>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t>‹#›</a:t>
            </a:fld>
            <a:endParaRPr lang="en-US"/>
          </a:p>
        </p:txBody>
      </p:sp>
      <p:cxnSp>
        <p:nvCxnSpPr>
          <p:cNvPr id="6" name="Straight Connector 5"/>
          <p:cNvCxnSpPr/>
          <p:nvPr/>
        </p:nvCxnSpPr>
        <p:spPr>
          <a:xfrm>
            <a:off x="795290" y="5893973"/>
            <a:ext cx="106014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8" name="Group 7"/>
          <p:cNvGrpSpPr/>
          <p:nvPr/>
        </p:nvGrpSpPr>
        <p:grpSpPr>
          <a:xfrm>
            <a:off x="803185" y="0"/>
            <a:ext cx="10585629" cy="6858000"/>
            <a:chOff x="803185" y="0"/>
            <a:chExt cx="10585629" cy="6858000"/>
          </a:xfrm>
        </p:grpSpPr>
        <p:cxnSp>
          <p:nvCxnSpPr>
            <p:cNvPr id="9" name="Straight Connector 8"/>
            <p:cNvCxnSpPr/>
            <p:nvPr/>
          </p:nvCxnSpPr>
          <p:spPr>
            <a:xfrm>
              <a:off x="804672"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803185" y="393192"/>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11388814"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803185" y="6452119"/>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Quote 3">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693164" y="5891704"/>
            <a:ext cx="8805672" cy="557222"/>
          </a:xfrm>
        </p:spPr>
        <p:txBody>
          <a:bodyPr anchor="ctr">
            <a:normAutofit/>
          </a:bodyPr>
          <a:lstStyle>
            <a:lvl1pPr algn="ctr">
              <a:lnSpc>
                <a:spcPct val="120000"/>
              </a:lnSpc>
              <a:defRPr sz="1600" b="0" i="0" cap="none" baseline="0">
                <a:solidFill>
                  <a:schemeClr val="bg1"/>
                </a:solidFill>
                <a:latin typeface="+mn-lt"/>
              </a:defRPr>
            </a:lvl1pPr>
          </a:lstStyle>
          <a:p>
            <a:r>
              <a:rPr lang="en-US"/>
              <a:t>Quote Author</a:t>
            </a:r>
          </a:p>
        </p:txBody>
      </p:sp>
      <p:sp>
        <p:nvSpPr>
          <p:cNvPr id="4" name="Footer Placeholder 3"/>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p:cNvSpPr>
            <a:spLocks noGrp="1"/>
          </p:cNvSpPr>
          <p:nvPr>
            <p:ph sz="quarter" idx="13" hasCustomPrompt="1"/>
          </p:nvPr>
        </p:nvSpPr>
        <p:spPr>
          <a:xfrm>
            <a:off x="1615440" y="1358007"/>
            <a:ext cx="8961120" cy="3474720"/>
          </a:xfrm>
        </p:spPr>
        <p:txBody>
          <a:bodyPr anchor="ctr">
            <a:normAutofit/>
          </a:bodyPr>
          <a:lstStyle>
            <a:lvl1pPr marL="164465" indent="-164465" algn="ctr">
              <a:lnSpc>
                <a:spcPct val="100000"/>
              </a:lnSpc>
              <a:spcBef>
                <a:spcPts val="0"/>
              </a:spcBef>
              <a:buNone/>
              <a:defRPr sz="4000" b="0" i="0">
                <a:solidFill>
                  <a:schemeClr val="bg1"/>
                </a:solidFill>
                <a:latin typeface="+mn-lt"/>
              </a:defRPr>
            </a:lvl1pPr>
          </a:lstStyle>
          <a:p>
            <a:pPr lvl="0"/>
            <a:r>
              <a:rPr lang="en-US"/>
              <a:t>Click to add Quote</a:t>
            </a:r>
          </a:p>
        </p:txBody>
      </p:sp>
      <p:sp>
        <p:nvSpPr>
          <p:cNvPr id="3" name="Date Placeholder 2"/>
          <p:cNvSpPr>
            <a:spLocks noGrp="1"/>
          </p:cNvSpPr>
          <p:nvPr>
            <p:ph type="dt" sz="half" idx="10"/>
          </p:nvPr>
        </p:nvSpPr>
        <p:spPr/>
        <p:txBody>
          <a:bodyPr/>
          <a:lstStyle>
            <a:lvl1pPr>
              <a:defRPr>
                <a:solidFill>
                  <a:schemeClr val="bg1"/>
                </a:solidFill>
              </a:defRPr>
            </a:lvl1pPr>
          </a:lstStyle>
          <a:p>
            <a:fld id="{4F612C1C-64C5-4B50-8744-8314E722E95D}" type="datetime1">
              <a:rPr lang="en-US" smtClean="0"/>
              <a:t>9/17/2026</a:t>
            </a:fld>
            <a:endParaRPr lang="en-US"/>
          </a:p>
        </p:txBody>
      </p:sp>
      <p:sp>
        <p:nvSpPr>
          <p:cNvPr id="5" name="Slide Number Placeholder 4"/>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t>‹#›</a:t>
            </a:fld>
            <a:endParaRPr lang="en-US"/>
          </a:p>
        </p:txBody>
      </p:sp>
      <p:cxnSp>
        <p:nvCxnSpPr>
          <p:cNvPr id="8" name="Straight Connector 7"/>
          <p:cNvCxnSpPr/>
          <p:nvPr/>
        </p:nvCxnSpPr>
        <p:spPr>
          <a:xfrm>
            <a:off x="795290" y="5893973"/>
            <a:ext cx="106014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6" name="Group 5"/>
          <p:cNvGrpSpPr/>
          <p:nvPr/>
        </p:nvGrpSpPr>
        <p:grpSpPr>
          <a:xfrm>
            <a:off x="803185" y="0"/>
            <a:ext cx="10585629" cy="6858000"/>
            <a:chOff x="803185" y="0"/>
            <a:chExt cx="10585629" cy="6858000"/>
          </a:xfrm>
        </p:grpSpPr>
        <p:cxnSp>
          <p:nvCxnSpPr>
            <p:cNvPr id="9" name="Straight Connector 8"/>
            <p:cNvCxnSpPr/>
            <p:nvPr/>
          </p:nvCxnSpPr>
          <p:spPr>
            <a:xfrm>
              <a:off x="804672"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803185" y="393192"/>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11388814"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803185" y="6452119"/>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60704" y="603504"/>
            <a:ext cx="10058400" cy="1132258"/>
          </a:xfrm>
        </p:spPr>
        <p:txBody>
          <a:bodyPr/>
          <a:lstStyle>
            <a:lvl1pPr>
              <a:defRPr>
                <a:solidFill>
                  <a:schemeClr val="tx1"/>
                </a:solidFill>
              </a:defRPr>
            </a:lvl1pPr>
          </a:lstStyle>
          <a:p>
            <a:r>
              <a:rPr lang="en-US"/>
              <a:t>Click to edit Master title style</a:t>
            </a:r>
          </a:p>
        </p:txBody>
      </p:sp>
      <p:sp>
        <p:nvSpPr>
          <p:cNvPr id="6" name="Footer Placeholder 5"/>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Content Placeholder 3"/>
          <p:cNvSpPr>
            <a:spLocks noGrp="1"/>
          </p:cNvSpPr>
          <p:nvPr>
            <p:ph sz="quarter" idx="15"/>
          </p:nvPr>
        </p:nvSpPr>
        <p:spPr>
          <a:xfrm>
            <a:off x="1060450" y="1828800"/>
            <a:ext cx="4768850" cy="4351338"/>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p:cNvSpPr>
            <a:spLocks noGrp="1"/>
          </p:cNvSpPr>
          <p:nvPr>
            <p:ph sz="quarter" idx="16"/>
          </p:nvPr>
        </p:nvSpPr>
        <p:spPr>
          <a:xfrm>
            <a:off x="6363391" y="1828800"/>
            <a:ext cx="4755712" cy="4351338"/>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solidFill>
                  <a:schemeClr val="tx1"/>
                </a:solidFill>
              </a:defRPr>
            </a:lvl1pPr>
          </a:lstStyle>
          <a:p>
            <a:fld id="{514802D6-419C-4270-A699-E7031986556C}" type="datetime1">
              <a:rPr lang="en-US" smtClean="0"/>
              <a:t>9/17/2026</a:t>
            </a:fld>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t>‹#›</a:t>
            </a:fld>
            <a:endParaRPr lang="en-US"/>
          </a:p>
        </p:txBody>
      </p:sp>
      <p:grpSp>
        <p:nvGrpSpPr>
          <p:cNvPr id="13" name="Group 12"/>
          <p:cNvGrpSpPr/>
          <p:nvPr/>
        </p:nvGrpSpPr>
        <p:grpSpPr>
          <a:xfrm>
            <a:off x="803185" y="0"/>
            <a:ext cx="10585629" cy="6858000"/>
            <a:chOff x="803185" y="0"/>
            <a:chExt cx="10585629" cy="6858000"/>
          </a:xfrm>
        </p:grpSpPr>
        <p:cxnSp>
          <p:nvCxnSpPr>
            <p:cNvPr id="14" name="Straight Connector 13"/>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58011" y="600148"/>
            <a:ext cx="10058400" cy="1133856"/>
          </a:xfrm>
        </p:spPr>
        <p:txBody>
          <a:bodyPr/>
          <a:lstStyle>
            <a:lvl1pPr>
              <a:defRPr>
                <a:solidFill>
                  <a:schemeClr val="tx1"/>
                </a:solidFill>
              </a:defRPr>
            </a:lvl1pPr>
          </a:lstStyle>
          <a:p>
            <a:r>
              <a:rPr lang="en-US"/>
              <a:t>Click to edit Master title style</a:t>
            </a:r>
          </a:p>
        </p:txBody>
      </p:sp>
      <p:sp>
        <p:nvSpPr>
          <p:cNvPr id="8" name="Footer Placeholder 7"/>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Text Placeholder 2"/>
          <p:cNvSpPr>
            <a:spLocks noGrp="1"/>
          </p:cNvSpPr>
          <p:nvPr>
            <p:ph type="body" idx="1"/>
          </p:nvPr>
        </p:nvSpPr>
        <p:spPr>
          <a:xfrm>
            <a:off x="1058011" y="1828800"/>
            <a:ext cx="4754880" cy="559834"/>
          </a:xfrm>
        </p:spPr>
        <p:txBody>
          <a:bodyPr anchor="b">
            <a:normAutofit/>
          </a:bodyPr>
          <a:lstStyle>
            <a:lvl1pPr marL="0" indent="0">
              <a:lnSpc>
                <a:spcPct val="90000"/>
              </a:lnSpc>
              <a:buNone/>
              <a:defRPr sz="20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15"/>
          </p:nvPr>
        </p:nvSpPr>
        <p:spPr>
          <a:xfrm>
            <a:off x="1058011" y="2465752"/>
            <a:ext cx="4754880" cy="3763962"/>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353436" y="1828800"/>
            <a:ext cx="4754880" cy="559834"/>
          </a:xfrm>
        </p:spPr>
        <p:txBody>
          <a:bodyPr anchor="b">
            <a:normAutofit/>
          </a:bodyPr>
          <a:lstStyle>
            <a:lvl1pPr marL="0" indent="0">
              <a:lnSpc>
                <a:spcPct val="90000"/>
              </a:lnSpc>
              <a:buNone/>
              <a:defRPr sz="20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p:cNvSpPr>
            <a:spLocks noGrp="1"/>
          </p:cNvSpPr>
          <p:nvPr>
            <p:ph sz="quarter" idx="16"/>
          </p:nvPr>
        </p:nvSpPr>
        <p:spPr>
          <a:xfrm>
            <a:off x="6353436" y="2465752"/>
            <a:ext cx="4754880" cy="3763962"/>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solidFill>
                  <a:schemeClr val="tx1"/>
                </a:solidFill>
              </a:defRPr>
            </a:lvl1pPr>
          </a:lstStyle>
          <a:p>
            <a:fld id="{B7C0F1DD-38C1-462C-A697-E8DF52FBE341}" type="datetime1">
              <a:rPr lang="en-US" smtClean="0"/>
              <a:t>9/17/2026</a:t>
            </a:fld>
            <a:endParaRPr lang="en-US"/>
          </a:p>
        </p:txBody>
      </p:sp>
      <p:sp>
        <p:nvSpPr>
          <p:cNvPr id="9" name="Slide Number Placeholder 8"/>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t>‹#›</a:t>
            </a:fld>
            <a:endParaRPr lang="en-US"/>
          </a:p>
        </p:txBody>
      </p:sp>
      <p:grpSp>
        <p:nvGrpSpPr>
          <p:cNvPr id="15" name="Group 14"/>
          <p:cNvGrpSpPr/>
          <p:nvPr/>
        </p:nvGrpSpPr>
        <p:grpSpPr>
          <a:xfrm>
            <a:off x="803185" y="0"/>
            <a:ext cx="10585629" cy="6858000"/>
            <a:chOff x="803185" y="0"/>
            <a:chExt cx="10585629" cy="6858000"/>
          </a:xfrm>
        </p:grpSpPr>
        <p:cxnSp>
          <p:nvCxnSpPr>
            <p:cNvPr id="16" name="Straight Connector 15"/>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60704" y="603504"/>
            <a:ext cx="10058400" cy="1132258"/>
          </a:xfrm>
        </p:spPr>
        <p:txBody>
          <a:bodyPr/>
          <a:lstStyle>
            <a:lvl1pPr>
              <a:defRPr>
                <a:solidFill>
                  <a:schemeClr val="tx1"/>
                </a:solidFill>
              </a:defRPr>
            </a:lvl1pPr>
          </a:lstStyle>
          <a:p>
            <a:r>
              <a:rPr lang="en-US"/>
              <a:t>Click to edit Master title style</a:t>
            </a:r>
          </a:p>
        </p:txBody>
      </p:sp>
      <p:sp>
        <p:nvSpPr>
          <p:cNvPr id="4" name="Footer Placeholder 3"/>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p:cNvSpPr>
            <a:spLocks noGrp="1"/>
          </p:cNvSpPr>
          <p:nvPr>
            <p:ph type="dt" sz="half" idx="10"/>
          </p:nvPr>
        </p:nvSpPr>
        <p:spPr/>
        <p:txBody>
          <a:bodyPr/>
          <a:lstStyle>
            <a:lvl1pPr>
              <a:defRPr>
                <a:solidFill>
                  <a:schemeClr val="tx1"/>
                </a:solidFill>
              </a:defRPr>
            </a:lvl1pPr>
          </a:lstStyle>
          <a:p>
            <a:fld id="{B15132D0-A4B5-4DFA-9485-CB2E482EE77C}" type="datetime1">
              <a:rPr lang="en-US" smtClean="0"/>
              <a:t>9/17/2026</a:t>
            </a:fld>
            <a:endParaRPr lang="en-US"/>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t>‹#›</a:t>
            </a:fld>
            <a:endParaRPr lang="en-US"/>
          </a:p>
        </p:txBody>
      </p:sp>
      <p:grpSp>
        <p:nvGrpSpPr>
          <p:cNvPr id="11" name="Group 10"/>
          <p:cNvGrpSpPr/>
          <p:nvPr/>
        </p:nvGrpSpPr>
        <p:grpSpPr>
          <a:xfrm>
            <a:off x="803185" y="0"/>
            <a:ext cx="10585629" cy="6858000"/>
            <a:chOff x="803185" y="0"/>
            <a:chExt cx="10585629" cy="6858000"/>
          </a:xfrm>
        </p:grpSpPr>
        <p:cxnSp>
          <p:nvCxnSpPr>
            <p:cNvPr id="12" name="Straight Connector 11"/>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Empty">
    <p:bg>
      <p:bgPr>
        <a:solidFill>
          <a:schemeClr val="accent3"/>
        </a:solidFill>
        <a:effectLst/>
      </p:bgPr>
    </p:bg>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2" name="Date Placeholder 1"/>
          <p:cNvSpPr>
            <a:spLocks noGrp="1"/>
          </p:cNvSpPr>
          <p:nvPr>
            <p:ph type="dt" sz="half" idx="10"/>
          </p:nvPr>
        </p:nvSpPr>
        <p:spPr/>
        <p:txBody>
          <a:bodyPr/>
          <a:lstStyle>
            <a:lvl1pPr>
              <a:defRPr>
                <a:solidFill>
                  <a:schemeClr val="tx1"/>
                </a:solidFill>
              </a:defRPr>
            </a:lvl1pPr>
          </a:lstStyle>
          <a:p>
            <a:fld id="{2EC83663-489C-4B0C-BB79-FC178A8643C9}" type="datetime1">
              <a:rPr lang="en-US" smtClean="0"/>
              <a:t>9/17/2026</a:t>
            </a:fld>
            <a:endParaRPr lang="en-US"/>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t>‹#›</a:t>
            </a:fld>
            <a:endParaRPr lang="en-US"/>
          </a:p>
        </p:txBody>
      </p:sp>
      <p:grpSp>
        <p:nvGrpSpPr>
          <p:cNvPr id="10" name="Group 9"/>
          <p:cNvGrpSpPr/>
          <p:nvPr/>
        </p:nvGrpSpPr>
        <p:grpSpPr>
          <a:xfrm>
            <a:off x="803185" y="0"/>
            <a:ext cx="10585629" cy="6858000"/>
            <a:chOff x="803185" y="0"/>
            <a:chExt cx="10585629" cy="6858000"/>
          </a:xfrm>
        </p:grpSpPr>
        <p:cxnSp>
          <p:nvCxnSpPr>
            <p:cNvPr id="11" name="Straight Connector 10"/>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07008" y="786384"/>
            <a:ext cx="2926080" cy="1737360"/>
          </a:xfrm>
        </p:spPr>
        <p:txBody>
          <a:bodyPr anchor="t">
            <a:normAutofit/>
          </a:bodyPr>
          <a:lstStyle>
            <a:lvl1pPr>
              <a:defRPr sz="3200">
                <a:solidFill>
                  <a:schemeClr val="tx1"/>
                </a:solidFill>
              </a:defRPr>
            </a:lvl1pPr>
          </a:lstStyle>
          <a:p>
            <a:r>
              <a:rPr lang="en-US"/>
              <a:t>Click to edit Master title style</a:t>
            </a:r>
          </a:p>
        </p:txBody>
      </p:sp>
      <p:sp>
        <p:nvSpPr>
          <p:cNvPr id="14" name="Footer Placeholder 13"/>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Text Placeholder 3"/>
          <p:cNvSpPr>
            <a:spLocks noGrp="1"/>
          </p:cNvSpPr>
          <p:nvPr>
            <p:ph type="body" sz="half" idx="2"/>
          </p:nvPr>
        </p:nvSpPr>
        <p:spPr>
          <a:xfrm>
            <a:off x="1207008" y="2651760"/>
            <a:ext cx="2926080" cy="3383280"/>
          </a:xfrm>
        </p:spPr>
        <p:txBody>
          <a:bodyPr anchor="t">
            <a:normAutofit/>
          </a:bodyPr>
          <a:lstStyle>
            <a:lvl1pPr marL="0" indent="0">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p:cNvSpPr>
            <a:spLocks noGrp="1"/>
          </p:cNvSpPr>
          <p:nvPr>
            <p:ph idx="1"/>
          </p:nvPr>
        </p:nvSpPr>
        <p:spPr>
          <a:xfrm>
            <a:off x="4297680" y="786382"/>
            <a:ext cx="6766560" cy="548640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b="0">
                <a:solidFill>
                  <a:schemeClr val="tx1"/>
                </a:solidFill>
              </a:defRPr>
            </a:lvl4pPr>
            <a:lvl5pPr marL="1200150" indent="-285750">
              <a:buFont typeface="Arial" panose="020B0604020202020204" pitchFamily="34" charset="0"/>
              <a:buChar char="•"/>
              <a:defRPr sz="1400" b="0">
                <a:solidFill>
                  <a:schemeClr val="tx1"/>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p:cNvSpPr>
            <a:spLocks noGrp="1"/>
          </p:cNvSpPr>
          <p:nvPr>
            <p:ph type="dt" sz="half" idx="10"/>
          </p:nvPr>
        </p:nvSpPr>
        <p:spPr/>
        <p:txBody>
          <a:bodyPr/>
          <a:lstStyle>
            <a:lvl1pPr>
              <a:defRPr>
                <a:solidFill>
                  <a:schemeClr val="tx1"/>
                </a:solidFill>
              </a:defRPr>
            </a:lvl1pPr>
          </a:lstStyle>
          <a:p>
            <a:fld id="{C41BEF89-672A-4E25-926B-58E382525C3F}" type="datetime1">
              <a:rPr lang="en-US" smtClean="0"/>
              <a:t>9/17/2026</a:t>
            </a:fld>
            <a:endParaRPr lang="en-US"/>
          </a:p>
        </p:txBody>
      </p:sp>
      <p:sp>
        <p:nvSpPr>
          <p:cNvPr id="15" name="Slide Number Placeholder 14"/>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t>‹#›</a:t>
            </a:fld>
            <a:endParaRPr lang="en-US"/>
          </a:p>
        </p:txBody>
      </p:sp>
      <p:grpSp>
        <p:nvGrpSpPr>
          <p:cNvPr id="8" name="Group 7"/>
          <p:cNvGrpSpPr/>
          <p:nvPr/>
        </p:nvGrpSpPr>
        <p:grpSpPr>
          <a:xfrm>
            <a:off x="803185" y="0"/>
            <a:ext cx="10585629" cy="6858000"/>
            <a:chOff x="803185" y="0"/>
            <a:chExt cx="10585629" cy="6858000"/>
          </a:xfrm>
        </p:grpSpPr>
        <p:cxnSp>
          <p:nvCxnSpPr>
            <p:cNvPr id="9" name="Straight Connector 8"/>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07008" y="786384"/>
            <a:ext cx="3595634" cy="1920240"/>
          </a:xfrm>
        </p:spPr>
        <p:txBody>
          <a:bodyPr anchor="t">
            <a:normAutofit/>
          </a:bodyPr>
          <a:lstStyle>
            <a:lvl1pPr>
              <a:defRPr sz="3200">
                <a:solidFill>
                  <a:schemeClr val="tx1"/>
                </a:solidFill>
              </a:defRPr>
            </a:lvl1pPr>
          </a:lstStyle>
          <a:p>
            <a:r>
              <a:rPr lang="en-US"/>
              <a:t>Click to edit Master title style</a:t>
            </a:r>
          </a:p>
        </p:txBody>
      </p:sp>
      <p:sp>
        <p:nvSpPr>
          <p:cNvPr id="6" name="Footer Placeholder 5"/>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Text Placeholder 3"/>
          <p:cNvSpPr>
            <a:spLocks noGrp="1"/>
          </p:cNvSpPr>
          <p:nvPr>
            <p:ph type="body" sz="half" idx="2"/>
          </p:nvPr>
        </p:nvSpPr>
        <p:spPr>
          <a:xfrm>
            <a:off x="1207008" y="2752344"/>
            <a:ext cx="3585586" cy="3291840"/>
          </a:xfrm>
        </p:spPr>
        <p:txBody>
          <a:bodyPr anchor="b"/>
          <a:lstStyle>
            <a:lvl1pPr marL="0" indent="0">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p:cNvSpPr>
            <a:spLocks noGrp="1"/>
          </p:cNvSpPr>
          <p:nvPr>
            <p:ph type="pic" idx="1" hasCustomPrompt="1"/>
          </p:nvPr>
        </p:nvSpPr>
        <p:spPr>
          <a:xfrm>
            <a:off x="5063318" y="402336"/>
            <a:ext cx="6328768" cy="6053328"/>
          </a:xfrm>
          <a:blipFill dpi="0" rotWithShape="1">
            <a:blip r:embed="rId2">
              <a:alphaModFix amt="20000"/>
              <a:extLst>
                <a:ext uri="{BEBA8EAE-BF5A-486C-A8C5-ECC9F3942E4B}">
                  <a14:imgProps xmlns:a14="http://schemas.microsoft.com/office/drawing/2010/main">
                    <a14:imgLayer r:embed="rId3">
                      <a14:imgEffect>
                        <a14:brightnessContrast bright="-27000" contrast="59000"/>
                      </a14:imgEffect>
                      <a14:imgEffect>
                        <a14:saturation sat="0"/>
                      </a14:imgEffect>
                    </a14:imgLayer>
                  </a14:imgProps>
                </a:ext>
              </a:extLst>
            </a:blip>
            <a:srcRect/>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5" name="Date Placeholder 4"/>
          <p:cNvSpPr>
            <a:spLocks noGrp="1"/>
          </p:cNvSpPr>
          <p:nvPr>
            <p:ph type="dt" sz="half" idx="10"/>
          </p:nvPr>
        </p:nvSpPr>
        <p:spPr/>
        <p:txBody>
          <a:bodyPr/>
          <a:lstStyle>
            <a:lvl1pPr>
              <a:defRPr>
                <a:solidFill>
                  <a:schemeClr val="tx1"/>
                </a:solidFill>
              </a:defRPr>
            </a:lvl1pPr>
          </a:lstStyle>
          <a:p>
            <a:fld id="{9931E9BD-2556-46EE-BDF5-EE03A42C0687}" type="datetime1">
              <a:rPr lang="en-US" smtClean="0"/>
              <a:t>9/17/2026</a:t>
            </a:fld>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t>‹#›</a:t>
            </a:fld>
            <a:endParaRPr lang="en-US"/>
          </a:p>
        </p:txBody>
      </p:sp>
      <p:cxnSp>
        <p:nvCxnSpPr>
          <p:cNvPr id="8" name="Straight Connector 7"/>
          <p:cNvCxnSpPr/>
          <p:nvPr/>
        </p:nvCxnSpPr>
        <p:spPr>
          <a:xfrm>
            <a:off x="5044948" y="402336"/>
            <a:ext cx="0" cy="605332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9" name="Group 8"/>
          <p:cNvGrpSpPr/>
          <p:nvPr/>
        </p:nvGrpSpPr>
        <p:grpSpPr>
          <a:xfrm>
            <a:off x="803185" y="0"/>
            <a:ext cx="10585629" cy="6858000"/>
            <a:chOff x="803185" y="0"/>
            <a:chExt cx="10585629" cy="6858000"/>
          </a:xfrm>
        </p:grpSpPr>
        <p:cxnSp>
          <p:nvCxnSpPr>
            <p:cNvPr id="10" name="Straight Connector 9"/>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07008" y="786384"/>
            <a:ext cx="7342307" cy="2085339"/>
          </a:xfrm>
        </p:spPr>
        <p:txBody>
          <a:bodyPr anchor="b">
            <a:noAutofit/>
          </a:bodyPr>
          <a:lstStyle>
            <a:lvl1pPr>
              <a:defRPr sz="6000">
                <a:solidFill>
                  <a:schemeClr val="tx1"/>
                </a:solidFill>
              </a:defRPr>
            </a:lvl1pPr>
          </a:lstStyle>
          <a:p>
            <a:r>
              <a:rPr lang="en-US"/>
              <a:t>Click to edit Master title style</a:t>
            </a:r>
          </a:p>
        </p:txBody>
      </p:sp>
      <p:sp>
        <p:nvSpPr>
          <p:cNvPr id="5" name="Footer Placeholder 4"/>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p:cNvSpPr>
            <a:spLocks noGrp="1"/>
          </p:cNvSpPr>
          <p:nvPr>
            <p:ph sz="quarter" idx="13"/>
          </p:nvPr>
        </p:nvSpPr>
        <p:spPr>
          <a:xfrm>
            <a:off x="1207008" y="3594099"/>
            <a:ext cx="9601200" cy="2377440"/>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solidFill>
                  <a:schemeClr val="tx1"/>
                </a:solidFill>
              </a:defRPr>
            </a:lvl1pPr>
          </a:lstStyle>
          <a:p>
            <a:fld id="{C89BE370-40DD-429A-ADED-41858713F7D9}" type="datetime1">
              <a:rPr lang="en-US" smtClean="0"/>
              <a:t>9/17/2026</a:t>
            </a:fld>
            <a:endParaRPr lang="en-US"/>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t>‹#›</a:t>
            </a:fld>
            <a:endParaRPr lang="en-US"/>
          </a:p>
        </p:txBody>
      </p:sp>
      <p:grpSp>
        <p:nvGrpSpPr>
          <p:cNvPr id="3" name="Group 2"/>
          <p:cNvGrpSpPr/>
          <p:nvPr/>
        </p:nvGrpSpPr>
        <p:grpSpPr>
          <a:xfrm>
            <a:off x="803185" y="0"/>
            <a:ext cx="10585629" cy="6858000"/>
            <a:chOff x="803185" y="0"/>
            <a:chExt cx="10585629" cy="6858000"/>
          </a:xfrm>
        </p:grpSpPr>
        <p:cxnSp>
          <p:nvCxnSpPr>
            <p:cNvPr id="7" name="Straight Connector 6"/>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overrideClrMapping bg1="dk1" tx1="lt1" bg2="dk2" tx2="lt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07008" y="786384"/>
            <a:ext cx="8430767" cy="2520011"/>
          </a:xfrm>
        </p:spPr>
        <p:txBody>
          <a:bodyPr anchor="b">
            <a:noAutofit/>
          </a:bodyPr>
          <a:lstStyle>
            <a:lvl1pPr>
              <a:defRPr sz="6000">
                <a:solidFill>
                  <a:schemeClr val="tx1"/>
                </a:solidFill>
              </a:defRPr>
            </a:lvl1pPr>
          </a:lstStyle>
          <a:p>
            <a:r>
              <a:rPr lang="en-US"/>
              <a:t>Click to edit Master title style</a:t>
            </a:r>
          </a:p>
        </p:txBody>
      </p:sp>
      <p:sp>
        <p:nvSpPr>
          <p:cNvPr id="5" name="Footer Placeholder 4"/>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p:cNvSpPr>
            <a:spLocks noGrp="1"/>
          </p:cNvSpPr>
          <p:nvPr>
            <p:ph sz="quarter" idx="14"/>
          </p:nvPr>
        </p:nvSpPr>
        <p:spPr>
          <a:xfrm>
            <a:off x="1207008" y="3622673"/>
            <a:ext cx="8430639" cy="1609344"/>
          </a:xfrm>
        </p:spPr>
        <p:txBody>
          <a:bodyPr>
            <a:noAutofit/>
          </a:bodyPr>
          <a:lstStyle>
            <a:lvl1pPr marL="0" indent="0">
              <a:buNone/>
              <a:defRPr sz="1800">
                <a:solidFill>
                  <a:schemeClr val="tx1"/>
                </a:solidFill>
              </a:defRPr>
            </a:lvl1pPr>
            <a:lvl2pPr marL="228600" indent="0">
              <a:buNone/>
              <a:defRPr sz="1600">
                <a:solidFill>
                  <a:schemeClr val="tx1"/>
                </a:solidFill>
              </a:defRPr>
            </a:lvl2pPr>
            <a:lvl3pPr marL="457200" indent="0">
              <a:buNone/>
              <a:defRPr sz="1400">
                <a:solidFill>
                  <a:schemeClr val="tx1"/>
                </a:solidFill>
              </a:defRPr>
            </a:lvl3pPr>
            <a:lvl4pPr marL="685800" indent="0">
              <a:buNone/>
              <a:defRPr sz="1400">
                <a:solidFill>
                  <a:schemeClr val="tx1"/>
                </a:solidFill>
              </a:defRPr>
            </a:lvl4pPr>
            <a:lvl5pPr marL="914400" indent="0">
              <a:buNone/>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solidFill>
                  <a:schemeClr val="tx1"/>
                </a:solidFill>
              </a:defRPr>
            </a:lvl1pPr>
          </a:lstStyle>
          <a:p>
            <a:fld id="{FB744B83-DEC6-42A9-90ED-B3D6C76A8643}" type="datetime1">
              <a:rPr lang="en-US" smtClean="0"/>
              <a:t>9/17/2026</a:t>
            </a:fld>
            <a:endParaRPr lang="en-US"/>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t>‹#›</a:t>
            </a:fld>
            <a:endParaRPr lang="en-US"/>
          </a:p>
        </p:txBody>
      </p:sp>
      <p:grpSp>
        <p:nvGrpSpPr>
          <p:cNvPr id="3" name="Group 2"/>
          <p:cNvGrpSpPr/>
          <p:nvPr/>
        </p:nvGrpSpPr>
        <p:grpSpPr>
          <a:xfrm>
            <a:off x="803185" y="0"/>
            <a:ext cx="10585629" cy="6858000"/>
            <a:chOff x="803185" y="0"/>
            <a:chExt cx="10585629" cy="6858000"/>
          </a:xfrm>
        </p:grpSpPr>
        <p:cxnSp>
          <p:nvCxnSpPr>
            <p:cNvPr id="8" name="Straight Connector 7"/>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D94B1B5-61D9-4408-A2B5-CA06F768CAB1}" type="datetime1">
              <a:rPr lang="en-US" smtClean="0"/>
              <a:t>9/17/2026</a:t>
            </a:fld>
            <a:endParaRPr lang="en-US"/>
          </a:p>
        </p:txBody>
      </p:sp>
      <p:sp>
        <p:nvSpPr>
          <p:cNvPr id="5" name="Footer Placeholder 4"/>
          <p:cNvSpPr>
            <a:spLocks noGrp="1"/>
          </p:cNvSpPr>
          <p:nvPr>
            <p:ph type="ftr" sz="quarter" idx="11"/>
          </p:nvPr>
        </p:nvSpPr>
        <p:spPr/>
        <p:txBody>
          <a:bodyPr/>
          <a:lstStyle/>
          <a:p>
            <a:r>
              <a:rPr lang="en-US" smtClean="0"/>
              <a:t>SAMPLE FOOTER TEXT</a:t>
            </a:r>
            <a:endParaRPr lang="en-US"/>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94882196"/>
      </p:ext>
    </p:extLst>
  </p:cSld>
  <p:clrMapOvr>
    <a:masterClrMapping/>
  </p:clrMapOvr>
  <p:hf hdr="0" dt="0"/>
</p:sldLayout>
</file>

<file path=ppt/slideLayouts/slideLayout6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D94B1B5-61D9-4408-A2B5-CA06F768CAB1}" type="datetime1">
              <a:rPr lang="en-US" smtClean="0"/>
              <a:t>9/17/2026</a:t>
            </a:fld>
            <a:endParaRPr lang="en-US"/>
          </a:p>
        </p:txBody>
      </p:sp>
      <p:sp>
        <p:nvSpPr>
          <p:cNvPr id="5" name="Footer Placeholder 4"/>
          <p:cNvSpPr>
            <a:spLocks noGrp="1"/>
          </p:cNvSpPr>
          <p:nvPr>
            <p:ph type="ftr" sz="quarter" idx="11"/>
          </p:nvPr>
        </p:nvSpPr>
        <p:spPr/>
        <p:txBody>
          <a:bodyPr/>
          <a:lstStyle/>
          <a:p>
            <a:r>
              <a:rPr lang="en-US" smtClean="0"/>
              <a:t>SAMPLE FOOTER TEXT</a:t>
            </a:r>
            <a:endParaRPr lang="en-US"/>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63025344"/>
      </p:ext>
    </p:extLst>
  </p:cSld>
  <p:clrMapOvr>
    <a:masterClrMapping/>
  </p:clrMapOvr>
  <p:hf hdr="0" dt="0"/>
</p:sldLayout>
</file>

<file path=ppt/slideLayouts/slideLayout6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D94B1B5-61D9-4408-A2B5-CA06F768CAB1}" type="datetime1">
              <a:rPr lang="en-US" smtClean="0"/>
              <a:t>9/17/2026</a:t>
            </a:fld>
            <a:endParaRPr lang="en-US"/>
          </a:p>
        </p:txBody>
      </p:sp>
      <p:sp>
        <p:nvSpPr>
          <p:cNvPr id="5" name="Footer Placeholder 4"/>
          <p:cNvSpPr>
            <a:spLocks noGrp="1"/>
          </p:cNvSpPr>
          <p:nvPr>
            <p:ph type="ftr" sz="quarter" idx="11"/>
          </p:nvPr>
        </p:nvSpPr>
        <p:spPr/>
        <p:txBody>
          <a:bodyPr/>
          <a:lstStyle/>
          <a:p>
            <a:r>
              <a:rPr lang="en-US" smtClean="0"/>
              <a:t>SAMPLE FOOTER TEXT</a:t>
            </a:r>
            <a:endParaRPr lang="en-US"/>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5422839"/>
      </p:ext>
    </p:extLst>
  </p:cSld>
  <p:clrMapOvr>
    <a:masterClrMapping/>
  </p:clrMapOvr>
  <p:hf hdr="0" dt="0"/>
</p:sldLayout>
</file>

<file path=ppt/slideLayouts/slideLayout6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D94B1B5-61D9-4408-A2B5-CA06F768CAB1}" type="datetime1">
              <a:rPr lang="en-US" smtClean="0"/>
              <a:t>9/17/2026</a:t>
            </a:fld>
            <a:endParaRPr lang="en-US"/>
          </a:p>
        </p:txBody>
      </p:sp>
      <p:sp>
        <p:nvSpPr>
          <p:cNvPr id="6" name="Footer Placeholder 5"/>
          <p:cNvSpPr>
            <a:spLocks noGrp="1"/>
          </p:cNvSpPr>
          <p:nvPr>
            <p:ph type="ftr" sz="quarter" idx="11"/>
          </p:nvPr>
        </p:nvSpPr>
        <p:spPr/>
        <p:txBody>
          <a:bodyPr/>
          <a:lstStyle/>
          <a:p>
            <a:r>
              <a:rPr lang="en-US" smtClean="0"/>
              <a:t>SAMPLE FOOTER TEXT</a:t>
            </a:r>
            <a:endParaRPr lang="en-US"/>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55416443"/>
      </p:ext>
    </p:extLst>
  </p:cSld>
  <p:clrMapOvr>
    <a:masterClrMapping/>
  </p:clrMapOvr>
  <p:hf hdr="0" dt="0"/>
</p:sldLayout>
</file>

<file path=ppt/slideLayouts/slideLayout6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D94B1B5-61D9-4408-A2B5-CA06F768CAB1}" type="datetime1">
              <a:rPr lang="en-US" smtClean="0"/>
              <a:t>9/17/2026</a:t>
            </a:fld>
            <a:endParaRPr lang="en-US"/>
          </a:p>
        </p:txBody>
      </p:sp>
      <p:sp>
        <p:nvSpPr>
          <p:cNvPr id="8" name="Footer Placeholder 7"/>
          <p:cNvSpPr>
            <a:spLocks noGrp="1"/>
          </p:cNvSpPr>
          <p:nvPr>
            <p:ph type="ftr" sz="quarter" idx="11"/>
          </p:nvPr>
        </p:nvSpPr>
        <p:spPr/>
        <p:txBody>
          <a:bodyPr/>
          <a:lstStyle/>
          <a:p>
            <a:r>
              <a:rPr lang="en-US" smtClean="0"/>
              <a:t>SAMPLE FOOTER TEXT</a:t>
            </a:r>
            <a:endParaRPr lang="en-US"/>
          </a:p>
        </p:txBody>
      </p:sp>
      <p:sp>
        <p:nvSpPr>
          <p:cNvPr id="9" name="Slide Number Placeholder 8"/>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35680451"/>
      </p:ext>
    </p:extLst>
  </p:cSld>
  <p:clrMapOvr>
    <a:masterClrMapping/>
  </p:clrMapOvr>
  <p:hf hdr="0" dt="0"/>
</p:sldLayout>
</file>

<file path=ppt/slideLayouts/slideLayout6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15132D0-A4B5-4DFA-9485-CB2E482EE77C}" type="datetime1">
              <a:rPr lang="en-US" smtClean="0"/>
              <a:t>9/17/2026</a:t>
            </a:fld>
            <a:endParaRPr lang="en-US"/>
          </a:p>
        </p:txBody>
      </p:sp>
      <p:sp>
        <p:nvSpPr>
          <p:cNvPr id="4" name="Footer Placeholder 3"/>
          <p:cNvSpPr>
            <a:spLocks noGrp="1"/>
          </p:cNvSpPr>
          <p:nvPr>
            <p:ph type="ftr" sz="quarter" idx="11"/>
          </p:nvPr>
        </p:nvSpPr>
        <p:spPr/>
        <p:txBody>
          <a:bodyPr/>
          <a:lstStyle/>
          <a:p>
            <a:r>
              <a:rPr lang="en-US" smtClean="0"/>
              <a:t>SAMPLE FOOTER TEXT</a:t>
            </a:r>
            <a:endParaRPr lang="en-US"/>
          </a:p>
        </p:txBody>
      </p:sp>
      <p:sp>
        <p:nvSpPr>
          <p:cNvPr id="5" name="Slide Number Placeholder 4"/>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4183396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94B1B5-61D9-4408-A2B5-CA06F768CAB1}" type="datetime1">
              <a:rPr lang="en-US" smtClean="0"/>
              <a:t>9/17/2026</a:t>
            </a:fld>
            <a:endParaRPr lang="en-US"/>
          </a:p>
        </p:txBody>
      </p:sp>
      <p:sp>
        <p:nvSpPr>
          <p:cNvPr id="3" name="Footer Placeholder 2"/>
          <p:cNvSpPr>
            <a:spLocks noGrp="1"/>
          </p:cNvSpPr>
          <p:nvPr>
            <p:ph type="ftr" sz="quarter" idx="11"/>
          </p:nvPr>
        </p:nvSpPr>
        <p:spPr/>
        <p:txBody>
          <a:bodyPr/>
          <a:lstStyle/>
          <a:p>
            <a:r>
              <a:rPr lang="en-US" smtClean="0"/>
              <a:t>SAMPLE FOOTER TEXT</a:t>
            </a:r>
            <a:endParaRPr lang="en-US"/>
          </a:p>
        </p:txBody>
      </p:sp>
      <p:sp>
        <p:nvSpPr>
          <p:cNvPr id="4" name="Slide Number Placeholder 3"/>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65527168"/>
      </p:ext>
    </p:extLst>
  </p:cSld>
  <p:clrMapOvr>
    <a:masterClrMapping/>
  </p:clrMapOvr>
  <p:hf hdr="0" dt="0"/>
</p:sldLayout>
</file>

<file path=ppt/slideLayouts/slideLayout6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41BEF89-672A-4E25-926B-58E382525C3F}" type="datetime1">
              <a:rPr lang="en-US" smtClean="0"/>
              <a:t>9/17/2026</a:t>
            </a:fld>
            <a:endParaRPr lang="en-US"/>
          </a:p>
        </p:txBody>
      </p:sp>
      <p:sp>
        <p:nvSpPr>
          <p:cNvPr id="6" name="Footer Placeholder 5"/>
          <p:cNvSpPr>
            <a:spLocks noGrp="1"/>
          </p:cNvSpPr>
          <p:nvPr>
            <p:ph type="ftr" sz="quarter" idx="11"/>
          </p:nvPr>
        </p:nvSpPr>
        <p:spPr/>
        <p:txBody>
          <a:bodyPr/>
          <a:lstStyle/>
          <a:p>
            <a:r>
              <a:rPr lang="en-US" smtClean="0"/>
              <a:t>SAMPLE FOOTER TEXT</a:t>
            </a:r>
            <a:endParaRPr lang="en-US"/>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0986145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931E9BD-2556-46EE-BDF5-EE03A42C0687}" type="datetime1">
              <a:rPr lang="en-US" smtClean="0"/>
              <a:t>9/17/2026</a:t>
            </a:fld>
            <a:endParaRPr lang="en-US"/>
          </a:p>
        </p:txBody>
      </p:sp>
      <p:sp>
        <p:nvSpPr>
          <p:cNvPr id="6" name="Footer Placeholder 5"/>
          <p:cNvSpPr>
            <a:spLocks noGrp="1"/>
          </p:cNvSpPr>
          <p:nvPr>
            <p:ph type="ftr" sz="quarter" idx="11"/>
          </p:nvPr>
        </p:nvSpPr>
        <p:spPr/>
        <p:txBody>
          <a:bodyPr/>
          <a:lstStyle/>
          <a:p>
            <a:r>
              <a:rPr lang="en-US" smtClean="0"/>
              <a:t>SAMPLE FOOTER TEXT</a:t>
            </a:r>
            <a:endParaRPr lang="en-US"/>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3405358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D94B1B5-61D9-4408-A2B5-CA06F768CAB1}" type="datetime1">
              <a:rPr lang="en-US" smtClean="0"/>
              <a:t>9/17/2026</a:t>
            </a:fld>
            <a:endParaRPr lang="en-US"/>
          </a:p>
        </p:txBody>
      </p:sp>
      <p:sp>
        <p:nvSpPr>
          <p:cNvPr id="5" name="Footer Placeholder 4"/>
          <p:cNvSpPr>
            <a:spLocks noGrp="1"/>
          </p:cNvSpPr>
          <p:nvPr>
            <p:ph type="ftr" sz="quarter" idx="11"/>
          </p:nvPr>
        </p:nvSpPr>
        <p:spPr/>
        <p:txBody>
          <a:bodyPr/>
          <a:lstStyle/>
          <a:p>
            <a:r>
              <a:rPr lang="en-US" smtClean="0"/>
              <a:t>SAMPLE FOOTER TEXT</a:t>
            </a:r>
            <a:endParaRPr lang="en-US"/>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02191"/>
      </p:ext>
    </p:extLst>
  </p:cSld>
  <p:clrMapOvr>
    <a:masterClrMapping/>
  </p:clrMapOvr>
  <p:hf hdr="0" dt="0"/>
</p:sldLayout>
</file>

<file path=ppt/slideLayouts/slideLayout6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D94B1B5-61D9-4408-A2B5-CA06F768CAB1}" type="datetime1">
              <a:rPr lang="en-US" smtClean="0"/>
              <a:t>9/17/2026</a:t>
            </a:fld>
            <a:endParaRPr lang="en-US"/>
          </a:p>
        </p:txBody>
      </p:sp>
      <p:sp>
        <p:nvSpPr>
          <p:cNvPr id="5" name="Footer Placeholder 4"/>
          <p:cNvSpPr>
            <a:spLocks noGrp="1"/>
          </p:cNvSpPr>
          <p:nvPr>
            <p:ph type="ftr" sz="quarter" idx="11"/>
          </p:nvPr>
        </p:nvSpPr>
        <p:spPr/>
        <p:txBody>
          <a:bodyPr/>
          <a:lstStyle/>
          <a:p>
            <a:r>
              <a:rPr lang="en-US" smtClean="0"/>
              <a:t>SAMPLE FOOTER TEXT</a:t>
            </a:r>
            <a:endParaRPr lang="en-US"/>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21120544"/>
      </p:ext>
    </p:extLst>
  </p:cSld>
  <p:clrMapOvr>
    <a:masterClrMapping/>
  </p:clrMapOvr>
  <p:hf hdr="0" dt="0"/>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Title with Picture">
    <p:bg>
      <p:bgPr>
        <a:solidFill>
          <a:schemeClr val="accent3"/>
        </a:soli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1200912" y="4597404"/>
            <a:ext cx="9784077" cy="980435"/>
          </a:xfrm>
        </p:spPr>
        <p:txBody>
          <a:bodyPr anchor="b">
            <a:noAutofit/>
          </a:bodyPr>
          <a:lstStyle>
            <a:lvl1pPr>
              <a:defRPr sz="4800"/>
            </a:lvl1pPr>
          </a:lstStyle>
          <a:p>
            <a:r>
              <a:rPr lang="en-US"/>
              <a:t>Click to edit Master title style</a:t>
            </a:r>
          </a:p>
        </p:txBody>
      </p:sp>
      <p:sp>
        <p:nvSpPr>
          <p:cNvPr id="8" name="Footer Placeholder 7"/>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13" name="Text Placeholder 12"/>
          <p:cNvSpPr>
            <a:spLocks noGrp="1"/>
          </p:cNvSpPr>
          <p:nvPr>
            <p:ph type="body" sz="quarter" idx="17"/>
          </p:nvPr>
        </p:nvSpPr>
        <p:spPr>
          <a:xfrm>
            <a:off x="1207008" y="5668963"/>
            <a:ext cx="9784842" cy="639762"/>
          </a:xfrm>
        </p:spPr>
        <p:txBody>
          <a:bodyPr>
            <a:normAutofit/>
          </a:bodyPr>
          <a:lstStyle>
            <a:lvl1pPr marL="0" indent="0">
              <a:buNone/>
              <a:defRPr sz="2000"/>
            </a:lvl1pPr>
          </a:lstStyle>
          <a:p>
            <a:pPr lvl="0"/>
            <a:r>
              <a:rPr lang="en-US"/>
              <a:t>Click to edit Master text styles</a:t>
            </a:r>
          </a:p>
        </p:txBody>
      </p:sp>
      <p:sp>
        <p:nvSpPr>
          <p:cNvPr id="11" name="Picture Placeholder 10"/>
          <p:cNvSpPr>
            <a:spLocks noGrp="1"/>
          </p:cNvSpPr>
          <p:nvPr>
            <p:ph type="pic" sz="quarter" idx="13" hasCustomPrompt="1"/>
          </p:nvPr>
        </p:nvSpPr>
        <p:spPr>
          <a:xfrm>
            <a:off x="808258" y="404999"/>
            <a:ext cx="10575485" cy="3836802"/>
          </a:xfrm>
          <a:blipFill dpi="0" rotWithShape="1">
            <a:blip r:embed="rId2">
              <a:alphaModFix amt="25000"/>
              <a:extLst>
                <a:ext uri="{BEBA8EAE-BF5A-486C-A8C5-ECC9F3942E4B}">
                  <a14:imgProps xmlns:a14="http://schemas.microsoft.com/office/drawing/2010/main">
                    <a14:imgLayer r:embed="rId3">
                      <a14:imgEffect>
                        <a14:brightnessContrast bright="-27000" contrast="59000"/>
                      </a14:imgEffect>
                      <a14:imgEffect>
                        <a14:saturation sat="0"/>
                      </a14:imgEffect>
                    </a14:imgLayer>
                  </a14:imgProps>
                </a:ext>
              </a:extLst>
            </a:blip>
            <a:srcRect/>
            <a:stretch>
              <a:fillRect t="1" b="-667"/>
            </a:stretch>
          </a:blipFill>
        </p:spPr>
        <p:txBody>
          <a:bodyPr/>
          <a:lstStyle>
            <a:lvl1pPr marL="0" indent="0">
              <a:buNone/>
              <a:defRPr/>
            </a:lvl1pPr>
          </a:lstStyle>
          <a:p>
            <a:r>
              <a:rPr lang="en-US"/>
              <a:t> </a:t>
            </a:r>
          </a:p>
        </p:txBody>
      </p:sp>
      <p:sp>
        <p:nvSpPr>
          <p:cNvPr id="7" name="Date Placeholder 6"/>
          <p:cNvSpPr>
            <a:spLocks noGrp="1"/>
          </p:cNvSpPr>
          <p:nvPr>
            <p:ph type="dt" sz="half" idx="14"/>
          </p:nvPr>
        </p:nvSpPr>
        <p:spPr>
          <a:xfrm rot="5400000">
            <a:off x="10040831" y="4203335"/>
            <a:ext cx="3494314" cy="365125"/>
          </a:xfrm>
        </p:spPr>
        <p:txBody>
          <a:bodyPr/>
          <a:lstStyle>
            <a:lvl1pPr>
              <a:defRPr>
                <a:solidFill>
                  <a:schemeClr val="tx1"/>
                </a:solidFill>
              </a:defRPr>
            </a:lvl1pPr>
          </a:lstStyle>
          <a:p>
            <a:fld id="{3D5058B3-EEF2-4DD0-8865-E06070870E6E}" type="datetime1">
              <a:rPr lang="en-US" smtClean="0"/>
              <a:t>9/17/2026</a:t>
            </a:fld>
            <a:endParaRPr lang="en-US"/>
          </a:p>
        </p:txBody>
      </p:sp>
      <p:sp>
        <p:nvSpPr>
          <p:cNvPr id="9" name="Slide Number Placeholder 8"/>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t>‹#›</a:t>
            </a:fld>
            <a:endParaRPr lang="en-US"/>
          </a:p>
        </p:txBody>
      </p:sp>
      <p:cxnSp>
        <p:nvCxnSpPr>
          <p:cNvPr id="4" name="Straight Connector 3"/>
          <p:cNvCxnSpPr/>
          <p:nvPr/>
        </p:nvCxnSpPr>
        <p:spPr>
          <a:xfrm>
            <a:off x="803185" y="4267354"/>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13"/>
          <p:cNvGrpSpPr/>
          <p:nvPr/>
        </p:nvGrpSpPr>
        <p:grpSpPr>
          <a:xfrm>
            <a:off x="803185" y="0"/>
            <a:ext cx="10585629" cy="6858000"/>
            <a:chOff x="803185" y="0"/>
            <a:chExt cx="10585629" cy="6858000"/>
          </a:xfrm>
        </p:grpSpPr>
        <p:cxnSp>
          <p:nvCxnSpPr>
            <p:cNvPr id="15" name="Straight Connector 14"/>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91262555"/>
      </p:ext>
    </p:extLst>
  </p:cSld>
  <p:clrMapOvr>
    <a:overrideClrMapping bg1="lt1" tx1="dk1" bg2="lt2" tx2="dk2" accent1="accent1" accent2="accent2" accent3="accent3" accent4="accent4" accent5="accent5" accent6="accent6" hlink="hlink" folHlink="folHlink"/>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cSld name="Section Header 3">
    <p:spTree>
      <p:nvGrpSpPr>
        <p:cNvPr id="1" name=""/>
        <p:cNvGrpSpPr/>
        <p:nvPr/>
      </p:nvGrpSpPr>
      <p:grpSpPr>
        <a:xfrm>
          <a:off x="0" y="0"/>
          <a:ext cx="0" cy="0"/>
          <a:chOff x="0" y="0"/>
          <a:chExt cx="0" cy="0"/>
        </a:xfrm>
      </p:grpSpPr>
      <p:sp>
        <p:nvSpPr>
          <p:cNvPr id="2" name="Title 1"/>
          <p:cNvSpPr>
            <a:spLocks noGrp="1"/>
          </p:cNvSpPr>
          <p:nvPr>
            <p:ph type="ctrTitle"/>
          </p:nvPr>
        </p:nvSpPr>
        <p:spPr>
          <a:xfrm>
            <a:off x="4130040" y="1645920"/>
            <a:ext cx="3931920" cy="3566160"/>
          </a:xfrm>
        </p:spPr>
        <p:txBody>
          <a:bodyPr anchor="ctr" anchorCtr="0">
            <a:normAutofit/>
          </a:bodyPr>
          <a:lstStyle>
            <a:lvl1pPr algn="ctr">
              <a:defRPr sz="5000"/>
            </a:lvl1pPr>
          </a:lstStyle>
          <a:p>
            <a:r>
              <a:rPr lang="en-US"/>
              <a:t>Click to edit Master title style</a:t>
            </a:r>
          </a:p>
        </p:txBody>
      </p:sp>
      <p:sp>
        <p:nvSpPr>
          <p:cNvPr id="13" name="Footer Placeholder 12"/>
          <p:cNvSpPr>
            <a:spLocks noGrp="1"/>
          </p:cNvSpPr>
          <p:nvPr>
            <p:ph type="ftr" sz="quarter" idx="11"/>
          </p:nvPr>
        </p:nvSpPr>
        <p:spPr/>
        <p:txBody>
          <a:bodyPr/>
          <a:lstStyle/>
          <a:p>
            <a:r>
              <a:rPr lang="en-US"/>
              <a:t>SAMPLE FOOTER TEXT</a:t>
            </a:r>
          </a:p>
        </p:txBody>
      </p:sp>
      <p:sp>
        <p:nvSpPr>
          <p:cNvPr id="12" name="Date Placeholder 11"/>
          <p:cNvSpPr>
            <a:spLocks noGrp="1"/>
          </p:cNvSpPr>
          <p:nvPr>
            <p:ph type="dt" sz="half" idx="10"/>
          </p:nvPr>
        </p:nvSpPr>
        <p:spPr/>
        <p:txBody>
          <a:bodyPr/>
          <a:lstStyle/>
          <a:p>
            <a:fld id="{CFCAE280-1FAF-431A-AFCC-652D1D768935}" type="datetime1">
              <a:rPr lang="en-US" smtClean="0"/>
              <a:t>9/17/2026</a:t>
            </a:fld>
            <a:endParaRPr lang="en-US"/>
          </a:p>
        </p:txBody>
      </p:sp>
      <p:sp>
        <p:nvSpPr>
          <p:cNvPr id="14" name="Slide Number Placeholder 13"/>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00414314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cSld name="Content with Picture 18">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45108" y="786384"/>
            <a:ext cx="4023360" cy="1280160"/>
          </a:xfrm>
        </p:spPr>
        <p:txBody>
          <a:bodyPr>
            <a:normAutofit/>
          </a:bodyPr>
          <a:lstStyle>
            <a:lvl1pPr>
              <a:defRPr sz="3200">
                <a:solidFill>
                  <a:schemeClr val="tx1"/>
                </a:solidFill>
              </a:defRPr>
            </a:lvl1pPr>
          </a:lstStyle>
          <a:p>
            <a:r>
              <a:rPr lang="en-US"/>
              <a:t>Click to edit Master title style</a:t>
            </a:r>
          </a:p>
        </p:txBody>
      </p:sp>
      <p:sp>
        <p:nvSpPr>
          <p:cNvPr id="6" name="Footer Placeholder 5"/>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1" name="Picture Placeholder 10"/>
          <p:cNvSpPr>
            <a:spLocks noGrp="1"/>
          </p:cNvSpPr>
          <p:nvPr>
            <p:ph type="pic" sz="quarter" idx="13" hasCustomPrompt="1"/>
          </p:nvPr>
        </p:nvSpPr>
        <p:spPr>
          <a:xfrm>
            <a:off x="1220455" y="2396086"/>
            <a:ext cx="4070907" cy="3637825"/>
          </a:xfrm>
          <a:blipFill dpi="0" rotWithShape="1">
            <a:blip r:embed="rId2">
              <a:alphaModFix amt="20000"/>
              <a:extLst>
                <a:ext uri="{BEBA8EAE-BF5A-486C-A8C5-ECC9F3942E4B}">
                  <a14:imgProps xmlns:a14="http://schemas.microsoft.com/office/drawing/2010/main">
                    <a14:imgLayer r:embed="rId3">
                      <a14:imgEffect>
                        <a14:brightnessContrast bright="-27000" contrast="59000"/>
                      </a14:imgEffect>
                      <a14:imgEffect>
                        <a14:saturation sat="0"/>
                      </a14:imgEffect>
                    </a14:imgLayer>
                  </a14:imgProps>
                </a:ext>
              </a:extLst>
            </a:blip>
            <a:srcRect/>
            <a:stretch>
              <a:fillRect t="-1" b="-11100"/>
            </a:stretch>
          </a:blipFill>
          <a:ln w="6350">
            <a:solidFill>
              <a:schemeClr val="tx1"/>
            </a:solidFill>
          </a:ln>
        </p:spPr>
        <p:txBody>
          <a:bodyPr/>
          <a:lstStyle>
            <a:lvl1pPr marL="0" indent="0">
              <a:buNone/>
              <a:defRPr/>
            </a:lvl1pPr>
          </a:lstStyle>
          <a:p>
            <a:r>
              <a:rPr lang="en-US"/>
              <a:t> </a:t>
            </a:r>
          </a:p>
        </p:txBody>
      </p:sp>
      <p:sp>
        <p:nvSpPr>
          <p:cNvPr id="8" name="Content Placeholder 7"/>
          <p:cNvSpPr>
            <a:spLocks noGrp="1"/>
          </p:cNvSpPr>
          <p:nvPr>
            <p:ph sz="quarter" idx="14"/>
          </p:nvPr>
        </p:nvSpPr>
        <p:spPr>
          <a:xfrm>
            <a:off x="5669280" y="786384"/>
            <a:ext cx="5303520" cy="530352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solidFill>
                  <a:schemeClr val="tx1"/>
                </a:solidFill>
              </a:defRPr>
            </a:lvl1pPr>
          </a:lstStyle>
          <a:p>
            <a:fld id="{378A9400-0F8A-40AD-9C7D-D04C05A686BB}" type="datetime1">
              <a:rPr lang="en-US" smtClean="0"/>
              <a:t>9/17/2026</a:t>
            </a:fld>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3425825093"/>
      </p:ext>
    </p:extLst>
  </p:cSld>
  <p:clrMapOvr>
    <a:overrideClrMapping bg1="lt1" tx1="dk1" bg2="lt2" tx2="dk2" accent1="accent1" accent2="accent2" accent3="accent3" accent4="accent4" accent5="accent5" accent6="accent6" hlink="hlink" folHlink="folHlink"/>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cSld name="Content with Picture 17">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07008" y="786384"/>
            <a:ext cx="7772400" cy="914400"/>
          </a:xfrm>
        </p:spPr>
        <p:txBody>
          <a:bodyPr anchor="b">
            <a:noAutofit/>
          </a:bodyPr>
          <a:lstStyle>
            <a:lvl1pPr>
              <a:defRPr sz="3200">
                <a:solidFill>
                  <a:schemeClr val="tx1"/>
                </a:solidFill>
              </a:defRPr>
            </a:lvl1pPr>
          </a:lstStyle>
          <a:p>
            <a:r>
              <a:rPr lang="en-US"/>
              <a:t>Click to edit Master title style</a:t>
            </a:r>
          </a:p>
        </p:txBody>
      </p:sp>
      <p:sp>
        <p:nvSpPr>
          <p:cNvPr id="4" name="Footer Placeholder 3"/>
          <p:cNvSpPr>
            <a:spLocks noGrp="1"/>
          </p:cNvSpPr>
          <p:nvPr>
            <p:ph type="ftr" sz="quarter" idx="16"/>
          </p:nvPr>
        </p:nvSpPr>
        <p:spPr/>
        <p:txBody>
          <a:bodyPr/>
          <a:lstStyle>
            <a:lvl1pPr>
              <a:defRPr>
                <a:solidFill>
                  <a:schemeClr val="tx1"/>
                </a:solidFill>
              </a:defRPr>
            </a:lvl1pPr>
          </a:lstStyle>
          <a:p>
            <a:r>
              <a:rPr lang="en-US"/>
              <a:t>SAMPLE FOOTER TEXT</a:t>
            </a:r>
          </a:p>
        </p:txBody>
      </p:sp>
      <p:sp>
        <p:nvSpPr>
          <p:cNvPr id="8" name="Content Placeholder 7"/>
          <p:cNvSpPr>
            <a:spLocks noGrp="1"/>
          </p:cNvSpPr>
          <p:nvPr>
            <p:ph sz="quarter" idx="14"/>
          </p:nvPr>
        </p:nvSpPr>
        <p:spPr>
          <a:xfrm>
            <a:off x="1207008" y="1828800"/>
            <a:ext cx="7772400"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10"/>
          <p:cNvSpPr>
            <a:spLocks noGrp="1"/>
          </p:cNvSpPr>
          <p:nvPr>
            <p:ph type="pic" sz="quarter" idx="13" hasCustomPrompt="1"/>
          </p:nvPr>
        </p:nvSpPr>
        <p:spPr>
          <a:xfrm>
            <a:off x="9287478" y="393289"/>
            <a:ext cx="2084255" cy="6051054"/>
          </a:xfrm>
          <a:blipFill dpi="0" rotWithShape="1">
            <a:blip r:embed="rId2">
              <a:alphaModFix amt="20000"/>
              <a:extLst>
                <a:ext uri="{BEBA8EAE-BF5A-486C-A8C5-ECC9F3942E4B}">
                  <a14:imgProps xmlns:a14="http://schemas.microsoft.com/office/drawing/2010/main">
                    <a14:imgLayer r:embed="rId3">
                      <a14:imgEffect>
                        <a14:brightnessContrast bright="-27000" contrast="59000"/>
                      </a14:imgEffect>
                      <a14:imgEffect>
                        <a14:saturation sat="0"/>
                      </a14:imgEffect>
                    </a14:imgLayer>
                  </a14:imgProps>
                </a:ext>
              </a:extLst>
            </a:blip>
            <a:srcRect/>
            <a:stretch>
              <a:fillRect l="192" t="148" r="-748" b="-1"/>
            </a:stretch>
          </a:blipFill>
        </p:spPr>
        <p:txBody>
          <a:bodyPr/>
          <a:lstStyle>
            <a:lvl1pPr marL="0" indent="0">
              <a:buNone/>
              <a:defRPr/>
            </a:lvl1pPr>
          </a:lstStyle>
          <a:p>
            <a:r>
              <a:rPr lang="en-US"/>
              <a:t> </a:t>
            </a:r>
          </a:p>
        </p:txBody>
      </p:sp>
      <p:sp>
        <p:nvSpPr>
          <p:cNvPr id="3" name="Date Placeholder 2"/>
          <p:cNvSpPr>
            <a:spLocks noGrp="1"/>
          </p:cNvSpPr>
          <p:nvPr>
            <p:ph type="dt" sz="half" idx="15"/>
          </p:nvPr>
        </p:nvSpPr>
        <p:spPr/>
        <p:txBody>
          <a:bodyPr/>
          <a:lstStyle>
            <a:lvl1pPr>
              <a:defRPr>
                <a:solidFill>
                  <a:schemeClr val="tx1"/>
                </a:solidFill>
              </a:defRPr>
            </a:lvl1pPr>
          </a:lstStyle>
          <a:p>
            <a:fld id="{BC634302-EDB4-4C38-AE4F-99E11593A1F0}" type="datetime1">
              <a:rPr lang="en-US" smtClean="0"/>
              <a:t>9/17/2026</a:t>
            </a:fld>
            <a:endParaRPr lang="en-US"/>
          </a:p>
        </p:txBody>
      </p:sp>
      <p:sp>
        <p:nvSpPr>
          <p:cNvPr id="5" name="Slide Number Placeholder 4"/>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2014575998"/>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66.xml"/><Relationship Id="rId13" Type="http://schemas.openxmlformats.org/officeDocument/2006/relationships/slideLayout" Target="../slideLayouts/slideLayout71.xml"/><Relationship Id="rId3" Type="http://schemas.openxmlformats.org/officeDocument/2006/relationships/slideLayout" Target="../slideLayouts/slideLayout61.xml"/><Relationship Id="rId7" Type="http://schemas.openxmlformats.org/officeDocument/2006/relationships/slideLayout" Target="../slideLayouts/slideLayout65.xml"/><Relationship Id="rId12" Type="http://schemas.openxmlformats.org/officeDocument/2006/relationships/slideLayout" Target="../slideLayouts/slideLayout70.xml"/><Relationship Id="rId2" Type="http://schemas.openxmlformats.org/officeDocument/2006/relationships/slideLayout" Target="../slideLayouts/slideLayout60.xml"/><Relationship Id="rId16" Type="http://schemas.openxmlformats.org/officeDocument/2006/relationships/theme" Target="../theme/theme2.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1" Type="http://schemas.openxmlformats.org/officeDocument/2006/relationships/slideLayout" Target="../slideLayouts/slideLayout69.xml"/><Relationship Id="rId5" Type="http://schemas.openxmlformats.org/officeDocument/2006/relationships/slideLayout" Target="../slideLayouts/slideLayout63.xml"/><Relationship Id="rId15" Type="http://schemas.openxmlformats.org/officeDocument/2006/relationships/slideLayout" Target="../slideLayouts/slideLayout73.xml"/><Relationship Id="rId10" Type="http://schemas.openxmlformats.org/officeDocument/2006/relationships/slideLayout" Target="../slideLayouts/slideLayout68.xml"/><Relationship Id="rId4" Type="http://schemas.openxmlformats.org/officeDocument/2006/relationships/slideLayout" Target="../slideLayouts/slideLayout62.xml"/><Relationship Id="rId9" Type="http://schemas.openxmlformats.org/officeDocument/2006/relationships/slideLayout" Target="../slideLayouts/slideLayout67.xml"/><Relationship Id="rId14" Type="http://schemas.openxmlformats.org/officeDocument/2006/relationships/slideLayout" Target="../slideLayouts/slideLayout7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6800" y="685800"/>
            <a:ext cx="10058400" cy="1132258"/>
          </a:xfrm>
          <a:prstGeom prst="rect">
            <a:avLst/>
          </a:prstGeom>
        </p:spPr>
        <p:txBody>
          <a:bodyPr vert="horz" lIns="91440" tIns="45720" rIns="91440" bIns="45720" rtlCol="0" anchor="t">
            <a:normAutofit/>
          </a:bodyPr>
          <a:lstStyle/>
          <a:p>
            <a:r>
              <a:rPr lang="en-US"/>
              <a:t>Click to edit Master title style</a:t>
            </a:r>
          </a:p>
        </p:txBody>
      </p:sp>
      <p:sp>
        <p:nvSpPr>
          <p:cNvPr id="5" name="Footer Placeholder 4"/>
          <p:cNvSpPr>
            <a:spLocks noGrp="1"/>
          </p:cNvSpPr>
          <p:nvPr>
            <p:ph type="ftr" sz="quarter" idx="3"/>
          </p:nvPr>
        </p:nvSpPr>
        <p:spPr>
          <a:xfrm rot="16200000">
            <a:off x="-1005840" y="1525384"/>
            <a:ext cx="2805405" cy="365125"/>
          </a:xfrm>
          <a:prstGeom prst="rect">
            <a:avLst/>
          </a:prstGeom>
        </p:spPr>
        <p:txBody>
          <a:bodyPr vert="horz" lIns="91440" tIns="45720" rIns="91440" bIns="45720" rtlCol="0" anchor="ctr"/>
          <a:lstStyle>
            <a:lvl1pPr algn="r" rtl="0">
              <a:defRPr sz="900" b="0" i="0">
                <a:solidFill>
                  <a:schemeClr val="tx1"/>
                </a:solidFill>
                <a:latin typeface="+mn-lt"/>
              </a:defRPr>
            </a:lvl1pPr>
          </a:lstStyle>
          <a:p>
            <a:r>
              <a:rPr lang="en-US"/>
              <a:t>SAMPLE FOOTER TEXT</a:t>
            </a:r>
          </a:p>
        </p:txBody>
      </p:sp>
      <p:sp>
        <p:nvSpPr>
          <p:cNvPr id="6" name="Slide Number Placeholder 5"/>
          <p:cNvSpPr>
            <a:spLocks noGrp="1"/>
          </p:cNvSpPr>
          <p:nvPr>
            <p:ph type="sldNum" sz="quarter" idx="4"/>
          </p:nvPr>
        </p:nvSpPr>
        <p:spPr>
          <a:xfrm>
            <a:off x="11573385" y="6229552"/>
            <a:ext cx="429207" cy="365125"/>
          </a:xfrm>
          <a:prstGeom prst="rect">
            <a:avLst/>
          </a:prstGeom>
        </p:spPr>
        <p:txBody>
          <a:bodyPr vert="horz" lIns="91440" tIns="45720" rIns="91440" bIns="45720" rtlCol="0" anchor="ctr"/>
          <a:lstStyle>
            <a:lvl1pPr algn="ctr" rtl="0">
              <a:defRPr sz="900" b="0" i="0">
                <a:solidFill>
                  <a:schemeClr val="tx1"/>
                </a:solidFill>
                <a:latin typeface="+mn-lt"/>
              </a:defRPr>
            </a:lvl1pPr>
          </a:lstStyle>
          <a:p>
            <a:fld id="{CC057153-B650-4DEB-B370-79DDCFDCE934}" type="slidenum">
              <a:rPr lang="en-US" smtClean="0"/>
              <a:t>‹#›</a:t>
            </a:fld>
            <a:endParaRPr lang="en-US"/>
          </a:p>
        </p:txBody>
      </p:sp>
      <p:sp>
        <p:nvSpPr>
          <p:cNvPr id="3" name="Text Placeholder 2"/>
          <p:cNvSpPr>
            <a:spLocks noGrp="1"/>
          </p:cNvSpPr>
          <p:nvPr>
            <p:ph type="body" idx="1"/>
          </p:nvPr>
        </p:nvSpPr>
        <p:spPr>
          <a:xfrm>
            <a:off x="1066800" y="1920240"/>
            <a:ext cx="10058400" cy="42062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rot="5400000">
            <a:off x="10040831" y="4206240"/>
            <a:ext cx="3494314" cy="365125"/>
          </a:xfrm>
          <a:prstGeom prst="rect">
            <a:avLst/>
          </a:prstGeom>
        </p:spPr>
        <p:txBody>
          <a:bodyPr vert="horz" lIns="91440" tIns="45720" rIns="91440" bIns="45720" rtlCol="0" anchor="ctr"/>
          <a:lstStyle>
            <a:lvl1pPr algn="r" rtl="0">
              <a:defRPr sz="900" b="0" i="0">
                <a:solidFill>
                  <a:schemeClr val="tx1"/>
                </a:solidFill>
                <a:latin typeface="+mn-lt"/>
              </a:defRPr>
            </a:lvl1pPr>
          </a:lstStyle>
          <a:p>
            <a:fld id="{5D94B1B5-61D9-4408-A2B5-CA06F768CAB1}" type="datetime1">
              <a:rPr lang="en-US" smtClean="0"/>
              <a:t>9/17/2026</a:t>
            </a:fld>
            <a:endParaRPr lang="en-US"/>
          </a:p>
        </p:txBody>
      </p:sp>
      <p:sp>
        <p:nvSpPr>
          <p:cNvPr id="12" name="Freeform 11" hidden="1"/>
          <p:cNvSpPr/>
          <p:nvPr/>
        </p:nvSpPr>
        <p:spPr>
          <a:xfrm>
            <a:off x="812559" y="393189"/>
            <a:ext cx="10579798" cy="6071619"/>
          </a:xfrm>
          <a:custGeom>
            <a:avLst/>
            <a:gdLst>
              <a:gd name="connsiteX0" fmla="*/ 10186606 w 10579798"/>
              <a:gd name="connsiteY0" fmla="*/ 0 h 6071619"/>
              <a:gd name="connsiteX1" fmla="*/ 10579798 w 10579798"/>
              <a:gd name="connsiteY1" fmla="*/ 0 h 6071619"/>
              <a:gd name="connsiteX2" fmla="*/ 10579798 w 10579798"/>
              <a:gd name="connsiteY2" fmla="*/ 6071619 h 6071619"/>
              <a:gd name="connsiteX3" fmla="*/ 10186606 w 10579798"/>
              <a:gd name="connsiteY3" fmla="*/ 6071619 h 6071619"/>
              <a:gd name="connsiteX4" fmla="*/ 10186606 w 10579798"/>
              <a:gd name="connsiteY4" fmla="*/ 393194 h 6071619"/>
              <a:gd name="connsiteX5" fmla="*/ 393192 w 10579798"/>
              <a:gd name="connsiteY5" fmla="*/ 393194 h 6071619"/>
              <a:gd name="connsiteX6" fmla="*/ 393192 w 10579798"/>
              <a:gd name="connsiteY6" fmla="*/ 5870339 h 6071619"/>
              <a:gd name="connsiteX7" fmla="*/ 0 w 10579798"/>
              <a:gd name="connsiteY7" fmla="*/ 5870339 h 6071619"/>
              <a:gd name="connsiteX8" fmla="*/ 0 w 10579798"/>
              <a:gd name="connsiteY8" fmla="*/ 2 h 6071619"/>
              <a:gd name="connsiteX9" fmla="*/ 157401 w 10579798"/>
              <a:gd name="connsiteY9" fmla="*/ 2 h 6071619"/>
              <a:gd name="connsiteX10" fmla="*/ 393192 w 10579798"/>
              <a:gd name="connsiteY10" fmla="*/ 2 h 6071619"/>
              <a:gd name="connsiteX11" fmla="*/ 10186606 w 10579798"/>
              <a:gd name="connsiteY11" fmla="*/ 2 h 6071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579798" h="6071619">
                <a:moveTo>
                  <a:pt x="10186606" y="0"/>
                </a:moveTo>
                <a:lnTo>
                  <a:pt x="10579798" y="0"/>
                </a:lnTo>
                <a:lnTo>
                  <a:pt x="10579798" y="6071619"/>
                </a:lnTo>
                <a:lnTo>
                  <a:pt x="10186606" y="6071619"/>
                </a:lnTo>
                <a:lnTo>
                  <a:pt x="10186606" y="393194"/>
                </a:lnTo>
                <a:lnTo>
                  <a:pt x="393192" y="393194"/>
                </a:lnTo>
                <a:lnTo>
                  <a:pt x="393192" y="5870339"/>
                </a:lnTo>
                <a:lnTo>
                  <a:pt x="0" y="5870339"/>
                </a:lnTo>
                <a:lnTo>
                  <a:pt x="0" y="2"/>
                </a:lnTo>
                <a:lnTo>
                  <a:pt x="157401" y="2"/>
                </a:lnTo>
                <a:lnTo>
                  <a:pt x="393192" y="2"/>
                </a:lnTo>
                <a:lnTo>
                  <a:pt x="10186606" y="2"/>
                </a:lnTo>
                <a:close/>
              </a:path>
            </a:pathLst>
          </a:custGeom>
          <a:solidFill>
            <a:schemeClr val="accent5">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6" hidden="1"/>
          <p:cNvSpPr/>
          <p:nvPr userDrawn="1"/>
        </p:nvSpPr>
        <p:spPr>
          <a:xfrm>
            <a:off x="812559" y="393189"/>
            <a:ext cx="10579798" cy="6071619"/>
          </a:xfrm>
          <a:custGeom>
            <a:avLst/>
            <a:gdLst>
              <a:gd name="connsiteX0" fmla="*/ 10186606 w 10579798"/>
              <a:gd name="connsiteY0" fmla="*/ 0 h 6071619"/>
              <a:gd name="connsiteX1" fmla="*/ 10579798 w 10579798"/>
              <a:gd name="connsiteY1" fmla="*/ 0 h 6071619"/>
              <a:gd name="connsiteX2" fmla="*/ 10579798 w 10579798"/>
              <a:gd name="connsiteY2" fmla="*/ 6071619 h 6071619"/>
              <a:gd name="connsiteX3" fmla="*/ 10186606 w 10579798"/>
              <a:gd name="connsiteY3" fmla="*/ 6071619 h 6071619"/>
              <a:gd name="connsiteX4" fmla="*/ 10186606 w 10579798"/>
              <a:gd name="connsiteY4" fmla="*/ 393194 h 6071619"/>
              <a:gd name="connsiteX5" fmla="*/ 393192 w 10579798"/>
              <a:gd name="connsiteY5" fmla="*/ 393194 h 6071619"/>
              <a:gd name="connsiteX6" fmla="*/ 393192 w 10579798"/>
              <a:gd name="connsiteY6" fmla="*/ 5870339 h 6071619"/>
              <a:gd name="connsiteX7" fmla="*/ 0 w 10579798"/>
              <a:gd name="connsiteY7" fmla="*/ 5870339 h 6071619"/>
              <a:gd name="connsiteX8" fmla="*/ 0 w 10579798"/>
              <a:gd name="connsiteY8" fmla="*/ 2 h 6071619"/>
              <a:gd name="connsiteX9" fmla="*/ 157401 w 10579798"/>
              <a:gd name="connsiteY9" fmla="*/ 2 h 6071619"/>
              <a:gd name="connsiteX10" fmla="*/ 393192 w 10579798"/>
              <a:gd name="connsiteY10" fmla="*/ 2 h 6071619"/>
              <a:gd name="connsiteX11" fmla="*/ 10186606 w 10579798"/>
              <a:gd name="connsiteY11" fmla="*/ 2 h 6071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579798" h="6071619">
                <a:moveTo>
                  <a:pt x="10186606" y="0"/>
                </a:moveTo>
                <a:lnTo>
                  <a:pt x="10579798" y="0"/>
                </a:lnTo>
                <a:lnTo>
                  <a:pt x="10579798" y="6071619"/>
                </a:lnTo>
                <a:lnTo>
                  <a:pt x="10186606" y="6071619"/>
                </a:lnTo>
                <a:lnTo>
                  <a:pt x="10186606" y="393194"/>
                </a:lnTo>
                <a:lnTo>
                  <a:pt x="393192" y="393194"/>
                </a:lnTo>
                <a:lnTo>
                  <a:pt x="393192" y="5870339"/>
                </a:lnTo>
                <a:lnTo>
                  <a:pt x="0" y="5870339"/>
                </a:lnTo>
                <a:lnTo>
                  <a:pt x="0" y="2"/>
                </a:lnTo>
                <a:lnTo>
                  <a:pt x="157401" y="2"/>
                </a:lnTo>
                <a:lnTo>
                  <a:pt x="393192" y="2"/>
                </a:lnTo>
                <a:lnTo>
                  <a:pt x="10186606" y="2"/>
                </a:lnTo>
                <a:close/>
              </a:path>
            </a:pathLst>
          </a:custGeom>
          <a:solidFill>
            <a:schemeClr val="accent5">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Lst>
  <p:hf hdr="0" dt="0"/>
  <p:txStyles>
    <p:titleStyle>
      <a:lvl1pPr algn="l" defTabSz="914400" rtl="0" eaLnBrk="1" latinLnBrk="0" hangingPunct="1">
        <a:lnSpc>
          <a:spcPct val="100000"/>
        </a:lnSpc>
        <a:spcBef>
          <a:spcPct val="0"/>
        </a:spcBef>
        <a:buNone/>
        <a:defRPr sz="4000" b="0" i="0" kern="1200" cap="all" baseline="0">
          <a:solidFill>
            <a:schemeClr val="tx1"/>
          </a:solidFill>
          <a:latin typeface="+mj-lt"/>
          <a:ea typeface="+mj-ea"/>
          <a:cs typeface="+mj-cs"/>
        </a:defRPr>
      </a:lvl1pPr>
    </p:titleStyle>
    <p:bodyStyle>
      <a:lvl1pPr marL="285750" indent="-285750" algn="l" defTabSz="914400" rtl="0" eaLnBrk="1" latinLnBrk="0" hangingPunct="1">
        <a:lnSpc>
          <a:spcPct val="100000"/>
        </a:lnSpc>
        <a:spcBef>
          <a:spcPts val="1000"/>
        </a:spcBef>
        <a:buFont typeface="Arial" panose="020B0604020202020204" pitchFamily="34" charset="0"/>
        <a:buChar char="•"/>
        <a:defRPr sz="1800" b="0" i="0" kern="1200">
          <a:solidFill>
            <a:schemeClr val="tx1"/>
          </a:solidFill>
          <a:latin typeface="+mn-lt"/>
          <a:ea typeface="+mn-ea"/>
          <a:cs typeface="+mn-cs"/>
        </a:defRPr>
      </a:lvl1pPr>
      <a:lvl2pPr marL="514350" indent="-285750" algn="l" defTabSz="914400" rtl="0" eaLnBrk="1" latinLnBrk="0" hangingPunct="1">
        <a:lnSpc>
          <a:spcPct val="100000"/>
        </a:lnSpc>
        <a:spcBef>
          <a:spcPts val="500"/>
        </a:spcBef>
        <a:buFont typeface="Arial" panose="020B0604020202020204" pitchFamily="34" charset="0"/>
        <a:buChar char="•"/>
        <a:defRPr sz="1600" b="0" i="0" kern="1200">
          <a:solidFill>
            <a:schemeClr val="tx1"/>
          </a:solidFill>
          <a:latin typeface="+mn-lt"/>
          <a:ea typeface="+mn-ea"/>
          <a:cs typeface="+mn-cs"/>
        </a:defRPr>
      </a:lvl2pPr>
      <a:lvl3pPr marL="742950" indent="-285750" algn="l" defTabSz="914400" rtl="0" eaLnBrk="1" latinLnBrk="0" hangingPunct="1">
        <a:lnSpc>
          <a:spcPct val="100000"/>
        </a:lnSpc>
        <a:spcBef>
          <a:spcPts val="500"/>
        </a:spcBef>
        <a:buFont typeface="Arial" panose="020B0604020202020204" pitchFamily="34" charset="0"/>
        <a:buChar char="•"/>
        <a:defRPr sz="1400" b="0" i="0" kern="1200">
          <a:solidFill>
            <a:schemeClr val="tx1"/>
          </a:solidFill>
          <a:latin typeface="+mn-lt"/>
          <a:ea typeface="+mn-ea"/>
          <a:cs typeface="+mn-cs"/>
        </a:defRPr>
      </a:lvl3pPr>
      <a:lvl4pPr marL="971550" indent="-28575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1200150" indent="-28575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94B1B5-61D9-4408-A2B5-CA06F768CAB1}" type="datetime1">
              <a:rPr lang="en-US" smtClean="0"/>
              <a:t>9/17/2026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SAMPLE FOOTER TEXT</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057153-B650-4DEB-B370-79DDCFDCE934}" type="slidenum">
              <a:rPr lang="en-US" smtClean="0"/>
              <a:t>‹#›</a:t>
            </a:fld>
            <a:endParaRPr lang="en-US"/>
          </a:p>
        </p:txBody>
      </p:sp>
      <p:sp>
        <p:nvSpPr>
          <p:cNvPr id="7" name="Freeform 6" hidden="1"/>
          <p:cNvSpPr/>
          <p:nvPr userDrawn="1"/>
        </p:nvSpPr>
        <p:spPr>
          <a:xfrm>
            <a:off x="812559" y="393189"/>
            <a:ext cx="10579798" cy="6071619"/>
          </a:xfrm>
          <a:custGeom>
            <a:avLst/>
            <a:gdLst>
              <a:gd name="connsiteX0" fmla="*/ 10186606 w 10579798"/>
              <a:gd name="connsiteY0" fmla="*/ 0 h 6071619"/>
              <a:gd name="connsiteX1" fmla="*/ 10579798 w 10579798"/>
              <a:gd name="connsiteY1" fmla="*/ 0 h 6071619"/>
              <a:gd name="connsiteX2" fmla="*/ 10579798 w 10579798"/>
              <a:gd name="connsiteY2" fmla="*/ 6071619 h 6071619"/>
              <a:gd name="connsiteX3" fmla="*/ 10186606 w 10579798"/>
              <a:gd name="connsiteY3" fmla="*/ 6071619 h 6071619"/>
              <a:gd name="connsiteX4" fmla="*/ 10186606 w 10579798"/>
              <a:gd name="connsiteY4" fmla="*/ 393194 h 6071619"/>
              <a:gd name="connsiteX5" fmla="*/ 393192 w 10579798"/>
              <a:gd name="connsiteY5" fmla="*/ 393194 h 6071619"/>
              <a:gd name="connsiteX6" fmla="*/ 393192 w 10579798"/>
              <a:gd name="connsiteY6" fmla="*/ 5870339 h 6071619"/>
              <a:gd name="connsiteX7" fmla="*/ 0 w 10579798"/>
              <a:gd name="connsiteY7" fmla="*/ 5870339 h 6071619"/>
              <a:gd name="connsiteX8" fmla="*/ 0 w 10579798"/>
              <a:gd name="connsiteY8" fmla="*/ 2 h 6071619"/>
              <a:gd name="connsiteX9" fmla="*/ 157401 w 10579798"/>
              <a:gd name="connsiteY9" fmla="*/ 2 h 6071619"/>
              <a:gd name="connsiteX10" fmla="*/ 393192 w 10579798"/>
              <a:gd name="connsiteY10" fmla="*/ 2 h 6071619"/>
              <a:gd name="connsiteX11" fmla="*/ 10186606 w 10579798"/>
              <a:gd name="connsiteY11" fmla="*/ 2 h 6071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579798" h="6071619">
                <a:moveTo>
                  <a:pt x="10186606" y="0"/>
                </a:moveTo>
                <a:lnTo>
                  <a:pt x="10579798" y="0"/>
                </a:lnTo>
                <a:lnTo>
                  <a:pt x="10579798" y="6071619"/>
                </a:lnTo>
                <a:lnTo>
                  <a:pt x="10186606" y="6071619"/>
                </a:lnTo>
                <a:lnTo>
                  <a:pt x="10186606" y="393194"/>
                </a:lnTo>
                <a:lnTo>
                  <a:pt x="393192" y="393194"/>
                </a:lnTo>
                <a:lnTo>
                  <a:pt x="393192" y="5870339"/>
                </a:lnTo>
                <a:lnTo>
                  <a:pt x="0" y="5870339"/>
                </a:lnTo>
                <a:lnTo>
                  <a:pt x="0" y="2"/>
                </a:lnTo>
                <a:lnTo>
                  <a:pt x="157401" y="2"/>
                </a:lnTo>
                <a:lnTo>
                  <a:pt x="393192" y="2"/>
                </a:lnTo>
                <a:lnTo>
                  <a:pt x="10186606" y="2"/>
                </a:lnTo>
                <a:close/>
              </a:path>
            </a:pathLst>
          </a:custGeom>
          <a:solidFill>
            <a:schemeClr val="accent5">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940053237"/>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github.com/amelcharolinesgn2/AWS" TargetMode="External"/><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60.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xml"/><Relationship Id="rId1" Type="http://schemas.openxmlformats.org/officeDocument/2006/relationships/slideLayout" Target="../slideLayouts/slideLayout7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1.xml"/></Relationships>
</file>

<file path=ppt/slides/_rels/slide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xml"/><Relationship Id="rId1" Type="http://schemas.openxmlformats.org/officeDocument/2006/relationships/slideLayout" Target="../slideLayouts/slideLayout7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1.xml"/></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7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1.xml"/></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8.xml"/><Relationship Id="rId1" Type="http://schemas.openxmlformats.org/officeDocument/2006/relationships/slideLayout" Target="../slideLayouts/slideLayout7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1.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7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1.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2.xml"/><Relationship Id="rId1" Type="http://schemas.openxmlformats.org/officeDocument/2006/relationships/slideLayout" Target="../slideLayouts/slideLayout7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p:cNvPicPr>
            <a:picLocks noGrp="1" noChangeAspect="1"/>
          </p:cNvPicPr>
          <p:nvPr>
            <p:ph idx="1"/>
          </p:nvPr>
        </p:nvPicPr>
        <p:blipFill>
          <a:blip r:embed="rId3"/>
          <a:stretch>
            <a:fillRect/>
          </a:stretch>
        </p:blipFill>
        <p:spPr>
          <a:xfrm>
            <a:off x="119893" y="2"/>
            <a:ext cx="5305425" cy="3381375"/>
          </a:xfrm>
          <a:prstGeom prst="rect">
            <a:avLst/>
          </a:prstGeom>
        </p:spPr>
      </p:pic>
      <p:grpSp>
        <p:nvGrpSpPr>
          <p:cNvPr id="9" name="Group 8"/>
          <p:cNvGrpSpPr/>
          <p:nvPr/>
        </p:nvGrpSpPr>
        <p:grpSpPr>
          <a:xfrm>
            <a:off x="370421" y="1795824"/>
            <a:ext cx="4804363" cy="1929688"/>
            <a:chOff x="89638" y="359621"/>
            <a:chExt cx="4804363" cy="1929688"/>
          </a:xfrm>
        </p:grpSpPr>
        <p:pic>
          <p:nvPicPr>
            <p:cNvPr id="10" name="Picture 9"/>
            <p:cNvPicPr>
              <a:picLocks noChangeAspect="1"/>
            </p:cNvPicPr>
            <p:nvPr/>
          </p:nvPicPr>
          <p:blipFill>
            <a:blip r:embed="rId4"/>
            <a:stretch>
              <a:fillRect/>
            </a:stretch>
          </p:blipFill>
          <p:spPr>
            <a:xfrm>
              <a:off x="235105" y="1881965"/>
              <a:ext cx="3104181" cy="263526"/>
            </a:xfrm>
            <a:prstGeom prst="rect">
              <a:avLst/>
            </a:prstGeom>
          </p:spPr>
        </p:pic>
        <p:sp>
          <p:nvSpPr>
            <p:cNvPr id="11" name="Title 4">
              <a:extLst>
                <a:ext uri="{FF2B5EF4-FFF2-40B4-BE49-F238E27FC236}">
                  <a16:creationId xmlns:a16="http://schemas.microsoft.com/office/drawing/2014/main" id="{27228BAE-048B-681E-DD8D-BD96B22560E0}"/>
                </a:ext>
              </a:extLst>
            </p:cNvPr>
            <p:cNvSpPr txBox="1">
              <a:spLocks/>
            </p:cNvSpPr>
            <p:nvPr/>
          </p:nvSpPr>
          <p:spPr>
            <a:xfrm>
              <a:off x="89638" y="1389204"/>
              <a:ext cx="4804363" cy="900105"/>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4000" dirty="0">
                  <a:solidFill>
                    <a:schemeClr val="accent1">
                      <a:lumMod val="75000"/>
                    </a:schemeClr>
                  </a:solidFill>
                </a:rPr>
                <a:t>Computer </a:t>
              </a:r>
              <a:r>
                <a:rPr lang="en-US" sz="4000" dirty="0">
                  <a:solidFill>
                    <a:srgbClr val="00B0F0"/>
                  </a:solidFill>
                </a:rPr>
                <a:t>Vision</a:t>
              </a:r>
            </a:p>
          </p:txBody>
        </p:sp>
        <p:grpSp>
          <p:nvGrpSpPr>
            <p:cNvPr id="12" name="Group 11">
              <a:extLst>
                <a:ext uri="{FF2B5EF4-FFF2-40B4-BE49-F238E27FC236}">
                  <a16:creationId xmlns:a16="http://schemas.microsoft.com/office/drawing/2014/main" id="{2AABCB87-2ECC-4C03-B5BB-6EE11C8A4485}"/>
                </a:ext>
              </a:extLst>
            </p:cNvPr>
            <p:cNvGrpSpPr/>
            <p:nvPr/>
          </p:nvGrpSpPr>
          <p:grpSpPr>
            <a:xfrm>
              <a:off x="89638" y="359621"/>
              <a:ext cx="3064025" cy="1516520"/>
              <a:chOff x="4853562" y="1589418"/>
              <a:chExt cx="2609520" cy="1291565"/>
            </a:xfrm>
          </p:grpSpPr>
          <p:sp>
            <p:nvSpPr>
              <p:cNvPr id="19" name="Freeform 18">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a:solidFill>
                    <a:schemeClr val="tx1"/>
                  </a:solidFill>
                </a:endParaRPr>
              </a:p>
            </p:txBody>
          </p:sp>
          <p:sp>
            <p:nvSpPr>
              <p:cNvPr id="20" name="Freeform 19">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dirty="0">
                  <a:solidFill>
                    <a:schemeClr val="tx1"/>
                  </a:solidFill>
                </a:endParaRPr>
              </a:p>
            </p:txBody>
          </p:sp>
        </p:grpSp>
        <p:grpSp>
          <p:nvGrpSpPr>
            <p:cNvPr id="13" name="Group 12">
              <a:extLst>
                <a:ext uri="{FF2B5EF4-FFF2-40B4-BE49-F238E27FC236}">
                  <a16:creationId xmlns:a16="http://schemas.microsoft.com/office/drawing/2014/main" id="{AB8BC7BC-BF58-402E-9A69-AA9226DE7CAA}"/>
                </a:ext>
              </a:extLst>
            </p:cNvPr>
            <p:cNvGrpSpPr/>
            <p:nvPr/>
          </p:nvGrpSpPr>
          <p:grpSpPr>
            <a:xfrm>
              <a:off x="1176068" y="503243"/>
              <a:ext cx="1334145" cy="620384"/>
              <a:chOff x="7439031" y="1585639"/>
              <a:chExt cx="2143740" cy="996849"/>
            </a:xfrm>
            <a:solidFill>
              <a:schemeClr val="accent6"/>
            </a:solidFill>
          </p:grpSpPr>
          <p:sp>
            <p:nvSpPr>
              <p:cNvPr id="17" name="Freeform: Shape 66">
                <a:extLst>
                  <a:ext uri="{FF2B5EF4-FFF2-40B4-BE49-F238E27FC236}">
                    <a16:creationId xmlns:a16="http://schemas.microsoft.com/office/drawing/2014/main" id="{2A081543-B9FF-49B1-8EEF-ABDF5438EDCD}"/>
                  </a:ext>
                </a:extLst>
              </p:cNvPr>
              <p:cNvSpPr/>
              <p:nvPr/>
            </p:nvSpPr>
            <p:spPr>
              <a:xfrm>
                <a:off x="7439031" y="1585639"/>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dirty="0"/>
              </a:p>
            </p:txBody>
          </p:sp>
          <p:sp>
            <p:nvSpPr>
              <p:cNvPr id="18" name="Freeform: Shape 67">
                <a:extLst>
                  <a:ext uri="{FF2B5EF4-FFF2-40B4-BE49-F238E27FC236}">
                    <a16:creationId xmlns:a16="http://schemas.microsoft.com/office/drawing/2014/main" id="{275D1FAA-C13F-4A6B-BA37-7704CFB7ADCD}"/>
                  </a:ext>
                </a:extLst>
              </p:cNvPr>
              <p:cNvSpPr/>
              <p:nvPr/>
            </p:nvSpPr>
            <p:spPr>
              <a:xfrm>
                <a:off x="8174174" y="1963600"/>
                <a:ext cx="443936" cy="326799"/>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14" name="Subtitle 2">
              <a:extLst>
                <a:ext uri="{FF2B5EF4-FFF2-40B4-BE49-F238E27FC236}">
                  <a16:creationId xmlns:a16="http://schemas.microsoft.com/office/drawing/2014/main" id="{53858C97-DA2F-8866-47CC-CDF4077BBF9D}"/>
                </a:ext>
              </a:extLst>
            </p:cNvPr>
            <p:cNvSpPr txBox="1">
              <a:spLocks/>
            </p:cNvSpPr>
            <p:nvPr/>
          </p:nvSpPr>
          <p:spPr>
            <a:xfrm>
              <a:off x="1560697" y="757061"/>
              <a:ext cx="729275" cy="203382"/>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solidFill>
                    <a:srgbClr val="7030A0"/>
                  </a:solidFill>
                </a:rPr>
                <a:t>PDS</a:t>
              </a:r>
            </a:p>
          </p:txBody>
        </p:sp>
      </p:grpSp>
      <p:pic>
        <p:nvPicPr>
          <p:cNvPr id="4" name="Picture 3"/>
          <p:cNvPicPr>
            <a:picLocks noChangeAspect="1"/>
          </p:cNvPicPr>
          <p:nvPr/>
        </p:nvPicPr>
        <p:blipFill>
          <a:blip r:embed="rId5"/>
          <a:stretch>
            <a:fillRect/>
          </a:stretch>
        </p:blipFill>
        <p:spPr>
          <a:xfrm>
            <a:off x="2611743" y="2639598"/>
            <a:ext cx="446087" cy="635863"/>
          </a:xfrm>
          <a:prstGeom prst="rect">
            <a:avLst/>
          </a:prstGeom>
        </p:spPr>
      </p:pic>
      <p:pic>
        <p:nvPicPr>
          <p:cNvPr id="5" name="Picture 4"/>
          <p:cNvPicPr>
            <a:picLocks noChangeAspect="1"/>
          </p:cNvPicPr>
          <p:nvPr/>
        </p:nvPicPr>
        <p:blipFill>
          <a:blip r:embed="rId6"/>
          <a:stretch>
            <a:fillRect/>
          </a:stretch>
        </p:blipFill>
        <p:spPr>
          <a:xfrm>
            <a:off x="1914365" y="2655437"/>
            <a:ext cx="613391" cy="582721"/>
          </a:xfrm>
          <a:prstGeom prst="rect">
            <a:avLst/>
          </a:prstGeom>
        </p:spPr>
      </p:pic>
      <p:pic>
        <p:nvPicPr>
          <p:cNvPr id="6" name="Picture 5"/>
          <p:cNvPicPr>
            <a:picLocks noChangeAspect="1"/>
          </p:cNvPicPr>
          <p:nvPr/>
        </p:nvPicPr>
        <p:blipFill>
          <a:blip r:embed="rId7"/>
          <a:stretch>
            <a:fillRect/>
          </a:stretch>
        </p:blipFill>
        <p:spPr>
          <a:xfrm>
            <a:off x="1053046" y="2639596"/>
            <a:ext cx="599663" cy="577555"/>
          </a:xfrm>
          <a:prstGeom prst="rect">
            <a:avLst/>
          </a:prstGeom>
        </p:spPr>
      </p:pic>
      <p:sp>
        <p:nvSpPr>
          <p:cNvPr id="27" name="Title 1"/>
          <p:cNvSpPr txBox="1">
            <a:spLocks/>
          </p:cNvSpPr>
          <p:nvPr/>
        </p:nvSpPr>
        <p:spPr>
          <a:xfrm>
            <a:off x="3271282" y="3646954"/>
            <a:ext cx="8567391" cy="670761"/>
          </a:xfrm>
          <a:prstGeom prst="rect">
            <a:avLst/>
          </a:prstGeom>
        </p:spPr>
        <p:txBody>
          <a:bodyPr vert="horz" lIns="91440" tIns="45720" rIns="91440" bIns="45720" rtlCol="0" anchor="b">
            <a:normAutofit fontScale="6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400" dirty="0" err="1"/>
              <a:t>Skalabilitas</a:t>
            </a:r>
            <a:r>
              <a:rPr lang="en-US" sz="4400" dirty="0"/>
              <a:t> </a:t>
            </a:r>
            <a:r>
              <a:rPr lang="en-US" sz="4400" dirty="0" err="1"/>
              <a:t>dan</a:t>
            </a:r>
            <a:r>
              <a:rPr lang="en-US" sz="4400" dirty="0"/>
              <a:t> </a:t>
            </a:r>
            <a:r>
              <a:rPr lang="en-US" sz="4400" dirty="0" err="1"/>
              <a:t>Elastisitas</a:t>
            </a:r>
            <a:r>
              <a:rPr lang="en-US" sz="4400" dirty="0"/>
              <a:t> Cloud Computing </a:t>
            </a:r>
            <a:r>
              <a:rPr lang="en-US" sz="4400" dirty="0" err="1"/>
              <a:t>dengan</a:t>
            </a:r>
            <a:r>
              <a:rPr lang="en-US" sz="4400" dirty="0"/>
              <a:t> AWS</a:t>
            </a:r>
            <a:endParaRPr lang="en-US" sz="4400" b="1" dirty="0"/>
          </a:p>
        </p:txBody>
      </p:sp>
      <p:sp>
        <p:nvSpPr>
          <p:cNvPr id="23" name="Rectangle 22"/>
          <p:cNvSpPr/>
          <p:nvPr/>
        </p:nvSpPr>
        <p:spPr>
          <a:xfrm>
            <a:off x="9241690" y="5716454"/>
            <a:ext cx="2751752" cy="215444"/>
          </a:xfrm>
          <a:prstGeom prst="rect">
            <a:avLst/>
          </a:prstGeom>
        </p:spPr>
        <p:txBody>
          <a:bodyPr wrap="square">
            <a:spAutoFit/>
          </a:bodyPr>
          <a:lstStyle/>
          <a:p>
            <a:pPr algn="r"/>
            <a:r>
              <a:rPr lang="en-US" sz="800" dirty="0"/>
              <a:t>https://www.youtube.com/@AmelOline/videos</a:t>
            </a:r>
          </a:p>
        </p:txBody>
      </p:sp>
      <p:sp>
        <p:nvSpPr>
          <p:cNvPr id="25" name="Rectangle 24"/>
          <p:cNvSpPr/>
          <p:nvPr/>
        </p:nvSpPr>
        <p:spPr>
          <a:xfrm>
            <a:off x="10114085" y="5584717"/>
            <a:ext cx="1858842" cy="215444"/>
          </a:xfrm>
          <a:prstGeom prst="rect">
            <a:avLst/>
          </a:prstGeom>
        </p:spPr>
        <p:txBody>
          <a:bodyPr wrap="square">
            <a:spAutoFit/>
          </a:bodyPr>
          <a:lstStyle/>
          <a:p>
            <a:pPr algn="r"/>
            <a:r>
              <a:rPr lang="en-US" sz="800" dirty="0"/>
              <a:t>https://github.com/siagianp</a:t>
            </a:r>
          </a:p>
        </p:txBody>
      </p:sp>
      <p:sp>
        <p:nvSpPr>
          <p:cNvPr id="26" name="Rectangle 25"/>
          <p:cNvSpPr/>
          <p:nvPr/>
        </p:nvSpPr>
        <p:spPr>
          <a:xfrm>
            <a:off x="9246758" y="5867853"/>
            <a:ext cx="2747868" cy="215444"/>
          </a:xfrm>
          <a:prstGeom prst="rect">
            <a:avLst/>
          </a:prstGeom>
        </p:spPr>
        <p:txBody>
          <a:bodyPr wrap="none">
            <a:spAutoFit/>
          </a:bodyPr>
          <a:lstStyle/>
          <a:p>
            <a:pPr algn="r"/>
            <a:r>
              <a:rPr lang="en-US" sz="800" dirty="0"/>
              <a:t>https://github.com/amelcharolinesgn2/Cloud-Infrastructures</a:t>
            </a:r>
          </a:p>
        </p:txBody>
      </p:sp>
      <p:sp>
        <p:nvSpPr>
          <p:cNvPr id="28" name="Rectangle 27"/>
          <p:cNvSpPr/>
          <p:nvPr/>
        </p:nvSpPr>
        <p:spPr>
          <a:xfrm>
            <a:off x="8778681" y="6003237"/>
            <a:ext cx="3215945" cy="215444"/>
          </a:xfrm>
          <a:prstGeom prst="rect">
            <a:avLst/>
          </a:prstGeom>
        </p:spPr>
        <p:txBody>
          <a:bodyPr wrap="none">
            <a:spAutoFit/>
          </a:bodyPr>
          <a:lstStyle/>
          <a:p>
            <a:pPr algn="r"/>
            <a:r>
              <a:rPr lang="en-US" sz="800" dirty="0"/>
              <a:t>https://github.com/amelcharolinesgn2/ClouD-Infrastructure-SISKA-2025</a:t>
            </a:r>
          </a:p>
        </p:txBody>
      </p:sp>
      <p:sp>
        <p:nvSpPr>
          <p:cNvPr id="29" name="Rectangle 28"/>
          <p:cNvSpPr/>
          <p:nvPr/>
        </p:nvSpPr>
        <p:spPr>
          <a:xfrm>
            <a:off x="9241690" y="6110959"/>
            <a:ext cx="2751752" cy="215444"/>
          </a:xfrm>
          <a:prstGeom prst="rect">
            <a:avLst/>
          </a:prstGeom>
        </p:spPr>
        <p:txBody>
          <a:bodyPr wrap="square">
            <a:spAutoFit/>
          </a:bodyPr>
          <a:lstStyle/>
          <a:p>
            <a:pPr algn="r"/>
            <a:r>
              <a:rPr lang="en-US" sz="800" dirty="0"/>
              <a:t>https://</a:t>
            </a:r>
            <a:r>
              <a:rPr lang="en-US" sz="800" dirty="0" smtClean="0"/>
              <a:t>github.com/amelcharolinesgn2/CCNA1</a:t>
            </a:r>
            <a:endParaRPr lang="en-US" sz="800" dirty="0"/>
          </a:p>
        </p:txBody>
      </p:sp>
      <p:sp>
        <p:nvSpPr>
          <p:cNvPr id="30" name="Rectangle 29"/>
          <p:cNvSpPr/>
          <p:nvPr/>
        </p:nvSpPr>
        <p:spPr>
          <a:xfrm>
            <a:off x="9241690" y="6241384"/>
            <a:ext cx="2751752" cy="215444"/>
          </a:xfrm>
          <a:prstGeom prst="rect">
            <a:avLst/>
          </a:prstGeom>
        </p:spPr>
        <p:txBody>
          <a:bodyPr wrap="square">
            <a:spAutoFit/>
          </a:bodyPr>
          <a:lstStyle/>
          <a:p>
            <a:pPr algn="r"/>
            <a:r>
              <a:rPr lang="en-US" sz="800" dirty="0"/>
              <a:t>https://</a:t>
            </a:r>
            <a:r>
              <a:rPr lang="en-US" sz="800" dirty="0" smtClean="0"/>
              <a:t>github.com/amelcharolinesgn2/CCNA2</a:t>
            </a:r>
            <a:endParaRPr lang="en-US" sz="800" dirty="0"/>
          </a:p>
        </p:txBody>
      </p:sp>
      <p:sp>
        <p:nvSpPr>
          <p:cNvPr id="31" name="Rectangle 30"/>
          <p:cNvSpPr/>
          <p:nvPr/>
        </p:nvSpPr>
        <p:spPr>
          <a:xfrm>
            <a:off x="9241690" y="6339914"/>
            <a:ext cx="2751752" cy="215444"/>
          </a:xfrm>
          <a:prstGeom prst="rect">
            <a:avLst/>
          </a:prstGeom>
        </p:spPr>
        <p:txBody>
          <a:bodyPr wrap="square">
            <a:spAutoFit/>
          </a:bodyPr>
          <a:lstStyle/>
          <a:p>
            <a:pPr algn="r"/>
            <a:r>
              <a:rPr lang="en-US" sz="800" dirty="0">
                <a:hlinkClick r:id="rId8"/>
              </a:rPr>
              <a:t>https://</a:t>
            </a:r>
            <a:r>
              <a:rPr lang="en-US" sz="800" dirty="0" smtClean="0">
                <a:hlinkClick r:id="rId8"/>
              </a:rPr>
              <a:t>github.com/amelcharolinesgn2/AWS</a:t>
            </a:r>
            <a:r>
              <a:rPr lang="en-US" sz="800" dirty="0" smtClean="0"/>
              <a:t> Certificate</a:t>
            </a:r>
            <a:endParaRPr lang="en-US" sz="800" dirty="0"/>
          </a:p>
        </p:txBody>
      </p:sp>
    </p:spTree>
    <p:extLst>
      <p:ext uri="{BB962C8B-B14F-4D97-AF65-F5344CB8AC3E}">
        <p14:creationId xmlns:p14="http://schemas.microsoft.com/office/powerpoint/2010/main" val="358680255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normAutofit/>
          </a:bodyPr>
          <a:lstStyle/>
          <a:p>
            <a:pPr>
              <a:lnSpc>
                <a:spcPct val="90000"/>
              </a:lnSpc>
            </a:pPr>
            <a:r>
              <a:rPr lang="en-US" sz="3000" dirty="0" err="1"/>
              <a:t>Skalabilitas</a:t>
            </a:r>
            <a:r>
              <a:rPr lang="en-US" sz="3000" dirty="0"/>
              <a:t> </a:t>
            </a:r>
            <a:r>
              <a:rPr lang="en-US" sz="3000" dirty="0" err="1"/>
              <a:t>dan</a:t>
            </a:r>
            <a:r>
              <a:rPr lang="en-US" sz="3000" dirty="0"/>
              <a:t> </a:t>
            </a:r>
            <a:r>
              <a:rPr lang="en-US" sz="3000" dirty="0" err="1"/>
              <a:t>Elastisitas</a:t>
            </a:r>
            <a:r>
              <a:rPr lang="en-US" sz="3000" dirty="0"/>
              <a:t> Cloud Computing </a:t>
            </a:r>
            <a:r>
              <a:rPr lang="en-US" sz="3000" dirty="0" err="1"/>
              <a:t>dengan</a:t>
            </a:r>
            <a:r>
              <a:rPr lang="en-US" sz="3000" dirty="0"/>
              <a:t> AWS</a:t>
            </a:r>
          </a:p>
        </p:txBody>
      </p:sp>
      <p:sp>
        <p:nvSpPr>
          <p:cNvPr id="3" name="Subtitle 2"/>
          <p:cNvSpPr>
            <a:spLocks noGrp="1"/>
          </p:cNvSpPr>
          <p:nvPr>
            <p:ph type="body" sz="quarter" idx="17"/>
          </p:nvPr>
        </p:nvSpPr>
        <p:spPr/>
        <p:txBody>
          <a:bodyPr>
            <a:normAutofit fontScale="97500"/>
          </a:bodyPr>
          <a:lstStyle/>
          <a:p>
            <a:r>
              <a:rPr lang="en-US" dirty="0" err="1"/>
              <a:t>Meningkatkan</a:t>
            </a:r>
            <a:r>
              <a:rPr lang="en-US" dirty="0"/>
              <a:t> </a:t>
            </a:r>
            <a:r>
              <a:rPr lang="en-US" dirty="0" err="1"/>
              <a:t>kapasitas</a:t>
            </a:r>
            <a:r>
              <a:rPr lang="en-US" dirty="0"/>
              <a:t> </a:t>
            </a:r>
            <a:r>
              <a:rPr lang="en-US" dirty="0" err="1"/>
              <a:t>dan</a:t>
            </a:r>
            <a:r>
              <a:rPr lang="en-US" dirty="0"/>
              <a:t> </a:t>
            </a:r>
            <a:r>
              <a:rPr lang="en-US" dirty="0" err="1"/>
              <a:t>fleksibilitas</a:t>
            </a:r>
            <a:r>
              <a:rPr lang="en-US" dirty="0"/>
              <a:t> </a:t>
            </a:r>
            <a:r>
              <a:rPr lang="en-US" dirty="0" err="1"/>
              <a:t>layanan</a:t>
            </a:r>
            <a:r>
              <a:rPr lang="en-US" dirty="0"/>
              <a:t> digital </a:t>
            </a:r>
            <a:r>
              <a:rPr lang="en-US" dirty="0" err="1" smtClean="0"/>
              <a:t>dinamis</a:t>
            </a:r>
            <a:endParaRPr lang="en-US" dirty="0"/>
          </a:p>
        </p:txBody>
      </p:sp>
      <p:sp>
        <p:nvSpPr>
          <p:cNvPr id="5" name="Slide Number Placeholder 4"/>
          <p:cNvSpPr>
            <a:spLocks noGrp="1"/>
          </p:cNvSpPr>
          <p:nvPr>
            <p:ph type="sldNum" sz="quarter" idx="16"/>
          </p:nvPr>
        </p:nvSpPr>
        <p:spPr/>
        <p:txBody>
          <a:bodyPr anchor="ctr">
            <a:normAutofit/>
          </a:bodyPr>
          <a:lstStyle/>
          <a:p>
            <a:pPr>
              <a:spcAft>
                <a:spcPts val="600"/>
              </a:spcAft>
            </a:pPr>
            <a:fld id="{CC057153-B650-4DEB-B370-79DDCFDCE934}" type="slidenum">
              <a:rPr lang="en-US" smtClean="0"/>
              <a:t>2</a:t>
            </a:fld>
            <a:endParaRPr lang="en-US"/>
          </a:p>
        </p:txBody>
      </p:sp>
      <p:pic>
        <p:nvPicPr>
          <p:cNvPr id="6" name="Picture 5" descr="Panel ruang server yang menyala"/>
          <p:cNvPicPr>
            <a:picLocks noChangeAspect="1"/>
          </p:cNvPicPr>
          <p:nvPr/>
        </p:nvPicPr>
        <p:blipFill>
          <a:blip r:embed="rId3"/>
          <a:srcRect t="32083" r="1" b="13566"/>
          <a:stretch>
            <a:fillRect/>
          </a:stretch>
        </p:blipFill>
        <p:spPr>
          <a:xfrm>
            <a:off x="808258" y="404999"/>
            <a:ext cx="10575485" cy="383680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chor="ctr">
            <a:normAutofit/>
          </a:bodyPr>
          <a:lstStyle/>
          <a:p>
            <a:pPr>
              <a:lnSpc>
                <a:spcPct val="90000"/>
              </a:lnSpc>
            </a:pPr>
            <a:r>
              <a:rPr lang="en-US" sz="4300"/>
              <a:t>Pengantar Skalabilitas dan Elastisitas Cloud</a:t>
            </a:r>
          </a:p>
        </p:txBody>
      </p:sp>
      <p:sp>
        <p:nvSpPr>
          <p:cNvPr id="4" name="Footer Placeholder 3"/>
          <p:cNvSpPr>
            <a:spLocks noGrp="1"/>
          </p:cNvSpPr>
          <p:nvPr>
            <p:ph type="ftr" sz="quarter" idx="11"/>
          </p:nvPr>
        </p:nvSpPr>
        <p:spPr/>
        <p:txBody>
          <a:bodyPr anchor="ctr">
            <a:normAutofit/>
          </a:bodyPr>
          <a:lstStyle/>
          <a:p>
            <a:pPr>
              <a:spcAft>
                <a:spcPts val="600"/>
              </a:spcAft>
            </a:pPr>
            <a:r>
              <a:rPr lang="en-US"/>
              <a:t>SAMPLE FOOTER TEXT</a:t>
            </a:r>
          </a:p>
        </p:txBody>
      </p:sp>
      <p:sp>
        <p:nvSpPr>
          <p:cNvPr id="5" name="Slide Number Placeholder 4"/>
          <p:cNvSpPr>
            <a:spLocks noGrp="1"/>
          </p:cNvSpPr>
          <p:nvPr>
            <p:ph type="sldNum" sz="quarter" idx="12"/>
          </p:nvPr>
        </p:nvSpPr>
        <p:spPr/>
        <p:txBody>
          <a:bodyPr anchor="ctr">
            <a:normAutofit/>
          </a:bodyPr>
          <a:lstStyle/>
          <a:p>
            <a:pPr>
              <a:spcAft>
                <a:spcPts val="600"/>
              </a:spcAft>
            </a:pPr>
            <a:fld id="{CC057153-B650-4DEB-B370-79DDCFDCE934}" type="slidenum">
              <a:rPr lang="en-US" smtClean="0"/>
              <a:t>3</a:t>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ormAutofit/>
          </a:bodyPr>
          <a:lstStyle/>
          <a:p>
            <a:pPr>
              <a:lnSpc>
                <a:spcPct val="90000"/>
              </a:lnSpc>
            </a:pPr>
            <a:r>
              <a:rPr lang="en-US" sz="2000"/>
              <a:t>Konsep Dasar Skalabilitas dan Elastisitas dalam Cloud Computing</a:t>
            </a:r>
          </a:p>
        </p:txBody>
      </p:sp>
      <p:sp>
        <p:nvSpPr>
          <p:cNvPr id="3" name="Footer Placeholder 2"/>
          <p:cNvSpPr>
            <a:spLocks noGrp="1"/>
          </p:cNvSpPr>
          <p:nvPr>
            <p:ph type="ftr" sz="quarter" idx="11"/>
          </p:nvPr>
        </p:nvSpPr>
        <p:spPr/>
        <p:txBody>
          <a:bodyPr anchor="ctr">
            <a:normAutofit/>
          </a:bodyPr>
          <a:lstStyle/>
          <a:p>
            <a:pPr>
              <a:spcAft>
                <a:spcPts val="600"/>
              </a:spcAft>
            </a:pPr>
            <a:r>
              <a:rPr lang="en-US"/>
              <a:t>SAMPLE FOOTER TEXT</a:t>
            </a:r>
          </a:p>
        </p:txBody>
      </p:sp>
      <p:pic>
        <p:nvPicPr>
          <p:cNvPr id="7" name="Content Placeholder 6" descr="Hard drive berbentuk awan dengan kabel"/>
          <p:cNvPicPr>
            <a:picLocks noGrp="1" noChangeAspect="1"/>
          </p:cNvPicPr>
          <p:nvPr>
            <p:ph type="pic" sz="quarter" idx="13"/>
          </p:nvPr>
        </p:nvPicPr>
        <p:blipFill>
          <a:blip r:embed="rId3"/>
          <a:srcRect l="18073" r="18073"/>
          <a:stretch>
            <a:fillRect/>
          </a:stretch>
        </p:blipFill>
        <p:spPr/>
      </p:pic>
      <p:sp>
        <p:nvSpPr>
          <p:cNvPr id="5" name="Content Placeholder 4"/>
          <p:cNvSpPr>
            <a:spLocks noGrp="1"/>
          </p:cNvSpPr>
          <p:nvPr>
            <p:ph sz="quarter" idx="14"/>
          </p:nvPr>
        </p:nvSpPr>
        <p:spPr/>
        <p:txBody>
          <a:bodyPr>
            <a:normAutofit/>
          </a:bodyPr>
          <a:lstStyle/>
          <a:p>
            <a:pPr marL="0" indent="0">
              <a:spcBef>
                <a:spcPts val="2500"/>
              </a:spcBef>
              <a:buFont typeface="Arial" panose="020B0604020202020204" pitchFamily="34" charset="0"/>
              <a:buNone/>
            </a:pPr>
            <a:r>
              <a:rPr lang="en-US" b="1"/>
              <a:t>Definisi Skalabilitas</a:t>
            </a:r>
          </a:p>
          <a:p>
            <a:pPr marL="0" lvl="1" indent="0">
              <a:buFont typeface="Arial" panose="020B0604020202020204" pitchFamily="34" charset="0"/>
              <a:buNone/>
            </a:pPr>
            <a:r>
              <a:t>Skalabilitas adalah kemampuan sistem untuk meningkatkan kapasitas guna menangani pertumbuhan beban kerja secara signifikan dan stabil.</a:t>
            </a:r>
            <a:endParaRPr lang="en-US"/>
          </a:p>
          <a:p>
            <a:pPr marL="0" indent="0">
              <a:spcBef>
                <a:spcPts val="2500"/>
              </a:spcBef>
              <a:buFont typeface="Arial" panose="020B0604020202020204" pitchFamily="34" charset="0"/>
              <a:buNone/>
            </a:pPr>
            <a:r>
              <a:rPr lang="en-US" b="1"/>
              <a:t>Definisi Elastisitas</a:t>
            </a:r>
          </a:p>
          <a:p>
            <a:pPr marL="0" lvl="1" indent="0">
              <a:buFont typeface="Arial" panose="020B0604020202020204" pitchFamily="34" charset="0"/>
              <a:buNone/>
            </a:pPr>
            <a:r>
              <a:t>Elastisitas adalah kemampuan sistem menyesuaikan sumber daya secara otomatis sesuai kebutuhan aktual dalam waktu nyata.</a:t>
            </a:r>
            <a:endParaRPr lang="en-US"/>
          </a:p>
          <a:p>
            <a:pPr marL="0" indent="0">
              <a:spcBef>
                <a:spcPts val="2500"/>
              </a:spcBef>
              <a:buFont typeface="Arial" panose="020B0604020202020204" pitchFamily="34" charset="0"/>
              <a:buNone/>
            </a:pPr>
            <a:r>
              <a:rPr lang="en-US" b="1"/>
              <a:t>Manfaat Skalabilitas dan Elastisitas</a:t>
            </a:r>
          </a:p>
          <a:p>
            <a:pPr marL="0" lvl="1" indent="0">
              <a:buFont typeface="Arial" panose="020B0604020202020204" pitchFamily="34" charset="0"/>
              <a:buNone/>
            </a:pPr>
            <a:r>
              <a:t>Kedua konsep ini memberikan fleksibilitas teknis, efisiensi biaya, dan keandalan sistem pada aplikasi modern dan dinamis.</a:t>
            </a:r>
            <a:endParaRPr lang="en-US"/>
          </a:p>
          <a:p>
            <a:pPr marL="0" indent="0">
              <a:spcBef>
                <a:spcPts val="2500"/>
              </a:spcBef>
              <a:buFont typeface="Arial" panose="020B0604020202020204" pitchFamily="34" charset="0"/>
              <a:buNone/>
            </a:pPr>
            <a:r>
              <a:rPr lang="en-US" b="1"/>
              <a:t>Implementasi di AWS</a:t>
            </a:r>
          </a:p>
          <a:p>
            <a:pPr marL="0" lvl="1" indent="0">
              <a:buFont typeface="Arial" panose="020B0604020202020204" pitchFamily="34" charset="0"/>
              <a:buNone/>
            </a:pPr>
            <a:r>
              <a:t>AWS menyediakan layanan seperti EC2, Elastic Load Balancer, dan Auto Scaling untuk mengimplementasikan skalabilitas dan elastisitas.</a:t>
            </a:r>
            <a:endParaRPr lang="en-US"/>
          </a:p>
        </p:txBody>
      </p:sp>
      <p:sp>
        <p:nvSpPr>
          <p:cNvPr id="6" name="Slide Number Placeholder 5"/>
          <p:cNvSpPr>
            <a:spLocks noGrp="1"/>
          </p:cNvSpPr>
          <p:nvPr>
            <p:ph type="sldNum" sz="quarter" idx="12"/>
          </p:nvPr>
        </p:nvSpPr>
        <p:spPr/>
        <p:txBody>
          <a:bodyPr anchor="ctr">
            <a:normAutofit/>
          </a:bodyPr>
          <a:lstStyle/>
          <a:p>
            <a:pPr>
              <a:spcAft>
                <a:spcPts val="600"/>
              </a:spcAft>
            </a:pPr>
            <a:fld id="{CC057153-B650-4DEB-B370-79DDCFDCE934}" type="slidenum">
              <a:rPr lang="en-US" smtClean="0"/>
              <a:t>4</a:t>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chor="ctr">
            <a:normAutofit/>
          </a:bodyPr>
          <a:lstStyle/>
          <a:p>
            <a:pPr>
              <a:lnSpc>
                <a:spcPct val="90000"/>
              </a:lnSpc>
            </a:pPr>
            <a:r>
              <a:rPr lang="en-US"/>
              <a:t>Prinsip Scaling dalam Cloud Computing</a:t>
            </a:r>
          </a:p>
        </p:txBody>
      </p:sp>
      <p:sp>
        <p:nvSpPr>
          <p:cNvPr id="4" name="Footer Placeholder 3"/>
          <p:cNvSpPr>
            <a:spLocks noGrp="1"/>
          </p:cNvSpPr>
          <p:nvPr>
            <p:ph type="ftr" sz="quarter" idx="11"/>
          </p:nvPr>
        </p:nvSpPr>
        <p:spPr/>
        <p:txBody>
          <a:bodyPr anchor="ctr">
            <a:normAutofit/>
          </a:bodyPr>
          <a:lstStyle/>
          <a:p>
            <a:pPr>
              <a:spcAft>
                <a:spcPts val="600"/>
              </a:spcAft>
            </a:pPr>
            <a:r>
              <a:rPr lang="en-US"/>
              <a:t>SAMPLE FOOTER TEXT</a:t>
            </a:r>
          </a:p>
        </p:txBody>
      </p:sp>
      <p:sp>
        <p:nvSpPr>
          <p:cNvPr id="5" name="Slide Number Placeholder 4"/>
          <p:cNvSpPr>
            <a:spLocks noGrp="1"/>
          </p:cNvSpPr>
          <p:nvPr>
            <p:ph type="sldNum" sz="quarter" idx="12"/>
          </p:nvPr>
        </p:nvSpPr>
        <p:spPr/>
        <p:txBody>
          <a:bodyPr anchor="ctr">
            <a:normAutofit/>
          </a:bodyPr>
          <a:lstStyle/>
          <a:p>
            <a:pPr>
              <a:spcAft>
                <a:spcPts val="600"/>
              </a:spcAft>
            </a:pPr>
            <a:fld id="{CC057153-B650-4DEB-B370-79DDCFDCE934}" type="slidenum">
              <a:rPr lang="en-US" smtClean="0"/>
              <a:t>5</a:t>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normAutofit/>
          </a:bodyPr>
          <a:lstStyle/>
          <a:p>
            <a:pPr>
              <a:lnSpc>
                <a:spcPct val="90000"/>
              </a:lnSpc>
            </a:pPr>
            <a:r>
              <a:rPr lang="en-US" sz="3000"/>
              <a:t>Vertical Scaling dan Horizontal Scaling</a:t>
            </a:r>
          </a:p>
        </p:txBody>
      </p:sp>
      <p:sp>
        <p:nvSpPr>
          <p:cNvPr id="3" name="Footer Placeholder 2"/>
          <p:cNvSpPr>
            <a:spLocks noGrp="1"/>
          </p:cNvSpPr>
          <p:nvPr>
            <p:ph type="ftr" sz="quarter" idx="16"/>
          </p:nvPr>
        </p:nvSpPr>
        <p:spPr/>
        <p:txBody>
          <a:bodyPr anchor="ctr">
            <a:normAutofit/>
          </a:bodyPr>
          <a:lstStyle/>
          <a:p>
            <a:pPr>
              <a:spcAft>
                <a:spcPts val="600"/>
              </a:spcAft>
            </a:pPr>
            <a:r>
              <a:rPr lang="en-US"/>
              <a:t>SAMPLE FOOTER TEXT</a:t>
            </a:r>
          </a:p>
        </p:txBody>
      </p:sp>
      <p:sp>
        <p:nvSpPr>
          <p:cNvPr id="5" name="Content Placeholder 4"/>
          <p:cNvSpPr>
            <a:spLocks noGrp="1"/>
          </p:cNvSpPr>
          <p:nvPr>
            <p:ph sz="quarter" idx="14"/>
          </p:nvPr>
        </p:nvSpPr>
        <p:spPr/>
        <p:txBody>
          <a:bodyPr>
            <a:normAutofit/>
          </a:bodyPr>
          <a:lstStyle/>
          <a:p>
            <a:pPr marL="0" indent="0">
              <a:spcBef>
                <a:spcPts val="2500"/>
              </a:spcBef>
              <a:buFont typeface="Arial" panose="020B0604020202020204" pitchFamily="34" charset="0"/>
              <a:buNone/>
            </a:pPr>
            <a:r>
              <a:rPr lang="en-US" b="1"/>
              <a:t>Pengertian Vertical Scaling</a:t>
            </a:r>
          </a:p>
          <a:p>
            <a:pPr marL="0" lvl="1" indent="0">
              <a:buFont typeface="Arial" panose="020B0604020202020204" pitchFamily="34" charset="0"/>
              <a:buNone/>
            </a:pPr>
            <a:r>
              <a:t>Vertical scaling meningkatkan kapasitas server dengan menambah CPU, RAM, atau storage tanpa mengubah arsitektur aplikasi.</a:t>
            </a:r>
            <a:endParaRPr lang="en-US"/>
          </a:p>
          <a:p>
            <a:pPr marL="0" indent="0">
              <a:spcBef>
                <a:spcPts val="2500"/>
              </a:spcBef>
              <a:buFont typeface="Arial" panose="020B0604020202020204" pitchFamily="34" charset="0"/>
              <a:buNone/>
            </a:pPr>
            <a:r>
              <a:rPr lang="en-US" b="1"/>
              <a:t>Pengertian Horizontal Scaling</a:t>
            </a:r>
          </a:p>
          <a:p>
            <a:pPr marL="0" lvl="1" indent="0">
              <a:buFont typeface="Arial" panose="020B0604020202020204" pitchFamily="34" charset="0"/>
              <a:buNone/>
            </a:pPr>
            <a:r>
              <a:t>Horizontal scaling menambah atau mengurangi jumlah server untuk mengelola beban kerja secara paralel dengan load balancer.</a:t>
            </a:r>
            <a:endParaRPr lang="en-US"/>
          </a:p>
          <a:p>
            <a:pPr marL="0" indent="0">
              <a:spcBef>
                <a:spcPts val="2500"/>
              </a:spcBef>
              <a:buFont typeface="Arial" panose="020B0604020202020204" pitchFamily="34" charset="0"/>
              <a:buNone/>
            </a:pPr>
            <a:r>
              <a:rPr lang="en-US" b="1"/>
              <a:t>Keunggulan Vertical Scaling</a:t>
            </a:r>
          </a:p>
          <a:p>
            <a:pPr marL="0" lvl="1" indent="0">
              <a:buFont typeface="Arial" panose="020B0604020202020204" pitchFamily="34" charset="0"/>
              <a:buNone/>
            </a:pPr>
            <a:r>
              <a:t>Vertical scaling mudah diterapkan dan tidak memerlukan perubahan arsitektur, namun memiliki keterbatasan fisik dan downtime.</a:t>
            </a:r>
            <a:endParaRPr lang="en-US"/>
          </a:p>
          <a:p>
            <a:pPr marL="0" indent="0">
              <a:spcBef>
                <a:spcPts val="2500"/>
              </a:spcBef>
              <a:buFont typeface="Arial" panose="020B0604020202020204" pitchFamily="34" charset="0"/>
              <a:buNone/>
            </a:pPr>
            <a:r>
              <a:rPr lang="en-US" b="1"/>
              <a:t>Keunggulan Horizontal Scaling</a:t>
            </a:r>
          </a:p>
          <a:p>
            <a:pPr marL="0" lvl="1" indent="0">
              <a:buFont typeface="Arial" panose="020B0604020202020204" pitchFamily="34" charset="0"/>
              <a:buNone/>
            </a:pPr>
            <a:r>
              <a:t>Horizontal scaling menawarkan skalabilitas hampir tak terbatas, fault tolerance, dan elastisitas optimal untuk aplikasi cloud-native.</a:t>
            </a:r>
            <a:endParaRPr lang="en-US"/>
          </a:p>
        </p:txBody>
      </p:sp>
      <p:pic>
        <p:nvPicPr>
          <p:cNvPr id="7" name="Content Placeholder 6" descr="Komputasi Awan"/>
          <p:cNvPicPr>
            <a:picLocks noGrp="1" noChangeAspect="1"/>
          </p:cNvPicPr>
          <p:nvPr>
            <p:ph type="pic" sz="quarter" idx="13"/>
          </p:nvPr>
        </p:nvPicPr>
        <p:blipFill>
          <a:blip r:embed="rId3"/>
          <a:srcRect l="39671" r="39671"/>
          <a:stretch>
            <a:fillRect/>
          </a:stretch>
        </p:blipFill>
        <p:spPr/>
      </p:pic>
      <p:sp>
        <p:nvSpPr>
          <p:cNvPr id="6" name="Slide Number Placeholder 5"/>
          <p:cNvSpPr>
            <a:spLocks noGrp="1"/>
          </p:cNvSpPr>
          <p:nvPr>
            <p:ph type="sldNum" sz="quarter" idx="17"/>
          </p:nvPr>
        </p:nvSpPr>
        <p:spPr/>
        <p:txBody>
          <a:bodyPr anchor="ctr">
            <a:normAutofit/>
          </a:bodyPr>
          <a:lstStyle/>
          <a:p>
            <a:pPr>
              <a:spcAft>
                <a:spcPts val="600"/>
              </a:spcAft>
            </a:pPr>
            <a:fld id="{CC057153-B650-4DEB-B370-79DDCFDCE934}" type="slidenum">
              <a:rPr lang="en-US" smtClean="0"/>
              <a:t>6</a:t>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chor="ctr">
            <a:normAutofit/>
          </a:bodyPr>
          <a:lstStyle/>
          <a:p>
            <a:r>
              <a:rPr lang="en-US"/>
              <a:t>Elastisitas dan Auto Scaling di AWS</a:t>
            </a:r>
          </a:p>
        </p:txBody>
      </p:sp>
      <p:sp>
        <p:nvSpPr>
          <p:cNvPr id="4" name="Footer Placeholder 3"/>
          <p:cNvSpPr>
            <a:spLocks noGrp="1"/>
          </p:cNvSpPr>
          <p:nvPr>
            <p:ph type="ftr" sz="quarter" idx="11"/>
          </p:nvPr>
        </p:nvSpPr>
        <p:spPr/>
        <p:txBody>
          <a:bodyPr anchor="ctr">
            <a:normAutofit/>
          </a:bodyPr>
          <a:lstStyle/>
          <a:p>
            <a:pPr>
              <a:spcAft>
                <a:spcPts val="600"/>
              </a:spcAft>
            </a:pPr>
            <a:r>
              <a:rPr lang="en-US"/>
              <a:t>SAMPLE FOOTER TEXT</a:t>
            </a:r>
          </a:p>
        </p:txBody>
      </p:sp>
      <p:sp>
        <p:nvSpPr>
          <p:cNvPr id="5" name="Slide Number Placeholder 4"/>
          <p:cNvSpPr>
            <a:spLocks noGrp="1"/>
          </p:cNvSpPr>
          <p:nvPr>
            <p:ph type="sldNum" sz="quarter" idx="12"/>
          </p:nvPr>
        </p:nvSpPr>
        <p:spPr/>
        <p:txBody>
          <a:bodyPr anchor="ctr">
            <a:normAutofit/>
          </a:bodyPr>
          <a:lstStyle/>
          <a:p>
            <a:pPr>
              <a:spcAft>
                <a:spcPts val="600"/>
              </a:spcAft>
            </a:pPr>
            <a:fld id="{CC057153-B650-4DEB-B370-79DDCFDCE934}" type="slidenum">
              <a:rPr lang="en-US" smtClean="0"/>
              <a:t>7</a:t>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ormAutofit/>
          </a:bodyPr>
          <a:lstStyle/>
          <a:p>
            <a:pPr>
              <a:lnSpc>
                <a:spcPct val="90000"/>
              </a:lnSpc>
            </a:pPr>
            <a:r>
              <a:rPr lang="en-US" sz="2700"/>
              <a:t>Konsep Elastisitas dan AWS Auto Scaling</a:t>
            </a:r>
          </a:p>
        </p:txBody>
      </p:sp>
      <p:sp>
        <p:nvSpPr>
          <p:cNvPr id="3" name="Footer Placeholder 2"/>
          <p:cNvSpPr>
            <a:spLocks noGrp="1"/>
          </p:cNvSpPr>
          <p:nvPr>
            <p:ph type="ftr" sz="quarter" idx="11"/>
          </p:nvPr>
        </p:nvSpPr>
        <p:spPr/>
        <p:txBody>
          <a:bodyPr anchor="ctr">
            <a:normAutofit/>
          </a:bodyPr>
          <a:lstStyle/>
          <a:p>
            <a:pPr>
              <a:spcAft>
                <a:spcPts val="600"/>
              </a:spcAft>
            </a:pPr>
            <a:r>
              <a:rPr lang="en-US"/>
              <a:t>SAMPLE FOOTER TEXT</a:t>
            </a:r>
          </a:p>
        </p:txBody>
      </p:sp>
      <p:pic>
        <p:nvPicPr>
          <p:cNvPr id="7" name="Content Placeholder 6" descr="Komputasi Awan dengan Smartphone, Laptop, Komputer Desktop dan Tablet"/>
          <p:cNvPicPr>
            <a:picLocks noGrp="1" noChangeAspect="1"/>
          </p:cNvPicPr>
          <p:nvPr>
            <p:ph type="pic" sz="quarter" idx="13"/>
          </p:nvPr>
        </p:nvPicPr>
        <p:blipFill>
          <a:blip r:embed="rId3"/>
          <a:srcRect l="12720" r="12720"/>
          <a:stretch>
            <a:fillRect/>
          </a:stretch>
        </p:blipFill>
        <p:spPr/>
      </p:pic>
      <p:sp>
        <p:nvSpPr>
          <p:cNvPr id="5" name="Content Placeholder 4"/>
          <p:cNvSpPr>
            <a:spLocks noGrp="1"/>
          </p:cNvSpPr>
          <p:nvPr>
            <p:ph sz="quarter" idx="14"/>
          </p:nvPr>
        </p:nvSpPr>
        <p:spPr/>
        <p:txBody>
          <a:bodyPr>
            <a:normAutofit/>
          </a:bodyPr>
          <a:lstStyle/>
          <a:p>
            <a:pPr marL="0" indent="0">
              <a:spcBef>
                <a:spcPts val="2500"/>
              </a:spcBef>
              <a:buFont typeface="Arial" panose="020B0604020202020204" pitchFamily="34" charset="0"/>
              <a:buNone/>
            </a:pPr>
            <a:r>
              <a:rPr lang="en-US" b="1"/>
              <a:t>Definisi Elastisitas</a:t>
            </a:r>
          </a:p>
          <a:p>
            <a:pPr marL="0" lvl="1" indent="0">
              <a:buFont typeface="Arial" panose="020B0604020202020204" pitchFamily="34" charset="0"/>
              <a:buNone/>
            </a:pPr>
            <a:r>
              <a:t>Elastisitas memungkinkan penyesuaian otomatis sumber daya sesuai permintaan untuk efisiensi dan skalabilitas.</a:t>
            </a:r>
            <a:endParaRPr lang="en-US"/>
          </a:p>
          <a:p>
            <a:pPr marL="0" indent="0">
              <a:spcBef>
                <a:spcPts val="2500"/>
              </a:spcBef>
              <a:buFont typeface="Arial" panose="020B0604020202020204" pitchFamily="34" charset="0"/>
              <a:buNone/>
            </a:pPr>
            <a:r>
              <a:rPr lang="en-US" b="1"/>
              <a:t>Fungsi AWS Auto Scaling</a:t>
            </a:r>
          </a:p>
          <a:p>
            <a:pPr marL="0" lvl="1" indent="0">
              <a:buFont typeface="Arial" panose="020B0604020202020204" pitchFamily="34" charset="0"/>
              <a:buNone/>
            </a:pPr>
            <a:r>
              <a:t>AWS Auto Scaling menambah atau mengurangi instance EC2 secara otomatis berdasarkan metrik pemantauan.</a:t>
            </a:r>
            <a:endParaRPr lang="en-US"/>
          </a:p>
          <a:p>
            <a:pPr marL="0" indent="0">
              <a:spcBef>
                <a:spcPts val="2500"/>
              </a:spcBef>
              <a:buFont typeface="Arial" panose="020B0604020202020204" pitchFamily="34" charset="0"/>
              <a:buNone/>
            </a:pPr>
            <a:r>
              <a:rPr lang="en-US" b="1"/>
              <a:t>Pemanfaatan Metrik CloudWatch</a:t>
            </a:r>
          </a:p>
          <a:p>
            <a:pPr marL="0" lvl="1" indent="0">
              <a:buFont typeface="Arial" panose="020B0604020202020204" pitchFamily="34" charset="0"/>
              <a:buNone/>
            </a:pPr>
            <a:r>
              <a:t>CloudWatch mengawasi CPU, trafik jaringan, dan permintaan untuk memicu aksi scaling otomatis.</a:t>
            </a:r>
            <a:endParaRPr lang="en-US"/>
          </a:p>
          <a:p>
            <a:pPr marL="0" indent="0">
              <a:spcBef>
                <a:spcPts val="2500"/>
              </a:spcBef>
              <a:buFont typeface="Arial" panose="020B0604020202020204" pitchFamily="34" charset="0"/>
              <a:buNone/>
            </a:pPr>
            <a:r>
              <a:rPr lang="en-US" b="1"/>
              <a:t>Manfaat Elastisitas untuk Aplikasi</a:t>
            </a:r>
          </a:p>
          <a:p>
            <a:pPr marL="0" lvl="1" indent="0">
              <a:buFont typeface="Arial" panose="020B0604020202020204" pitchFamily="34" charset="0"/>
              <a:buNone/>
            </a:pPr>
            <a:r>
              <a:t>Elastisitas menjamin performa aplikasi stabil dan biaya operasi optimal di lingkungan dinamis.</a:t>
            </a:r>
            <a:endParaRPr lang="en-US"/>
          </a:p>
        </p:txBody>
      </p:sp>
      <p:sp>
        <p:nvSpPr>
          <p:cNvPr id="6" name="Slide Number Placeholder 5"/>
          <p:cNvSpPr>
            <a:spLocks noGrp="1"/>
          </p:cNvSpPr>
          <p:nvPr>
            <p:ph type="sldNum" sz="quarter" idx="12"/>
          </p:nvPr>
        </p:nvSpPr>
        <p:spPr/>
        <p:txBody>
          <a:bodyPr anchor="ctr">
            <a:normAutofit/>
          </a:bodyPr>
          <a:lstStyle/>
          <a:p>
            <a:pPr>
              <a:spcAft>
                <a:spcPts val="600"/>
              </a:spcAft>
            </a:pPr>
            <a:fld id="{CC057153-B650-4DEB-B370-79DDCFDCE934}" type="slidenum">
              <a:rPr lang="en-US" smtClean="0"/>
              <a:t>8</a:t>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chor="ctr">
            <a:normAutofit/>
          </a:bodyPr>
          <a:lstStyle/>
          <a:p>
            <a:pPr>
              <a:lnSpc>
                <a:spcPct val="90000"/>
              </a:lnSpc>
            </a:pPr>
            <a:r>
              <a:rPr lang="en-US"/>
              <a:t>Komponen dan Alur Auto Scaling AWS</a:t>
            </a:r>
          </a:p>
        </p:txBody>
      </p:sp>
      <p:sp>
        <p:nvSpPr>
          <p:cNvPr id="4" name="Footer Placeholder 3"/>
          <p:cNvSpPr>
            <a:spLocks noGrp="1"/>
          </p:cNvSpPr>
          <p:nvPr>
            <p:ph type="ftr" sz="quarter" idx="11"/>
          </p:nvPr>
        </p:nvSpPr>
        <p:spPr/>
        <p:txBody>
          <a:bodyPr anchor="ctr">
            <a:normAutofit/>
          </a:bodyPr>
          <a:lstStyle/>
          <a:p>
            <a:pPr>
              <a:spcAft>
                <a:spcPts val="600"/>
              </a:spcAft>
            </a:pPr>
            <a:r>
              <a:rPr lang="en-US"/>
              <a:t>SAMPLE FOOTER TEXT</a:t>
            </a:r>
          </a:p>
        </p:txBody>
      </p:sp>
      <p:sp>
        <p:nvSpPr>
          <p:cNvPr id="5" name="Slide Number Placeholder 4"/>
          <p:cNvSpPr>
            <a:spLocks noGrp="1"/>
          </p:cNvSpPr>
          <p:nvPr>
            <p:ph type="sldNum" sz="quarter" idx="12"/>
          </p:nvPr>
        </p:nvSpPr>
        <p:spPr/>
        <p:txBody>
          <a:bodyPr anchor="ctr">
            <a:normAutofit/>
          </a:bodyPr>
          <a:lstStyle/>
          <a:p>
            <a:pPr>
              <a:spcAft>
                <a:spcPts val="600"/>
              </a:spcAft>
            </a:pPr>
            <a:fld id="{CC057153-B650-4DEB-B370-79DDCFDCE934}" type="slidenum">
              <a:rPr lang="en-US" smtClean="0"/>
              <a:t>9</a:t>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ormAutofit/>
          </a:bodyPr>
          <a:lstStyle/>
          <a:p>
            <a:pPr>
              <a:lnSpc>
                <a:spcPct val="90000"/>
              </a:lnSpc>
            </a:pPr>
            <a:r>
              <a:rPr lang="en-US" sz="2700"/>
              <a:t>Komponen Utama Auto Scaling dan Alur Kerjanya</a:t>
            </a:r>
          </a:p>
        </p:txBody>
      </p:sp>
      <p:sp>
        <p:nvSpPr>
          <p:cNvPr id="3" name="Footer Placeholder 2"/>
          <p:cNvSpPr>
            <a:spLocks noGrp="1"/>
          </p:cNvSpPr>
          <p:nvPr>
            <p:ph type="ftr" sz="quarter" idx="11"/>
          </p:nvPr>
        </p:nvSpPr>
        <p:spPr/>
        <p:txBody>
          <a:bodyPr anchor="ctr">
            <a:normAutofit/>
          </a:bodyPr>
          <a:lstStyle/>
          <a:p>
            <a:pPr>
              <a:spcAft>
                <a:spcPts val="600"/>
              </a:spcAft>
            </a:pPr>
            <a:r>
              <a:rPr lang="en-US"/>
              <a:t>SAMPLE FOOTER TEXT</a:t>
            </a:r>
          </a:p>
        </p:txBody>
      </p:sp>
      <p:pic>
        <p:nvPicPr>
          <p:cNvPr id="7" name="Content Placeholder 6" descr="Konsep digital komputasi awan"/>
          <p:cNvPicPr>
            <a:picLocks noGrp="1" noChangeAspect="1"/>
          </p:cNvPicPr>
          <p:nvPr>
            <p:ph type="pic" sz="quarter" idx="13"/>
          </p:nvPr>
        </p:nvPicPr>
        <p:blipFill>
          <a:blip r:embed="rId3"/>
          <a:srcRect l="18537" r="18537"/>
          <a:stretch>
            <a:fillRect/>
          </a:stretch>
        </p:blipFill>
        <p:spPr/>
      </p:pic>
      <p:sp>
        <p:nvSpPr>
          <p:cNvPr id="5" name="Content Placeholder 4"/>
          <p:cNvSpPr>
            <a:spLocks noGrp="1"/>
          </p:cNvSpPr>
          <p:nvPr>
            <p:ph sz="quarter" idx="14"/>
          </p:nvPr>
        </p:nvSpPr>
        <p:spPr/>
        <p:txBody>
          <a:bodyPr>
            <a:normAutofit/>
          </a:bodyPr>
          <a:lstStyle/>
          <a:p>
            <a:pPr marL="0" indent="0">
              <a:spcBef>
                <a:spcPts val="2500"/>
              </a:spcBef>
              <a:buFont typeface="Arial" panose="020B0604020202020204" pitchFamily="34" charset="0"/>
              <a:buNone/>
            </a:pPr>
            <a:r>
              <a:rPr lang="en-US" b="1"/>
              <a:t>Launch Template atau Launch Configuration</a:t>
            </a:r>
          </a:p>
          <a:p>
            <a:pPr marL="0" lvl="1" indent="0">
              <a:buFont typeface="Arial" panose="020B0604020202020204" pitchFamily="34" charset="0"/>
              <a:buNone/>
            </a:pPr>
            <a:r>
              <a:t>Launch Template berisi konfigurasi instance EC2 yang konsisten termasuk tipe, AMI, security group, dan key pair.</a:t>
            </a:r>
            <a:endParaRPr lang="en-US"/>
          </a:p>
          <a:p>
            <a:pPr marL="0" indent="0">
              <a:spcBef>
                <a:spcPts val="2500"/>
              </a:spcBef>
              <a:buFont typeface="Arial" panose="020B0604020202020204" pitchFamily="34" charset="0"/>
              <a:buNone/>
            </a:pPr>
            <a:r>
              <a:rPr lang="en-US" b="1"/>
              <a:t>Auto Scaling Group (ASG)</a:t>
            </a:r>
          </a:p>
          <a:p>
            <a:pPr marL="0" lvl="1" indent="0">
              <a:buFont typeface="Arial" panose="020B0604020202020204" pitchFamily="34" charset="0"/>
              <a:buNone/>
            </a:pPr>
            <a:r>
              <a:t>ASG mengelola kumpulan instance EC2 dengan pengaturan kapasitas minimum, maksimum, dan desired capacity.</a:t>
            </a:r>
            <a:endParaRPr lang="en-US"/>
          </a:p>
          <a:p>
            <a:pPr marL="0" indent="0">
              <a:spcBef>
                <a:spcPts val="2500"/>
              </a:spcBef>
              <a:buFont typeface="Arial" panose="020B0604020202020204" pitchFamily="34" charset="0"/>
              <a:buNone/>
            </a:pPr>
            <a:r>
              <a:rPr lang="en-US" b="1"/>
              <a:t>Scaling Policy</a:t>
            </a:r>
          </a:p>
          <a:p>
            <a:pPr marL="0" lvl="1" indent="0">
              <a:buFont typeface="Arial" panose="020B0604020202020204" pitchFamily="34" charset="0"/>
              <a:buNone/>
            </a:pPr>
            <a:r>
              <a:t>Scaling Policy menentukan aturan kapan dan bagaimana instance ditambahkan atau dikurangi secara otomatis.</a:t>
            </a:r>
            <a:endParaRPr lang="en-US"/>
          </a:p>
          <a:p>
            <a:pPr marL="0" indent="0">
              <a:spcBef>
                <a:spcPts val="2500"/>
              </a:spcBef>
              <a:buFont typeface="Arial" panose="020B0604020202020204" pitchFamily="34" charset="0"/>
              <a:buNone/>
            </a:pPr>
            <a:r>
              <a:rPr lang="en-US" b="1"/>
              <a:t>Amazon CloudWatch Monitoring</a:t>
            </a:r>
          </a:p>
          <a:p>
            <a:pPr marL="0" lvl="1" indent="0">
              <a:buFont typeface="Arial" panose="020B0604020202020204" pitchFamily="34" charset="0"/>
              <a:buNone/>
            </a:pPr>
            <a:r>
              <a:t>CloudWatch memantau metrik performa dan memicu scaling policy berdasarkan kondisi yang dipantau.</a:t>
            </a:r>
            <a:endParaRPr lang="en-US"/>
          </a:p>
        </p:txBody>
      </p:sp>
      <p:sp>
        <p:nvSpPr>
          <p:cNvPr id="6" name="Slide Number Placeholder 5"/>
          <p:cNvSpPr>
            <a:spLocks noGrp="1"/>
          </p:cNvSpPr>
          <p:nvPr>
            <p:ph type="sldNum" sz="quarter" idx="12"/>
          </p:nvPr>
        </p:nvSpPr>
        <p:spPr/>
        <p:txBody>
          <a:bodyPr anchor="ctr">
            <a:normAutofit/>
          </a:bodyPr>
          <a:lstStyle/>
          <a:p>
            <a:pPr>
              <a:spcAft>
                <a:spcPts val="600"/>
              </a:spcAft>
            </a:pPr>
            <a:fld id="{CC057153-B650-4DEB-B370-79DDCFDCE934}" type="slidenum">
              <a:rPr lang="en-US" smtClean="0"/>
              <a:t>10</a:t>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chor="ctr">
            <a:normAutofit/>
          </a:bodyPr>
          <a:lstStyle/>
          <a:p>
            <a:pPr>
              <a:lnSpc>
                <a:spcPct val="90000"/>
              </a:lnSpc>
            </a:pPr>
            <a:r>
              <a:rPr lang="en-US" sz="3500"/>
              <a:t>Penerapan dan Capaian Pembelajaran</a:t>
            </a:r>
          </a:p>
        </p:txBody>
      </p:sp>
      <p:sp>
        <p:nvSpPr>
          <p:cNvPr id="4" name="Footer Placeholder 3"/>
          <p:cNvSpPr>
            <a:spLocks noGrp="1"/>
          </p:cNvSpPr>
          <p:nvPr>
            <p:ph type="ftr" sz="quarter" idx="11"/>
          </p:nvPr>
        </p:nvSpPr>
        <p:spPr/>
        <p:txBody>
          <a:bodyPr anchor="ctr">
            <a:normAutofit/>
          </a:bodyPr>
          <a:lstStyle/>
          <a:p>
            <a:pPr>
              <a:spcAft>
                <a:spcPts val="600"/>
              </a:spcAft>
            </a:pPr>
            <a:r>
              <a:rPr lang="en-US"/>
              <a:t>SAMPLE FOOTER TEXT</a:t>
            </a:r>
          </a:p>
        </p:txBody>
      </p:sp>
      <p:sp>
        <p:nvSpPr>
          <p:cNvPr id="5" name="Slide Number Placeholder 4"/>
          <p:cNvSpPr>
            <a:spLocks noGrp="1"/>
          </p:cNvSpPr>
          <p:nvPr>
            <p:ph type="sldNum" sz="quarter" idx="12"/>
          </p:nvPr>
        </p:nvSpPr>
        <p:spPr/>
        <p:txBody>
          <a:bodyPr anchor="ctr">
            <a:normAutofit/>
          </a:bodyPr>
          <a:lstStyle/>
          <a:p>
            <a:pPr>
              <a:spcAft>
                <a:spcPts val="600"/>
              </a:spcAft>
            </a:pPr>
            <a:fld id="{CC057153-B650-4DEB-B370-79DDCFDCE934}" type="slidenum">
              <a:rPr lang="en-US" smtClean="0"/>
              <a:t>11</a:t>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ormAutofit/>
          </a:bodyPr>
          <a:lstStyle/>
          <a:p>
            <a:pPr>
              <a:lnSpc>
                <a:spcPct val="90000"/>
              </a:lnSpc>
            </a:pPr>
            <a:r>
              <a:rPr lang="en-US" sz="2500"/>
              <a:t>Skenario Penerapan Auto Scaling dan Capaian Pembelajaran</a:t>
            </a:r>
          </a:p>
        </p:txBody>
      </p:sp>
      <p:sp>
        <p:nvSpPr>
          <p:cNvPr id="3" name="Footer Placeholder 2"/>
          <p:cNvSpPr>
            <a:spLocks noGrp="1"/>
          </p:cNvSpPr>
          <p:nvPr>
            <p:ph type="ftr" sz="quarter" idx="11"/>
          </p:nvPr>
        </p:nvSpPr>
        <p:spPr/>
        <p:txBody>
          <a:bodyPr anchor="ctr">
            <a:normAutofit/>
          </a:bodyPr>
          <a:lstStyle/>
          <a:p>
            <a:pPr>
              <a:spcAft>
                <a:spcPts val="600"/>
              </a:spcAft>
            </a:pPr>
            <a:r>
              <a:rPr lang="en-US"/>
              <a:t>SAMPLE FOOTER TEXT</a:t>
            </a:r>
          </a:p>
        </p:txBody>
      </p:sp>
      <p:pic>
        <p:nvPicPr>
          <p:cNvPr id="7" name="Content Placeholder 6" descr="Konsep komputasi awan terisolasi pada latar belakang putih"/>
          <p:cNvPicPr>
            <a:picLocks noGrp="1" noChangeAspect="1"/>
          </p:cNvPicPr>
          <p:nvPr>
            <p:ph type="pic" sz="quarter" idx="13"/>
          </p:nvPr>
        </p:nvPicPr>
        <p:blipFill>
          <a:blip r:embed="rId3"/>
          <a:srcRect l="8050" r="8050"/>
          <a:stretch>
            <a:fillRect/>
          </a:stretch>
        </p:blipFill>
        <p:spPr/>
      </p:pic>
      <p:sp>
        <p:nvSpPr>
          <p:cNvPr id="5" name="Content Placeholder 4"/>
          <p:cNvSpPr>
            <a:spLocks noGrp="1"/>
          </p:cNvSpPr>
          <p:nvPr>
            <p:ph sz="quarter" idx="14"/>
          </p:nvPr>
        </p:nvSpPr>
        <p:spPr/>
        <p:txBody>
          <a:bodyPr>
            <a:normAutofit/>
          </a:bodyPr>
          <a:lstStyle/>
          <a:p>
            <a:pPr marL="0" indent="0">
              <a:spcBef>
                <a:spcPts val="2500"/>
              </a:spcBef>
              <a:buFont typeface="Arial" panose="020B0604020202020204" pitchFamily="34" charset="0"/>
              <a:buNone/>
            </a:pPr>
            <a:r>
              <a:rPr lang="en-US" b="1"/>
              <a:t>Skenario Auto Scaling</a:t>
            </a:r>
          </a:p>
          <a:p>
            <a:pPr marL="0" lvl="1" indent="0">
              <a:buFont typeface="Arial" panose="020B0604020202020204" pitchFamily="34" charset="0"/>
              <a:buNone/>
            </a:pPr>
            <a:r>
              <a:t>Auto Scaling menangani fluktuasi trafik dengan menambah dan mengurangi instance secara otomatis sesuai kebutuhan aplikasi web.</a:t>
            </a:r>
            <a:endParaRPr lang="en-US"/>
          </a:p>
          <a:p>
            <a:pPr marL="0" indent="0">
              <a:spcBef>
                <a:spcPts val="2500"/>
              </a:spcBef>
              <a:buFont typeface="Arial" panose="020B0604020202020204" pitchFamily="34" charset="0"/>
              <a:buNone/>
            </a:pPr>
            <a:r>
              <a:rPr lang="en-US" b="1"/>
              <a:t>Peran Elastic Load Balancer</a:t>
            </a:r>
          </a:p>
          <a:p>
            <a:pPr marL="0" lvl="1" indent="0">
              <a:buFont typeface="Arial" panose="020B0604020202020204" pitchFamily="34" charset="0"/>
              <a:buNone/>
            </a:pPr>
            <a:r>
              <a:t>Elastic Load Balancer mendistribusikan trafik secara merata ke semua instance agar performa aplikasi tetap optimal selama lonjakan pengguna.</a:t>
            </a:r>
            <a:endParaRPr lang="en-US"/>
          </a:p>
          <a:p>
            <a:pPr marL="0" indent="0">
              <a:spcBef>
                <a:spcPts val="2500"/>
              </a:spcBef>
              <a:buFont typeface="Arial" panose="020B0604020202020204" pitchFamily="34" charset="0"/>
              <a:buNone/>
            </a:pPr>
            <a:r>
              <a:rPr lang="en-US" b="1"/>
              <a:t>Manfaat Elastisitas dan Efisiensi Biaya</a:t>
            </a:r>
          </a:p>
          <a:p>
            <a:pPr marL="0" lvl="1" indent="0">
              <a:buFont typeface="Arial" panose="020B0604020202020204" pitchFamily="34" charset="0"/>
              <a:buNone/>
            </a:pPr>
            <a:r>
              <a:t>Sistem auto scaling menjaga stabilitas aplikasi dan menghindari pemborosan biaya dengan menyesuaikan resource sesuai kebutuhan.</a:t>
            </a:r>
            <a:endParaRPr lang="en-US"/>
          </a:p>
          <a:p>
            <a:pPr marL="0" indent="0">
              <a:spcBef>
                <a:spcPts val="2500"/>
              </a:spcBef>
              <a:buFont typeface="Arial" panose="020B0604020202020204" pitchFamily="34" charset="0"/>
              <a:buNone/>
            </a:pPr>
            <a:r>
              <a:rPr lang="en-US" b="1"/>
              <a:t>Capaian Pembelajaran</a:t>
            </a:r>
          </a:p>
          <a:p>
            <a:pPr marL="0" lvl="1" indent="0">
              <a:buFont typeface="Arial" panose="020B0604020202020204" pitchFamily="34" charset="0"/>
              <a:buNone/>
            </a:pPr>
            <a:r>
              <a:t>Mahasiswa diharapkan memahami skalabilitas, elastisitas, dan konfigurasi Auto Scaling Group di AWS untuk kebutuhan industri IT modern.</a:t>
            </a:r>
            <a:endParaRPr lang="en-US"/>
          </a:p>
        </p:txBody>
      </p:sp>
      <p:sp>
        <p:nvSpPr>
          <p:cNvPr id="6" name="Slide Number Placeholder 5"/>
          <p:cNvSpPr>
            <a:spLocks noGrp="1"/>
          </p:cNvSpPr>
          <p:nvPr>
            <p:ph type="sldNum" sz="quarter" idx="12"/>
          </p:nvPr>
        </p:nvSpPr>
        <p:spPr/>
        <p:txBody>
          <a:bodyPr anchor="ctr">
            <a:normAutofit/>
          </a:bodyPr>
          <a:lstStyle/>
          <a:p>
            <a:pPr>
              <a:spcAft>
                <a:spcPts val="600"/>
              </a:spcAft>
            </a:pPr>
            <a:fld id="{CC057153-B650-4DEB-B370-79DDCFDCE934}" type="slidenum">
              <a:rPr lang="en-US" smtClean="0"/>
              <a:t>12</a:t>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Circinate">
  <a:themeElements>
    <a:clrScheme name="Custom 9">
      <a:dk1>
        <a:srgbClr val="2C2F21"/>
      </a:dk1>
      <a:lt1>
        <a:srgbClr val="EBE3D8"/>
      </a:lt1>
      <a:dk2>
        <a:srgbClr val="000000"/>
      </a:dk2>
      <a:lt2>
        <a:srgbClr val="FFFFFF"/>
      </a:lt2>
      <a:accent1>
        <a:srgbClr val="625D3F"/>
      </a:accent1>
      <a:accent2>
        <a:srgbClr val="0E273F"/>
      </a:accent2>
      <a:accent3>
        <a:srgbClr val="C9C4BE"/>
      </a:accent3>
      <a:accent4>
        <a:srgbClr val="A39481"/>
      </a:accent4>
      <a:accent5>
        <a:srgbClr val="2C1E20"/>
      </a:accent5>
      <a:accent6>
        <a:srgbClr val="E8E8E8"/>
      </a:accent6>
      <a:hlink>
        <a:srgbClr val="467886"/>
      </a:hlink>
      <a:folHlink>
        <a:srgbClr val="96607D"/>
      </a:folHlink>
    </a:clrScheme>
    <a:fontScheme name="Custom 22">
      <a:majorFont>
        <a:latin typeface="Bahnschrift Light"/>
        <a:ea typeface=""/>
        <a:cs typeface=""/>
      </a:majorFont>
      <a:minorFont>
        <a:latin typeface="Bahnschrif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600</Words>
  <Application>Microsoft Office PowerPoint</Application>
  <PresentationFormat>Widescreen</PresentationFormat>
  <Paragraphs>107</Paragraphs>
  <Slides>12</Slides>
  <Notes>12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12</vt:i4>
      </vt:variant>
    </vt:vector>
  </HeadingPairs>
  <TitlesOfParts>
    <vt:vector size="19" baseType="lpstr">
      <vt:lpstr>맑은 고딕</vt:lpstr>
      <vt:lpstr>Arial</vt:lpstr>
      <vt:lpstr>Bahnschrift Light</vt:lpstr>
      <vt:lpstr>Calibri</vt:lpstr>
      <vt:lpstr>Calibri Light</vt:lpstr>
      <vt:lpstr>Circinate</vt:lpstr>
      <vt:lpstr>Office Theme</vt:lpstr>
      <vt:lpstr>PowerPoint Presentation</vt:lpstr>
      <vt:lpstr>Skalabilitas dan Elastisitas Cloud Computing dengan AWS</vt:lpstr>
      <vt:lpstr>Pengantar Skalabilitas dan Elastisitas Cloud</vt:lpstr>
      <vt:lpstr>Konsep Dasar Skalabilitas dan Elastisitas dalam Cloud Computing</vt:lpstr>
      <vt:lpstr>Prinsip Scaling dalam Cloud Computing</vt:lpstr>
      <vt:lpstr>Vertical Scaling dan Horizontal Scaling</vt:lpstr>
      <vt:lpstr>Elastisitas dan Auto Scaling di AWS</vt:lpstr>
      <vt:lpstr>Konsep Elastisitas dan AWS Auto Scaling</vt:lpstr>
      <vt:lpstr>Komponen dan Alur Auto Scaling AWS</vt:lpstr>
      <vt:lpstr>Komponen Utama Auto Scaling dan Alur Kerjanya</vt:lpstr>
      <vt:lpstr>Penerapan dan Capaian Pembelajaran</vt:lpstr>
      <vt:lpstr>Skenario Penerapan Auto Scaling dan Capaian Pembelajaran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Skalabilitas dan Elastisitas Cloud Computing dengan AWS</dc:title>
  <dc:creator>33323007@mahasiswa.itb.ac.id</dc:creator>
  <cp:lastModifiedBy>PDS</cp:lastModifiedBy>
  <cp:revision>10</cp:revision>
  <dcterms:created xsi:type="dcterms:W3CDTF">2026-04-13T03:59:41Z</dcterms:created>
  <dcterms:modified xsi:type="dcterms:W3CDTF">2026-09-17T09:28:56Z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8b525e5-f3da-4501-8f1e-526b6769fc56_Enabled">
    <vt:lpwstr>true</vt:lpwstr>
  </property>
  <property fmtid="{D5CDD505-2E9C-101B-9397-08002B2CF9AE}" pid="3" name="MSIP_Label_38b525e5-f3da-4501-8f1e-526b6769fc56_SetDate">
    <vt:lpwstr>2026-04-13T03:58:56Z</vt:lpwstr>
  </property>
  <property fmtid="{D5CDD505-2E9C-101B-9397-08002B2CF9AE}" pid="4" name="MSIP_Label_38b525e5-f3da-4501-8f1e-526b6769fc56_Method">
    <vt:lpwstr>Standard</vt:lpwstr>
  </property>
  <property fmtid="{D5CDD505-2E9C-101B-9397-08002B2CF9AE}" pid="5" name="MSIP_Label_38b525e5-f3da-4501-8f1e-526b6769fc56_Name">
    <vt:lpwstr>defa4170-0d19-0005-0004-bc88714345d2</vt:lpwstr>
  </property>
  <property fmtid="{D5CDD505-2E9C-101B-9397-08002B2CF9AE}" pid="6" name="MSIP_Label_38b525e5-f3da-4501-8f1e-526b6769fc56_SiteId">
    <vt:lpwstr>db6e1183-4c65-405c-82ce-7cd53fa6e9dc</vt:lpwstr>
  </property>
  <property fmtid="{D5CDD505-2E9C-101B-9397-08002B2CF9AE}" pid="7" name="MSIP_Label_38b525e5-f3da-4501-8f1e-526b6769fc56_ActionId">
    <vt:lpwstr>25d376d8-401f-4641-a904-cd3306a1e5fe</vt:lpwstr>
  </property>
  <property fmtid="{D5CDD505-2E9C-101B-9397-08002B2CF9AE}" pid="8" name="MSIP_Label_38b525e5-f3da-4501-8f1e-526b6769fc56_ContentBits">
    <vt:lpwstr>0</vt:lpwstr>
  </property>
  <property fmtid="{D5CDD505-2E9C-101B-9397-08002B2CF9AE}" pid="9" name="MSIP_Label_38b525e5-f3da-4501-8f1e-526b6769fc56_Tag">
    <vt:lpwstr>10, 3, 0, 2</vt:lpwstr>
  </property>
  <property fmtid="{D5CDD505-2E9C-101B-9397-08002B2CF9AE}" pid="10" name="ICV">
    <vt:lpwstr>61F9572469E1426E8583593D809EED20_12</vt:lpwstr>
  </property>
  <property fmtid="{D5CDD505-2E9C-101B-9397-08002B2CF9AE}" pid="11" name="KSOProductBuildVer">
    <vt:lpwstr>1033-12.1.0.25242</vt:lpwstr>
  </property>
</Properties>
</file>