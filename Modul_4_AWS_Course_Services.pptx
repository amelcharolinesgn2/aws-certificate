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6"/>
  </p:notesMasterIdLst>
  <p:sldIdLst>
    <p:sldId id="380"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9" d="100"/>
          <a:sy n="109" d="100"/>
        </p:scale>
        <p:origin x="636" y="10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viewProps" Target="view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slide" Target="slides/slide112.xml"/><Relationship Id="rId118" Type="http://schemas.openxmlformats.org/officeDocument/2006/relationships/slide" Target="slides/slide117.xml"/><Relationship Id="rId12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slide" Target="slides/slide123.xml"/><Relationship Id="rId12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162E2F86-6295-40F6-90C7-D0D3B3BA8C58}" type="datetimeFigureOut">
              <a:rPr lang="en-US" smtClean="0"/>
              <a:t>9/17/2026</a:t>
            </a:fld>
            <a:endParaRPr lang="en-US"/>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767ADF57-A9BF-47B6-ADEA-6EEE7536B696}" type="slidenum">
              <a:rPr lang="en-US" smtClean="0"/>
              <a:t>‹#›</a:t>
            </a:fld>
            <a:endParaRPr lang="en-US"/>
          </a:p>
        </p:txBody>
      </p:sp>
    </p:spTree>
    <p:extLst>
      <p:ext uri="{BB962C8B-B14F-4D97-AF65-F5344CB8AC3E}">
        <p14:creationId xmlns:p14="http://schemas.microsoft.com/office/powerpoint/2010/main" val="26594936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PDS</a:t>
            </a:r>
            <a:endParaRPr lang="en-US" dirty="0"/>
          </a:p>
        </p:txBody>
      </p:sp>
      <p:sp>
        <p:nvSpPr>
          <p:cNvPr id="4" name="Slide Number Placeholder 3"/>
          <p:cNvSpPr>
            <a:spLocks noGrp="1"/>
          </p:cNvSpPr>
          <p:nvPr>
            <p:ph type="sldNum" sz="quarter" idx="10"/>
          </p:nvPr>
        </p:nvSpPr>
        <p:spPr/>
        <p:txBody>
          <a:bodyPr/>
          <a:lstStyle/>
          <a:p>
            <a:fld id="{3C85673C-CD37-4D5E-BA1D-2F9D0B2CE005}" type="slidenum">
              <a:rPr lang="en-US" smtClean="0"/>
              <a:t>1</a:t>
            </a:fld>
            <a:endParaRPr lang="en-US"/>
          </a:p>
        </p:txBody>
      </p:sp>
    </p:spTree>
    <p:extLst>
      <p:ext uri="{BB962C8B-B14F-4D97-AF65-F5344CB8AC3E}">
        <p14:creationId xmlns:p14="http://schemas.microsoft.com/office/powerpoint/2010/main" val="1199488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3500" b="0" i="0">
                <a:solidFill>
                  <a:schemeClr val="tx1"/>
                </a:solidFill>
                <a:latin typeface="Verdana"/>
                <a:cs typeface="Verdana"/>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1700" b="0" i="0">
                <a:solidFill>
                  <a:schemeClr val="tx1"/>
                </a:solidFill>
                <a:latin typeface="Arial MT"/>
                <a:cs typeface="Arial MT"/>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9/17/2026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500" b="0" i="0">
                <a:solidFill>
                  <a:schemeClr val="tx1"/>
                </a:solidFill>
                <a:latin typeface="Verdana"/>
                <a:cs typeface="Verdana"/>
              </a:defRPr>
            </a:lvl1pPr>
          </a:lstStyle>
          <a:p>
            <a:endParaRPr/>
          </a:p>
        </p:txBody>
      </p:sp>
      <p:sp>
        <p:nvSpPr>
          <p:cNvPr id="3" name="Holder 3"/>
          <p:cNvSpPr>
            <a:spLocks noGrp="1"/>
          </p:cNvSpPr>
          <p:nvPr>
            <p:ph type="body" idx="1"/>
          </p:nvPr>
        </p:nvSpPr>
        <p:spPr/>
        <p:txBody>
          <a:bodyPr lIns="0" tIns="0" rIns="0" bIns="0"/>
          <a:lstStyle>
            <a:lvl1pPr>
              <a:defRPr sz="1700" b="0" i="0">
                <a:solidFill>
                  <a:schemeClr val="tx1"/>
                </a:solidFill>
                <a:latin typeface="Arial MT"/>
                <a:cs typeface="Arial MT"/>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9/17/2026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500" b="0" i="0">
                <a:solidFill>
                  <a:schemeClr val="tx1"/>
                </a:solidFill>
                <a:latin typeface="Verdana"/>
                <a:cs typeface="Verdana"/>
              </a:defRPr>
            </a:lvl1pPr>
          </a:lstStyle>
          <a:p>
            <a:endParaRPr/>
          </a:p>
        </p:txBody>
      </p:sp>
      <p:sp>
        <p:nvSpPr>
          <p:cNvPr id="3" name="Holder 3"/>
          <p:cNvSpPr>
            <a:spLocks noGrp="1"/>
          </p:cNvSpPr>
          <p:nvPr>
            <p:ph sz="half" idx="2"/>
          </p:nvPr>
        </p:nvSpPr>
        <p:spPr>
          <a:xfrm>
            <a:off x="1370964" y="1317739"/>
            <a:ext cx="3148330" cy="3963037"/>
          </a:xfrm>
          <a:prstGeom prst="rect">
            <a:avLst/>
          </a:prstGeom>
        </p:spPr>
        <p:txBody>
          <a:bodyPr wrap="square" lIns="0" tIns="0" rIns="0" bIns="0">
            <a:spAutoFit/>
          </a:bodyPr>
          <a:lstStyle>
            <a:lvl1pPr>
              <a:defRPr sz="1850" b="0" i="0">
                <a:solidFill>
                  <a:srgbClr val="31958A"/>
                </a:solidFill>
                <a:latin typeface="Arial MT"/>
                <a:cs typeface="Arial MT"/>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9/17/2026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500" b="0" i="0">
                <a:solidFill>
                  <a:schemeClr val="tx1"/>
                </a:solidFill>
                <a:latin typeface="Verdana"/>
                <a:cs typeface="Verdana"/>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9/17/2026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9/17/2026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1766563" y="552473"/>
            <a:ext cx="6487795" cy="506094"/>
          </a:xfrm>
          <a:prstGeom prst="rect">
            <a:avLst/>
          </a:prstGeom>
        </p:spPr>
        <p:txBody>
          <a:bodyPr wrap="square" lIns="0" tIns="0" rIns="0" bIns="0">
            <a:spAutoFit/>
          </a:bodyPr>
          <a:lstStyle>
            <a:lvl1pPr>
              <a:defRPr sz="3500" b="0" i="0">
                <a:solidFill>
                  <a:schemeClr val="tx1"/>
                </a:solidFill>
                <a:latin typeface="Verdana"/>
                <a:cs typeface="Verdana"/>
              </a:defRPr>
            </a:lvl1pPr>
          </a:lstStyle>
          <a:p>
            <a:endParaRPr/>
          </a:p>
        </p:txBody>
      </p:sp>
      <p:sp>
        <p:nvSpPr>
          <p:cNvPr id="3" name="Holder 3"/>
          <p:cNvSpPr>
            <a:spLocks noGrp="1"/>
          </p:cNvSpPr>
          <p:nvPr>
            <p:ph type="body" idx="1"/>
          </p:nvPr>
        </p:nvSpPr>
        <p:spPr>
          <a:xfrm>
            <a:off x="4738038" y="2236617"/>
            <a:ext cx="5632450" cy="2927350"/>
          </a:xfrm>
          <a:prstGeom prst="rect">
            <a:avLst/>
          </a:prstGeom>
        </p:spPr>
        <p:txBody>
          <a:bodyPr wrap="square" lIns="0" tIns="0" rIns="0" bIns="0">
            <a:spAutoFit/>
          </a:bodyPr>
          <a:lstStyle>
            <a:lvl1pPr>
              <a:defRPr sz="1700" b="0" i="0">
                <a:solidFill>
                  <a:schemeClr val="tx1"/>
                </a:solidFill>
                <a:latin typeface="Arial MT"/>
                <a:cs typeface="Arial MT"/>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9/17/2026</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ithub.com/amelcharolinesgn2/AWS" TargetMode="External"/><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1.jpg"/><Relationship Id="rId1" Type="http://schemas.openxmlformats.org/officeDocument/2006/relationships/slideLayout" Target="../slideLayouts/slideLayout2.xml"/><Relationship Id="rId4" Type="http://schemas.openxmlformats.org/officeDocument/2006/relationships/image" Target="../media/image13.jpg"/></Relationships>
</file>

<file path=ppt/slides/_rels/slide9.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jpg"/><Relationship Id="rId7" Type="http://schemas.openxmlformats.org/officeDocument/2006/relationships/image" Target="../media/image19.jpg"/><Relationship Id="rId2" Type="http://schemas.openxmlformats.org/officeDocument/2006/relationships/image" Target="../media/image14.jpg"/><Relationship Id="rId1" Type="http://schemas.openxmlformats.org/officeDocument/2006/relationships/slideLayout" Target="../slideLayouts/slideLayout5.xml"/><Relationship Id="rId6" Type="http://schemas.openxmlformats.org/officeDocument/2006/relationships/image" Target="../media/image18.jpg"/><Relationship Id="rId5" Type="http://schemas.openxmlformats.org/officeDocument/2006/relationships/image" Target="../media/image17.png"/><Relationship Id="rId4" Type="http://schemas.openxmlformats.org/officeDocument/2006/relationships/image" Target="../media/image16.jpg"/></Relationships>
</file>

<file path=ppt/slides/_rels/slide10.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image" Target="../media/image21.jpg"/><Relationship Id="rId1" Type="http://schemas.openxmlformats.org/officeDocument/2006/relationships/slideLayout" Target="../slideLayouts/slideLayout2.xml"/><Relationship Id="rId4" Type="http://schemas.openxmlformats.org/officeDocument/2006/relationships/image" Target="../media/image23.jpg"/></Relationships>
</file>

<file path=ppt/slides/_rels/slide11.xml.rels><?xml version="1.0" encoding="UTF-8" standalone="yes"?>
<Relationships xmlns="http://schemas.openxmlformats.org/package/2006/relationships"><Relationship Id="rId3" Type="http://schemas.openxmlformats.org/officeDocument/2006/relationships/image" Target="../media/image25.jpg"/><Relationship Id="rId7" Type="http://schemas.openxmlformats.org/officeDocument/2006/relationships/image" Target="../media/image29.jpg"/><Relationship Id="rId2" Type="http://schemas.openxmlformats.org/officeDocument/2006/relationships/image" Target="../media/image24.jpg"/><Relationship Id="rId1" Type="http://schemas.openxmlformats.org/officeDocument/2006/relationships/slideLayout" Target="../slideLayouts/slideLayout4.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jpg"/></Relationships>
</file>

<file path=ppt/slides/_rels/slide12.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image" Target="../media/image30.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32.jp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33.jp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jpg"/><Relationship Id="rId1" Type="http://schemas.openxmlformats.org/officeDocument/2006/relationships/slideLayout" Target="../slideLayouts/slideLayout5.xml"/><Relationship Id="rId4" Type="http://schemas.openxmlformats.org/officeDocument/2006/relationships/image" Target="../media/image40.jpg"/></Relationships>
</file>

<file path=ppt/slides/_rels/slide18.xml.rels><?xml version="1.0" encoding="UTF-8" standalone="yes"?>
<Relationships xmlns="http://schemas.openxmlformats.org/package/2006/relationships"><Relationship Id="rId2" Type="http://schemas.openxmlformats.org/officeDocument/2006/relationships/image" Target="../media/image41.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3.jpg"/><Relationship Id="rId7" Type="http://schemas.openxmlformats.org/officeDocument/2006/relationships/image" Target="../media/image47.png"/><Relationship Id="rId2" Type="http://schemas.openxmlformats.org/officeDocument/2006/relationships/image" Target="../media/image42.jpg"/><Relationship Id="rId1" Type="http://schemas.openxmlformats.org/officeDocument/2006/relationships/slideLayout" Target="../slideLayouts/slideLayout2.xml"/><Relationship Id="rId6" Type="http://schemas.openxmlformats.org/officeDocument/2006/relationships/image" Target="../media/image46.jpg"/><Relationship Id="rId5" Type="http://schemas.openxmlformats.org/officeDocument/2006/relationships/image" Target="../media/image45.png"/><Relationship Id="rId4" Type="http://schemas.openxmlformats.org/officeDocument/2006/relationships/image" Target="../media/image44.png"/></Relationships>
</file>

<file path=ppt/slides/_rels/slide20.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image" Target="../media/image49.jpg"/><Relationship Id="rId7" Type="http://schemas.openxmlformats.org/officeDocument/2006/relationships/image" Target="../media/image53.png"/><Relationship Id="rId2" Type="http://schemas.openxmlformats.org/officeDocument/2006/relationships/image" Target="../media/image48.jpg"/><Relationship Id="rId1" Type="http://schemas.openxmlformats.org/officeDocument/2006/relationships/slideLayout" Target="../slideLayouts/slideLayout2.xml"/><Relationship Id="rId6" Type="http://schemas.openxmlformats.org/officeDocument/2006/relationships/image" Target="../media/image52.jpg"/><Relationship Id="rId5" Type="http://schemas.openxmlformats.org/officeDocument/2006/relationships/image" Target="../media/image51.jpg"/><Relationship Id="rId4" Type="http://schemas.openxmlformats.org/officeDocument/2006/relationships/image" Target="../media/image50.jpg"/></Relationships>
</file>

<file path=ppt/slides/_rels/slide21.xml.rels><?xml version="1.0" encoding="UTF-8" standalone="yes"?>
<Relationships xmlns="http://schemas.openxmlformats.org/package/2006/relationships"><Relationship Id="rId3" Type="http://schemas.openxmlformats.org/officeDocument/2006/relationships/image" Target="../media/image56.png"/><Relationship Id="rId7" Type="http://schemas.openxmlformats.org/officeDocument/2006/relationships/image" Target="../media/image60.png"/><Relationship Id="rId2" Type="http://schemas.openxmlformats.org/officeDocument/2006/relationships/image" Target="../media/image55.jpg"/><Relationship Id="rId1" Type="http://schemas.openxmlformats.org/officeDocument/2006/relationships/slideLayout" Target="../slideLayouts/slideLayout2.xml"/><Relationship Id="rId6" Type="http://schemas.openxmlformats.org/officeDocument/2006/relationships/image" Target="../media/image59.jpg"/><Relationship Id="rId5" Type="http://schemas.openxmlformats.org/officeDocument/2006/relationships/image" Target="../media/image58.jpg"/><Relationship Id="rId4" Type="http://schemas.openxmlformats.org/officeDocument/2006/relationships/image" Target="../media/image57.jpg"/></Relationships>
</file>

<file path=ppt/slides/_rels/slide22.xml.rels><?xml version="1.0" encoding="UTF-8" standalone="yes"?>
<Relationships xmlns="http://schemas.openxmlformats.org/package/2006/relationships"><Relationship Id="rId2" Type="http://schemas.openxmlformats.org/officeDocument/2006/relationships/image" Target="../media/image61.jpg"/><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image" Target="../media/image62.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63.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64.jpg"/><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image" Target="../media/image65.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66.jp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67.jp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8" Type="http://schemas.openxmlformats.org/officeDocument/2006/relationships/image" Target="../media/image74.jpg"/><Relationship Id="rId13" Type="http://schemas.openxmlformats.org/officeDocument/2006/relationships/image" Target="../media/image79.png"/><Relationship Id="rId3" Type="http://schemas.openxmlformats.org/officeDocument/2006/relationships/image" Target="../media/image69.png"/><Relationship Id="rId7" Type="http://schemas.openxmlformats.org/officeDocument/2006/relationships/image" Target="../media/image73.jpg"/><Relationship Id="rId12" Type="http://schemas.openxmlformats.org/officeDocument/2006/relationships/image" Target="../media/image78.png"/><Relationship Id="rId2" Type="http://schemas.openxmlformats.org/officeDocument/2006/relationships/image" Target="../media/image68.jpg"/><Relationship Id="rId1" Type="http://schemas.openxmlformats.org/officeDocument/2006/relationships/slideLayout" Target="../slideLayouts/slideLayout2.xml"/><Relationship Id="rId6" Type="http://schemas.openxmlformats.org/officeDocument/2006/relationships/image" Target="../media/image72.png"/><Relationship Id="rId11" Type="http://schemas.openxmlformats.org/officeDocument/2006/relationships/image" Target="../media/image77.png"/><Relationship Id="rId5" Type="http://schemas.openxmlformats.org/officeDocument/2006/relationships/image" Target="../media/image71.png"/><Relationship Id="rId15" Type="http://schemas.openxmlformats.org/officeDocument/2006/relationships/image" Target="../media/image81.png"/><Relationship Id="rId10" Type="http://schemas.openxmlformats.org/officeDocument/2006/relationships/image" Target="../media/image76.jpg"/><Relationship Id="rId4" Type="http://schemas.openxmlformats.org/officeDocument/2006/relationships/image" Target="../media/image70.png"/><Relationship Id="rId9" Type="http://schemas.openxmlformats.org/officeDocument/2006/relationships/image" Target="../media/image75.png"/><Relationship Id="rId14" Type="http://schemas.openxmlformats.org/officeDocument/2006/relationships/image" Target="../media/image80.png"/></Relationships>
</file>

<file path=ppt/slides/_rels/slide30.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jpg"/><Relationship Id="rId1" Type="http://schemas.openxmlformats.org/officeDocument/2006/relationships/slideLayout" Target="../slideLayouts/slideLayout2.xml"/><Relationship Id="rId4" Type="http://schemas.openxmlformats.org/officeDocument/2006/relationships/image" Target="../media/image84.jpg"/></Relationships>
</file>

<file path=ppt/slides/_rels/slide31.xml.rels><?xml version="1.0" encoding="UTF-8" standalone="yes"?>
<Relationships xmlns="http://schemas.openxmlformats.org/package/2006/relationships"><Relationship Id="rId3" Type="http://schemas.openxmlformats.org/officeDocument/2006/relationships/image" Target="../media/image86.jpg"/><Relationship Id="rId2" Type="http://schemas.openxmlformats.org/officeDocument/2006/relationships/image" Target="../media/image85.jpg"/><Relationship Id="rId1" Type="http://schemas.openxmlformats.org/officeDocument/2006/relationships/slideLayout" Target="../slideLayouts/slideLayout2.xml"/><Relationship Id="rId6" Type="http://schemas.openxmlformats.org/officeDocument/2006/relationships/image" Target="../media/image89.png"/><Relationship Id="rId5" Type="http://schemas.openxmlformats.org/officeDocument/2006/relationships/image" Target="../media/image88.png"/><Relationship Id="rId4" Type="http://schemas.openxmlformats.org/officeDocument/2006/relationships/image" Target="../media/image87.jpg"/></Relationships>
</file>

<file path=ppt/slides/_rels/slide32.xml.rels><?xml version="1.0" encoding="UTF-8" standalone="yes"?>
<Relationships xmlns="http://schemas.openxmlformats.org/package/2006/relationships"><Relationship Id="rId2" Type="http://schemas.openxmlformats.org/officeDocument/2006/relationships/image" Target="../media/image90.jp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92.png"/><Relationship Id="rId7" Type="http://schemas.openxmlformats.org/officeDocument/2006/relationships/image" Target="../media/image96.png"/><Relationship Id="rId2" Type="http://schemas.openxmlformats.org/officeDocument/2006/relationships/image" Target="../media/image91.jpg"/><Relationship Id="rId1" Type="http://schemas.openxmlformats.org/officeDocument/2006/relationships/slideLayout" Target="../slideLayouts/slideLayout2.xml"/><Relationship Id="rId6" Type="http://schemas.openxmlformats.org/officeDocument/2006/relationships/image" Target="../media/image95.jpg"/><Relationship Id="rId5" Type="http://schemas.openxmlformats.org/officeDocument/2006/relationships/image" Target="../media/image94.jpg"/><Relationship Id="rId4" Type="http://schemas.openxmlformats.org/officeDocument/2006/relationships/image" Target="../media/image93.jpg"/></Relationships>
</file>

<file path=ppt/slides/_rels/slide34.xml.rels><?xml version="1.0" encoding="UTF-8" standalone="yes"?>
<Relationships xmlns="http://schemas.openxmlformats.org/package/2006/relationships"><Relationship Id="rId3" Type="http://schemas.openxmlformats.org/officeDocument/2006/relationships/image" Target="../media/image98.png"/><Relationship Id="rId7" Type="http://schemas.openxmlformats.org/officeDocument/2006/relationships/image" Target="../media/image102.png"/><Relationship Id="rId2" Type="http://schemas.openxmlformats.org/officeDocument/2006/relationships/image" Target="../media/image97.jpg"/><Relationship Id="rId1" Type="http://schemas.openxmlformats.org/officeDocument/2006/relationships/slideLayout" Target="../slideLayouts/slideLayout2.xml"/><Relationship Id="rId6" Type="http://schemas.openxmlformats.org/officeDocument/2006/relationships/image" Target="../media/image101.png"/><Relationship Id="rId5" Type="http://schemas.openxmlformats.org/officeDocument/2006/relationships/image" Target="../media/image100.jpg"/><Relationship Id="rId4" Type="http://schemas.openxmlformats.org/officeDocument/2006/relationships/image" Target="../media/image99.jpg"/></Relationships>
</file>

<file path=ppt/slides/_rels/slide35.xml.rels><?xml version="1.0" encoding="UTF-8" standalone="yes"?>
<Relationships xmlns="http://schemas.openxmlformats.org/package/2006/relationships"><Relationship Id="rId2" Type="http://schemas.openxmlformats.org/officeDocument/2006/relationships/image" Target="../media/image103.jpg"/><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3" Type="http://schemas.openxmlformats.org/officeDocument/2006/relationships/image" Target="../media/image105.jpg"/><Relationship Id="rId2" Type="http://schemas.openxmlformats.org/officeDocument/2006/relationships/image" Target="../media/image104.jpg"/><Relationship Id="rId1" Type="http://schemas.openxmlformats.org/officeDocument/2006/relationships/slideLayout" Target="../slideLayouts/slideLayout2.xml"/><Relationship Id="rId5" Type="http://schemas.openxmlformats.org/officeDocument/2006/relationships/image" Target="../media/image107.png"/><Relationship Id="rId4" Type="http://schemas.openxmlformats.org/officeDocument/2006/relationships/image" Target="../media/image106.jpg"/></Relationships>
</file>

<file path=ppt/slides/_rels/slide37.xml.rels><?xml version="1.0" encoding="UTF-8" standalone="yes"?>
<Relationships xmlns="http://schemas.openxmlformats.org/package/2006/relationships"><Relationship Id="rId3" Type="http://schemas.openxmlformats.org/officeDocument/2006/relationships/image" Target="../media/image109.jpg"/><Relationship Id="rId7" Type="http://schemas.openxmlformats.org/officeDocument/2006/relationships/image" Target="../media/image113.png"/><Relationship Id="rId2" Type="http://schemas.openxmlformats.org/officeDocument/2006/relationships/image" Target="../media/image108.jpg"/><Relationship Id="rId1" Type="http://schemas.openxmlformats.org/officeDocument/2006/relationships/slideLayout" Target="../slideLayouts/slideLayout2.xml"/><Relationship Id="rId6" Type="http://schemas.openxmlformats.org/officeDocument/2006/relationships/image" Target="../media/image112.png"/><Relationship Id="rId5" Type="http://schemas.openxmlformats.org/officeDocument/2006/relationships/image" Target="../media/image111.png"/><Relationship Id="rId4" Type="http://schemas.openxmlformats.org/officeDocument/2006/relationships/image" Target="../media/image110.jpg"/></Relationships>
</file>

<file path=ppt/slides/_rels/slide38.xml.rels><?xml version="1.0" encoding="UTF-8" standalone="yes"?>
<Relationships xmlns="http://schemas.openxmlformats.org/package/2006/relationships"><Relationship Id="rId2" Type="http://schemas.openxmlformats.org/officeDocument/2006/relationships/image" Target="../media/image114.jpg"/><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image" Target="../media/image115.jp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image" Target="../media/image116.png"/><Relationship Id="rId1" Type="http://schemas.openxmlformats.org/officeDocument/2006/relationships/slideLayout" Target="../slideLayouts/slideLayout2.xml"/><Relationship Id="rId5" Type="http://schemas.openxmlformats.org/officeDocument/2006/relationships/image" Target="../media/image119.jpg"/><Relationship Id="rId4" Type="http://schemas.openxmlformats.org/officeDocument/2006/relationships/image" Target="../media/image118.png"/></Relationships>
</file>

<file path=ppt/slides/_rels/slide41.xml.rels><?xml version="1.0" encoding="UTF-8" standalone="yes"?>
<Relationships xmlns="http://schemas.openxmlformats.org/package/2006/relationships"><Relationship Id="rId2" Type="http://schemas.openxmlformats.org/officeDocument/2006/relationships/image" Target="../media/image120.jpg"/><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image" Target="../media/image121.jp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23.jpg"/><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image" Target="../media/image124.jpg"/><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8" Type="http://schemas.openxmlformats.org/officeDocument/2006/relationships/image" Target="../media/image132.jpg"/><Relationship Id="rId3" Type="http://schemas.openxmlformats.org/officeDocument/2006/relationships/image" Target="../media/image127.png"/><Relationship Id="rId7" Type="http://schemas.openxmlformats.org/officeDocument/2006/relationships/image" Target="../media/image131.png"/><Relationship Id="rId2" Type="http://schemas.openxmlformats.org/officeDocument/2006/relationships/image" Target="../media/image126.jpg"/><Relationship Id="rId1" Type="http://schemas.openxmlformats.org/officeDocument/2006/relationships/slideLayout" Target="../slideLayouts/slideLayout2.xml"/><Relationship Id="rId6" Type="http://schemas.openxmlformats.org/officeDocument/2006/relationships/image" Target="../media/image130.jpg"/><Relationship Id="rId11" Type="http://schemas.openxmlformats.org/officeDocument/2006/relationships/image" Target="../media/image135.png"/><Relationship Id="rId5" Type="http://schemas.openxmlformats.org/officeDocument/2006/relationships/image" Target="../media/image129.png"/><Relationship Id="rId10" Type="http://schemas.openxmlformats.org/officeDocument/2006/relationships/image" Target="../media/image134.jpg"/><Relationship Id="rId4" Type="http://schemas.openxmlformats.org/officeDocument/2006/relationships/image" Target="../media/image128.jpg"/><Relationship Id="rId9" Type="http://schemas.openxmlformats.org/officeDocument/2006/relationships/image" Target="../media/image133.png"/></Relationships>
</file>

<file path=ppt/slides/_rels/slide46.xml.rels><?xml version="1.0" encoding="UTF-8" standalone="yes"?>
<Relationships xmlns="http://schemas.openxmlformats.org/package/2006/relationships"><Relationship Id="rId8" Type="http://schemas.openxmlformats.org/officeDocument/2006/relationships/image" Target="../media/image142.png"/><Relationship Id="rId3" Type="http://schemas.openxmlformats.org/officeDocument/2006/relationships/image" Target="../media/image137.png"/><Relationship Id="rId7" Type="http://schemas.openxmlformats.org/officeDocument/2006/relationships/image" Target="../media/image141.png"/><Relationship Id="rId2" Type="http://schemas.openxmlformats.org/officeDocument/2006/relationships/image" Target="../media/image136.jpg"/><Relationship Id="rId1" Type="http://schemas.openxmlformats.org/officeDocument/2006/relationships/slideLayout" Target="../slideLayouts/slideLayout2.xml"/><Relationship Id="rId6" Type="http://schemas.openxmlformats.org/officeDocument/2006/relationships/image" Target="../media/image140.png"/><Relationship Id="rId5" Type="http://schemas.openxmlformats.org/officeDocument/2006/relationships/image" Target="../media/image139.jpg"/><Relationship Id="rId4" Type="http://schemas.openxmlformats.org/officeDocument/2006/relationships/image" Target="../media/image138.jpg"/></Relationships>
</file>

<file path=ppt/slides/_rels/slide47.xml.rels><?xml version="1.0" encoding="UTF-8" standalone="yes"?>
<Relationships xmlns="http://schemas.openxmlformats.org/package/2006/relationships"><Relationship Id="rId8" Type="http://schemas.openxmlformats.org/officeDocument/2006/relationships/image" Target="../media/image149.jpg"/><Relationship Id="rId13" Type="http://schemas.openxmlformats.org/officeDocument/2006/relationships/image" Target="../media/image154.jpg"/><Relationship Id="rId18" Type="http://schemas.openxmlformats.org/officeDocument/2006/relationships/image" Target="../media/image159.png"/><Relationship Id="rId3" Type="http://schemas.openxmlformats.org/officeDocument/2006/relationships/image" Target="../media/image144.png"/><Relationship Id="rId7" Type="http://schemas.openxmlformats.org/officeDocument/2006/relationships/image" Target="../media/image148.png"/><Relationship Id="rId12" Type="http://schemas.openxmlformats.org/officeDocument/2006/relationships/image" Target="../media/image153.png"/><Relationship Id="rId17" Type="http://schemas.openxmlformats.org/officeDocument/2006/relationships/image" Target="../media/image158.jpg"/><Relationship Id="rId2" Type="http://schemas.openxmlformats.org/officeDocument/2006/relationships/image" Target="../media/image143.jpg"/><Relationship Id="rId16" Type="http://schemas.openxmlformats.org/officeDocument/2006/relationships/image" Target="../media/image157.png"/><Relationship Id="rId1" Type="http://schemas.openxmlformats.org/officeDocument/2006/relationships/slideLayout" Target="../slideLayouts/slideLayout2.xml"/><Relationship Id="rId6" Type="http://schemas.openxmlformats.org/officeDocument/2006/relationships/image" Target="../media/image147.jpg"/><Relationship Id="rId11" Type="http://schemas.openxmlformats.org/officeDocument/2006/relationships/image" Target="../media/image152.png"/><Relationship Id="rId5" Type="http://schemas.openxmlformats.org/officeDocument/2006/relationships/image" Target="../media/image146.png"/><Relationship Id="rId15" Type="http://schemas.openxmlformats.org/officeDocument/2006/relationships/image" Target="../media/image156.jpg"/><Relationship Id="rId10" Type="http://schemas.openxmlformats.org/officeDocument/2006/relationships/image" Target="../media/image151.jpg"/><Relationship Id="rId4" Type="http://schemas.openxmlformats.org/officeDocument/2006/relationships/image" Target="../media/image145.jpg"/><Relationship Id="rId9" Type="http://schemas.openxmlformats.org/officeDocument/2006/relationships/image" Target="../media/image150.png"/><Relationship Id="rId14" Type="http://schemas.openxmlformats.org/officeDocument/2006/relationships/image" Target="../media/image155.png"/></Relationships>
</file>

<file path=ppt/slides/_rels/slide48.xml.rels><?xml version="1.0" encoding="UTF-8" standalone="yes"?>
<Relationships xmlns="http://schemas.openxmlformats.org/package/2006/relationships"><Relationship Id="rId3" Type="http://schemas.openxmlformats.org/officeDocument/2006/relationships/image" Target="../media/image160.png"/><Relationship Id="rId7" Type="http://schemas.openxmlformats.org/officeDocument/2006/relationships/image" Target="../media/image164.png"/><Relationship Id="rId2" Type="http://schemas.openxmlformats.org/officeDocument/2006/relationships/image" Target="../media/image126.jpg"/><Relationship Id="rId1" Type="http://schemas.openxmlformats.org/officeDocument/2006/relationships/slideLayout" Target="../slideLayouts/slideLayout2.xml"/><Relationship Id="rId6" Type="http://schemas.openxmlformats.org/officeDocument/2006/relationships/image" Target="../media/image163.jpg"/><Relationship Id="rId5" Type="http://schemas.openxmlformats.org/officeDocument/2006/relationships/image" Target="../media/image162.jpg"/><Relationship Id="rId4" Type="http://schemas.openxmlformats.org/officeDocument/2006/relationships/image" Target="../media/image161.png"/></Relationships>
</file>

<file path=ppt/slides/_rels/slide49.xml.rels><?xml version="1.0" encoding="UTF-8" standalone="yes"?>
<Relationships xmlns="http://schemas.openxmlformats.org/package/2006/relationships"><Relationship Id="rId3" Type="http://schemas.openxmlformats.org/officeDocument/2006/relationships/image" Target="../media/image166.jpg"/><Relationship Id="rId2" Type="http://schemas.openxmlformats.org/officeDocument/2006/relationships/image" Target="../media/image165.jpg"/><Relationship Id="rId1" Type="http://schemas.openxmlformats.org/officeDocument/2006/relationships/slideLayout" Target="../slideLayouts/slideLayout3.xml"/><Relationship Id="rId5" Type="http://schemas.openxmlformats.org/officeDocument/2006/relationships/image" Target="../media/image168.png"/><Relationship Id="rId4" Type="http://schemas.openxmlformats.org/officeDocument/2006/relationships/image" Target="../media/image167.jpg"/></Relationships>
</file>

<file path=ppt/slides/_rels/slide50.xml.rels><?xml version="1.0" encoding="UTF-8" standalone="yes"?>
<Relationships xmlns="http://schemas.openxmlformats.org/package/2006/relationships"><Relationship Id="rId2" Type="http://schemas.openxmlformats.org/officeDocument/2006/relationships/image" Target="../media/image169.jpg"/><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3" Type="http://schemas.openxmlformats.org/officeDocument/2006/relationships/image" Target="../media/image171.jpg"/><Relationship Id="rId2" Type="http://schemas.openxmlformats.org/officeDocument/2006/relationships/image" Target="../media/image170.jpg"/><Relationship Id="rId1" Type="http://schemas.openxmlformats.org/officeDocument/2006/relationships/slideLayout" Target="../slideLayouts/slideLayout4.xml"/><Relationship Id="rId4" Type="http://schemas.openxmlformats.org/officeDocument/2006/relationships/image" Target="../media/image172.png"/></Relationships>
</file>

<file path=ppt/slides/_rels/slide52.xml.rels><?xml version="1.0" encoding="UTF-8" standalone="yes"?>
<Relationships xmlns="http://schemas.openxmlformats.org/package/2006/relationships"><Relationship Id="rId2" Type="http://schemas.openxmlformats.org/officeDocument/2006/relationships/image" Target="../media/image173.jpg"/><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2" Type="http://schemas.openxmlformats.org/officeDocument/2006/relationships/image" Target="../media/image174.jp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75.jpg"/><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8" Type="http://schemas.openxmlformats.org/officeDocument/2006/relationships/image" Target="../media/image182.png"/><Relationship Id="rId13" Type="http://schemas.openxmlformats.org/officeDocument/2006/relationships/image" Target="../media/image187.png"/><Relationship Id="rId18" Type="http://schemas.openxmlformats.org/officeDocument/2006/relationships/image" Target="../media/image192.png"/><Relationship Id="rId26" Type="http://schemas.openxmlformats.org/officeDocument/2006/relationships/image" Target="../media/image200.jpg"/><Relationship Id="rId3" Type="http://schemas.openxmlformats.org/officeDocument/2006/relationships/image" Target="../media/image177.png"/><Relationship Id="rId21" Type="http://schemas.openxmlformats.org/officeDocument/2006/relationships/image" Target="../media/image195.png"/><Relationship Id="rId7" Type="http://schemas.openxmlformats.org/officeDocument/2006/relationships/image" Target="../media/image181.jpg"/><Relationship Id="rId12" Type="http://schemas.openxmlformats.org/officeDocument/2006/relationships/image" Target="../media/image186.png"/><Relationship Id="rId17" Type="http://schemas.openxmlformats.org/officeDocument/2006/relationships/image" Target="../media/image191.jpg"/><Relationship Id="rId25" Type="http://schemas.openxmlformats.org/officeDocument/2006/relationships/image" Target="../media/image199.png"/><Relationship Id="rId2" Type="http://schemas.openxmlformats.org/officeDocument/2006/relationships/image" Target="../media/image176.jpg"/><Relationship Id="rId16" Type="http://schemas.openxmlformats.org/officeDocument/2006/relationships/image" Target="../media/image190.png"/><Relationship Id="rId20" Type="http://schemas.openxmlformats.org/officeDocument/2006/relationships/image" Target="../media/image194.png"/><Relationship Id="rId1" Type="http://schemas.openxmlformats.org/officeDocument/2006/relationships/slideLayout" Target="../slideLayouts/slideLayout5.xml"/><Relationship Id="rId6" Type="http://schemas.openxmlformats.org/officeDocument/2006/relationships/image" Target="../media/image180.jpg"/><Relationship Id="rId11" Type="http://schemas.openxmlformats.org/officeDocument/2006/relationships/image" Target="../media/image185.png"/><Relationship Id="rId24" Type="http://schemas.openxmlformats.org/officeDocument/2006/relationships/image" Target="../media/image198.png"/><Relationship Id="rId5" Type="http://schemas.openxmlformats.org/officeDocument/2006/relationships/image" Target="../media/image179.jpg"/><Relationship Id="rId15" Type="http://schemas.openxmlformats.org/officeDocument/2006/relationships/image" Target="../media/image189.jpg"/><Relationship Id="rId23" Type="http://schemas.openxmlformats.org/officeDocument/2006/relationships/image" Target="../media/image197.jpg"/><Relationship Id="rId10" Type="http://schemas.openxmlformats.org/officeDocument/2006/relationships/image" Target="../media/image184.png"/><Relationship Id="rId19" Type="http://schemas.openxmlformats.org/officeDocument/2006/relationships/image" Target="../media/image193.png"/><Relationship Id="rId4" Type="http://schemas.openxmlformats.org/officeDocument/2006/relationships/image" Target="../media/image178.png"/><Relationship Id="rId9" Type="http://schemas.openxmlformats.org/officeDocument/2006/relationships/image" Target="../media/image183.png"/><Relationship Id="rId14" Type="http://schemas.openxmlformats.org/officeDocument/2006/relationships/image" Target="../media/image188.png"/><Relationship Id="rId22" Type="http://schemas.openxmlformats.org/officeDocument/2006/relationships/image" Target="../media/image196.png"/><Relationship Id="rId27" Type="http://schemas.openxmlformats.org/officeDocument/2006/relationships/image" Target="../media/image201.png"/></Relationships>
</file>

<file path=ppt/slides/_rels/slide56.xml.rels><?xml version="1.0" encoding="UTF-8" standalone="yes"?>
<Relationships xmlns="http://schemas.openxmlformats.org/package/2006/relationships"><Relationship Id="rId3" Type="http://schemas.openxmlformats.org/officeDocument/2006/relationships/image" Target="../media/image203.png"/><Relationship Id="rId2" Type="http://schemas.openxmlformats.org/officeDocument/2006/relationships/image" Target="../media/image202.jpg"/><Relationship Id="rId1" Type="http://schemas.openxmlformats.org/officeDocument/2006/relationships/slideLayout" Target="../slideLayouts/slideLayout5.xml"/><Relationship Id="rId5" Type="http://schemas.openxmlformats.org/officeDocument/2006/relationships/image" Target="../media/image205.jpg"/><Relationship Id="rId4" Type="http://schemas.openxmlformats.org/officeDocument/2006/relationships/image" Target="../media/image204.png"/></Relationships>
</file>

<file path=ppt/slides/_rels/slide57.xml.rels><?xml version="1.0" encoding="UTF-8" standalone="yes"?>
<Relationships xmlns="http://schemas.openxmlformats.org/package/2006/relationships"><Relationship Id="rId2" Type="http://schemas.openxmlformats.org/officeDocument/2006/relationships/image" Target="../media/image206.jp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07.jp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8" Type="http://schemas.openxmlformats.org/officeDocument/2006/relationships/image" Target="../media/image214.png"/><Relationship Id="rId3" Type="http://schemas.openxmlformats.org/officeDocument/2006/relationships/image" Target="../media/image209.jpg"/><Relationship Id="rId7" Type="http://schemas.openxmlformats.org/officeDocument/2006/relationships/image" Target="../media/image213.png"/><Relationship Id="rId2" Type="http://schemas.openxmlformats.org/officeDocument/2006/relationships/image" Target="../media/image208.png"/><Relationship Id="rId1" Type="http://schemas.openxmlformats.org/officeDocument/2006/relationships/slideLayout" Target="../slideLayouts/slideLayout3.xml"/><Relationship Id="rId6" Type="http://schemas.openxmlformats.org/officeDocument/2006/relationships/image" Target="../media/image212.png"/><Relationship Id="rId5" Type="http://schemas.openxmlformats.org/officeDocument/2006/relationships/image" Target="../media/image211.png"/><Relationship Id="rId4" Type="http://schemas.openxmlformats.org/officeDocument/2006/relationships/image" Target="../media/image210.jpg"/></Relationships>
</file>

<file path=ppt/slides/_rels/slide60.xml.rels><?xml version="1.0" encoding="UTF-8" standalone="yes"?>
<Relationships xmlns="http://schemas.openxmlformats.org/package/2006/relationships"><Relationship Id="rId3" Type="http://schemas.openxmlformats.org/officeDocument/2006/relationships/image" Target="../media/image216.png"/><Relationship Id="rId2" Type="http://schemas.openxmlformats.org/officeDocument/2006/relationships/image" Target="../media/image215.jp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218.png"/><Relationship Id="rId2" Type="http://schemas.openxmlformats.org/officeDocument/2006/relationships/image" Target="../media/image217.jp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172.png"/><Relationship Id="rId2" Type="http://schemas.openxmlformats.org/officeDocument/2006/relationships/image" Target="../media/image219.jpg"/><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3" Type="http://schemas.openxmlformats.org/officeDocument/2006/relationships/image" Target="../media/image221.jpg"/><Relationship Id="rId2" Type="http://schemas.openxmlformats.org/officeDocument/2006/relationships/image" Target="../media/image220.jpg"/><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3" Type="http://schemas.openxmlformats.org/officeDocument/2006/relationships/image" Target="../media/image223.jpg"/><Relationship Id="rId2" Type="http://schemas.openxmlformats.org/officeDocument/2006/relationships/image" Target="../media/image222.jpg"/><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2" Type="http://schemas.openxmlformats.org/officeDocument/2006/relationships/image" Target="../media/image224.jp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225.jp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226.jpg"/><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2" Type="http://schemas.openxmlformats.org/officeDocument/2006/relationships/image" Target="../media/image227.jp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172.png"/><Relationship Id="rId2" Type="http://schemas.openxmlformats.org/officeDocument/2006/relationships/image" Target="../media/image228.jp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229.jpg"/><Relationship Id="rId1" Type="http://schemas.openxmlformats.org/officeDocument/2006/relationships/slideLayout" Target="../slideLayouts/slideLayout5.xml"/></Relationships>
</file>

<file path=ppt/slides/_rels/slide71.xml.rels><?xml version="1.0" encoding="UTF-8" standalone="yes"?>
<Relationships xmlns="http://schemas.openxmlformats.org/package/2006/relationships"><Relationship Id="rId2" Type="http://schemas.openxmlformats.org/officeDocument/2006/relationships/image" Target="../media/image230.jpg"/><Relationship Id="rId1" Type="http://schemas.openxmlformats.org/officeDocument/2006/relationships/slideLayout" Target="../slideLayouts/slideLayout5.xml"/></Relationships>
</file>

<file path=ppt/slides/_rels/slide72.xml.rels><?xml version="1.0" encoding="UTF-8" standalone="yes"?>
<Relationships xmlns="http://schemas.openxmlformats.org/package/2006/relationships"><Relationship Id="rId3" Type="http://schemas.openxmlformats.org/officeDocument/2006/relationships/image" Target="../media/image232.jpg"/><Relationship Id="rId2" Type="http://schemas.openxmlformats.org/officeDocument/2006/relationships/image" Target="../media/image231.jp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234.jpg"/><Relationship Id="rId2" Type="http://schemas.openxmlformats.org/officeDocument/2006/relationships/image" Target="../media/image233.png"/><Relationship Id="rId1" Type="http://schemas.openxmlformats.org/officeDocument/2006/relationships/slideLayout" Target="../slideLayouts/slideLayout2.xml"/><Relationship Id="rId4" Type="http://schemas.openxmlformats.org/officeDocument/2006/relationships/image" Target="../media/image235.png"/></Relationships>
</file>

<file path=ppt/slides/_rels/slide74.xml.rels><?xml version="1.0" encoding="UTF-8" standalone="yes"?>
<Relationships xmlns="http://schemas.openxmlformats.org/package/2006/relationships"><Relationship Id="rId2" Type="http://schemas.openxmlformats.org/officeDocument/2006/relationships/image" Target="../media/image236.jpg"/><Relationship Id="rId1" Type="http://schemas.openxmlformats.org/officeDocument/2006/relationships/slideLayout" Target="../slideLayouts/slideLayout5.xml"/></Relationships>
</file>

<file path=ppt/slides/_rels/slide75.xml.rels><?xml version="1.0" encoding="UTF-8" standalone="yes"?>
<Relationships xmlns="http://schemas.openxmlformats.org/package/2006/relationships"><Relationship Id="rId2" Type="http://schemas.openxmlformats.org/officeDocument/2006/relationships/image" Target="../media/image237.jpg"/><Relationship Id="rId1" Type="http://schemas.openxmlformats.org/officeDocument/2006/relationships/slideLayout" Target="../slideLayouts/slideLayout5.xml"/></Relationships>
</file>

<file path=ppt/slides/_rels/slide76.xml.rels><?xml version="1.0" encoding="UTF-8" standalone="yes"?>
<Relationships xmlns="http://schemas.openxmlformats.org/package/2006/relationships"><Relationship Id="rId3" Type="http://schemas.openxmlformats.org/officeDocument/2006/relationships/image" Target="../media/image239.jpg"/><Relationship Id="rId2" Type="http://schemas.openxmlformats.org/officeDocument/2006/relationships/image" Target="../media/image238.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240.jpg"/><Relationship Id="rId1" Type="http://schemas.openxmlformats.org/officeDocument/2006/relationships/slideLayout" Target="../slideLayouts/slideLayout5.xml"/></Relationships>
</file>

<file path=ppt/slides/_rels/slide78.xml.rels><?xml version="1.0" encoding="UTF-8" standalone="yes"?>
<Relationships xmlns="http://schemas.openxmlformats.org/package/2006/relationships"><Relationship Id="rId2" Type="http://schemas.openxmlformats.org/officeDocument/2006/relationships/image" Target="../media/image241.jpg"/><Relationship Id="rId1" Type="http://schemas.openxmlformats.org/officeDocument/2006/relationships/slideLayout" Target="../slideLayouts/slideLayout5.xml"/></Relationships>
</file>

<file path=ppt/slides/_rels/slide79.xml.rels><?xml version="1.0" encoding="UTF-8" standalone="yes"?>
<Relationships xmlns="http://schemas.openxmlformats.org/package/2006/relationships"><Relationship Id="rId2" Type="http://schemas.openxmlformats.org/officeDocument/2006/relationships/image" Target="../media/image242.jpg"/><Relationship Id="rId1" Type="http://schemas.openxmlformats.org/officeDocument/2006/relationships/slideLayout" Target="../slideLayouts/slideLayout4.xml"/></Relationships>
</file>

<file path=ppt/slides/_rels/slide80.xml.rels><?xml version="1.0" encoding="UTF-8" standalone="yes"?>
<Relationships xmlns="http://schemas.openxmlformats.org/package/2006/relationships"><Relationship Id="rId2" Type="http://schemas.openxmlformats.org/officeDocument/2006/relationships/image" Target="../media/image243.jpg"/><Relationship Id="rId1" Type="http://schemas.openxmlformats.org/officeDocument/2006/relationships/slideLayout" Target="../slideLayouts/slideLayout5.xml"/></Relationships>
</file>

<file path=ppt/slides/_rels/slide81.xml.rels><?xml version="1.0" encoding="UTF-8" standalone="yes"?>
<Relationships xmlns="http://schemas.openxmlformats.org/package/2006/relationships"><Relationship Id="rId3" Type="http://schemas.openxmlformats.org/officeDocument/2006/relationships/image" Target="../media/image245.jpg"/><Relationship Id="rId2" Type="http://schemas.openxmlformats.org/officeDocument/2006/relationships/image" Target="../media/image244.jpg"/><Relationship Id="rId1" Type="http://schemas.openxmlformats.org/officeDocument/2006/relationships/slideLayout" Target="../slideLayouts/slideLayout2.xml"/><Relationship Id="rId5" Type="http://schemas.openxmlformats.org/officeDocument/2006/relationships/image" Target="../media/image247.jpg"/><Relationship Id="rId4" Type="http://schemas.openxmlformats.org/officeDocument/2006/relationships/image" Target="../media/image246.jpg"/></Relationships>
</file>

<file path=ppt/slides/_rels/slide82.xml.rels><?xml version="1.0" encoding="UTF-8" standalone="yes"?>
<Relationships xmlns="http://schemas.openxmlformats.org/package/2006/relationships"><Relationship Id="rId2" Type="http://schemas.openxmlformats.org/officeDocument/2006/relationships/image" Target="../media/image248.jpg"/><Relationship Id="rId1" Type="http://schemas.openxmlformats.org/officeDocument/2006/relationships/slideLayout" Target="../slideLayouts/slideLayout5.xml"/></Relationships>
</file>

<file path=ppt/slides/_rels/slide83.xml.rels><?xml version="1.0" encoding="UTF-8" standalone="yes"?>
<Relationships xmlns="http://schemas.openxmlformats.org/package/2006/relationships"><Relationship Id="rId8" Type="http://schemas.openxmlformats.org/officeDocument/2006/relationships/image" Target="../media/image255.jpg"/><Relationship Id="rId3" Type="http://schemas.openxmlformats.org/officeDocument/2006/relationships/image" Target="../media/image250.png"/><Relationship Id="rId7" Type="http://schemas.openxmlformats.org/officeDocument/2006/relationships/image" Target="../media/image254.jpg"/><Relationship Id="rId2" Type="http://schemas.openxmlformats.org/officeDocument/2006/relationships/image" Target="../media/image249.jpg"/><Relationship Id="rId1" Type="http://schemas.openxmlformats.org/officeDocument/2006/relationships/slideLayout" Target="../slideLayouts/slideLayout5.xml"/><Relationship Id="rId6" Type="http://schemas.openxmlformats.org/officeDocument/2006/relationships/image" Target="../media/image253.png"/><Relationship Id="rId11" Type="http://schemas.openxmlformats.org/officeDocument/2006/relationships/image" Target="../media/image258.png"/><Relationship Id="rId5" Type="http://schemas.openxmlformats.org/officeDocument/2006/relationships/image" Target="../media/image252.jpg"/><Relationship Id="rId10" Type="http://schemas.openxmlformats.org/officeDocument/2006/relationships/image" Target="../media/image257.png"/><Relationship Id="rId4" Type="http://schemas.openxmlformats.org/officeDocument/2006/relationships/image" Target="../media/image251.jpg"/><Relationship Id="rId9" Type="http://schemas.openxmlformats.org/officeDocument/2006/relationships/image" Target="../media/image256.png"/></Relationships>
</file>

<file path=ppt/slides/_rels/slide84.xml.rels><?xml version="1.0" encoding="UTF-8" standalone="yes"?>
<Relationships xmlns="http://schemas.openxmlformats.org/package/2006/relationships"><Relationship Id="rId2" Type="http://schemas.openxmlformats.org/officeDocument/2006/relationships/image" Target="../media/image259.jpg"/><Relationship Id="rId1" Type="http://schemas.openxmlformats.org/officeDocument/2006/relationships/slideLayout" Target="../slideLayouts/slideLayout4.xml"/></Relationships>
</file>

<file path=ppt/slides/_rels/slide85.xml.rels><?xml version="1.0" encoding="UTF-8" standalone="yes"?>
<Relationships xmlns="http://schemas.openxmlformats.org/package/2006/relationships"><Relationship Id="rId2" Type="http://schemas.openxmlformats.org/officeDocument/2006/relationships/image" Target="../media/image260.jp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262.jpg"/><Relationship Id="rId2" Type="http://schemas.openxmlformats.org/officeDocument/2006/relationships/image" Target="../media/image261.jpg"/><Relationship Id="rId1" Type="http://schemas.openxmlformats.org/officeDocument/2006/relationships/slideLayout" Target="../slideLayouts/slideLayout2.xml"/><Relationship Id="rId6" Type="http://schemas.openxmlformats.org/officeDocument/2006/relationships/image" Target="../media/image265.jpg"/><Relationship Id="rId5" Type="http://schemas.openxmlformats.org/officeDocument/2006/relationships/image" Target="../media/image264.jpg"/><Relationship Id="rId4" Type="http://schemas.openxmlformats.org/officeDocument/2006/relationships/image" Target="../media/image263.jpg"/></Relationships>
</file>

<file path=ppt/slides/_rels/slide87.xml.rels><?xml version="1.0" encoding="UTF-8" standalone="yes"?>
<Relationships xmlns="http://schemas.openxmlformats.org/package/2006/relationships"><Relationship Id="rId8" Type="http://schemas.openxmlformats.org/officeDocument/2006/relationships/image" Target="../media/image272.jpg"/><Relationship Id="rId3" Type="http://schemas.openxmlformats.org/officeDocument/2006/relationships/image" Target="../media/image267.jpg"/><Relationship Id="rId7" Type="http://schemas.openxmlformats.org/officeDocument/2006/relationships/image" Target="../media/image271.jpg"/><Relationship Id="rId2" Type="http://schemas.openxmlformats.org/officeDocument/2006/relationships/image" Target="../media/image266.jpg"/><Relationship Id="rId1" Type="http://schemas.openxmlformats.org/officeDocument/2006/relationships/slideLayout" Target="../slideLayouts/slideLayout2.xml"/><Relationship Id="rId6" Type="http://schemas.openxmlformats.org/officeDocument/2006/relationships/image" Target="../media/image270.png"/><Relationship Id="rId11" Type="http://schemas.openxmlformats.org/officeDocument/2006/relationships/image" Target="../media/image275.png"/><Relationship Id="rId5" Type="http://schemas.openxmlformats.org/officeDocument/2006/relationships/image" Target="../media/image269.png"/><Relationship Id="rId10" Type="http://schemas.openxmlformats.org/officeDocument/2006/relationships/image" Target="../media/image274.jpg"/><Relationship Id="rId4" Type="http://schemas.openxmlformats.org/officeDocument/2006/relationships/image" Target="../media/image268.jpg"/><Relationship Id="rId9" Type="http://schemas.openxmlformats.org/officeDocument/2006/relationships/image" Target="../media/image273.png"/></Relationships>
</file>

<file path=ppt/slides/_rels/slide88.xml.rels><?xml version="1.0" encoding="UTF-8" standalone="yes"?>
<Relationships xmlns="http://schemas.openxmlformats.org/package/2006/relationships"><Relationship Id="rId2" Type="http://schemas.openxmlformats.org/officeDocument/2006/relationships/image" Target="../media/image276.jp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278.jpg"/><Relationship Id="rId2" Type="http://schemas.openxmlformats.org/officeDocument/2006/relationships/image" Target="../media/image277.png"/><Relationship Id="rId1" Type="http://schemas.openxmlformats.org/officeDocument/2006/relationships/slideLayout" Target="../slideLayouts/slideLayout5.xml"/><Relationship Id="rId5" Type="http://schemas.openxmlformats.org/officeDocument/2006/relationships/image" Target="../media/image280.png"/><Relationship Id="rId4" Type="http://schemas.openxmlformats.org/officeDocument/2006/relationships/image" Target="../media/image279.png"/></Relationships>
</file>

<file path=ppt/slides/_rels/slide90.xml.rels><?xml version="1.0" encoding="UTF-8" standalone="yes"?>
<Relationships xmlns="http://schemas.openxmlformats.org/package/2006/relationships"><Relationship Id="rId3" Type="http://schemas.openxmlformats.org/officeDocument/2006/relationships/image" Target="../media/image282.png"/><Relationship Id="rId2" Type="http://schemas.openxmlformats.org/officeDocument/2006/relationships/image" Target="../media/image281.png"/><Relationship Id="rId1" Type="http://schemas.openxmlformats.org/officeDocument/2006/relationships/slideLayout" Target="../slideLayouts/slideLayout3.xml"/></Relationships>
</file>

<file path=ppt/slides/_rels/slide91.xml.rels><?xml version="1.0" encoding="UTF-8" standalone="yes"?>
<Relationships xmlns="http://schemas.openxmlformats.org/package/2006/relationships"><Relationship Id="rId3" Type="http://schemas.openxmlformats.org/officeDocument/2006/relationships/image" Target="../media/image284.jpg"/><Relationship Id="rId2" Type="http://schemas.openxmlformats.org/officeDocument/2006/relationships/image" Target="../media/image283.jpg"/><Relationship Id="rId1" Type="http://schemas.openxmlformats.org/officeDocument/2006/relationships/slideLayout" Target="../slideLayouts/slideLayout5.xml"/></Relationships>
</file>

<file path=ppt/slides/_rels/slide92.xml.rels><?xml version="1.0" encoding="UTF-8" standalone="yes"?>
<Relationships xmlns="http://schemas.openxmlformats.org/package/2006/relationships"><Relationship Id="rId2" Type="http://schemas.openxmlformats.org/officeDocument/2006/relationships/image" Target="../media/image285.jp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8" Type="http://schemas.openxmlformats.org/officeDocument/2006/relationships/image" Target="../media/image292.png"/><Relationship Id="rId3" Type="http://schemas.openxmlformats.org/officeDocument/2006/relationships/image" Target="../media/image287.jpg"/><Relationship Id="rId7" Type="http://schemas.openxmlformats.org/officeDocument/2006/relationships/image" Target="../media/image291.png"/><Relationship Id="rId2" Type="http://schemas.openxmlformats.org/officeDocument/2006/relationships/image" Target="../media/image286.jpg"/><Relationship Id="rId1" Type="http://schemas.openxmlformats.org/officeDocument/2006/relationships/slideLayout" Target="../slideLayouts/slideLayout2.xml"/><Relationship Id="rId6" Type="http://schemas.openxmlformats.org/officeDocument/2006/relationships/image" Target="../media/image290.png"/><Relationship Id="rId5" Type="http://schemas.openxmlformats.org/officeDocument/2006/relationships/image" Target="../media/image289.png"/><Relationship Id="rId4" Type="http://schemas.openxmlformats.org/officeDocument/2006/relationships/image" Target="../media/image288.jpg"/><Relationship Id="rId9" Type="http://schemas.openxmlformats.org/officeDocument/2006/relationships/image" Target="../media/image293.png"/></Relationships>
</file>

<file path=ppt/slides/_rels/slide94.xml.rels><?xml version="1.0" encoding="UTF-8" standalone="yes"?>
<Relationships xmlns="http://schemas.openxmlformats.org/package/2006/relationships"><Relationship Id="rId2" Type="http://schemas.openxmlformats.org/officeDocument/2006/relationships/image" Target="../media/image294.jpg"/><Relationship Id="rId1" Type="http://schemas.openxmlformats.org/officeDocument/2006/relationships/slideLayout" Target="../slideLayouts/slideLayout5.xml"/></Relationships>
</file>

<file path=ppt/slides/_rels/slide95.xml.rels><?xml version="1.0" encoding="UTF-8" standalone="yes"?>
<Relationships xmlns="http://schemas.openxmlformats.org/package/2006/relationships"><Relationship Id="rId2" Type="http://schemas.openxmlformats.org/officeDocument/2006/relationships/image" Target="../media/image295.jpg"/><Relationship Id="rId1" Type="http://schemas.openxmlformats.org/officeDocument/2006/relationships/slideLayout" Target="../slideLayouts/slideLayout5.xml"/></Relationships>
</file>

<file path=ppt/slides/_rels/slide96.xml.rels><?xml version="1.0" encoding="UTF-8" standalone="yes"?>
<Relationships xmlns="http://schemas.openxmlformats.org/package/2006/relationships"><Relationship Id="rId3" Type="http://schemas.openxmlformats.org/officeDocument/2006/relationships/image" Target="../media/image297.jpg"/><Relationship Id="rId2" Type="http://schemas.openxmlformats.org/officeDocument/2006/relationships/image" Target="../media/image296.png"/><Relationship Id="rId1" Type="http://schemas.openxmlformats.org/officeDocument/2006/relationships/slideLayout" Target="../slideLayouts/slideLayout2.xml"/><Relationship Id="rId5" Type="http://schemas.openxmlformats.org/officeDocument/2006/relationships/image" Target="../media/image299.png"/><Relationship Id="rId4" Type="http://schemas.openxmlformats.org/officeDocument/2006/relationships/image" Target="../media/image298.jpg"/></Relationships>
</file>

<file path=ppt/slides/_rels/slide97.xml.rels><?xml version="1.0" encoding="UTF-8" standalone="yes"?>
<Relationships xmlns="http://schemas.openxmlformats.org/package/2006/relationships"><Relationship Id="rId2" Type="http://schemas.openxmlformats.org/officeDocument/2006/relationships/image" Target="../media/image300.jpg"/><Relationship Id="rId1" Type="http://schemas.openxmlformats.org/officeDocument/2006/relationships/slideLayout" Target="../slideLayouts/slideLayout5.xml"/></Relationships>
</file>

<file path=ppt/slides/_rels/slide98.xml.rels><?xml version="1.0" encoding="UTF-8" standalone="yes"?>
<Relationships xmlns="http://schemas.openxmlformats.org/package/2006/relationships"><Relationship Id="rId2" Type="http://schemas.openxmlformats.org/officeDocument/2006/relationships/image" Target="../media/image301.jp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302.jpg"/><Relationship Id="rId1" Type="http://schemas.openxmlformats.org/officeDocument/2006/relationships/slideLayout" Target="../slideLayouts/slideLayout5.xml"/></Relationships>
</file>

<file path=ppt/slides/_rels/slide100.xml.rels><?xml version="1.0" encoding="UTF-8" standalone="yes"?>
<Relationships xmlns="http://schemas.openxmlformats.org/package/2006/relationships"><Relationship Id="rId2" Type="http://schemas.openxmlformats.org/officeDocument/2006/relationships/image" Target="../media/image303.jpg"/><Relationship Id="rId1" Type="http://schemas.openxmlformats.org/officeDocument/2006/relationships/slideLayout" Target="../slideLayouts/slideLayout4.xml"/></Relationships>
</file>

<file path=ppt/slides/_rels/slide101.xml.rels><?xml version="1.0" encoding="UTF-8" standalone="yes"?>
<Relationships xmlns="http://schemas.openxmlformats.org/package/2006/relationships"><Relationship Id="rId3" Type="http://schemas.openxmlformats.org/officeDocument/2006/relationships/image" Target="../media/image305.png"/><Relationship Id="rId2" Type="http://schemas.openxmlformats.org/officeDocument/2006/relationships/image" Target="../media/image304.png"/><Relationship Id="rId1" Type="http://schemas.openxmlformats.org/officeDocument/2006/relationships/slideLayout" Target="../slideLayouts/slideLayout2.xml"/><Relationship Id="rId6" Type="http://schemas.openxmlformats.org/officeDocument/2006/relationships/image" Target="../media/image308.png"/><Relationship Id="rId5" Type="http://schemas.openxmlformats.org/officeDocument/2006/relationships/image" Target="../media/image307.png"/><Relationship Id="rId4" Type="http://schemas.openxmlformats.org/officeDocument/2006/relationships/image" Target="../media/image306.png"/></Relationships>
</file>

<file path=ppt/slides/_rels/slide102.xml.rels><?xml version="1.0" encoding="UTF-8" standalone="yes"?>
<Relationships xmlns="http://schemas.openxmlformats.org/package/2006/relationships"><Relationship Id="rId2" Type="http://schemas.openxmlformats.org/officeDocument/2006/relationships/image" Target="../media/image309.jpg"/><Relationship Id="rId1" Type="http://schemas.openxmlformats.org/officeDocument/2006/relationships/slideLayout" Target="../slideLayouts/slideLayout5.xml"/></Relationships>
</file>

<file path=ppt/slides/_rels/slide103.xml.rels><?xml version="1.0" encoding="UTF-8" standalone="yes"?>
<Relationships xmlns="http://schemas.openxmlformats.org/package/2006/relationships"><Relationship Id="rId2" Type="http://schemas.openxmlformats.org/officeDocument/2006/relationships/image" Target="../media/image310.jp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311.jp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8" Type="http://schemas.openxmlformats.org/officeDocument/2006/relationships/image" Target="../media/image318.jpg"/><Relationship Id="rId13" Type="http://schemas.openxmlformats.org/officeDocument/2006/relationships/image" Target="../media/image323.png"/><Relationship Id="rId18" Type="http://schemas.openxmlformats.org/officeDocument/2006/relationships/image" Target="../media/image328.png"/><Relationship Id="rId3" Type="http://schemas.openxmlformats.org/officeDocument/2006/relationships/image" Target="../media/image313.jpg"/><Relationship Id="rId7" Type="http://schemas.openxmlformats.org/officeDocument/2006/relationships/image" Target="../media/image317.png"/><Relationship Id="rId12" Type="http://schemas.openxmlformats.org/officeDocument/2006/relationships/image" Target="../media/image322.png"/><Relationship Id="rId17" Type="http://schemas.openxmlformats.org/officeDocument/2006/relationships/image" Target="../media/image327.jpg"/><Relationship Id="rId2" Type="http://schemas.openxmlformats.org/officeDocument/2006/relationships/image" Target="../media/image312.jpg"/><Relationship Id="rId16" Type="http://schemas.openxmlformats.org/officeDocument/2006/relationships/image" Target="../media/image326.jpg"/><Relationship Id="rId1" Type="http://schemas.openxmlformats.org/officeDocument/2006/relationships/slideLayout" Target="../slideLayouts/slideLayout2.xml"/><Relationship Id="rId6" Type="http://schemas.openxmlformats.org/officeDocument/2006/relationships/image" Target="../media/image316.png"/><Relationship Id="rId11" Type="http://schemas.openxmlformats.org/officeDocument/2006/relationships/image" Target="../media/image321.png"/><Relationship Id="rId5" Type="http://schemas.openxmlformats.org/officeDocument/2006/relationships/image" Target="../media/image315.png"/><Relationship Id="rId15" Type="http://schemas.openxmlformats.org/officeDocument/2006/relationships/image" Target="../media/image325.png"/><Relationship Id="rId10" Type="http://schemas.openxmlformats.org/officeDocument/2006/relationships/image" Target="../media/image320.jpg"/><Relationship Id="rId19" Type="http://schemas.openxmlformats.org/officeDocument/2006/relationships/image" Target="../media/image329.png"/><Relationship Id="rId4" Type="http://schemas.openxmlformats.org/officeDocument/2006/relationships/image" Target="../media/image314.png"/><Relationship Id="rId9" Type="http://schemas.openxmlformats.org/officeDocument/2006/relationships/image" Target="../media/image319.png"/><Relationship Id="rId14" Type="http://schemas.openxmlformats.org/officeDocument/2006/relationships/image" Target="../media/image324.png"/></Relationships>
</file>

<file path=ppt/slides/_rels/slide106.xml.rels><?xml version="1.0" encoding="UTF-8" standalone="yes"?>
<Relationships xmlns="http://schemas.openxmlformats.org/package/2006/relationships"><Relationship Id="rId2" Type="http://schemas.openxmlformats.org/officeDocument/2006/relationships/image" Target="../media/image330.jpg"/><Relationship Id="rId1" Type="http://schemas.openxmlformats.org/officeDocument/2006/relationships/slideLayout" Target="../slideLayouts/slideLayout4.xml"/></Relationships>
</file>

<file path=ppt/slides/_rels/slide107.xml.rels><?xml version="1.0" encoding="UTF-8" standalone="yes"?>
<Relationships xmlns="http://schemas.openxmlformats.org/package/2006/relationships"><Relationship Id="rId3" Type="http://schemas.openxmlformats.org/officeDocument/2006/relationships/image" Target="../media/image332.png"/><Relationship Id="rId2" Type="http://schemas.openxmlformats.org/officeDocument/2006/relationships/image" Target="../media/image331.jpg"/><Relationship Id="rId1" Type="http://schemas.openxmlformats.org/officeDocument/2006/relationships/slideLayout" Target="../slideLayouts/slideLayout2.xml"/><Relationship Id="rId5" Type="http://schemas.openxmlformats.org/officeDocument/2006/relationships/image" Target="../media/image334.jpg"/><Relationship Id="rId4" Type="http://schemas.openxmlformats.org/officeDocument/2006/relationships/image" Target="../media/image333.jpg"/></Relationships>
</file>

<file path=ppt/slides/_rels/slide108.xml.rels><?xml version="1.0" encoding="UTF-8" standalone="yes"?>
<Relationships xmlns="http://schemas.openxmlformats.org/package/2006/relationships"><Relationship Id="rId3" Type="http://schemas.openxmlformats.org/officeDocument/2006/relationships/image" Target="../media/image336.png"/><Relationship Id="rId2" Type="http://schemas.openxmlformats.org/officeDocument/2006/relationships/image" Target="../media/image335.jpg"/><Relationship Id="rId1" Type="http://schemas.openxmlformats.org/officeDocument/2006/relationships/slideLayout" Target="../slideLayouts/slideLayout5.xml"/><Relationship Id="rId5" Type="http://schemas.openxmlformats.org/officeDocument/2006/relationships/image" Target="../media/image338.jpg"/><Relationship Id="rId4" Type="http://schemas.openxmlformats.org/officeDocument/2006/relationships/image" Target="../media/image337.jpg"/></Relationships>
</file>

<file path=ppt/slides/_rels/slide109.xml.rels><?xml version="1.0" encoding="UTF-8" standalone="yes"?>
<Relationships xmlns="http://schemas.openxmlformats.org/package/2006/relationships"><Relationship Id="rId8" Type="http://schemas.openxmlformats.org/officeDocument/2006/relationships/image" Target="../media/image345.png"/><Relationship Id="rId3" Type="http://schemas.openxmlformats.org/officeDocument/2006/relationships/image" Target="../media/image340.png"/><Relationship Id="rId7" Type="http://schemas.openxmlformats.org/officeDocument/2006/relationships/image" Target="../media/image344.jpg"/><Relationship Id="rId2" Type="http://schemas.openxmlformats.org/officeDocument/2006/relationships/image" Target="../media/image339.jpg"/><Relationship Id="rId1" Type="http://schemas.openxmlformats.org/officeDocument/2006/relationships/slideLayout" Target="../slideLayouts/slideLayout2.xml"/><Relationship Id="rId6" Type="http://schemas.openxmlformats.org/officeDocument/2006/relationships/image" Target="../media/image343.jpg"/><Relationship Id="rId11" Type="http://schemas.openxmlformats.org/officeDocument/2006/relationships/image" Target="../media/image348.png"/><Relationship Id="rId5" Type="http://schemas.openxmlformats.org/officeDocument/2006/relationships/image" Target="../media/image342.png"/><Relationship Id="rId10" Type="http://schemas.openxmlformats.org/officeDocument/2006/relationships/image" Target="../media/image347.jpg"/><Relationship Id="rId4" Type="http://schemas.openxmlformats.org/officeDocument/2006/relationships/image" Target="../media/image341.jpg"/><Relationship Id="rId9" Type="http://schemas.openxmlformats.org/officeDocument/2006/relationships/image" Target="../media/image346.jpg"/></Relationships>
</file>

<file path=ppt/slides/_rels/slide110.xml.rels><?xml version="1.0" encoding="UTF-8" standalone="yes"?>
<Relationships xmlns="http://schemas.openxmlformats.org/package/2006/relationships"><Relationship Id="rId8" Type="http://schemas.openxmlformats.org/officeDocument/2006/relationships/image" Target="../media/image355.png"/><Relationship Id="rId3" Type="http://schemas.openxmlformats.org/officeDocument/2006/relationships/image" Target="../media/image350.png"/><Relationship Id="rId7" Type="http://schemas.openxmlformats.org/officeDocument/2006/relationships/image" Target="../media/image354.jpg"/><Relationship Id="rId2" Type="http://schemas.openxmlformats.org/officeDocument/2006/relationships/image" Target="../media/image349.jpg"/><Relationship Id="rId1" Type="http://schemas.openxmlformats.org/officeDocument/2006/relationships/slideLayout" Target="../slideLayouts/slideLayout2.xml"/><Relationship Id="rId6" Type="http://schemas.openxmlformats.org/officeDocument/2006/relationships/image" Target="../media/image353.jpg"/><Relationship Id="rId5" Type="http://schemas.openxmlformats.org/officeDocument/2006/relationships/image" Target="../media/image352.png"/><Relationship Id="rId4" Type="http://schemas.openxmlformats.org/officeDocument/2006/relationships/image" Target="../media/image351.jpg"/><Relationship Id="rId9" Type="http://schemas.openxmlformats.org/officeDocument/2006/relationships/image" Target="../media/image356.png"/></Relationships>
</file>

<file path=ppt/slides/_rels/slide111.xml.rels><?xml version="1.0" encoding="UTF-8" standalone="yes"?>
<Relationships xmlns="http://schemas.openxmlformats.org/package/2006/relationships"><Relationship Id="rId2" Type="http://schemas.openxmlformats.org/officeDocument/2006/relationships/image" Target="../media/image357.jpg"/><Relationship Id="rId1" Type="http://schemas.openxmlformats.org/officeDocument/2006/relationships/slideLayout" Target="../slideLayouts/slideLayout5.xml"/></Relationships>
</file>

<file path=ppt/slides/_rels/slide112.xml.rels><?xml version="1.0" encoding="UTF-8" standalone="yes"?>
<Relationships xmlns="http://schemas.openxmlformats.org/package/2006/relationships"><Relationship Id="rId3" Type="http://schemas.openxmlformats.org/officeDocument/2006/relationships/image" Target="../media/image258.png"/><Relationship Id="rId2" Type="http://schemas.openxmlformats.org/officeDocument/2006/relationships/image" Target="../media/image358.jp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360.png"/><Relationship Id="rId2" Type="http://schemas.openxmlformats.org/officeDocument/2006/relationships/image" Target="../media/image359.jpg"/><Relationship Id="rId1" Type="http://schemas.openxmlformats.org/officeDocument/2006/relationships/slideLayout" Target="../slideLayouts/slideLayout3.xml"/></Relationships>
</file>

<file path=ppt/slides/_rels/slide114.xml.rels><?xml version="1.0" encoding="UTF-8" standalone="yes"?>
<Relationships xmlns="http://schemas.openxmlformats.org/package/2006/relationships"><Relationship Id="rId2" Type="http://schemas.openxmlformats.org/officeDocument/2006/relationships/image" Target="../media/image361.jpg"/><Relationship Id="rId1" Type="http://schemas.openxmlformats.org/officeDocument/2006/relationships/slideLayout" Target="../slideLayouts/slideLayout5.xml"/></Relationships>
</file>

<file path=ppt/slides/_rels/slide115.xml.rels><?xml version="1.0" encoding="UTF-8" standalone="yes"?>
<Relationships xmlns="http://schemas.openxmlformats.org/package/2006/relationships"><Relationship Id="rId3" Type="http://schemas.openxmlformats.org/officeDocument/2006/relationships/image" Target="../media/image363.png"/><Relationship Id="rId2" Type="http://schemas.openxmlformats.org/officeDocument/2006/relationships/image" Target="../media/image362.jpg"/><Relationship Id="rId1" Type="http://schemas.openxmlformats.org/officeDocument/2006/relationships/slideLayout" Target="../slideLayouts/slideLayout5.xml"/><Relationship Id="rId4" Type="http://schemas.openxmlformats.org/officeDocument/2006/relationships/image" Target="../media/image364.png"/></Relationships>
</file>

<file path=ppt/slides/_rels/slide116.xml.rels><?xml version="1.0" encoding="UTF-8" standalone="yes"?>
<Relationships xmlns="http://schemas.openxmlformats.org/package/2006/relationships"><Relationship Id="rId3" Type="http://schemas.openxmlformats.org/officeDocument/2006/relationships/image" Target="../media/image366.png"/><Relationship Id="rId2" Type="http://schemas.openxmlformats.org/officeDocument/2006/relationships/image" Target="../media/image365.jpg"/><Relationship Id="rId1" Type="http://schemas.openxmlformats.org/officeDocument/2006/relationships/slideLayout" Target="../slideLayouts/slideLayout5.xml"/></Relationships>
</file>

<file path=ppt/slides/_rels/slide117.xml.rels><?xml version="1.0" encoding="UTF-8" standalone="yes"?>
<Relationships xmlns="http://schemas.openxmlformats.org/package/2006/relationships"><Relationship Id="rId3" Type="http://schemas.openxmlformats.org/officeDocument/2006/relationships/image" Target="../media/image368.png"/><Relationship Id="rId2" Type="http://schemas.openxmlformats.org/officeDocument/2006/relationships/image" Target="../media/image367.jp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370.png"/><Relationship Id="rId2" Type="http://schemas.openxmlformats.org/officeDocument/2006/relationships/image" Target="../media/image369.jpg"/><Relationship Id="rId1" Type="http://schemas.openxmlformats.org/officeDocument/2006/relationships/slideLayout" Target="../slideLayouts/slideLayout2.xml"/><Relationship Id="rId4" Type="http://schemas.openxmlformats.org/officeDocument/2006/relationships/image" Target="../media/image371.jpg"/></Relationships>
</file>

<file path=ppt/slides/_rels/slide119.xml.rels><?xml version="1.0" encoding="UTF-8" standalone="yes"?>
<Relationships xmlns="http://schemas.openxmlformats.org/package/2006/relationships"><Relationship Id="rId2" Type="http://schemas.openxmlformats.org/officeDocument/2006/relationships/image" Target="../media/image372.jpg"/><Relationship Id="rId1" Type="http://schemas.openxmlformats.org/officeDocument/2006/relationships/slideLayout" Target="../slideLayouts/slideLayout5.xml"/></Relationships>
</file>

<file path=ppt/slides/_rels/slide120.xml.rels><?xml version="1.0" encoding="UTF-8" standalone="yes"?>
<Relationships xmlns="http://schemas.openxmlformats.org/package/2006/relationships"><Relationship Id="rId2" Type="http://schemas.openxmlformats.org/officeDocument/2006/relationships/image" Target="../media/image373.jpg"/><Relationship Id="rId1" Type="http://schemas.openxmlformats.org/officeDocument/2006/relationships/slideLayout" Target="../slideLayouts/slideLayout5.xml"/></Relationships>
</file>

<file path=ppt/slides/_rels/slide121.xml.rels><?xml version="1.0" encoding="UTF-8" standalone="yes"?>
<Relationships xmlns="http://schemas.openxmlformats.org/package/2006/relationships"><Relationship Id="rId3" Type="http://schemas.openxmlformats.org/officeDocument/2006/relationships/image" Target="../media/image375.jpg"/><Relationship Id="rId2" Type="http://schemas.openxmlformats.org/officeDocument/2006/relationships/image" Target="../media/image374.jpg"/><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77.jpg"/><Relationship Id="rId4" Type="http://schemas.openxmlformats.org/officeDocument/2006/relationships/image" Target="../media/image376.jpg"/></Relationships>
</file>

<file path=ppt/slides/_rels/slide122.xml.rels><?xml version="1.0" encoding="UTF-8" standalone="yes"?>
<Relationships xmlns="http://schemas.openxmlformats.org/package/2006/relationships"><Relationship Id="rId2" Type="http://schemas.openxmlformats.org/officeDocument/2006/relationships/image" Target="../media/image378.jpg"/><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image" Target="../media/image379.jpg"/><Relationship Id="rId1" Type="http://schemas.openxmlformats.org/officeDocument/2006/relationships/slideLayout" Target="../slideLayouts/slideLayout5.xml"/></Relationships>
</file>

<file path=ppt/slides/_rels/slide124.xml.rels><?xml version="1.0" encoding="UTF-8" standalone="yes"?>
<Relationships xmlns="http://schemas.openxmlformats.org/package/2006/relationships"><Relationship Id="rId2" Type="http://schemas.openxmlformats.org/officeDocument/2006/relationships/image" Target="../media/image380.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p:nvPr/>
        </p:nvSpPr>
        <p:spPr>
          <a:xfrm>
            <a:off x="1905000" y="4267200"/>
            <a:ext cx="8667750" cy="504625"/>
          </a:xfrm>
          <a:prstGeom prst="rect">
            <a:avLst/>
          </a:prstGeom>
        </p:spPr>
        <p:txBody>
          <a:bodyPr vert="horz" wrap="square" lIns="0" tIns="12065" rIns="0" bIns="0" rtlCol="0">
            <a:spAutoFit/>
          </a:bodyPr>
          <a:lstStyle/>
          <a:p>
            <a:pPr marR="62865" algn="ctr">
              <a:lnSpc>
                <a:spcPct val="100000"/>
              </a:lnSpc>
            </a:pPr>
            <a:r>
              <a:rPr sz="1600" dirty="0" smtClean="0">
                <a:latin typeface="Trebuchet MS"/>
                <a:cs typeface="Trebuchet MS"/>
              </a:rPr>
              <a:t>Slides</a:t>
            </a:r>
            <a:r>
              <a:rPr sz="1600" spc="-215" dirty="0" smtClean="0">
                <a:latin typeface="Trebuchet MS"/>
                <a:cs typeface="Trebuchet MS"/>
              </a:rPr>
              <a:t> </a:t>
            </a:r>
            <a:r>
              <a:rPr sz="1600" spc="-90" dirty="0">
                <a:latin typeface="Trebuchet MS"/>
                <a:cs typeface="Trebuchet MS"/>
              </a:rPr>
              <a:t>are</a:t>
            </a:r>
            <a:r>
              <a:rPr sz="1600" spc="-220" dirty="0">
                <a:latin typeface="Trebuchet MS"/>
                <a:cs typeface="Trebuchet MS"/>
              </a:rPr>
              <a:t> </a:t>
            </a:r>
            <a:r>
              <a:rPr sz="1600" spc="-60" dirty="0">
                <a:latin typeface="Trebuchet MS"/>
                <a:cs typeface="Trebuchet MS"/>
              </a:rPr>
              <a:t>captured</a:t>
            </a:r>
            <a:r>
              <a:rPr sz="1600" spc="-195" dirty="0">
                <a:latin typeface="Trebuchet MS"/>
                <a:cs typeface="Trebuchet MS"/>
              </a:rPr>
              <a:t> </a:t>
            </a:r>
            <a:r>
              <a:rPr sz="1600" spc="-90" dirty="0">
                <a:latin typeface="Trebuchet MS"/>
                <a:cs typeface="Trebuchet MS"/>
              </a:rPr>
              <a:t>from</a:t>
            </a:r>
            <a:r>
              <a:rPr sz="1600" spc="-204" dirty="0">
                <a:latin typeface="Trebuchet MS"/>
                <a:cs typeface="Trebuchet MS"/>
              </a:rPr>
              <a:t> </a:t>
            </a:r>
            <a:r>
              <a:rPr sz="1600" spc="80" dirty="0">
                <a:latin typeface="Trebuchet MS"/>
                <a:cs typeface="Trebuchet MS"/>
              </a:rPr>
              <a:t>AWS</a:t>
            </a:r>
            <a:r>
              <a:rPr sz="1600" spc="-200" dirty="0">
                <a:latin typeface="Trebuchet MS"/>
                <a:cs typeface="Trebuchet MS"/>
              </a:rPr>
              <a:t> </a:t>
            </a:r>
            <a:r>
              <a:rPr sz="1600" spc="-10" dirty="0">
                <a:latin typeface="Trebuchet MS"/>
                <a:cs typeface="Trebuchet MS"/>
              </a:rPr>
              <a:t>Educate.</a:t>
            </a:r>
            <a:endParaRPr sz="1600" dirty="0">
              <a:latin typeface="Trebuchet MS"/>
              <a:cs typeface="Trebuchet MS"/>
            </a:endParaRPr>
          </a:p>
          <a:p>
            <a:pPr algn="ctr">
              <a:lnSpc>
                <a:spcPct val="100000"/>
              </a:lnSpc>
            </a:pPr>
            <a:r>
              <a:rPr sz="1600" spc="-55" dirty="0">
                <a:latin typeface="Trebuchet MS"/>
                <a:cs typeface="Trebuchet MS"/>
              </a:rPr>
              <a:t>This</a:t>
            </a:r>
            <a:r>
              <a:rPr sz="1600" spc="-215" dirty="0">
                <a:latin typeface="Trebuchet MS"/>
                <a:cs typeface="Trebuchet MS"/>
              </a:rPr>
              <a:t> </a:t>
            </a:r>
            <a:r>
              <a:rPr sz="1600" dirty="0">
                <a:latin typeface="Trebuchet MS"/>
                <a:cs typeface="Trebuchet MS"/>
              </a:rPr>
              <a:t>is</a:t>
            </a:r>
            <a:r>
              <a:rPr sz="1600" spc="-215" dirty="0">
                <a:latin typeface="Trebuchet MS"/>
                <a:cs typeface="Trebuchet MS"/>
              </a:rPr>
              <a:t> </a:t>
            </a:r>
            <a:r>
              <a:rPr sz="1600" spc="-55" dirty="0">
                <a:latin typeface="Trebuchet MS"/>
                <a:cs typeface="Trebuchet MS"/>
              </a:rPr>
              <a:t>only</a:t>
            </a:r>
            <a:r>
              <a:rPr sz="1600" spc="-220" dirty="0">
                <a:latin typeface="Trebuchet MS"/>
                <a:cs typeface="Trebuchet MS"/>
              </a:rPr>
              <a:t> </a:t>
            </a:r>
            <a:r>
              <a:rPr sz="1600" spc="-130" dirty="0">
                <a:latin typeface="Trebuchet MS"/>
                <a:cs typeface="Trebuchet MS"/>
              </a:rPr>
              <a:t>for</a:t>
            </a:r>
            <a:r>
              <a:rPr sz="1600" spc="-210" dirty="0">
                <a:latin typeface="Trebuchet MS"/>
                <a:cs typeface="Trebuchet MS"/>
              </a:rPr>
              <a:t> </a:t>
            </a:r>
            <a:r>
              <a:rPr sz="1600" spc="-70" dirty="0">
                <a:latin typeface="Trebuchet MS"/>
                <a:cs typeface="Trebuchet MS"/>
              </a:rPr>
              <a:t>learning</a:t>
            </a:r>
            <a:r>
              <a:rPr sz="1600" spc="-220" dirty="0">
                <a:latin typeface="Trebuchet MS"/>
                <a:cs typeface="Trebuchet MS"/>
              </a:rPr>
              <a:t> </a:t>
            </a:r>
            <a:r>
              <a:rPr sz="1600" spc="-20" dirty="0">
                <a:latin typeface="Trebuchet MS"/>
                <a:cs typeface="Trebuchet MS"/>
              </a:rPr>
              <a:t>tools</a:t>
            </a:r>
            <a:r>
              <a:rPr sz="1600" spc="-215" dirty="0">
                <a:latin typeface="Trebuchet MS"/>
                <a:cs typeface="Trebuchet MS"/>
              </a:rPr>
              <a:t> </a:t>
            </a:r>
            <a:r>
              <a:rPr sz="1600" spc="-70" dirty="0">
                <a:latin typeface="Trebuchet MS"/>
                <a:cs typeface="Trebuchet MS"/>
              </a:rPr>
              <a:t>in</a:t>
            </a:r>
            <a:r>
              <a:rPr sz="1600" spc="-220" dirty="0">
                <a:latin typeface="Trebuchet MS"/>
                <a:cs typeface="Trebuchet MS"/>
              </a:rPr>
              <a:t> </a:t>
            </a:r>
            <a:r>
              <a:rPr sz="1600" dirty="0">
                <a:latin typeface="Trebuchet MS"/>
                <a:cs typeface="Trebuchet MS"/>
              </a:rPr>
              <a:t>Cloud</a:t>
            </a:r>
            <a:r>
              <a:rPr sz="1600" spc="-204" dirty="0">
                <a:latin typeface="Trebuchet MS"/>
                <a:cs typeface="Trebuchet MS"/>
              </a:rPr>
              <a:t> </a:t>
            </a:r>
            <a:r>
              <a:rPr sz="1600" spc="-20" dirty="0">
                <a:latin typeface="Trebuchet MS"/>
                <a:cs typeface="Trebuchet MS"/>
              </a:rPr>
              <a:t>Computing</a:t>
            </a:r>
            <a:r>
              <a:rPr sz="1600" spc="-200" dirty="0">
                <a:latin typeface="Trebuchet MS"/>
                <a:cs typeface="Trebuchet MS"/>
              </a:rPr>
              <a:t> </a:t>
            </a:r>
            <a:r>
              <a:rPr sz="1600" spc="-10" dirty="0">
                <a:latin typeface="Trebuchet MS"/>
                <a:cs typeface="Trebuchet MS"/>
              </a:rPr>
              <a:t>Course</a:t>
            </a:r>
            <a:endParaRPr sz="1600" dirty="0">
              <a:latin typeface="Trebuchet MS"/>
              <a:cs typeface="Trebuchet MS"/>
            </a:endParaRPr>
          </a:p>
        </p:txBody>
      </p:sp>
      <p:sp>
        <p:nvSpPr>
          <p:cNvPr id="8" name="object 7"/>
          <p:cNvSpPr txBox="1"/>
          <p:nvPr/>
        </p:nvSpPr>
        <p:spPr>
          <a:xfrm>
            <a:off x="457200" y="762000"/>
            <a:ext cx="11277600" cy="1858842"/>
          </a:xfrm>
          <a:prstGeom prst="rect">
            <a:avLst/>
          </a:prstGeom>
        </p:spPr>
        <p:txBody>
          <a:bodyPr vert="horz" wrap="square" lIns="0" tIns="12065" rIns="0" bIns="0" rtlCol="0">
            <a:spAutoFit/>
          </a:bodyPr>
          <a:lstStyle/>
          <a:p>
            <a:pPr marR="62865" algn="just">
              <a:lnSpc>
                <a:spcPct val="100000"/>
              </a:lnSpc>
            </a:pPr>
            <a:r>
              <a:rPr lang="en-US" sz="2800" dirty="0" smtClean="0">
                <a:latin typeface="Trebuchet MS"/>
                <a:cs typeface="Trebuchet MS"/>
              </a:rPr>
              <a:t>Module 4</a:t>
            </a:r>
          </a:p>
          <a:p>
            <a:pPr marR="62865" algn="just">
              <a:lnSpc>
                <a:spcPct val="100000"/>
              </a:lnSpc>
            </a:pPr>
            <a:endParaRPr lang="en-US" sz="2800" dirty="0">
              <a:latin typeface="Trebuchet MS"/>
              <a:cs typeface="Trebuchet MS"/>
            </a:endParaRPr>
          </a:p>
          <a:p>
            <a:pPr marR="62865" algn="just">
              <a:lnSpc>
                <a:spcPct val="100000"/>
              </a:lnSpc>
            </a:pPr>
            <a:endParaRPr sz="2800" dirty="0">
              <a:latin typeface="Trebuchet MS"/>
              <a:cs typeface="Trebuchet MS"/>
            </a:endParaRPr>
          </a:p>
          <a:p>
            <a:pPr algn="ctr">
              <a:lnSpc>
                <a:spcPct val="100000"/>
              </a:lnSpc>
            </a:pPr>
            <a:r>
              <a:rPr lang="en-US" sz="3600" dirty="0" smtClean="0">
                <a:solidFill>
                  <a:srgbClr val="002060"/>
                </a:solidFill>
                <a:latin typeface="Trebuchet MS"/>
                <a:cs typeface="Trebuchet MS"/>
              </a:rPr>
              <a:t>AWS Core Services</a:t>
            </a:r>
            <a:endParaRPr sz="3600" dirty="0">
              <a:solidFill>
                <a:srgbClr val="002060"/>
              </a:solidFill>
              <a:latin typeface="Trebuchet MS"/>
              <a:cs typeface="Trebuchet MS"/>
            </a:endParaRPr>
          </a:p>
        </p:txBody>
      </p:sp>
      <p:sp>
        <p:nvSpPr>
          <p:cNvPr id="9" name="Rectangle 8"/>
          <p:cNvSpPr/>
          <p:nvPr/>
        </p:nvSpPr>
        <p:spPr>
          <a:xfrm>
            <a:off x="9241690" y="5716454"/>
            <a:ext cx="2751752" cy="215444"/>
          </a:xfrm>
          <a:prstGeom prst="rect">
            <a:avLst/>
          </a:prstGeom>
        </p:spPr>
        <p:txBody>
          <a:bodyPr wrap="square">
            <a:spAutoFit/>
          </a:bodyPr>
          <a:lstStyle/>
          <a:p>
            <a:pPr algn="r"/>
            <a:r>
              <a:rPr lang="en-US" sz="800" dirty="0"/>
              <a:t>https://www.youtube.com/@AmelOline/videos</a:t>
            </a:r>
          </a:p>
        </p:txBody>
      </p:sp>
      <p:sp>
        <p:nvSpPr>
          <p:cNvPr id="10" name="Rectangle 9"/>
          <p:cNvSpPr/>
          <p:nvPr/>
        </p:nvSpPr>
        <p:spPr>
          <a:xfrm>
            <a:off x="10114085" y="5584717"/>
            <a:ext cx="1858842" cy="215444"/>
          </a:xfrm>
          <a:prstGeom prst="rect">
            <a:avLst/>
          </a:prstGeom>
        </p:spPr>
        <p:txBody>
          <a:bodyPr wrap="square">
            <a:spAutoFit/>
          </a:bodyPr>
          <a:lstStyle/>
          <a:p>
            <a:pPr algn="r"/>
            <a:r>
              <a:rPr lang="en-US" sz="800" dirty="0"/>
              <a:t>https://github.com/siagianp</a:t>
            </a:r>
          </a:p>
        </p:txBody>
      </p:sp>
      <p:sp>
        <p:nvSpPr>
          <p:cNvPr id="11" name="Rectangle 10"/>
          <p:cNvSpPr/>
          <p:nvPr/>
        </p:nvSpPr>
        <p:spPr>
          <a:xfrm>
            <a:off x="9246758" y="5867853"/>
            <a:ext cx="2747868" cy="215444"/>
          </a:xfrm>
          <a:prstGeom prst="rect">
            <a:avLst/>
          </a:prstGeom>
        </p:spPr>
        <p:txBody>
          <a:bodyPr wrap="none">
            <a:spAutoFit/>
          </a:bodyPr>
          <a:lstStyle/>
          <a:p>
            <a:pPr algn="r"/>
            <a:r>
              <a:rPr lang="en-US" sz="800" dirty="0"/>
              <a:t>https://github.com/amelcharolinesgn2/Cloud-Infrastructures</a:t>
            </a:r>
          </a:p>
        </p:txBody>
      </p:sp>
      <p:sp>
        <p:nvSpPr>
          <p:cNvPr id="12" name="Rectangle 11"/>
          <p:cNvSpPr/>
          <p:nvPr/>
        </p:nvSpPr>
        <p:spPr>
          <a:xfrm>
            <a:off x="8778681" y="6003237"/>
            <a:ext cx="3215945" cy="215444"/>
          </a:xfrm>
          <a:prstGeom prst="rect">
            <a:avLst/>
          </a:prstGeom>
        </p:spPr>
        <p:txBody>
          <a:bodyPr wrap="none">
            <a:spAutoFit/>
          </a:bodyPr>
          <a:lstStyle/>
          <a:p>
            <a:pPr algn="r"/>
            <a:r>
              <a:rPr lang="en-US" sz="800" dirty="0"/>
              <a:t>https://github.com/amelcharolinesgn2/ClouD-Infrastructure-SISKA-2025</a:t>
            </a:r>
          </a:p>
        </p:txBody>
      </p:sp>
      <p:sp>
        <p:nvSpPr>
          <p:cNvPr id="13" name="Rectangle 12"/>
          <p:cNvSpPr/>
          <p:nvPr/>
        </p:nvSpPr>
        <p:spPr>
          <a:xfrm>
            <a:off x="9241690" y="6110959"/>
            <a:ext cx="2751752" cy="215444"/>
          </a:xfrm>
          <a:prstGeom prst="rect">
            <a:avLst/>
          </a:prstGeom>
        </p:spPr>
        <p:txBody>
          <a:bodyPr wrap="square">
            <a:spAutoFit/>
          </a:bodyPr>
          <a:lstStyle/>
          <a:p>
            <a:pPr algn="r"/>
            <a:r>
              <a:rPr lang="en-US" sz="800" dirty="0"/>
              <a:t>https://</a:t>
            </a:r>
            <a:r>
              <a:rPr lang="en-US" sz="800" dirty="0" smtClean="0"/>
              <a:t>github.com/amelcharolinesgn2/CCNA1</a:t>
            </a:r>
            <a:endParaRPr lang="en-US" sz="800" dirty="0"/>
          </a:p>
        </p:txBody>
      </p:sp>
      <p:sp>
        <p:nvSpPr>
          <p:cNvPr id="14" name="Rectangle 13"/>
          <p:cNvSpPr/>
          <p:nvPr/>
        </p:nvSpPr>
        <p:spPr>
          <a:xfrm>
            <a:off x="9241690" y="6241384"/>
            <a:ext cx="2751752" cy="215444"/>
          </a:xfrm>
          <a:prstGeom prst="rect">
            <a:avLst/>
          </a:prstGeom>
        </p:spPr>
        <p:txBody>
          <a:bodyPr wrap="square">
            <a:spAutoFit/>
          </a:bodyPr>
          <a:lstStyle/>
          <a:p>
            <a:pPr algn="r"/>
            <a:r>
              <a:rPr lang="en-US" sz="800" dirty="0"/>
              <a:t>https://</a:t>
            </a:r>
            <a:r>
              <a:rPr lang="en-US" sz="800" dirty="0" smtClean="0"/>
              <a:t>github.com/amelcharolinesgn2/CCNA2</a:t>
            </a:r>
            <a:endParaRPr lang="en-US" sz="800" dirty="0"/>
          </a:p>
        </p:txBody>
      </p:sp>
      <p:sp>
        <p:nvSpPr>
          <p:cNvPr id="15" name="Rectangle 14"/>
          <p:cNvSpPr/>
          <p:nvPr/>
        </p:nvSpPr>
        <p:spPr>
          <a:xfrm>
            <a:off x="9241690" y="6339914"/>
            <a:ext cx="2751752" cy="215444"/>
          </a:xfrm>
          <a:prstGeom prst="rect">
            <a:avLst/>
          </a:prstGeom>
        </p:spPr>
        <p:txBody>
          <a:bodyPr wrap="square">
            <a:spAutoFit/>
          </a:bodyPr>
          <a:lstStyle/>
          <a:p>
            <a:pPr algn="r"/>
            <a:r>
              <a:rPr lang="en-US" sz="800" dirty="0">
                <a:hlinkClick r:id="rId3"/>
              </a:rPr>
              <a:t>https://</a:t>
            </a:r>
            <a:r>
              <a:rPr lang="en-US" sz="800" dirty="0" smtClean="0">
                <a:hlinkClick r:id="rId3"/>
              </a:rPr>
              <a:t>github.com/amelcharolinesgn2/AWS</a:t>
            </a:r>
            <a:r>
              <a:rPr lang="en-US" sz="800" dirty="0" smtClean="0"/>
              <a:t> Certificate</a:t>
            </a:r>
            <a:endParaRPr lang="en-US" sz="800" dirty="0"/>
          </a:p>
        </p:txBody>
      </p:sp>
    </p:spTree>
    <p:extLst>
      <p:ext uri="{BB962C8B-B14F-4D97-AF65-F5344CB8AC3E}">
        <p14:creationId xmlns:p14="http://schemas.microsoft.com/office/powerpoint/2010/main" val="326674396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420814" y="4170530"/>
            <a:ext cx="2206664" cy="1407324"/>
          </a:xfrm>
          <a:prstGeom prst="rect">
            <a:avLst/>
          </a:prstGeom>
        </p:spPr>
      </p:pic>
      <p:pic>
        <p:nvPicPr>
          <p:cNvPr id="3" name="object 3"/>
          <p:cNvPicPr/>
          <p:nvPr/>
        </p:nvPicPr>
        <p:blipFill>
          <a:blip r:embed="rId3" cstate="print"/>
          <a:stretch>
            <a:fillRect/>
          </a:stretch>
        </p:blipFill>
        <p:spPr>
          <a:xfrm>
            <a:off x="506094" y="365125"/>
            <a:ext cx="11157165" cy="990756"/>
          </a:xfrm>
          <a:prstGeom prst="rect">
            <a:avLst/>
          </a:prstGeom>
        </p:spPr>
      </p:pic>
      <p:sp>
        <p:nvSpPr>
          <p:cNvPr id="4" name="object 4"/>
          <p:cNvSpPr txBox="1"/>
          <p:nvPr/>
        </p:nvSpPr>
        <p:spPr>
          <a:xfrm>
            <a:off x="951820" y="1550214"/>
            <a:ext cx="9896475" cy="1989455"/>
          </a:xfrm>
          <a:prstGeom prst="rect">
            <a:avLst/>
          </a:prstGeom>
        </p:spPr>
        <p:txBody>
          <a:bodyPr vert="horz" wrap="square" lIns="0" tIns="17145" rIns="0" bIns="0" rtlCol="0">
            <a:spAutoFit/>
          </a:bodyPr>
          <a:lstStyle/>
          <a:p>
            <a:pPr marL="12700" marR="5080" indent="3175">
              <a:lnSpc>
                <a:spcPct val="106500"/>
              </a:lnSpc>
              <a:spcBef>
                <a:spcPts val="135"/>
              </a:spcBef>
            </a:pPr>
            <a:r>
              <a:rPr sz="1700" spc="-200" dirty="0">
                <a:latin typeface="Arial MT"/>
                <a:cs typeface="Arial MT"/>
              </a:rPr>
              <a:t>AWS</a:t>
            </a:r>
            <a:r>
              <a:rPr sz="1700" spc="70" dirty="0">
                <a:latin typeface="Arial MT"/>
                <a:cs typeface="Arial MT"/>
              </a:rPr>
              <a:t> </a:t>
            </a:r>
            <a:r>
              <a:rPr sz="1700" spc="-25" dirty="0">
                <a:solidFill>
                  <a:srgbClr val="282828"/>
                </a:solidFill>
                <a:latin typeface="Arial MT"/>
                <a:cs typeface="Arial MT"/>
              </a:rPr>
              <a:t>offers</a:t>
            </a:r>
            <a:r>
              <a:rPr sz="1700" spc="-95" dirty="0">
                <a:solidFill>
                  <a:srgbClr val="282828"/>
                </a:solidFill>
                <a:latin typeface="Arial MT"/>
                <a:cs typeface="Arial MT"/>
              </a:rPr>
              <a:t> </a:t>
            </a:r>
            <a:r>
              <a:rPr sz="1700" spc="-160" dirty="0">
                <a:solidFill>
                  <a:srgbClr val="212121"/>
                </a:solidFill>
                <a:latin typeface="Arial MT"/>
                <a:cs typeface="Arial MT"/>
              </a:rPr>
              <a:t>a</a:t>
            </a:r>
            <a:r>
              <a:rPr sz="1700" dirty="0">
                <a:solidFill>
                  <a:srgbClr val="212121"/>
                </a:solidFill>
                <a:latin typeface="Arial MT"/>
                <a:cs typeface="Arial MT"/>
              </a:rPr>
              <a:t> </a:t>
            </a:r>
            <a:r>
              <a:rPr sz="1700" spc="-20" dirty="0">
                <a:latin typeface="Arial MT"/>
                <a:cs typeface="Arial MT"/>
              </a:rPr>
              <a:t>broad</a:t>
            </a:r>
            <a:r>
              <a:rPr sz="1700" spc="-100" dirty="0">
                <a:latin typeface="Arial MT"/>
                <a:cs typeface="Arial MT"/>
              </a:rPr>
              <a:t> </a:t>
            </a:r>
            <a:r>
              <a:rPr sz="1700" spc="-50" dirty="0">
                <a:solidFill>
                  <a:srgbClr val="131313"/>
                </a:solidFill>
                <a:latin typeface="Arial MT"/>
                <a:cs typeface="Arial MT"/>
              </a:rPr>
              <a:t>set</a:t>
            </a:r>
            <a:r>
              <a:rPr sz="1700" spc="-70" dirty="0">
                <a:solidFill>
                  <a:srgbClr val="131313"/>
                </a:solidFill>
                <a:latin typeface="Arial MT"/>
                <a:cs typeface="Arial MT"/>
              </a:rPr>
              <a:t> </a:t>
            </a:r>
            <a:r>
              <a:rPr sz="1700" dirty="0">
                <a:solidFill>
                  <a:srgbClr val="313131"/>
                </a:solidFill>
                <a:latin typeface="Arial MT"/>
                <a:cs typeface="Arial MT"/>
              </a:rPr>
              <a:t>of</a:t>
            </a:r>
            <a:r>
              <a:rPr sz="1700" spc="-100" dirty="0">
                <a:solidFill>
                  <a:srgbClr val="313131"/>
                </a:solidFill>
                <a:latin typeface="Arial MT"/>
                <a:cs typeface="Arial MT"/>
              </a:rPr>
              <a:t> </a:t>
            </a:r>
            <a:r>
              <a:rPr sz="1700" dirty="0">
                <a:latin typeface="Arial MT"/>
                <a:cs typeface="Arial MT"/>
              </a:rPr>
              <a:t>global</a:t>
            </a:r>
            <a:r>
              <a:rPr sz="1700" spc="-80" dirty="0">
                <a:latin typeface="Arial MT"/>
                <a:cs typeface="Arial MT"/>
              </a:rPr>
              <a:t> </a:t>
            </a:r>
            <a:r>
              <a:rPr sz="1700" spc="-65" dirty="0">
                <a:latin typeface="Arial MT"/>
                <a:cs typeface="Arial MT"/>
              </a:rPr>
              <a:t>cloud-</a:t>
            </a:r>
            <a:r>
              <a:rPr sz="1700" spc="-35" dirty="0">
                <a:latin typeface="Arial MT"/>
                <a:cs typeface="Arial MT"/>
              </a:rPr>
              <a:t>based</a:t>
            </a:r>
            <a:r>
              <a:rPr sz="1700" spc="80" dirty="0">
                <a:latin typeface="Arial MT"/>
                <a:cs typeface="Arial MT"/>
              </a:rPr>
              <a:t> </a:t>
            </a:r>
            <a:r>
              <a:rPr sz="1700" spc="-20" dirty="0">
                <a:solidFill>
                  <a:srgbClr val="161616"/>
                </a:solidFill>
                <a:latin typeface="Arial MT"/>
                <a:cs typeface="Arial MT"/>
              </a:rPr>
              <a:t>products</a:t>
            </a:r>
            <a:r>
              <a:rPr sz="1700" spc="-45" dirty="0">
                <a:solidFill>
                  <a:srgbClr val="161616"/>
                </a:solidFill>
                <a:latin typeface="Arial MT"/>
                <a:cs typeface="Arial MT"/>
              </a:rPr>
              <a:t> </a:t>
            </a:r>
            <a:r>
              <a:rPr sz="1700" spc="-25" dirty="0">
                <a:latin typeface="Arial MT"/>
                <a:cs typeface="Arial MT"/>
              </a:rPr>
              <a:t>including</a:t>
            </a:r>
            <a:r>
              <a:rPr sz="1700" spc="-30" dirty="0">
                <a:latin typeface="Arial MT"/>
                <a:cs typeface="Arial MT"/>
              </a:rPr>
              <a:t> </a:t>
            </a:r>
            <a:r>
              <a:rPr sz="1700" spc="-35" dirty="0">
                <a:latin typeface="Arial MT"/>
                <a:cs typeface="Arial MT"/>
              </a:rPr>
              <a:t>compute,</a:t>
            </a:r>
            <a:r>
              <a:rPr sz="1700" spc="5" dirty="0">
                <a:latin typeface="Arial MT"/>
                <a:cs typeface="Arial MT"/>
              </a:rPr>
              <a:t> </a:t>
            </a:r>
            <a:r>
              <a:rPr sz="1700" spc="-60" dirty="0">
                <a:latin typeface="Arial MT"/>
                <a:cs typeface="Arial MT"/>
              </a:rPr>
              <a:t>storage,</a:t>
            </a:r>
            <a:r>
              <a:rPr sz="1700" spc="-50" dirty="0">
                <a:latin typeface="Arial MT"/>
                <a:cs typeface="Arial MT"/>
              </a:rPr>
              <a:t> </a:t>
            </a:r>
            <a:r>
              <a:rPr sz="1700" spc="-85" dirty="0">
                <a:latin typeface="Arial MT"/>
                <a:cs typeface="Arial MT"/>
              </a:rPr>
              <a:t>databases,</a:t>
            </a:r>
            <a:r>
              <a:rPr sz="1700" spc="35" dirty="0">
                <a:latin typeface="Arial MT"/>
                <a:cs typeface="Arial MT"/>
              </a:rPr>
              <a:t> </a:t>
            </a:r>
            <a:r>
              <a:rPr sz="1700" spc="-10" dirty="0">
                <a:solidFill>
                  <a:srgbClr val="111111"/>
                </a:solidFill>
                <a:latin typeface="Arial MT"/>
                <a:cs typeface="Arial MT"/>
              </a:rPr>
              <a:t>analytics, </a:t>
            </a:r>
            <a:r>
              <a:rPr sz="1700" spc="-20" dirty="0">
                <a:solidFill>
                  <a:srgbClr val="212121"/>
                </a:solidFill>
                <a:latin typeface="Arial MT"/>
                <a:cs typeface="Arial MT"/>
              </a:rPr>
              <a:t>networking,</a:t>
            </a:r>
            <a:r>
              <a:rPr sz="1700" spc="-100" dirty="0">
                <a:solidFill>
                  <a:srgbClr val="212121"/>
                </a:solidFill>
                <a:latin typeface="Arial MT"/>
                <a:cs typeface="Arial MT"/>
              </a:rPr>
              <a:t> </a:t>
            </a:r>
            <a:r>
              <a:rPr sz="1700" spc="-20" dirty="0">
                <a:solidFill>
                  <a:srgbClr val="0F0F0F"/>
                </a:solidFill>
                <a:latin typeface="Arial MT"/>
                <a:cs typeface="Arial MT"/>
              </a:rPr>
              <a:t>mobile,</a:t>
            </a:r>
            <a:r>
              <a:rPr sz="1700" spc="-35" dirty="0">
                <a:solidFill>
                  <a:srgbClr val="0F0F0F"/>
                </a:solidFill>
                <a:latin typeface="Arial MT"/>
                <a:cs typeface="Arial MT"/>
              </a:rPr>
              <a:t> </a:t>
            </a:r>
            <a:r>
              <a:rPr sz="1700" spc="-40" dirty="0">
                <a:latin typeface="Arial MT"/>
                <a:cs typeface="Arial MT"/>
              </a:rPr>
              <a:t>developer</a:t>
            </a:r>
            <a:r>
              <a:rPr sz="1700" spc="5" dirty="0">
                <a:latin typeface="Arial MT"/>
                <a:cs typeface="Arial MT"/>
              </a:rPr>
              <a:t> </a:t>
            </a:r>
            <a:r>
              <a:rPr sz="1700" spc="-25" dirty="0">
                <a:latin typeface="Arial MT"/>
                <a:cs typeface="Arial MT"/>
              </a:rPr>
              <a:t>tools,</a:t>
            </a:r>
            <a:r>
              <a:rPr sz="1700" spc="-95" dirty="0">
                <a:latin typeface="Arial MT"/>
                <a:cs typeface="Arial MT"/>
              </a:rPr>
              <a:t> </a:t>
            </a:r>
            <a:r>
              <a:rPr sz="1700" spc="-30" dirty="0">
                <a:solidFill>
                  <a:srgbClr val="0A0A0A"/>
                </a:solidFill>
                <a:latin typeface="Arial MT"/>
                <a:cs typeface="Arial MT"/>
              </a:rPr>
              <a:t>management</a:t>
            </a:r>
            <a:r>
              <a:rPr sz="1700" spc="45" dirty="0">
                <a:solidFill>
                  <a:srgbClr val="0A0A0A"/>
                </a:solidFill>
                <a:latin typeface="Arial MT"/>
                <a:cs typeface="Arial MT"/>
              </a:rPr>
              <a:t> </a:t>
            </a:r>
            <a:r>
              <a:rPr sz="1700" spc="-30" dirty="0">
                <a:latin typeface="Arial MT"/>
                <a:cs typeface="Arial MT"/>
              </a:rPr>
              <a:t>tools,</a:t>
            </a:r>
            <a:r>
              <a:rPr sz="1700" spc="-75" dirty="0">
                <a:latin typeface="Arial MT"/>
                <a:cs typeface="Arial MT"/>
              </a:rPr>
              <a:t> </a:t>
            </a:r>
            <a:r>
              <a:rPr sz="1700" spc="-35" dirty="0">
                <a:solidFill>
                  <a:srgbClr val="1A1A1A"/>
                </a:solidFill>
                <a:latin typeface="Arial MT"/>
                <a:cs typeface="Arial MT"/>
              </a:rPr>
              <a:t>security</a:t>
            </a:r>
            <a:r>
              <a:rPr sz="1700" spc="-30" dirty="0">
                <a:solidFill>
                  <a:srgbClr val="1A1A1A"/>
                </a:solidFill>
                <a:latin typeface="Arial MT"/>
                <a:cs typeface="Arial MT"/>
              </a:rPr>
              <a:t> </a:t>
            </a:r>
            <a:r>
              <a:rPr sz="1700" spc="-25" dirty="0">
                <a:latin typeface="Arial MT"/>
                <a:cs typeface="Arial MT"/>
              </a:rPr>
              <a:t>and</a:t>
            </a:r>
            <a:r>
              <a:rPr sz="1700" spc="-85" dirty="0">
                <a:latin typeface="Arial MT"/>
                <a:cs typeface="Arial MT"/>
              </a:rPr>
              <a:t> </a:t>
            </a:r>
            <a:r>
              <a:rPr sz="1700" spc="-45" dirty="0">
                <a:solidFill>
                  <a:srgbClr val="0F0F0F"/>
                </a:solidFill>
                <a:latin typeface="Arial MT"/>
                <a:cs typeface="Arial MT"/>
              </a:rPr>
              <a:t>enterprise</a:t>
            </a:r>
            <a:r>
              <a:rPr sz="1700" spc="-10" dirty="0">
                <a:solidFill>
                  <a:srgbClr val="0F0F0F"/>
                </a:solidFill>
                <a:latin typeface="Arial MT"/>
                <a:cs typeface="Arial MT"/>
              </a:rPr>
              <a:t> </a:t>
            </a:r>
            <a:r>
              <a:rPr sz="1700" spc="-45" dirty="0">
                <a:latin typeface="Arial MT"/>
                <a:cs typeface="Arial MT"/>
              </a:rPr>
              <a:t>applications.</a:t>
            </a:r>
            <a:r>
              <a:rPr sz="1700" spc="-55" dirty="0">
                <a:latin typeface="Arial MT"/>
                <a:cs typeface="Arial MT"/>
              </a:rPr>
              <a:t> </a:t>
            </a:r>
            <a:r>
              <a:rPr sz="1700" spc="-100" dirty="0">
                <a:latin typeface="Arial MT"/>
                <a:cs typeface="Arial MT"/>
              </a:rPr>
              <a:t>These</a:t>
            </a:r>
            <a:r>
              <a:rPr sz="1700" spc="15" dirty="0">
                <a:latin typeface="Arial MT"/>
                <a:cs typeface="Arial MT"/>
              </a:rPr>
              <a:t> </a:t>
            </a:r>
            <a:r>
              <a:rPr sz="1700" spc="-60" dirty="0">
                <a:latin typeface="Arial MT"/>
                <a:cs typeface="Arial MT"/>
              </a:rPr>
              <a:t>services </a:t>
            </a:r>
            <a:r>
              <a:rPr sz="1700" dirty="0">
                <a:solidFill>
                  <a:srgbClr val="4F4F4F"/>
                </a:solidFill>
                <a:latin typeface="Arial MT"/>
                <a:cs typeface="Arial MT"/>
              </a:rPr>
              <a:t>help</a:t>
            </a:r>
            <a:r>
              <a:rPr sz="1700" spc="-120" dirty="0">
                <a:solidFill>
                  <a:srgbClr val="4F4F4F"/>
                </a:solidFill>
                <a:latin typeface="Arial MT"/>
                <a:cs typeface="Arial MT"/>
              </a:rPr>
              <a:t> </a:t>
            </a:r>
            <a:r>
              <a:rPr sz="1700" spc="-20" dirty="0">
                <a:latin typeface="Arial MT"/>
                <a:cs typeface="Arial MT"/>
              </a:rPr>
              <a:t>you</a:t>
            </a:r>
            <a:r>
              <a:rPr sz="1700" dirty="0">
                <a:latin typeface="Arial MT"/>
                <a:cs typeface="Arial MT"/>
              </a:rPr>
              <a:t> </a:t>
            </a:r>
            <a:r>
              <a:rPr sz="1700" spc="-10" dirty="0">
                <a:latin typeface="Arial MT"/>
                <a:cs typeface="Arial MT"/>
              </a:rPr>
              <a:t>build</a:t>
            </a:r>
            <a:r>
              <a:rPr sz="1700" spc="-105" dirty="0">
                <a:latin typeface="Arial MT"/>
                <a:cs typeface="Arial MT"/>
              </a:rPr>
              <a:t> </a:t>
            </a:r>
            <a:r>
              <a:rPr sz="1700" spc="-55" dirty="0">
                <a:solidFill>
                  <a:srgbClr val="0E0E0E"/>
                </a:solidFill>
                <a:latin typeface="Arial MT"/>
                <a:cs typeface="Arial MT"/>
              </a:rPr>
              <a:t>elastic,</a:t>
            </a:r>
            <a:r>
              <a:rPr sz="1700" spc="15" dirty="0">
                <a:solidFill>
                  <a:srgbClr val="0E0E0E"/>
                </a:solidFill>
                <a:latin typeface="Arial MT"/>
                <a:cs typeface="Arial MT"/>
              </a:rPr>
              <a:t> </a:t>
            </a:r>
            <a:r>
              <a:rPr sz="1700" spc="-50" dirty="0">
                <a:latin typeface="Arial MT"/>
                <a:cs typeface="Arial MT"/>
              </a:rPr>
              <a:t>agile,</a:t>
            </a:r>
            <a:r>
              <a:rPr sz="1700" spc="-70" dirty="0">
                <a:latin typeface="Arial MT"/>
                <a:cs typeface="Arial MT"/>
              </a:rPr>
              <a:t> </a:t>
            </a:r>
            <a:r>
              <a:rPr sz="1700" spc="-30" dirty="0">
                <a:latin typeface="Arial MT"/>
                <a:cs typeface="Arial MT"/>
              </a:rPr>
              <a:t>resilient</a:t>
            </a:r>
            <a:r>
              <a:rPr sz="1700" spc="20" dirty="0">
                <a:latin typeface="Arial MT"/>
                <a:cs typeface="Arial MT"/>
              </a:rPr>
              <a:t> </a:t>
            </a:r>
            <a:r>
              <a:rPr sz="1700" spc="-50" dirty="0">
                <a:solidFill>
                  <a:srgbClr val="0C0C0C"/>
                </a:solidFill>
                <a:latin typeface="Arial MT"/>
                <a:cs typeface="Arial MT"/>
              </a:rPr>
              <a:t>architectures.</a:t>
            </a:r>
            <a:r>
              <a:rPr sz="1700" spc="-110" dirty="0">
                <a:solidFill>
                  <a:srgbClr val="0C0C0C"/>
                </a:solidFill>
                <a:latin typeface="Arial MT"/>
                <a:cs typeface="Arial MT"/>
              </a:rPr>
              <a:t> </a:t>
            </a:r>
            <a:r>
              <a:rPr sz="1700" spc="-114" dirty="0">
                <a:solidFill>
                  <a:srgbClr val="111111"/>
                </a:solidFill>
                <a:latin typeface="Arial MT"/>
                <a:cs typeface="Arial MT"/>
              </a:rPr>
              <a:t>You</a:t>
            </a:r>
            <a:r>
              <a:rPr sz="1700" spc="-15" dirty="0">
                <a:solidFill>
                  <a:srgbClr val="111111"/>
                </a:solidFill>
                <a:latin typeface="Arial MT"/>
                <a:cs typeface="Arial MT"/>
              </a:rPr>
              <a:t> </a:t>
            </a:r>
            <a:r>
              <a:rPr sz="1700" dirty="0">
                <a:solidFill>
                  <a:srgbClr val="131313"/>
                </a:solidFill>
                <a:latin typeface="Arial MT"/>
                <a:cs typeface="Arial MT"/>
              </a:rPr>
              <a:t>will</a:t>
            </a:r>
            <a:r>
              <a:rPr sz="1700" spc="-100" dirty="0">
                <a:solidFill>
                  <a:srgbClr val="131313"/>
                </a:solidFill>
                <a:latin typeface="Arial MT"/>
                <a:cs typeface="Arial MT"/>
              </a:rPr>
              <a:t> </a:t>
            </a:r>
            <a:r>
              <a:rPr sz="1700" spc="-20" dirty="0">
                <a:latin typeface="Arial MT"/>
                <a:cs typeface="Arial MT"/>
              </a:rPr>
              <a:t>be</a:t>
            </a:r>
            <a:r>
              <a:rPr sz="1700" spc="-80" dirty="0">
                <a:latin typeface="Arial MT"/>
                <a:cs typeface="Arial MT"/>
              </a:rPr>
              <a:t> </a:t>
            </a:r>
            <a:r>
              <a:rPr sz="1700" spc="-50" dirty="0">
                <a:solidFill>
                  <a:srgbClr val="0C0C0C"/>
                </a:solidFill>
                <a:latin typeface="Arial MT"/>
                <a:cs typeface="Arial MT"/>
              </a:rPr>
              <a:t>able</a:t>
            </a:r>
            <a:r>
              <a:rPr sz="1700" spc="-45" dirty="0">
                <a:solidFill>
                  <a:srgbClr val="0C0C0C"/>
                </a:solidFill>
                <a:latin typeface="Arial MT"/>
                <a:cs typeface="Arial MT"/>
              </a:rPr>
              <a:t> </a:t>
            </a:r>
            <a:r>
              <a:rPr sz="1700" spc="-25" dirty="0">
                <a:solidFill>
                  <a:srgbClr val="1C1C1C"/>
                </a:solidFill>
                <a:latin typeface="Arial MT"/>
                <a:cs typeface="Arial MT"/>
              </a:rPr>
              <a:t>to:</a:t>
            </a:r>
            <a:endParaRPr sz="1700">
              <a:latin typeface="Arial MT"/>
              <a:cs typeface="Arial MT"/>
            </a:endParaRPr>
          </a:p>
          <a:p>
            <a:pPr>
              <a:lnSpc>
                <a:spcPct val="100000"/>
              </a:lnSpc>
              <a:spcBef>
                <a:spcPts val="595"/>
              </a:spcBef>
            </a:pPr>
            <a:endParaRPr sz="1700">
              <a:latin typeface="Arial MT"/>
              <a:cs typeface="Arial MT"/>
            </a:endParaRPr>
          </a:p>
          <a:p>
            <a:pPr marL="175895" indent="-161925">
              <a:lnSpc>
                <a:spcPts val="2160"/>
              </a:lnSpc>
              <a:buClr>
                <a:srgbClr val="000000"/>
              </a:buClr>
              <a:buChar char="•"/>
              <a:tabLst>
                <a:tab pos="175895" algn="l"/>
              </a:tabLst>
            </a:pPr>
            <a:r>
              <a:rPr sz="1900" spc="-145" dirty="0">
                <a:solidFill>
                  <a:srgbClr val="111111"/>
                </a:solidFill>
                <a:latin typeface="Arial MT"/>
                <a:cs typeface="Arial MT"/>
              </a:rPr>
              <a:t>Define</a:t>
            </a:r>
            <a:r>
              <a:rPr sz="1900" spc="10" dirty="0">
                <a:solidFill>
                  <a:srgbClr val="111111"/>
                </a:solidFill>
                <a:latin typeface="Arial MT"/>
                <a:cs typeface="Arial MT"/>
              </a:rPr>
              <a:t> </a:t>
            </a:r>
            <a:r>
              <a:rPr sz="1900" spc="-114" dirty="0">
                <a:solidFill>
                  <a:srgbClr val="363636"/>
                </a:solidFill>
                <a:latin typeface="Arial MT"/>
                <a:cs typeface="Arial MT"/>
              </a:rPr>
              <a:t>the</a:t>
            </a:r>
            <a:r>
              <a:rPr sz="1900" spc="-75" dirty="0">
                <a:solidFill>
                  <a:srgbClr val="363636"/>
                </a:solidFill>
                <a:latin typeface="Arial MT"/>
                <a:cs typeface="Arial MT"/>
              </a:rPr>
              <a:t> </a:t>
            </a:r>
            <a:r>
              <a:rPr sz="1900" spc="-85" dirty="0">
                <a:solidFill>
                  <a:srgbClr val="232323"/>
                </a:solidFill>
                <a:latin typeface="Arial MT"/>
                <a:cs typeface="Arial MT"/>
              </a:rPr>
              <a:t>different</a:t>
            </a:r>
            <a:r>
              <a:rPr sz="1900" spc="15" dirty="0">
                <a:solidFill>
                  <a:srgbClr val="232323"/>
                </a:solidFill>
                <a:latin typeface="Arial MT"/>
                <a:cs typeface="Arial MT"/>
              </a:rPr>
              <a:t> </a:t>
            </a:r>
            <a:r>
              <a:rPr sz="1900" spc="-160" dirty="0">
                <a:solidFill>
                  <a:srgbClr val="111111"/>
                </a:solidFill>
                <a:latin typeface="Arial MT"/>
                <a:cs typeface="Arial MT"/>
              </a:rPr>
              <a:t>types</a:t>
            </a:r>
            <a:r>
              <a:rPr sz="1900" spc="-25" dirty="0">
                <a:solidFill>
                  <a:srgbClr val="111111"/>
                </a:solidFill>
                <a:latin typeface="Arial MT"/>
                <a:cs typeface="Arial MT"/>
              </a:rPr>
              <a:t> </a:t>
            </a:r>
            <a:r>
              <a:rPr sz="1900" spc="-55" dirty="0">
                <a:solidFill>
                  <a:srgbClr val="2A2A2A"/>
                </a:solidFill>
                <a:latin typeface="Arial MT"/>
                <a:cs typeface="Arial MT"/>
              </a:rPr>
              <a:t>of</a:t>
            </a:r>
            <a:r>
              <a:rPr sz="1900" spc="-75" dirty="0">
                <a:solidFill>
                  <a:srgbClr val="2A2A2A"/>
                </a:solidFill>
                <a:latin typeface="Arial MT"/>
                <a:cs typeface="Arial MT"/>
              </a:rPr>
              <a:t> </a:t>
            </a:r>
            <a:r>
              <a:rPr sz="1900" spc="-55" dirty="0">
                <a:solidFill>
                  <a:srgbClr val="0F0F0F"/>
                </a:solidFill>
                <a:latin typeface="Arial MT"/>
                <a:cs typeface="Arial MT"/>
              </a:rPr>
              <a:t>services</a:t>
            </a:r>
            <a:endParaRPr sz="1900">
              <a:latin typeface="Arial MT"/>
              <a:cs typeface="Arial MT"/>
            </a:endParaRPr>
          </a:p>
          <a:p>
            <a:pPr marL="172085" indent="-158115">
              <a:lnSpc>
                <a:spcPts val="2039"/>
              </a:lnSpc>
              <a:buClr>
                <a:srgbClr val="000000"/>
              </a:buClr>
              <a:buChar char="•"/>
              <a:tabLst>
                <a:tab pos="172085" algn="l"/>
              </a:tabLst>
            </a:pPr>
            <a:r>
              <a:rPr sz="1900" spc="-80" dirty="0">
                <a:solidFill>
                  <a:srgbClr val="1F1F1F"/>
                </a:solidFill>
                <a:latin typeface="Arial MT"/>
                <a:cs typeface="Arial MT"/>
              </a:rPr>
              <a:t>Identify</a:t>
            </a:r>
            <a:r>
              <a:rPr sz="1900" spc="105" dirty="0">
                <a:solidFill>
                  <a:srgbClr val="1F1F1F"/>
                </a:solidFill>
                <a:latin typeface="Arial MT"/>
                <a:cs typeface="Arial MT"/>
              </a:rPr>
              <a:t> </a:t>
            </a:r>
            <a:r>
              <a:rPr sz="1900" spc="-114" dirty="0">
                <a:latin typeface="Arial MT"/>
                <a:cs typeface="Arial MT"/>
              </a:rPr>
              <a:t>the</a:t>
            </a:r>
            <a:r>
              <a:rPr sz="1900" spc="-135" dirty="0">
                <a:latin typeface="Arial MT"/>
                <a:cs typeface="Arial MT"/>
              </a:rPr>
              <a:t> </a:t>
            </a:r>
            <a:r>
              <a:rPr sz="1900" spc="-140" dirty="0">
                <a:solidFill>
                  <a:srgbClr val="3F3F3F"/>
                </a:solidFill>
                <a:latin typeface="Arial MT"/>
                <a:cs typeface="Arial MT"/>
              </a:rPr>
              <a:t>main</a:t>
            </a:r>
            <a:r>
              <a:rPr sz="1900" spc="-110" dirty="0">
                <a:solidFill>
                  <a:srgbClr val="3F3F3F"/>
                </a:solidFill>
                <a:latin typeface="Arial MT"/>
                <a:cs typeface="Arial MT"/>
              </a:rPr>
              <a:t> </a:t>
            </a:r>
            <a:r>
              <a:rPr sz="1900" spc="-155" dirty="0">
                <a:latin typeface="Arial MT"/>
                <a:cs typeface="Arial MT"/>
              </a:rPr>
              <a:t>categories</a:t>
            </a:r>
            <a:r>
              <a:rPr sz="1900" spc="110" dirty="0">
                <a:latin typeface="Arial MT"/>
                <a:cs typeface="Arial MT"/>
              </a:rPr>
              <a:t> </a:t>
            </a:r>
            <a:r>
              <a:rPr sz="1900" spc="-120" dirty="0">
                <a:solidFill>
                  <a:srgbClr val="1C1C1C"/>
                </a:solidFill>
                <a:latin typeface="Arial MT"/>
                <a:cs typeface="Arial MT"/>
              </a:rPr>
              <a:t>of</a:t>
            </a:r>
            <a:r>
              <a:rPr sz="1900" spc="-40" dirty="0">
                <a:solidFill>
                  <a:srgbClr val="1C1C1C"/>
                </a:solidFill>
                <a:latin typeface="Arial MT"/>
                <a:cs typeface="Arial MT"/>
              </a:rPr>
              <a:t> </a:t>
            </a:r>
            <a:r>
              <a:rPr sz="1900" spc="-190" dirty="0">
                <a:solidFill>
                  <a:srgbClr val="0F0F0F"/>
                </a:solidFill>
                <a:latin typeface="Arial MT"/>
                <a:cs typeface="Arial MT"/>
              </a:rPr>
              <a:t>services</a:t>
            </a:r>
            <a:r>
              <a:rPr sz="1900" spc="15" dirty="0">
                <a:solidFill>
                  <a:srgbClr val="0F0F0F"/>
                </a:solidFill>
                <a:latin typeface="Arial MT"/>
                <a:cs typeface="Arial MT"/>
              </a:rPr>
              <a:t> </a:t>
            </a:r>
            <a:r>
              <a:rPr sz="1900" spc="-275" dirty="0">
                <a:solidFill>
                  <a:srgbClr val="161616"/>
                </a:solidFill>
                <a:latin typeface="Arial MT"/>
                <a:cs typeface="Arial MT"/>
              </a:rPr>
              <a:t>as</a:t>
            </a:r>
            <a:r>
              <a:rPr sz="1900" spc="-120" dirty="0">
                <a:solidFill>
                  <a:srgbClr val="161616"/>
                </a:solidFill>
                <a:latin typeface="Arial MT"/>
                <a:cs typeface="Arial MT"/>
              </a:rPr>
              <a:t> </a:t>
            </a:r>
            <a:r>
              <a:rPr sz="1900" spc="-95" dirty="0">
                <a:solidFill>
                  <a:srgbClr val="0A0A0A"/>
                </a:solidFill>
                <a:latin typeface="Arial MT"/>
                <a:cs typeface="Arial MT"/>
              </a:rPr>
              <a:t>part</a:t>
            </a:r>
            <a:r>
              <a:rPr sz="1900" spc="-75" dirty="0">
                <a:solidFill>
                  <a:srgbClr val="0A0A0A"/>
                </a:solidFill>
                <a:latin typeface="Arial MT"/>
                <a:cs typeface="Arial MT"/>
              </a:rPr>
              <a:t> </a:t>
            </a:r>
            <a:r>
              <a:rPr sz="1900" spc="-65" dirty="0">
                <a:solidFill>
                  <a:srgbClr val="3D3D3D"/>
                </a:solidFill>
                <a:latin typeface="Arial MT"/>
                <a:cs typeface="Arial MT"/>
              </a:rPr>
              <a:t>of</a:t>
            </a:r>
            <a:r>
              <a:rPr sz="1900" spc="-60" dirty="0">
                <a:solidFill>
                  <a:srgbClr val="3D3D3D"/>
                </a:solidFill>
                <a:latin typeface="Arial MT"/>
                <a:cs typeface="Arial MT"/>
              </a:rPr>
              <a:t> </a:t>
            </a:r>
            <a:r>
              <a:rPr sz="1900" spc="-170" dirty="0">
                <a:solidFill>
                  <a:srgbClr val="4F4F4F"/>
                </a:solidFill>
                <a:latin typeface="Arial MT"/>
                <a:cs typeface="Arial MT"/>
              </a:rPr>
              <a:t>an</a:t>
            </a:r>
            <a:r>
              <a:rPr sz="1900" spc="-125" dirty="0">
                <a:solidFill>
                  <a:srgbClr val="4F4F4F"/>
                </a:solidFill>
                <a:latin typeface="Arial MT"/>
                <a:cs typeface="Arial MT"/>
              </a:rPr>
              <a:t> </a:t>
            </a:r>
            <a:r>
              <a:rPr sz="1900" spc="-40" dirty="0">
                <a:solidFill>
                  <a:srgbClr val="131313"/>
                </a:solidFill>
                <a:latin typeface="Arial MT"/>
                <a:cs typeface="Arial MT"/>
              </a:rPr>
              <a:t>architecture</a:t>
            </a:r>
            <a:endParaRPr sz="1900">
              <a:latin typeface="Arial MT"/>
              <a:cs typeface="Arial MT"/>
            </a:endParaRPr>
          </a:p>
          <a:p>
            <a:pPr marL="175895" indent="-161925">
              <a:lnSpc>
                <a:spcPts val="2160"/>
              </a:lnSpc>
              <a:buChar char="•"/>
              <a:tabLst>
                <a:tab pos="175895" algn="l"/>
              </a:tabLst>
            </a:pPr>
            <a:r>
              <a:rPr sz="1900" spc="-200" dirty="0">
                <a:latin typeface="Arial MT"/>
                <a:cs typeface="Arial MT"/>
              </a:rPr>
              <a:t>Describe</a:t>
            </a:r>
            <a:r>
              <a:rPr sz="1900" spc="80" dirty="0">
                <a:latin typeface="Arial MT"/>
                <a:cs typeface="Arial MT"/>
              </a:rPr>
              <a:t> </a:t>
            </a:r>
            <a:r>
              <a:rPr sz="1900" spc="-210" dirty="0">
                <a:solidFill>
                  <a:srgbClr val="282828"/>
                </a:solidFill>
                <a:latin typeface="Arial MT"/>
                <a:cs typeface="Arial MT"/>
              </a:rPr>
              <a:t>each</a:t>
            </a:r>
            <a:r>
              <a:rPr sz="1900" spc="-55" dirty="0">
                <a:solidFill>
                  <a:srgbClr val="282828"/>
                </a:solidFill>
                <a:latin typeface="Arial MT"/>
                <a:cs typeface="Arial MT"/>
              </a:rPr>
              <a:t> </a:t>
            </a:r>
            <a:r>
              <a:rPr sz="1900" spc="-195" dirty="0">
                <a:solidFill>
                  <a:srgbClr val="1F1F1F"/>
                </a:solidFill>
                <a:latin typeface="Arial MT"/>
                <a:cs typeface="Arial MT"/>
              </a:rPr>
              <a:t>service,</a:t>
            </a:r>
            <a:r>
              <a:rPr sz="1900" spc="114" dirty="0">
                <a:solidFill>
                  <a:srgbClr val="1F1F1F"/>
                </a:solidFill>
                <a:latin typeface="Arial MT"/>
                <a:cs typeface="Arial MT"/>
              </a:rPr>
              <a:t> </a:t>
            </a:r>
            <a:r>
              <a:rPr sz="1900" spc="-95" dirty="0">
                <a:solidFill>
                  <a:srgbClr val="1C1C1C"/>
                </a:solidFill>
                <a:latin typeface="Arial MT"/>
                <a:cs typeface="Arial MT"/>
              </a:rPr>
              <a:t>its</a:t>
            </a:r>
            <a:r>
              <a:rPr sz="1900" spc="-114" dirty="0">
                <a:solidFill>
                  <a:srgbClr val="1C1C1C"/>
                </a:solidFill>
                <a:latin typeface="Arial MT"/>
                <a:cs typeface="Arial MT"/>
              </a:rPr>
              <a:t> </a:t>
            </a:r>
            <a:r>
              <a:rPr sz="1900" spc="-210" dirty="0">
                <a:solidFill>
                  <a:srgbClr val="212121"/>
                </a:solidFill>
                <a:latin typeface="Arial MT"/>
                <a:cs typeface="Arial MT"/>
              </a:rPr>
              <a:t>use,</a:t>
            </a:r>
            <a:r>
              <a:rPr sz="1900" spc="60" dirty="0">
                <a:solidFill>
                  <a:srgbClr val="212121"/>
                </a:solidFill>
                <a:latin typeface="Arial MT"/>
                <a:cs typeface="Arial MT"/>
              </a:rPr>
              <a:t> </a:t>
            </a:r>
            <a:r>
              <a:rPr sz="1900" spc="-165" dirty="0">
                <a:latin typeface="Arial MT"/>
                <a:cs typeface="Arial MT"/>
              </a:rPr>
              <a:t>features,</a:t>
            </a:r>
            <a:r>
              <a:rPr sz="1900" spc="60" dirty="0">
                <a:latin typeface="Arial MT"/>
                <a:cs typeface="Arial MT"/>
              </a:rPr>
              <a:t> </a:t>
            </a:r>
            <a:r>
              <a:rPr sz="1900" spc="-180" dirty="0">
                <a:solidFill>
                  <a:srgbClr val="2F2F2F"/>
                </a:solidFill>
                <a:latin typeface="Arial MT"/>
                <a:cs typeface="Arial MT"/>
              </a:rPr>
              <a:t>and</a:t>
            </a:r>
            <a:r>
              <a:rPr sz="1900" spc="-60" dirty="0">
                <a:solidFill>
                  <a:srgbClr val="2F2F2F"/>
                </a:solidFill>
                <a:latin typeface="Arial MT"/>
                <a:cs typeface="Arial MT"/>
              </a:rPr>
              <a:t> </a:t>
            </a:r>
            <a:r>
              <a:rPr sz="1900" spc="-10" dirty="0">
                <a:latin typeface="Arial MT"/>
                <a:cs typeface="Arial MT"/>
              </a:rPr>
              <a:t>benefits</a:t>
            </a:r>
            <a:endParaRPr sz="1900">
              <a:latin typeface="Arial MT"/>
              <a:cs typeface="Arial MT"/>
            </a:endParaRPr>
          </a:p>
        </p:txBody>
      </p:sp>
      <p:sp>
        <p:nvSpPr>
          <p:cNvPr id="5" name="object 5"/>
          <p:cNvSpPr txBox="1"/>
          <p:nvPr/>
        </p:nvSpPr>
        <p:spPr>
          <a:xfrm>
            <a:off x="862836" y="6262562"/>
            <a:ext cx="3140710" cy="168275"/>
          </a:xfrm>
          <a:prstGeom prst="rect">
            <a:avLst/>
          </a:prstGeom>
        </p:spPr>
        <p:txBody>
          <a:bodyPr vert="horz" wrap="square" lIns="0" tIns="17145" rIns="0" bIns="0" rtlCol="0">
            <a:spAutoFit/>
          </a:bodyPr>
          <a:lstStyle/>
          <a:p>
            <a:pPr marL="12700">
              <a:lnSpc>
                <a:spcPct val="100000"/>
              </a:lnSpc>
              <a:spcBef>
                <a:spcPts val="135"/>
              </a:spcBef>
            </a:pPr>
            <a:r>
              <a:rPr sz="900" dirty="0">
                <a:solidFill>
                  <a:srgbClr val="676767"/>
                </a:solidFill>
                <a:latin typeface="Arial MT"/>
                <a:cs typeface="Arial MT"/>
              </a:rPr>
              <a:t>ti20J</a:t>
            </a:r>
            <a:r>
              <a:rPr sz="900" dirty="0">
                <a:solidFill>
                  <a:srgbClr val="8E8E8E"/>
                </a:solidFill>
                <a:latin typeface="Arial MT"/>
                <a:cs typeface="Arial MT"/>
              </a:rPr>
              <a:t>1</a:t>
            </a:r>
            <a:r>
              <a:rPr sz="900" spc="-60" dirty="0">
                <a:solidFill>
                  <a:srgbClr val="8E8E8E"/>
                </a:solidFill>
                <a:latin typeface="Arial MT"/>
                <a:cs typeface="Arial MT"/>
              </a:rPr>
              <a:t> </a:t>
            </a:r>
            <a:r>
              <a:rPr sz="900" spc="-75" dirty="0">
                <a:solidFill>
                  <a:srgbClr val="424242"/>
                </a:solidFill>
                <a:latin typeface="Arial MT"/>
                <a:cs typeface="Arial MT"/>
              </a:rPr>
              <a:t>Amazon</a:t>
            </a:r>
            <a:r>
              <a:rPr sz="900" spc="50" dirty="0">
                <a:solidFill>
                  <a:srgbClr val="424242"/>
                </a:solidFill>
                <a:latin typeface="Arial MT"/>
                <a:cs typeface="Arial MT"/>
              </a:rPr>
              <a:t> </a:t>
            </a:r>
            <a:r>
              <a:rPr sz="900" spc="-25" dirty="0">
                <a:solidFill>
                  <a:srgbClr val="8E8E8E"/>
                </a:solidFill>
                <a:latin typeface="Arial MT"/>
                <a:cs typeface="Arial MT"/>
              </a:rPr>
              <a:t>wee</a:t>
            </a:r>
            <a:r>
              <a:rPr sz="900" spc="-5" dirty="0">
                <a:solidFill>
                  <a:srgbClr val="8E8E8E"/>
                </a:solidFill>
                <a:latin typeface="Arial MT"/>
                <a:cs typeface="Arial MT"/>
              </a:rPr>
              <a:t> </a:t>
            </a:r>
            <a:r>
              <a:rPr sz="900" spc="-50" dirty="0">
                <a:solidFill>
                  <a:srgbClr val="9A9A9A"/>
                </a:solidFill>
                <a:latin typeface="Arial MT"/>
                <a:cs typeface="Arial MT"/>
              </a:rPr>
              <a:t>@wrce&gt;</a:t>
            </a:r>
            <a:r>
              <a:rPr sz="900" spc="130" dirty="0">
                <a:solidFill>
                  <a:srgbClr val="9A9A9A"/>
                </a:solidFill>
                <a:latin typeface="Arial MT"/>
                <a:cs typeface="Arial MT"/>
              </a:rPr>
              <a:t> </a:t>
            </a:r>
            <a:r>
              <a:rPr sz="900" dirty="0">
                <a:solidFill>
                  <a:srgbClr val="727272"/>
                </a:solidFill>
                <a:latin typeface="Arial MT"/>
                <a:cs typeface="Arial MT"/>
              </a:rPr>
              <a:t>inc</a:t>
            </a:r>
            <a:r>
              <a:rPr sz="900" spc="35" dirty="0">
                <a:solidFill>
                  <a:srgbClr val="727272"/>
                </a:solidFill>
                <a:latin typeface="Arial MT"/>
                <a:cs typeface="Arial MT"/>
              </a:rPr>
              <a:t> </a:t>
            </a:r>
            <a:r>
              <a:rPr sz="900" spc="-50" dirty="0">
                <a:solidFill>
                  <a:srgbClr val="878787"/>
                </a:solidFill>
                <a:latin typeface="Arial MT"/>
                <a:cs typeface="Arial MT"/>
              </a:rPr>
              <a:t>or</a:t>
            </a:r>
            <a:r>
              <a:rPr sz="900" spc="10" dirty="0">
                <a:solidFill>
                  <a:srgbClr val="878787"/>
                </a:solidFill>
                <a:latin typeface="Arial MT"/>
                <a:cs typeface="Arial MT"/>
              </a:rPr>
              <a:t> </a:t>
            </a:r>
            <a:r>
              <a:rPr sz="900" spc="-215" dirty="0">
                <a:solidFill>
                  <a:srgbClr val="646464"/>
                </a:solidFill>
                <a:latin typeface="Arial MT"/>
                <a:cs typeface="Arial MT"/>
              </a:rPr>
              <a:t>me</a:t>
            </a:r>
            <a:r>
              <a:rPr sz="900" spc="-75" dirty="0">
                <a:solidFill>
                  <a:srgbClr val="646464"/>
                </a:solidFill>
                <a:latin typeface="Arial MT"/>
                <a:cs typeface="Arial MT"/>
              </a:rPr>
              <a:t> </a:t>
            </a:r>
            <a:r>
              <a:rPr sz="900" spc="-45" dirty="0">
                <a:solidFill>
                  <a:srgbClr val="707070"/>
                </a:solidFill>
                <a:latin typeface="Arial MT"/>
                <a:cs typeface="Arial MT"/>
              </a:rPr>
              <a:t>aGiiares.</a:t>
            </a:r>
            <a:r>
              <a:rPr sz="900" spc="60" dirty="0">
                <a:solidFill>
                  <a:srgbClr val="707070"/>
                </a:solidFill>
                <a:latin typeface="Arial MT"/>
                <a:cs typeface="Arial MT"/>
              </a:rPr>
              <a:t> </a:t>
            </a:r>
            <a:r>
              <a:rPr sz="900" spc="-95" dirty="0">
                <a:solidFill>
                  <a:srgbClr val="747474"/>
                </a:solidFill>
                <a:latin typeface="Arial MT"/>
                <a:cs typeface="Arial MT"/>
              </a:rPr>
              <a:t>At”</a:t>
            </a:r>
            <a:r>
              <a:rPr sz="900" spc="-35" dirty="0">
                <a:solidFill>
                  <a:srgbClr val="747474"/>
                </a:solidFill>
                <a:latin typeface="Arial MT"/>
                <a:cs typeface="Arial MT"/>
              </a:rPr>
              <a:t> </a:t>
            </a:r>
            <a:r>
              <a:rPr sz="900" spc="-25" dirty="0">
                <a:solidFill>
                  <a:srgbClr val="646464"/>
                </a:solidFill>
                <a:latin typeface="Arial MT"/>
                <a:cs typeface="Arial MT"/>
              </a:rPr>
              <a:t>ngnts</a:t>
            </a:r>
            <a:r>
              <a:rPr sz="900" spc="-5" dirty="0">
                <a:solidFill>
                  <a:srgbClr val="646464"/>
                </a:solidFill>
                <a:latin typeface="Arial MT"/>
                <a:cs typeface="Arial MT"/>
              </a:rPr>
              <a:t> </a:t>
            </a:r>
            <a:r>
              <a:rPr sz="900" spc="-75" dirty="0">
                <a:solidFill>
                  <a:srgbClr val="747474"/>
                </a:solidFill>
                <a:latin typeface="Arial MT"/>
                <a:cs typeface="Arial MT"/>
              </a:rPr>
              <a:t>reserY'e'd</a:t>
            </a:r>
            <a:endParaRPr sz="900">
              <a:latin typeface="Arial MT"/>
              <a:cs typeface="Arial MT"/>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038250" y="2117935"/>
            <a:ext cx="4353393" cy="2810213"/>
          </a:xfrm>
          <a:prstGeom prst="rect">
            <a:avLst/>
          </a:prstGeom>
        </p:spPr>
      </p:pic>
      <p:pic>
        <p:nvPicPr>
          <p:cNvPr id="3" name="object 3"/>
          <p:cNvPicPr/>
          <p:nvPr/>
        </p:nvPicPr>
        <p:blipFill>
          <a:blip r:embed="rId3" cstate="print"/>
          <a:stretch>
            <a:fillRect/>
          </a:stretch>
        </p:blipFill>
        <p:spPr>
          <a:xfrm>
            <a:off x="1380489" y="365125"/>
            <a:ext cx="9430766" cy="857353"/>
          </a:xfrm>
          <a:prstGeom prst="rect">
            <a:avLst/>
          </a:prstGeom>
        </p:spPr>
      </p:pic>
      <p:sp>
        <p:nvSpPr>
          <p:cNvPr id="4" name="object 4"/>
          <p:cNvSpPr txBox="1"/>
          <p:nvPr/>
        </p:nvSpPr>
        <p:spPr>
          <a:xfrm>
            <a:off x="5124542" y="1509851"/>
            <a:ext cx="2125345" cy="277495"/>
          </a:xfrm>
          <a:prstGeom prst="rect">
            <a:avLst/>
          </a:prstGeom>
        </p:spPr>
        <p:txBody>
          <a:bodyPr vert="horz" wrap="square" lIns="0" tIns="12700" rIns="0" bIns="0" rtlCol="0">
            <a:spAutoFit/>
          </a:bodyPr>
          <a:lstStyle/>
          <a:p>
            <a:pPr marL="12700">
              <a:lnSpc>
                <a:spcPct val="100000"/>
              </a:lnSpc>
              <a:spcBef>
                <a:spcPts val="100"/>
              </a:spcBef>
            </a:pPr>
            <a:r>
              <a:rPr sz="1650" dirty="0">
                <a:latin typeface="Arial MT"/>
                <a:cs typeface="Arial MT"/>
              </a:rPr>
              <a:t>Monolithic</a:t>
            </a:r>
            <a:r>
              <a:rPr sz="1650" spc="195" dirty="0">
                <a:latin typeface="Arial MT"/>
                <a:cs typeface="Arial MT"/>
              </a:rPr>
              <a:t> </a:t>
            </a:r>
            <a:r>
              <a:rPr sz="1650" spc="-10" dirty="0">
                <a:latin typeface="Arial MT"/>
                <a:cs typeface="Arial MT"/>
              </a:rPr>
              <a:t>architecture</a:t>
            </a:r>
            <a:endParaRPr sz="1650">
              <a:latin typeface="Arial MT"/>
              <a:cs typeface="Arial MT"/>
            </a:endParaRPr>
          </a:p>
        </p:txBody>
      </p:sp>
      <p:sp>
        <p:nvSpPr>
          <p:cNvPr id="5" name="object 5"/>
          <p:cNvSpPr txBox="1"/>
          <p:nvPr/>
        </p:nvSpPr>
        <p:spPr>
          <a:xfrm>
            <a:off x="1753558" y="5364765"/>
            <a:ext cx="2590165" cy="155575"/>
          </a:xfrm>
          <a:prstGeom prst="rect">
            <a:avLst/>
          </a:prstGeom>
        </p:spPr>
        <p:txBody>
          <a:bodyPr vert="horz" wrap="square" lIns="0" tIns="12700" rIns="0" bIns="0" rtlCol="0">
            <a:spAutoFit/>
          </a:bodyPr>
          <a:lstStyle/>
          <a:p>
            <a:pPr marL="12700">
              <a:lnSpc>
                <a:spcPct val="100000"/>
              </a:lnSpc>
              <a:spcBef>
                <a:spcPts val="100"/>
              </a:spcBef>
            </a:pPr>
            <a:r>
              <a:rPr sz="850" spc="-145" dirty="0">
                <a:solidFill>
                  <a:srgbClr val="646464"/>
                </a:solidFill>
                <a:latin typeface="Courier New"/>
                <a:cs typeface="Courier New"/>
              </a:rPr>
              <a:t>u02a</a:t>
            </a:r>
            <a:r>
              <a:rPr sz="850" spc="-210" dirty="0">
                <a:solidFill>
                  <a:srgbClr val="646464"/>
                </a:solidFill>
                <a:latin typeface="Courier New"/>
                <a:cs typeface="Courier New"/>
              </a:rPr>
              <a:t> </a:t>
            </a:r>
            <a:r>
              <a:rPr sz="850" dirty="0">
                <a:solidFill>
                  <a:srgbClr val="5D5D5D"/>
                </a:solidFill>
                <a:latin typeface="Courier New"/>
                <a:cs typeface="Courier New"/>
              </a:rPr>
              <a:t>AmaxavebSe</a:t>
            </a:r>
            <a:r>
              <a:rPr sz="850" spc="440" dirty="0">
                <a:solidFill>
                  <a:srgbClr val="5D5D5D"/>
                </a:solidFill>
                <a:latin typeface="Courier New"/>
                <a:cs typeface="Courier New"/>
              </a:rPr>
              <a:t> </a:t>
            </a:r>
            <a:r>
              <a:rPr sz="850" spc="-135" dirty="0">
                <a:solidFill>
                  <a:srgbClr val="5D5D5D"/>
                </a:solidFill>
                <a:latin typeface="Courier New"/>
                <a:cs typeface="Courier New"/>
              </a:rPr>
              <a:t>eą</a:t>
            </a:r>
            <a:r>
              <a:rPr sz="850" spc="-90" dirty="0">
                <a:solidFill>
                  <a:srgbClr val="5D5D5D"/>
                </a:solidFill>
                <a:latin typeface="Courier New"/>
                <a:cs typeface="Courier New"/>
              </a:rPr>
              <a:t> </a:t>
            </a:r>
            <a:r>
              <a:rPr sz="850" spc="-50" dirty="0">
                <a:solidFill>
                  <a:srgbClr val="5D5D5D"/>
                </a:solidFill>
                <a:latin typeface="Courier New"/>
                <a:cs typeface="Courier New"/>
              </a:rPr>
              <a:t>noormaÆ#aœs.M</a:t>
            </a:r>
            <a:r>
              <a:rPr sz="850" spc="-80" dirty="0">
                <a:solidFill>
                  <a:srgbClr val="5D5D5D"/>
                </a:solidFill>
                <a:latin typeface="Courier New"/>
                <a:cs typeface="Courier New"/>
              </a:rPr>
              <a:t> ngne</a:t>
            </a:r>
            <a:r>
              <a:rPr sz="850" spc="-120" dirty="0">
                <a:solidFill>
                  <a:srgbClr val="5D5D5D"/>
                </a:solidFill>
                <a:latin typeface="Courier New"/>
                <a:cs typeface="Courier New"/>
              </a:rPr>
              <a:t> </a:t>
            </a:r>
            <a:r>
              <a:rPr sz="850" spc="-80" dirty="0">
                <a:solidFill>
                  <a:srgbClr val="5D5D5D"/>
                </a:solidFill>
                <a:latin typeface="Courier New"/>
                <a:cs typeface="Courier New"/>
              </a:rPr>
              <a:t>eseneü</a:t>
            </a:r>
            <a:endParaRPr sz="850">
              <a:latin typeface="Courier New"/>
              <a:cs typeface="Courier New"/>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390014" y="365125"/>
            <a:ext cx="9402445" cy="857885"/>
          </a:xfrm>
          <a:custGeom>
            <a:avLst/>
            <a:gdLst/>
            <a:ahLst/>
            <a:cxnLst/>
            <a:rect l="l" t="t" r="r" b="b"/>
            <a:pathLst>
              <a:path w="9402445" h="857885">
                <a:moveTo>
                  <a:pt x="9401175" y="857250"/>
                </a:moveTo>
                <a:lnTo>
                  <a:pt x="0" y="857250"/>
                </a:lnTo>
                <a:lnTo>
                  <a:pt x="0" y="0"/>
                </a:lnTo>
                <a:lnTo>
                  <a:pt x="9401175" y="0"/>
                </a:lnTo>
                <a:lnTo>
                  <a:pt x="9401175" y="857250"/>
                </a:lnTo>
                <a:close/>
              </a:path>
            </a:pathLst>
          </a:custGeom>
          <a:solidFill>
            <a:srgbClr val="418985"/>
          </a:solidFill>
        </p:spPr>
        <p:txBody>
          <a:bodyPr wrap="square" lIns="0" tIns="0" rIns="0" bIns="0" rtlCol="0"/>
          <a:lstStyle/>
          <a:p>
            <a:endParaRPr/>
          </a:p>
        </p:txBody>
      </p:sp>
      <p:sp>
        <p:nvSpPr>
          <p:cNvPr id="3" name="object 3" descr="$PPTXTitle"/>
          <p:cNvSpPr txBox="1">
            <a:spLocks noGrp="1"/>
          </p:cNvSpPr>
          <p:nvPr>
            <p:ph type="title"/>
          </p:nvPr>
        </p:nvSpPr>
        <p:spPr>
          <a:prstGeom prst="rect">
            <a:avLst/>
          </a:prstGeom>
        </p:spPr>
        <p:txBody>
          <a:bodyPr vert="horz" wrap="square" lIns="0" tIns="12700" rIns="0" bIns="0" rtlCol="0">
            <a:spAutoFit/>
          </a:bodyPr>
          <a:lstStyle/>
          <a:p>
            <a:pPr marL="3175">
              <a:lnSpc>
                <a:spcPct val="100000"/>
              </a:lnSpc>
              <a:spcBef>
                <a:spcPts val="100"/>
              </a:spcBef>
            </a:pPr>
            <a:r>
              <a:rPr sz="3150" dirty="0">
                <a:solidFill>
                  <a:srgbClr val="368383"/>
                </a:solidFill>
                <a:latin typeface="Arial MT"/>
                <a:cs typeface="Arial MT"/>
              </a:rPr>
              <a:t>Monolithic</a:t>
            </a:r>
            <a:r>
              <a:rPr sz="3150" spc="60" dirty="0">
                <a:solidFill>
                  <a:srgbClr val="368383"/>
                </a:solidFill>
                <a:latin typeface="Arial MT"/>
                <a:cs typeface="Arial MT"/>
              </a:rPr>
              <a:t> </a:t>
            </a:r>
            <a:r>
              <a:rPr sz="3150" spc="-55" dirty="0">
                <a:solidFill>
                  <a:srgbClr val="418999"/>
                </a:solidFill>
                <a:latin typeface="Arial MT"/>
                <a:cs typeface="Arial MT"/>
              </a:rPr>
              <a:t>architecture</a:t>
            </a:r>
            <a:endParaRPr sz="3150">
              <a:latin typeface="Arial MT"/>
              <a:cs typeface="Arial MT"/>
            </a:endParaRPr>
          </a:p>
        </p:txBody>
      </p:sp>
      <p:sp>
        <p:nvSpPr>
          <p:cNvPr id="4" name="object 4"/>
          <p:cNvSpPr txBox="1"/>
          <p:nvPr/>
        </p:nvSpPr>
        <p:spPr>
          <a:xfrm>
            <a:off x="9077406" y="514369"/>
            <a:ext cx="1071245" cy="346075"/>
          </a:xfrm>
          <a:prstGeom prst="rect">
            <a:avLst/>
          </a:prstGeom>
        </p:spPr>
        <p:txBody>
          <a:bodyPr vert="horz" wrap="square" lIns="0" tIns="12700" rIns="0" bIns="0" rtlCol="0">
            <a:spAutoFit/>
          </a:bodyPr>
          <a:lstStyle/>
          <a:p>
            <a:pPr>
              <a:lnSpc>
                <a:spcPct val="100000"/>
              </a:lnSpc>
              <a:spcBef>
                <a:spcPts val="100"/>
              </a:spcBef>
              <a:tabLst>
                <a:tab pos="988060" algn="l"/>
              </a:tabLst>
            </a:pPr>
            <a:r>
              <a:rPr sz="2100" spc="-165" dirty="0">
                <a:solidFill>
                  <a:srgbClr val="3D7780"/>
                </a:solidFill>
                <a:latin typeface="Arial MT"/>
                <a:cs typeface="Arial MT"/>
              </a:rPr>
              <a:t>äWS</a:t>
            </a:r>
            <a:r>
              <a:rPr sz="2100" spc="35" dirty="0">
                <a:solidFill>
                  <a:srgbClr val="3D7780"/>
                </a:solidFill>
                <a:latin typeface="Arial MT"/>
                <a:cs typeface="Arial MT"/>
              </a:rPr>
              <a:t> </a:t>
            </a:r>
            <a:r>
              <a:rPr sz="2100" spc="-50" dirty="0">
                <a:solidFill>
                  <a:srgbClr val="448EA7"/>
                </a:solidFill>
                <a:latin typeface="Arial MT"/>
                <a:cs typeface="Arial MT"/>
              </a:rPr>
              <a:t>.</a:t>
            </a:r>
            <a:r>
              <a:rPr sz="2100" dirty="0">
                <a:solidFill>
                  <a:srgbClr val="448EA7"/>
                </a:solidFill>
                <a:latin typeface="Arial MT"/>
                <a:cs typeface="Arial MT"/>
              </a:rPr>
              <a:t>	</a:t>
            </a:r>
            <a:r>
              <a:rPr sz="2100" spc="-95" dirty="0">
                <a:solidFill>
                  <a:srgbClr val="8CD8EF"/>
                </a:solidFill>
                <a:latin typeface="Arial MT"/>
                <a:cs typeface="Arial MT"/>
              </a:rPr>
              <a:t>›</a:t>
            </a:r>
            <a:endParaRPr sz="2100">
              <a:latin typeface="Arial MT"/>
              <a:cs typeface="Arial MT"/>
            </a:endParaRPr>
          </a:p>
        </p:txBody>
      </p:sp>
      <p:pic>
        <p:nvPicPr>
          <p:cNvPr id="5" name="object 5"/>
          <p:cNvPicPr/>
          <p:nvPr/>
        </p:nvPicPr>
        <p:blipFill>
          <a:blip r:embed="rId2" cstate="print"/>
          <a:stretch>
            <a:fillRect/>
          </a:stretch>
        </p:blipFill>
        <p:spPr>
          <a:xfrm>
            <a:off x="6267341" y="3613542"/>
            <a:ext cx="1495586" cy="733513"/>
          </a:xfrm>
          <a:prstGeom prst="rect">
            <a:avLst/>
          </a:prstGeom>
        </p:spPr>
      </p:pic>
      <p:pic>
        <p:nvPicPr>
          <p:cNvPr id="6" name="object 6"/>
          <p:cNvPicPr/>
          <p:nvPr/>
        </p:nvPicPr>
        <p:blipFill>
          <a:blip r:embed="rId3" cstate="print"/>
          <a:stretch>
            <a:fillRect/>
          </a:stretch>
        </p:blipFill>
        <p:spPr>
          <a:xfrm>
            <a:off x="6267341" y="2822872"/>
            <a:ext cx="1486060" cy="733513"/>
          </a:xfrm>
          <a:prstGeom prst="rect">
            <a:avLst/>
          </a:prstGeom>
        </p:spPr>
      </p:pic>
      <p:pic>
        <p:nvPicPr>
          <p:cNvPr id="7" name="object 7"/>
          <p:cNvPicPr/>
          <p:nvPr/>
        </p:nvPicPr>
        <p:blipFill>
          <a:blip r:embed="rId4" cstate="print"/>
          <a:stretch>
            <a:fillRect/>
          </a:stretch>
        </p:blipFill>
        <p:spPr>
          <a:xfrm>
            <a:off x="5171847" y="1584472"/>
            <a:ext cx="2076674" cy="171470"/>
          </a:xfrm>
          <a:prstGeom prst="rect">
            <a:avLst/>
          </a:prstGeom>
        </p:spPr>
      </p:pic>
      <p:sp>
        <p:nvSpPr>
          <p:cNvPr id="8" name="object 8"/>
          <p:cNvSpPr txBox="1"/>
          <p:nvPr/>
        </p:nvSpPr>
        <p:spPr>
          <a:xfrm>
            <a:off x="5081054" y="2999107"/>
            <a:ext cx="690880" cy="330835"/>
          </a:xfrm>
          <a:prstGeom prst="rect">
            <a:avLst/>
          </a:prstGeom>
        </p:spPr>
        <p:txBody>
          <a:bodyPr vert="horz" wrap="square" lIns="0" tIns="12700" rIns="0" bIns="0" rtlCol="0">
            <a:spAutoFit/>
          </a:bodyPr>
          <a:lstStyle/>
          <a:p>
            <a:pPr marL="12700">
              <a:lnSpc>
                <a:spcPct val="100000"/>
              </a:lnSpc>
              <a:spcBef>
                <a:spcPts val="100"/>
              </a:spcBef>
            </a:pPr>
            <a:r>
              <a:rPr sz="2000" spc="-235" dirty="0">
                <a:solidFill>
                  <a:srgbClr val="2F9E90"/>
                </a:solidFill>
                <a:latin typeface="Arial MT"/>
                <a:cs typeface="Arial MT"/>
              </a:rPr>
              <a:t>Servers</a:t>
            </a:r>
            <a:endParaRPr sz="2000">
              <a:latin typeface="Arial MT"/>
              <a:cs typeface="Arial MT"/>
            </a:endParaRPr>
          </a:p>
        </p:txBody>
      </p:sp>
      <p:sp>
        <p:nvSpPr>
          <p:cNvPr id="9" name="object 9"/>
          <p:cNvSpPr txBox="1"/>
          <p:nvPr/>
        </p:nvSpPr>
        <p:spPr>
          <a:xfrm>
            <a:off x="4779186" y="3815181"/>
            <a:ext cx="1283970" cy="300355"/>
          </a:xfrm>
          <a:prstGeom prst="rect">
            <a:avLst/>
          </a:prstGeom>
        </p:spPr>
        <p:txBody>
          <a:bodyPr vert="horz" wrap="square" lIns="0" tIns="12700" rIns="0" bIns="0" rtlCol="0">
            <a:spAutoFit/>
          </a:bodyPr>
          <a:lstStyle/>
          <a:p>
            <a:pPr marL="12700">
              <a:lnSpc>
                <a:spcPct val="100000"/>
              </a:lnSpc>
              <a:spcBef>
                <a:spcPts val="100"/>
              </a:spcBef>
            </a:pPr>
            <a:r>
              <a:rPr sz="1800" spc="-160" dirty="0">
                <a:solidFill>
                  <a:srgbClr val="004970"/>
                </a:solidFill>
                <a:latin typeface="Arial MT"/>
                <a:cs typeface="Arial MT"/>
              </a:rPr>
              <a:t>User</a:t>
            </a:r>
            <a:r>
              <a:rPr sz="1800" spc="30" dirty="0">
                <a:solidFill>
                  <a:srgbClr val="004970"/>
                </a:solidFill>
                <a:latin typeface="Arial MT"/>
                <a:cs typeface="Arial MT"/>
              </a:rPr>
              <a:t> </a:t>
            </a:r>
            <a:r>
              <a:rPr sz="1800" spc="-80" dirty="0">
                <a:solidFill>
                  <a:srgbClr val="00648A"/>
                </a:solidFill>
                <a:latin typeface="Arial MT"/>
                <a:cs typeface="Arial MT"/>
              </a:rPr>
              <a:t>interface</a:t>
            </a:r>
            <a:endParaRPr sz="1800">
              <a:latin typeface="Arial MT"/>
              <a:cs typeface="Arial MT"/>
            </a:endParaRPr>
          </a:p>
        </p:txBody>
      </p:sp>
      <p:sp>
        <p:nvSpPr>
          <p:cNvPr id="10" name="object 10"/>
          <p:cNvSpPr txBox="1"/>
          <p:nvPr/>
        </p:nvSpPr>
        <p:spPr>
          <a:xfrm>
            <a:off x="6361733" y="3815181"/>
            <a:ext cx="1280160" cy="300355"/>
          </a:xfrm>
          <a:prstGeom prst="rect">
            <a:avLst/>
          </a:prstGeom>
        </p:spPr>
        <p:txBody>
          <a:bodyPr vert="horz" wrap="square" lIns="0" tIns="12700" rIns="0" bIns="0" rtlCol="0">
            <a:spAutoFit/>
          </a:bodyPr>
          <a:lstStyle/>
          <a:p>
            <a:pPr marL="12700">
              <a:lnSpc>
                <a:spcPct val="100000"/>
              </a:lnSpc>
              <a:spcBef>
                <a:spcPts val="100"/>
              </a:spcBef>
            </a:pPr>
            <a:r>
              <a:rPr sz="1800" spc="-155" dirty="0">
                <a:solidFill>
                  <a:srgbClr val="382364"/>
                </a:solidFill>
                <a:latin typeface="Arial MT"/>
                <a:cs typeface="Arial MT"/>
              </a:rPr>
              <a:t>Business</a:t>
            </a:r>
            <a:r>
              <a:rPr sz="1800" spc="45" dirty="0">
                <a:solidFill>
                  <a:srgbClr val="382364"/>
                </a:solidFill>
                <a:latin typeface="Arial MT"/>
                <a:cs typeface="Arial MT"/>
              </a:rPr>
              <a:t> </a:t>
            </a:r>
            <a:r>
              <a:rPr sz="1800" spc="-85" dirty="0">
                <a:solidFill>
                  <a:srgbClr val="5B4887"/>
                </a:solidFill>
                <a:latin typeface="Arial MT"/>
                <a:cs typeface="Arial MT"/>
              </a:rPr>
              <a:t>logic</a:t>
            </a:r>
            <a:endParaRPr sz="1800">
              <a:latin typeface="Arial MT"/>
              <a:cs typeface="Arial MT"/>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365885" y="365125"/>
            <a:ext cx="9459341" cy="5287009"/>
          </a:xfrm>
          <a:prstGeom prst="rect">
            <a:avLst/>
          </a:prstGeom>
        </p:spPr>
      </p:pic>
      <p:sp>
        <p:nvSpPr>
          <p:cNvPr id="3" name="object 3"/>
          <p:cNvSpPr txBox="1"/>
          <p:nvPr/>
        </p:nvSpPr>
        <p:spPr>
          <a:xfrm>
            <a:off x="4818722" y="2800644"/>
            <a:ext cx="2795270" cy="1361440"/>
          </a:xfrm>
          <a:prstGeom prst="rect">
            <a:avLst/>
          </a:prstGeom>
        </p:spPr>
        <p:txBody>
          <a:bodyPr vert="horz" wrap="square" lIns="0" tIns="19050" rIns="0" bIns="0" rtlCol="0">
            <a:spAutoFit/>
          </a:bodyPr>
          <a:lstStyle/>
          <a:p>
            <a:pPr marL="12700" marR="5080" algn="ctr">
              <a:lnSpc>
                <a:spcPct val="98600"/>
              </a:lnSpc>
              <a:spcBef>
                <a:spcPts val="150"/>
              </a:spcBef>
            </a:pPr>
            <a:r>
              <a:rPr sz="3000" spc="-114" dirty="0">
                <a:latin typeface="Arial MT"/>
                <a:cs typeface="Arial MT"/>
              </a:rPr>
              <a:t>How</a:t>
            </a:r>
            <a:r>
              <a:rPr sz="3000" spc="-45" dirty="0">
                <a:latin typeface="Arial MT"/>
                <a:cs typeface="Arial MT"/>
              </a:rPr>
              <a:t> </a:t>
            </a:r>
            <a:r>
              <a:rPr sz="3000" dirty="0">
                <a:latin typeface="Arial MT"/>
                <a:cs typeface="Arial MT"/>
              </a:rPr>
              <a:t>to</a:t>
            </a:r>
            <a:r>
              <a:rPr sz="3000" spc="-110" dirty="0">
                <a:latin typeface="Arial MT"/>
                <a:cs typeface="Arial MT"/>
              </a:rPr>
              <a:t> </a:t>
            </a:r>
            <a:r>
              <a:rPr sz="3000" spc="-145" dirty="0">
                <a:latin typeface="Arial MT"/>
                <a:cs typeface="Arial MT"/>
              </a:rPr>
              <a:t>design</a:t>
            </a:r>
            <a:r>
              <a:rPr sz="3000" spc="-5" dirty="0">
                <a:latin typeface="Arial MT"/>
                <a:cs typeface="Arial MT"/>
              </a:rPr>
              <a:t> </a:t>
            </a:r>
            <a:r>
              <a:rPr sz="3000" spc="-65" dirty="0">
                <a:latin typeface="Arial MT"/>
                <a:cs typeface="Arial MT"/>
              </a:rPr>
              <a:t>for </a:t>
            </a:r>
            <a:r>
              <a:rPr sz="2950" spc="-45" dirty="0">
                <a:latin typeface="Arial MT"/>
                <a:cs typeface="Arial MT"/>
              </a:rPr>
              <a:t>high</a:t>
            </a:r>
            <a:r>
              <a:rPr sz="2950" spc="-145" dirty="0">
                <a:latin typeface="Arial MT"/>
                <a:cs typeface="Arial MT"/>
              </a:rPr>
              <a:t> </a:t>
            </a:r>
            <a:r>
              <a:rPr sz="2950" spc="-10" dirty="0">
                <a:latin typeface="Arial MT"/>
                <a:cs typeface="Arial MT"/>
              </a:rPr>
              <a:t>application </a:t>
            </a:r>
            <a:r>
              <a:rPr sz="2900" spc="-10" dirty="0">
                <a:latin typeface="Arial MT"/>
                <a:cs typeface="Arial MT"/>
              </a:rPr>
              <a:t>integrity</a:t>
            </a:r>
            <a:endParaRPr sz="2900">
              <a:latin typeface="Arial MT"/>
              <a:cs typeface="Arial MT"/>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004591" y="2098883"/>
            <a:ext cx="4353394" cy="2800686"/>
          </a:xfrm>
          <a:prstGeom prst="rect">
            <a:avLst/>
          </a:prstGeom>
        </p:spPr>
      </p:pic>
      <p:sp>
        <p:nvSpPr>
          <p:cNvPr id="3" name="object 3"/>
          <p:cNvSpPr/>
          <p:nvPr/>
        </p:nvSpPr>
        <p:spPr>
          <a:xfrm>
            <a:off x="1394460" y="365125"/>
            <a:ext cx="9392920" cy="838835"/>
          </a:xfrm>
          <a:custGeom>
            <a:avLst/>
            <a:gdLst/>
            <a:ahLst/>
            <a:cxnLst/>
            <a:rect l="l" t="t" r="r" b="b"/>
            <a:pathLst>
              <a:path w="9392920" h="838835">
                <a:moveTo>
                  <a:pt x="9391650" y="838200"/>
                </a:moveTo>
                <a:lnTo>
                  <a:pt x="0" y="838200"/>
                </a:lnTo>
                <a:lnTo>
                  <a:pt x="0" y="0"/>
                </a:lnTo>
                <a:lnTo>
                  <a:pt x="9391650" y="0"/>
                </a:lnTo>
                <a:lnTo>
                  <a:pt x="9391650" y="838200"/>
                </a:lnTo>
                <a:close/>
              </a:path>
            </a:pathLst>
          </a:custGeom>
          <a:solidFill>
            <a:srgbClr val="3B8E87"/>
          </a:solidFill>
        </p:spPr>
        <p:txBody>
          <a:bodyPr wrap="square" lIns="0" tIns="0" rIns="0" bIns="0" rtlCol="0"/>
          <a:lstStyle/>
          <a:p>
            <a:endParaRPr/>
          </a:p>
        </p:txBody>
      </p:sp>
      <p:sp>
        <p:nvSpPr>
          <p:cNvPr id="4" name="object 4"/>
          <p:cNvSpPr txBox="1"/>
          <p:nvPr/>
        </p:nvSpPr>
        <p:spPr>
          <a:xfrm>
            <a:off x="1726283" y="498492"/>
            <a:ext cx="4396105" cy="513715"/>
          </a:xfrm>
          <a:prstGeom prst="rect">
            <a:avLst/>
          </a:prstGeom>
        </p:spPr>
        <p:txBody>
          <a:bodyPr vert="horz" wrap="square" lIns="0" tIns="12700" rIns="0" bIns="0" rtlCol="0">
            <a:spAutoFit/>
          </a:bodyPr>
          <a:lstStyle/>
          <a:p>
            <a:pPr>
              <a:lnSpc>
                <a:spcPct val="100000"/>
              </a:lnSpc>
              <a:spcBef>
                <a:spcPts val="100"/>
              </a:spcBef>
            </a:pPr>
            <a:r>
              <a:rPr sz="3200" spc="-100" dirty="0">
                <a:solidFill>
                  <a:srgbClr val="3F898C"/>
                </a:solidFill>
                <a:latin typeface="Arial MT"/>
                <a:cs typeface="Arial MT"/>
              </a:rPr>
              <a:t>Microse</a:t>
            </a:r>
            <a:r>
              <a:rPr sz="3200" spc="135" dirty="0">
                <a:solidFill>
                  <a:srgbClr val="3F898C"/>
                </a:solidFill>
                <a:latin typeface="Arial MT"/>
                <a:cs typeface="Arial MT"/>
              </a:rPr>
              <a:t> </a:t>
            </a:r>
            <a:r>
              <a:rPr sz="3200" spc="-180" dirty="0">
                <a:solidFill>
                  <a:srgbClr val="33777E"/>
                </a:solidFill>
                <a:latin typeface="Arial MT"/>
                <a:cs typeface="Arial MT"/>
              </a:rPr>
              <a:t>vices</a:t>
            </a:r>
            <a:r>
              <a:rPr sz="3200" spc="-40" dirty="0">
                <a:solidFill>
                  <a:srgbClr val="33777E"/>
                </a:solidFill>
                <a:latin typeface="Arial MT"/>
                <a:cs typeface="Arial MT"/>
              </a:rPr>
              <a:t> </a:t>
            </a:r>
            <a:r>
              <a:rPr sz="3200" spc="-80" dirty="0">
                <a:solidFill>
                  <a:srgbClr val="337C89"/>
                </a:solidFill>
                <a:latin typeface="Arial MT"/>
                <a:cs typeface="Arial MT"/>
              </a:rPr>
              <a:t>architecture</a:t>
            </a:r>
            <a:endParaRPr sz="3200">
              <a:latin typeface="Arial MT"/>
              <a:cs typeface="Arial MT"/>
            </a:endParaRPr>
          </a:p>
        </p:txBody>
      </p:sp>
      <p:sp>
        <p:nvSpPr>
          <p:cNvPr id="5" name="object 5" descr="$PPTXTitle"/>
          <p:cNvSpPr txBox="1">
            <a:spLocks noGrp="1"/>
          </p:cNvSpPr>
          <p:nvPr>
            <p:ph type="title"/>
          </p:nvPr>
        </p:nvSpPr>
        <p:spPr>
          <a:xfrm>
            <a:off x="9031927" y="431809"/>
            <a:ext cx="1153795" cy="422275"/>
          </a:xfrm>
          <a:prstGeom prst="rect">
            <a:avLst/>
          </a:prstGeom>
        </p:spPr>
        <p:txBody>
          <a:bodyPr vert="horz" wrap="square" lIns="0" tIns="12700" rIns="0" bIns="0" rtlCol="0">
            <a:spAutoFit/>
          </a:bodyPr>
          <a:lstStyle/>
          <a:p>
            <a:pPr>
              <a:lnSpc>
                <a:spcPct val="100000"/>
              </a:lnSpc>
              <a:spcBef>
                <a:spcPts val="100"/>
              </a:spcBef>
              <a:tabLst>
                <a:tab pos="1057910" algn="l"/>
              </a:tabLst>
            </a:pPr>
            <a:r>
              <a:rPr sz="2600" spc="-265" dirty="0">
                <a:solidFill>
                  <a:srgbClr val="4D7787"/>
                </a:solidFill>
                <a:latin typeface="Arial MT"/>
                <a:cs typeface="Arial MT"/>
              </a:rPr>
              <a:t>aws</a:t>
            </a:r>
            <a:r>
              <a:rPr sz="2600" spc="130" dirty="0">
                <a:solidFill>
                  <a:srgbClr val="4D7787"/>
                </a:solidFill>
                <a:latin typeface="Arial MT"/>
                <a:cs typeface="Arial MT"/>
              </a:rPr>
              <a:t> </a:t>
            </a:r>
            <a:r>
              <a:rPr sz="2600" spc="-25" dirty="0">
                <a:solidFill>
                  <a:srgbClr val="2B829E"/>
                </a:solidFill>
                <a:latin typeface="Arial MT"/>
                <a:cs typeface="Arial MT"/>
              </a:rPr>
              <a:t>..</a:t>
            </a:r>
            <a:r>
              <a:rPr sz="2600" dirty="0">
                <a:solidFill>
                  <a:srgbClr val="2B829E"/>
                </a:solidFill>
                <a:latin typeface="Arial MT"/>
                <a:cs typeface="Arial MT"/>
              </a:rPr>
              <a:t>	</a:t>
            </a:r>
            <a:r>
              <a:rPr sz="2600" spc="-50" dirty="0">
                <a:solidFill>
                  <a:srgbClr val="317E95"/>
                </a:solidFill>
                <a:latin typeface="Arial MT"/>
                <a:cs typeface="Arial MT"/>
              </a:rPr>
              <a:t>.</a:t>
            </a:r>
            <a:endParaRPr sz="2600">
              <a:latin typeface="Arial MT"/>
              <a:cs typeface="Arial MT"/>
            </a:endParaRPr>
          </a:p>
        </p:txBody>
      </p:sp>
      <p:sp>
        <p:nvSpPr>
          <p:cNvPr id="6" name="object 6"/>
          <p:cNvSpPr txBox="1"/>
          <p:nvPr/>
        </p:nvSpPr>
        <p:spPr>
          <a:xfrm>
            <a:off x="4956105" y="1471747"/>
            <a:ext cx="2354580" cy="300355"/>
          </a:xfrm>
          <a:prstGeom prst="rect">
            <a:avLst/>
          </a:prstGeom>
        </p:spPr>
        <p:txBody>
          <a:bodyPr vert="horz" wrap="square" lIns="0" tIns="12700" rIns="0" bIns="0" rtlCol="0">
            <a:spAutoFit/>
          </a:bodyPr>
          <a:lstStyle/>
          <a:p>
            <a:pPr marL="12700">
              <a:lnSpc>
                <a:spcPct val="100000"/>
              </a:lnSpc>
              <a:spcBef>
                <a:spcPts val="100"/>
              </a:spcBef>
            </a:pPr>
            <a:r>
              <a:rPr sz="1800" spc="-120" dirty="0">
                <a:latin typeface="Arial MT"/>
                <a:cs typeface="Arial MT"/>
              </a:rPr>
              <a:t>Microservices</a:t>
            </a:r>
            <a:r>
              <a:rPr sz="1800" spc="25" dirty="0">
                <a:latin typeface="Arial MT"/>
                <a:cs typeface="Arial MT"/>
              </a:rPr>
              <a:t> </a:t>
            </a:r>
            <a:r>
              <a:rPr sz="1800" spc="-90" dirty="0">
                <a:latin typeface="Arial MT"/>
                <a:cs typeface="Arial MT"/>
              </a:rPr>
              <a:t>architecture</a:t>
            </a:r>
            <a:endParaRPr sz="1800">
              <a:latin typeface="Arial MT"/>
              <a:cs typeface="Arial MT"/>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346836" y="365125"/>
            <a:ext cx="9506964" cy="5372734"/>
          </a:xfrm>
          <a:prstGeom prst="rect">
            <a:avLst/>
          </a:prstGeom>
        </p:spPr>
      </p:pic>
      <p:sp>
        <p:nvSpPr>
          <p:cNvPr id="3" name="object 3"/>
          <p:cNvSpPr txBox="1"/>
          <p:nvPr/>
        </p:nvSpPr>
        <p:spPr>
          <a:xfrm>
            <a:off x="3681505" y="1740063"/>
            <a:ext cx="767715" cy="493395"/>
          </a:xfrm>
          <a:prstGeom prst="rect">
            <a:avLst/>
          </a:prstGeom>
        </p:spPr>
        <p:txBody>
          <a:bodyPr vert="horz" wrap="square" lIns="0" tIns="36830" rIns="0" bIns="0" rtlCol="0">
            <a:spAutoFit/>
          </a:bodyPr>
          <a:lstStyle/>
          <a:p>
            <a:pPr marL="135255" marR="5080" indent="-123189">
              <a:lnSpc>
                <a:spcPts val="1760"/>
              </a:lnSpc>
              <a:spcBef>
                <a:spcPts val="290"/>
              </a:spcBef>
            </a:pPr>
            <a:r>
              <a:rPr sz="1600" spc="-130" dirty="0">
                <a:latin typeface="Arial MT"/>
                <a:cs typeface="Arial MT"/>
              </a:rPr>
              <a:t>Managed </a:t>
            </a:r>
            <a:r>
              <a:rPr sz="1600" spc="-135" dirty="0">
                <a:latin typeface="Arial MT"/>
                <a:cs typeface="Arial MT"/>
              </a:rPr>
              <a:t>services</a:t>
            </a:r>
            <a:endParaRPr sz="1600">
              <a:latin typeface="Arial MT"/>
              <a:cs typeface="Arial MT"/>
            </a:endParaRPr>
          </a:p>
        </p:txBody>
      </p:sp>
      <p:sp>
        <p:nvSpPr>
          <p:cNvPr id="4" name="object 4"/>
          <p:cNvSpPr txBox="1"/>
          <p:nvPr/>
        </p:nvSpPr>
        <p:spPr>
          <a:xfrm>
            <a:off x="6252984" y="1752765"/>
            <a:ext cx="1203960" cy="478155"/>
          </a:xfrm>
          <a:prstGeom prst="rect">
            <a:avLst/>
          </a:prstGeom>
        </p:spPr>
        <p:txBody>
          <a:bodyPr vert="horz" wrap="square" lIns="0" tIns="12700" rIns="0" bIns="0" rtlCol="0">
            <a:spAutoFit/>
          </a:bodyPr>
          <a:lstStyle/>
          <a:p>
            <a:pPr marR="5080" algn="r">
              <a:lnSpc>
                <a:spcPts val="1780"/>
              </a:lnSpc>
              <a:spcBef>
                <a:spcPts val="100"/>
              </a:spcBef>
            </a:pPr>
            <a:r>
              <a:rPr sz="1500" spc="-30" dirty="0">
                <a:latin typeface="Arial MT"/>
                <a:cs typeface="Arial MT"/>
              </a:rPr>
              <a:t>Fully</a:t>
            </a:r>
            <a:r>
              <a:rPr sz="1500" spc="-75" dirty="0">
                <a:latin typeface="Arial MT"/>
                <a:cs typeface="Arial MT"/>
              </a:rPr>
              <a:t> </a:t>
            </a:r>
            <a:r>
              <a:rPr sz="1500" spc="-50" dirty="0">
                <a:latin typeface="Arial MT"/>
                <a:cs typeface="Arial MT"/>
              </a:rPr>
              <a:t>managed</a:t>
            </a:r>
            <a:endParaRPr sz="1500">
              <a:latin typeface="Arial MT"/>
              <a:cs typeface="Arial MT"/>
            </a:endParaRPr>
          </a:p>
          <a:p>
            <a:pPr marR="15240" algn="r">
              <a:lnSpc>
                <a:spcPts val="1780"/>
              </a:lnSpc>
            </a:pPr>
            <a:r>
              <a:rPr sz="1500" spc="-10" dirty="0">
                <a:latin typeface="Arial MT"/>
                <a:cs typeface="Arial MT"/>
              </a:rPr>
              <a:t>services</a:t>
            </a:r>
            <a:endParaRPr sz="1500">
              <a:latin typeface="Arial MT"/>
              <a:cs typeface="Arial MT"/>
            </a:endParaRPr>
          </a:p>
        </p:txBody>
      </p:sp>
      <p:sp>
        <p:nvSpPr>
          <p:cNvPr id="5" name="object 5"/>
          <p:cNvSpPr txBox="1"/>
          <p:nvPr/>
        </p:nvSpPr>
        <p:spPr>
          <a:xfrm>
            <a:off x="4274697" y="2599003"/>
            <a:ext cx="3546475" cy="239395"/>
          </a:xfrm>
          <a:prstGeom prst="rect">
            <a:avLst/>
          </a:prstGeom>
        </p:spPr>
        <p:txBody>
          <a:bodyPr vert="horz" wrap="square" lIns="0" tIns="12700" rIns="0" bIns="0" rtlCol="0">
            <a:spAutoFit/>
          </a:bodyPr>
          <a:lstStyle/>
          <a:p>
            <a:pPr marL="12700">
              <a:lnSpc>
                <a:spcPct val="100000"/>
              </a:lnSpc>
              <a:spcBef>
                <a:spcPts val="100"/>
              </a:spcBef>
            </a:pPr>
            <a:r>
              <a:rPr sz="1400" i="1" spc="-145" dirty="0">
                <a:latin typeface="Arial"/>
                <a:cs typeface="Arial"/>
              </a:rPr>
              <a:t>Select</a:t>
            </a:r>
            <a:r>
              <a:rPr sz="1400" i="1" spc="45" dirty="0">
                <a:latin typeface="Arial"/>
                <a:cs typeface="Arial"/>
              </a:rPr>
              <a:t> </a:t>
            </a:r>
            <a:r>
              <a:rPr sz="1400" i="1" spc="-110" dirty="0">
                <a:solidFill>
                  <a:srgbClr val="707070"/>
                </a:solidFill>
                <a:latin typeface="Arial"/>
                <a:cs typeface="Arial"/>
              </a:rPr>
              <a:t>a</a:t>
            </a:r>
            <a:r>
              <a:rPr sz="1400" i="1" spc="-80" dirty="0">
                <a:solidFill>
                  <a:srgbClr val="707070"/>
                </a:solidFill>
                <a:latin typeface="Arial"/>
                <a:cs typeface="Arial"/>
              </a:rPr>
              <a:t> </a:t>
            </a:r>
            <a:r>
              <a:rPr sz="1400" i="1" spc="-185" dirty="0">
                <a:latin typeface="Arial"/>
                <a:cs typeface="Arial"/>
              </a:rPr>
              <a:t>bur”con</a:t>
            </a:r>
            <a:r>
              <a:rPr sz="1400" i="1" spc="40" dirty="0">
                <a:latin typeface="Arial"/>
                <a:cs typeface="Arial"/>
              </a:rPr>
              <a:t> </a:t>
            </a:r>
            <a:r>
              <a:rPr sz="1400" i="1" dirty="0">
                <a:solidFill>
                  <a:srgbClr val="1C1C1C"/>
                </a:solidFill>
                <a:latin typeface="Arial"/>
                <a:cs typeface="Arial"/>
              </a:rPr>
              <a:t>to</a:t>
            </a:r>
            <a:r>
              <a:rPr sz="1400" i="1" spc="-75" dirty="0">
                <a:solidFill>
                  <a:srgbClr val="1C1C1C"/>
                </a:solidFill>
                <a:latin typeface="Arial"/>
                <a:cs typeface="Arial"/>
              </a:rPr>
              <a:t> </a:t>
            </a:r>
            <a:r>
              <a:rPr sz="1400" i="1" spc="-110" dirty="0">
                <a:solidFill>
                  <a:srgbClr val="3A3A3A"/>
                </a:solidFill>
                <a:latin typeface="Arial"/>
                <a:cs typeface="Arial"/>
              </a:rPr>
              <a:t>learn</a:t>
            </a:r>
            <a:r>
              <a:rPr sz="1400" i="1" spc="25" dirty="0">
                <a:solidFill>
                  <a:srgbClr val="3A3A3A"/>
                </a:solidFill>
                <a:latin typeface="Arial"/>
                <a:cs typeface="Arial"/>
              </a:rPr>
              <a:t> </a:t>
            </a:r>
            <a:r>
              <a:rPr sz="1400" i="1" spc="-155" dirty="0">
                <a:solidFill>
                  <a:srgbClr val="111111"/>
                </a:solidFill>
                <a:latin typeface="Arial"/>
                <a:cs typeface="Arial"/>
              </a:rPr>
              <a:t>more</a:t>
            </a:r>
            <a:r>
              <a:rPr sz="1400" i="1" spc="-30" dirty="0">
                <a:solidFill>
                  <a:srgbClr val="111111"/>
                </a:solidFill>
                <a:latin typeface="Arial"/>
                <a:cs typeface="Arial"/>
              </a:rPr>
              <a:t> </a:t>
            </a:r>
            <a:r>
              <a:rPr sz="1400" i="1" spc="-85" dirty="0">
                <a:solidFill>
                  <a:srgbClr val="2A2A2A"/>
                </a:solidFill>
                <a:latin typeface="Arial"/>
                <a:cs typeface="Arial"/>
              </a:rPr>
              <a:t>obout</a:t>
            </a:r>
            <a:r>
              <a:rPr sz="1400" i="1" spc="70" dirty="0">
                <a:solidFill>
                  <a:srgbClr val="2A2A2A"/>
                </a:solidFill>
                <a:latin typeface="Arial"/>
                <a:cs typeface="Arial"/>
              </a:rPr>
              <a:t> </a:t>
            </a:r>
            <a:r>
              <a:rPr sz="1400" spc="-130" dirty="0">
                <a:solidFill>
                  <a:srgbClr val="111111"/>
                </a:solidFill>
                <a:latin typeface="Arial MT"/>
                <a:cs typeface="Arial MT"/>
              </a:rPr>
              <a:t>types</a:t>
            </a:r>
            <a:r>
              <a:rPr sz="1400" spc="-70" dirty="0">
                <a:solidFill>
                  <a:srgbClr val="111111"/>
                </a:solidFill>
                <a:latin typeface="Arial MT"/>
                <a:cs typeface="Arial MT"/>
              </a:rPr>
              <a:t> </a:t>
            </a:r>
            <a:r>
              <a:rPr sz="1400" i="1" spc="-30" dirty="0">
                <a:solidFill>
                  <a:srgbClr val="525252"/>
                </a:solidFill>
                <a:latin typeface="Arial"/>
                <a:cs typeface="Arial"/>
              </a:rPr>
              <a:t>of</a:t>
            </a:r>
            <a:r>
              <a:rPr sz="1400" i="1" spc="-45" dirty="0">
                <a:solidFill>
                  <a:srgbClr val="525252"/>
                </a:solidFill>
                <a:latin typeface="Arial"/>
                <a:cs typeface="Arial"/>
              </a:rPr>
              <a:t> </a:t>
            </a:r>
            <a:r>
              <a:rPr sz="1400" i="1" spc="-125" dirty="0">
                <a:solidFill>
                  <a:srgbClr val="1A1A1A"/>
                </a:solidFill>
                <a:latin typeface="Arial"/>
                <a:cs typeface="Arial"/>
              </a:rPr>
              <a:t>services</a:t>
            </a:r>
            <a:endParaRPr sz="1400">
              <a:latin typeface="Arial"/>
              <a:cs typeface="Arial"/>
            </a:endParaRPr>
          </a:p>
        </p:txBody>
      </p:sp>
      <p:sp>
        <p:nvSpPr>
          <p:cNvPr id="6" name="object 6"/>
          <p:cNvSpPr txBox="1"/>
          <p:nvPr/>
        </p:nvSpPr>
        <p:spPr>
          <a:xfrm>
            <a:off x="9621881" y="1738476"/>
            <a:ext cx="824865" cy="496570"/>
          </a:xfrm>
          <a:prstGeom prst="rect">
            <a:avLst/>
          </a:prstGeom>
        </p:spPr>
        <p:txBody>
          <a:bodyPr vert="horz" wrap="square" lIns="0" tIns="46355" rIns="0" bIns="0" rtlCol="0">
            <a:spAutoFit/>
          </a:bodyPr>
          <a:lstStyle/>
          <a:p>
            <a:pPr marL="196215" marR="5080" indent="-184150">
              <a:lnSpc>
                <a:spcPts val="1730"/>
              </a:lnSpc>
              <a:spcBef>
                <a:spcPts val="365"/>
              </a:spcBef>
            </a:pPr>
            <a:r>
              <a:rPr sz="1650" spc="-170" dirty="0">
                <a:latin typeface="Arial MT"/>
                <a:cs typeface="Arial MT"/>
              </a:rPr>
              <a:t>Servertess </a:t>
            </a:r>
            <a:r>
              <a:rPr sz="1650" spc="-160" dirty="0">
                <a:latin typeface="Arial MT"/>
                <a:cs typeface="Arial MT"/>
              </a:rPr>
              <a:t>services</a:t>
            </a:r>
            <a:endParaRPr sz="1650">
              <a:latin typeface="Arial MT"/>
              <a:cs typeface="Arial MT"/>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670714" y="1384421"/>
            <a:ext cx="2838757" cy="1190767"/>
          </a:xfrm>
          <a:prstGeom prst="rect">
            <a:avLst/>
          </a:prstGeom>
        </p:spPr>
      </p:pic>
      <p:pic>
        <p:nvPicPr>
          <p:cNvPr id="3" name="object 3"/>
          <p:cNvPicPr/>
          <p:nvPr/>
        </p:nvPicPr>
        <p:blipFill>
          <a:blip r:embed="rId3" cstate="print"/>
          <a:stretch>
            <a:fillRect/>
          </a:stretch>
        </p:blipFill>
        <p:spPr>
          <a:xfrm>
            <a:off x="4938142" y="1613049"/>
            <a:ext cx="1047863" cy="704934"/>
          </a:xfrm>
          <a:prstGeom prst="rect">
            <a:avLst/>
          </a:prstGeom>
        </p:spPr>
      </p:pic>
      <p:pic>
        <p:nvPicPr>
          <p:cNvPr id="4" name="object 4"/>
          <p:cNvPicPr/>
          <p:nvPr/>
        </p:nvPicPr>
        <p:blipFill>
          <a:blip r:embed="rId4" cstate="print"/>
          <a:stretch>
            <a:fillRect/>
          </a:stretch>
        </p:blipFill>
        <p:spPr>
          <a:xfrm>
            <a:off x="7691165" y="1393948"/>
            <a:ext cx="2819704" cy="1152663"/>
          </a:xfrm>
          <a:prstGeom prst="rect">
            <a:avLst/>
          </a:prstGeom>
        </p:spPr>
      </p:pic>
      <p:sp>
        <p:nvSpPr>
          <p:cNvPr id="5" name="object 5"/>
          <p:cNvSpPr/>
          <p:nvPr/>
        </p:nvSpPr>
        <p:spPr>
          <a:xfrm>
            <a:off x="1403985" y="365125"/>
            <a:ext cx="9373870" cy="886460"/>
          </a:xfrm>
          <a:custGeom>
            <a:avLst/>
            <a:gdLst/>
            <a:ahLst/>
            <a:cxnLst/>
            <a:rect l="l" t="t" r="r" b="b"/>
            <a:pathLst>
              <a:path w="9373870" h="886460">
                <a:moveTo>
                  <a:pt x="9372600" y="885825"/>
                </a:moveTo>
                <a:lnTo>
                  <a:pt x="0" y="885825"/>
                </a:lnTo>
                <a:lnTo>
                  <a:pt x="0" y="0"/>
                </a:lnTo>
                <a:lnTo>
                  <a:pt x="9372600" y="0"/>
                </a:lnTo>
                <a:lnTo>
                  <a:pt x="9372600" y="885825"/>
                </a:lnTo>
                <a:close/>
              </a:path>
            </a:pathLst>
          </a:custGeom>
          <a:solidFill>
            <a:srgbClr val="3A8C82"/>
          </a:solidFill>
        </p:spPr>
        <p:txBody>
          <a:bodyPr wrap="square" lIns="0" tIns="0" rIns="0" bIns="0" rtlCol="0"/>
          <a:lstStyle/>
          <a:p>
            <a:endParaRPr/>
          </a:p>
        </p:txBody>
      </p:sp>
      <p:sp>
        <p:nvSpPr>
          <p:cNvPr id="6" name="object 6" descr="$PPTXTitle"/>
          <p:cNvSpPr txBox="1">
            <a:spLocks noGrp="1"/>
          </p:cNvSpPr>
          <p:nvPr>
            <p:ph type="title"/>
          </p:nvPr>
        </p:nvSpPr>
        <p:spPr>
          <a:xfrm>
            <a:off x="1752873" y="555649"/>
            <a:ext cx="2906395" cy="513715"/>
          </a:xfrm>
          <a:prstGeom prst="rect">
            <a:avLst/>
          </a:prstGeom>
        </p:spPr>
        <p:txBody>
          <a:bodyPr vert="horz" wrap="square" lIns="0" tIns="12700" rIns="0" bIns="0" rtlCol="0">
            <a:spAutoFit/>
          </a:bodyPr>
          <a:lstStyle/>
          <a:p>
            <a:pPr>
              <a:lnSpc>
                <a:spcPct val="100000"/>
              </a:lnSpc>
              <a:spcBef>
                <a:spcPts val="100"/>
              </a:spcBef>
            </a:pPr>
            <a:r>
              <a:rPr sz="3200" spc="-65" dirty="0">
                <a:solidFill>
                  <a:srgbClr val="388787"/>
                </a:solidFill>
                <a:latin typeface="Cambria"/>
                <a:cs typeface="Cambria"/>
              </a:rPr>
              <a:t>Types</a:t>
            </a:r>
            <a:r>
              <a:rPr sz="3200" spc="35" dirty="0">
                <a:solidFill>
                  <a:srgbClr val="388787"/>
                </a:solidFill>
                <a:latin typeface="Cambria"/>
                <a:cs typeface="Cambria"/>
              </a:rPr>
              <a:t> </a:t>
            </a:r>
            <a:r>
              <a:rPr sz="3200" dirty="0">
                <a:solidFill>
                  <a:srgbClr val="628082"/>
                </a:solidFill>
                <a:latin typeface="Cambria"/>
                <a:cs typeface="Cambria"/>
              </a:rPr>
              <a:t>of</a:t>
            </a:r>
            <a:r>
              <a:rPr sz="3200" spc="229" dirty="0">
                <a:solidFill>
                  <a:srgbClr val="628082"/>
                </a:solidFill>
                <a:latin typeface="Cambria"/>
                <a:cs typeface="Cambria"/>
              </a:rPr>
              <a:t> </a:t>
            </a:r>
            <a:r>
              <a:rPr sz="3200" dirty="0">
                <a:solidFill>
                  <a:srgbClr val="DAF0FF"/>
                </a:solidFill>
                <a:latin typeface="Cambria"/>
                <a:cs typeface="Cambria"/>
              </a:rPr>
              <a:t>se</a:t>
            </a:r>
            <a:r>
              <a:rPr sz="3200" spc="370" dirty="0">
                <a:solidFill>
                  <a:srgbClr val="DAF0FF"/>
                </a:solidFill>
                <a:latin typeface="Cambria"/>
                <a:cs typeface="Cambria"/>
              </a:rPr>
              <a:t> </a:t>
            </a:r>
            <a:r>
              <a:rPr sz="3200" spc="-60" dirty="0">
                <a:solidFill>
                  <a:srgbClr val="FFFFFF"/>
                </a:solidFill>
                <a:latin typeface="Cambria"/>
                <a:cs typeface="Cambria"/>
              </a:rPr>
              <a:t>vices</a:t>
            </a:r>
            <a:endParaRPr sz="3200">
              <a:latin typeface="Cambria"/>
              <a:cs typeface="Cambria"/>
            </a:endParaRPr>
          </a:p>
        </p:txBody>
      </p:sp>
      <p:sp>
        <p:nvSpPr>
          <p:cNvPr id="7" name="object 7"/>
          <p:cNvSpPr txBox="1"/>
          <p:nvPr/>
        </p:nvSpPr>
        <p:spPr>
          <a:xfrm>
            <a:off x="9050262" y="485790"/>
            <a:ext cx="516890" cy="414655"/>
          </a:xfrm>
          <a:prstGeom prst="rect">
            <a:avLst/>
          </a:prstGeom>
        </p:spPr>
        <p:txBody>
          <a:bodyPr vert="horz" wrap="square" lIns="0" tIns="12700" rIns="0" bIns="0" rtlCol="0">
            <a:spAutoFit/>
          </a:bodyPr>
          <a:lstStyle/>
          <a:p>
            <a:pPr>
              <a:lnSpc>
                <a:spcPct val="100000"/>
              </a:lnSpc>
              <a:spcBef>
                <a:spcPts val="100"/>
              </a:spcBef>
            </a:pPr>
            <a:r>
              <a:rPr sz="2550" spc="-110" dirty="0">
                <a:solidFill>
                  <a:srgbClr val="1F6062"/>
                </a:solidFill>
                <a:latin typeface="Cambria"/>
                <a:cs typeface="Cambria"/>
              </a:rPr>
              <a:t>aws</a:t>
            </a:r>
            <a:endParaRPr sz="2550">
              <a:latin typeface="Cambria"/>
              <a:cs typeface="Cambria"/>
            </a:endParaRPr>
          </a:p>
        </p:txBody>
      </p:sp>
      <p:sp>
        <p:nvSpPr>
          <p:cNvPr id="8" name="object 8"/>
          <p:cNvSpPr txBox="1"/>
          <p:nvPr/>
        </p:nvSpPr>
        <p:spPr>
          <a:xfrm>
            <a:off x="3652452" y="1700374"/>
            <a:ext cx="768350" cy="496570"/>
          </a:xfrm>
          <a:prstGeom prst="rect">
            <a:avLst/>
          </a:prstGeom>
        </p:spPr>
        <p:txBody>
          <a:bodyPr vert="horz" wrap="square" lIns="0" tIns="46355" rIns="0" bIns="0" rtlCol="0">
            <a:spAutoFit/>
          </a:bodyPr>
          <a:lstStyle/>
          <a:p>
            <a:pPr marL="126364" marR="5080" indent="-114300">
              <a:lnSpc>
                <a:spcPts val="1730"/>
              </a:lnSpc>
              <a:spcBef>
                <a:spcPts val="365"/>
              </a:spcBef>
            </a:pPr>
            <a:r>
              <a:rPr sz="1650" spc="-155" dirty="0">
                <a:latin typeface="Arial MT"/>
                <a:cs typeface="Arial MT"/>
              </a:rPr>
              <a:t>Managed </a:t>
            </a:r>
            <a:r>
              <a:rPr sz="1650" spc="-150" dirty="0">
                <a:latin typeface="Arial MT"/>
                <a:cs typeface="Arial MT"/>
              </a:rPr>
              <a:t>services</a:t>
            </a:r>
            <a:endParaRPr sz="1650">
              <a:latin typeface="Arial MT"/>
              <a:cs typeface="Arial MT"/>
            </a:endParaRPr>
          </a:p>
        </p:txBody>
      </p:sp>
      <p:sp>
        <p:nvSpPr>
          <p:cNvPr id="9" name="object 9"/>
          <p:cNvSpPr txBox="1"/>
          <p:nvPr/>
        </p:nvSpPr>
        <p:spPr>
          <a:xfrm>
            <a:off x="4673319" y="1410714"/>
            <a:ext cx="2811145" cy="1164590"/>
          </a:xfrm>
          <a:prstGeom prst="rect">
            <a:avLst/>
          </a:prstGeom>
          <a:ln w="15241">
            <a:solidFill>
              <a:srgbClr val="5B5B5B"/>
            </a:solidFill>
          </a:ln>
        </p:spPr>
        <p:txBody>
          <a:bodyPr vert="horz" wrap="square" lIns="0" tIns="88265" rIns="0" bIns="0" rtlCol="0">
            <a:spAutoFit/>
          </a:bodyPr>
          <a:lstStyle/>
          <a:p>
            <a:pPr>
              <a:lnSpc>
                <a:spcPct val="100000"/>
              </a:lnSpc>
              <a:spcBef>
                <a:spcPts val="695"/>
              </a:spcBef>
            </a:pPr>
            <a:endParaRPr sz="1550">
              <a:latin typeface="Times New Roman"/>
              <a:cs typeface="Times New Roman"/>
            </a:endParaRPr>
          </a:p>
          <a:p>
            <a:pPr marR="68580" algn="r">
              <a:lnSpc>
                <a:spcPts val="1795"/>
              </a:lnSpc>
            </a:pPr>
            <a:r>
              <a:rPr sz="1550" spc="-65" dirty="0">
                <a:latin typeface="Arial MT"/>
                <a:cs typeface="Arial MT"/>
              </a:rPr>
              <a:t>Fully</a:t>
            </a:r>
            <a:r>
              <a:rPr sz="1550" spc="-15" dirty="0">
                <a:latin typeface="Arial MT"/>
                <a:cs typeface="Arial MT"/>
              </a:rPr>
              <a:t> </a:t>
            </a:r>
            <a:r>
              <a:rPr sz="1550" spc="-10" dirty="0">
                <a:latin typeface="Arial MT"/>
                <a:cs typeface="Arial MT"/>
              </a:rPr>
              <a:t>managed</a:t>
            </a:r>
            <a:endParaRPr sz="1550">
              <a:latin typeface="Arial MT"/>
              <a:cs typeface="Arial MT"/>
            </a:endParaRPr>
          </a:p>
          <a:p>
            <a:pPr marR="58419" algn="r">
              <a:lnSpc>
                <a:spcPts val="1795"/>
              </a:lnSpc>
            </a:pPr>
            <a:r>
              <a:rPr sz="1550" spc="-10" dirty="0">
                <a:latin typeface="Arial MT"/>
                <a:cs typeface="Arial MT"/>
              </a:rPr>
              <a:t>services</a:t>
            </a:r>
            <a:endParaRPr sz="1550">
              <a:latin typeface="Arial MT"/>
              <a:cs typeface="Arial MT"/>
            </a:endParaRPr>
          </a:p>
        </p:txBody>
      </p:sp>
      <p:sp>
        <p:nvSpPr>
          <p:cNvPr id="10" name="object 10"/>
          <p:cNvSpPr txBox="1"/>
          <p:nvPr/>
        </p:nvSpPr>
        <p:spPr>
          <a:xfrm>
            <a:off x="1975256" y="2554551"/>
            <a:ext cx="8032750" cy="1629410"/>
          </a:xfrm>
          <a:prstGeom prst="rect">
            <a:avLst/>
          </a:prstGeom>
        </p:spPr>
        <p:txBody>
          <a:bodyPr vert="horz" wrap="square" lIns="0" tIns="12700" rIns="0" bIns="0" rtlCol="0">
            <a:spAutoFit/>
          </a:bodyPr>
          <a:lstStyle/>
          <a:p>
            <a:pPr marL="107314" algn="ctr">
              <a:lnSpc>
                <a:spcPct val="100000"/>
              </a:lnSpc>
              <a:spcBef>
                <a:spcPts val="100"/>
              </a:spcBef>
            </a:pPr>
            <a:r>
              <a:rPr sz="1450" i="1" spc="-75" dirty="0">
                <a:solidFill>
                  <a:srgbClr val="181818"/>
                </a:solidFill>
                <a:latin typeface="Times New Roman"/>
                <a:cs typeface="Times New Roman"/>
              </a:rPr>
              <a:t>Select</a:t>
            </a:r>
            <a:r>
              <a:rPr sz="1450" i="1" spc="-25" dirty="0">
                <a:solidFill>
                  <a:srgbClr val="181818"/>
                </a:solidFill>
                <a:latin typeface="Times New Roman"/>
                <a:cs typeface="Times New Roman"/>
              </a:rPr>
              <a:t> </a:t>
            </a:r>
            <a:r>
              <a:rPr sz="1450" i="1" dirty="0">
                <a:solidFill>
                  <a:srgbClr val="525252"/>
                </a:solidFill>
                <a:latin typeface="Times New Roman"/>
                <a:cs typeface="Times New Roman"/>
              </a:rPr>
              <a:t>o</a:t>
            </a:r>
            <a:r>
              <a:rPr sz="1450" i="1" spc="-145" dirty="0">
                <a:solidFill>
                  <a:srgbClr val="525252"/>
                </a:solidFill>
                <a:latin typeface="Times New Roman"/>
                <a:cs typeface="Times New Roman"/>
              </a:rPr>
              <a:t> </a:t>
            </a:r>
            <a:r>
              <a:rPr sz="1450" i="1" spc="-10" dirty="0">
                <a:solidFill>
                  <a:srgbClr val="131313"/>
                </a:solidFill>
                <a:latin typeface="Times New Roman"/>
                <a:cs typeface="Times New Roman"/>
              </a:rPr>
              <a:t>button</a:t>
            </a:r>
            <a:r>
              <a:rPr sz="1450" i="1" spc="35" dirty="0">
                <a:solidFill>
                  <a:srgbClr val="131313"/>
                </a:solidFill>
                <a:latin typeface="Times New Roman"/>
                <a:cs typeface="Times New Roman"/>
              </a:rPr>
              <a:t> </a:t>
            </a:r>
            <a:r>
              <a:rPr sz="1450" i="1" dirty="0">
                <a:solidFill>
                  <a:srgbClr val="282828"/>
                </a:solidFill>
                <a:latin typeface="Times New Roman"/>
                <a:cs typeface="Times New Roman"/>
              </a:rPr>
              <a:t>to</a:t>
            </a:r>
            <a:r>
              <a:rPr sz="1450" i="1" spc="-160" dirty="0">
                <a:solidFill>
                  <a:srgbClr val="282828"/>
                </a:solidFill>
                <a:latin typeface="Times New Roman"/>
                <a:cs typeface="Times New Roman"/>
              </a:rPr>
              <a:t> </a:t>
            </a:r>
            <a:r>
              <a:rPr sz="1450" i="1" spc="-80" dirty="0">
                <a:solidFill>
                  <a:srgbClr val="494949"/>
                </a:solidFill>
                <a:latin typeface="Times New Roman"/>
                <a:cs typeface="Times New Roman"/>
              </a:rPr>
              <a:t>leorn</a:t>
            </a:r>
            <a:r>
              <a:rPr sz="1450" i="1" spc="5" dirty="0">
                <a:solidFill>
                  <a:srgbClr val="494949"/>
                </a:solidFill>
                <a:latin typeface="Times New Roman"/>
                <a:cs typeface="Times New Roman"/>
              </a:rPr>
              <a:t> </a:t>
            </a:r>
            <a:r>
              <a:rPr sz="1450" i="1" spc="-60" dirty="0">
                <a:solidFill>
                  <a:srgbClr val="494949"/>
                </a:solidFill>
                <a:latin typeface="Times New Roman"/>
                <a:cs typeface="Times New Roman"/>
              </a:rPr>
              <a:t>more</a:t>
            </a:r>
            <a:r>
              <a:rPr sz="1450" i="1" spc="-80" dirty="0">
                <a:solidFill>
                  <a:srgbClr val="494949"/>
                </a:solidFill>
                <a:latin typeface="Times New Roman"/>
                <a:cs typeface="Times New Roman"/>
              </a:rPr>
              <a:t> </a:t>
            </a:r>
            <a:r>
              <a:rPr sz="1450" spc="-10" dirty="0">
                <a:solidFill>
                  <a:srgbClr val="2D2D2D"/>
                </a:solidFill>
                <a:latin typeface="Times New Roman"/>
                <a:cs typeface="Times New Roman"/>
              </a:rPr>
              <a:t>about</a:t>
            </a:r>
            <a:r>
              <a:rPr sz="1450" spc="5" dirty="0">
                <a:solidFill>
                  <a:srgbClr val="2D2D2D"/>
                </a:solidFill>
                <a:latin typeface="Times New Roman"/>
                <a:cs typeface="Times New Roman"/>
              </a:rPr>
              <a:t> </a:t>
            </a:r>
            <a:r>
              <a:rPr sz="1450" spc="-120" dirty="0">
                <a:solidFill>
                  <a:srgbClr val="131313"/>
                </a:solidFill>
                <a:latin typeface="Times New Roman"/>
                <a:cs typeface="Times New Roman"/>
              </a:rPr>
              <a:t>rypm</a:t>
            </a:r>
            <a:r>
              <a:rPr sz="1450" spc="20" dirty="0">
                <a:solidFill>
                  <a:srgbClr val="131313"/>
                </a:solidFill>
                <a:latin typeface="Times New Roman"/>
                <a:cs typeface="Times New Roman"/>
              </a:rPr>
              <a:t> </a:t>
            </a:r>
            <a:r>
              <a:rPr sz="1450" i="1" spc="-165" dirty="0">
                <a:solidFill>
                  <a:srgbClr val="3D3D3D"/>
                </a:solidFill>
                <a:latin typeface="Times New Roman"/>
                <a:cs typeface="Times New Roman"/>
              </a:rPr>
              <a:t>oL</a:t>
            </a:r>
            <a:r>
              <a:rPr sz="1450" i="1" spc="-125" dirty="0">
                <a:solidFill>
                  <a:srgbClr val="3D3D3D"/>
                </a:solidFill>
                <a:latin typeface="Times New Roman"/>
                <a:cs typeface="Times New Roman"/>
              </a:rPr>
              <a:t> </a:t>
            </a:r>
            <a:r>
              <a:rPr sz="1450" i="1" spc="-10" dirty="0">
                <a:solidFill>
                  <a:srgbClr val="3F3F3F"/>
                </a:solidFill>
                <a:latin typeface="Times New Roman"/>
                <a:cs typeface="Times New Roman"/>
              </a:rPr>
              <a:t>services</a:t>
            </a:r>
            <a:endParaRPr sz="1450">
              <a:latin typeface="Times New Roman"/>
              <a:cs typeface="Times New Roman"/>
            </a:endParaRPr>
          </a:p>
          <a:p>
            <a:pPr>
              <a:lnSpc>
                <a:spcPct val="100000"/>
              </a:lnSpc>
              <a:spcBef>
                <a:spcPts val="520"/>
              </a:spcBef>
            </a:pPr>
            <a:endParaRPr sz="1450">
              <a:latin typeface="Times New Roman"/>
              <a:cs typeface="Times New Roman"/>
            </a:endParaRPr>
          </a:p>
          <a:p>
            <a:pPr marL="12700" marR="5080" indent="6350">
              <a:lnSpc>
                <a:spcPct val="106600"/>
              </a:lnSpc>
            </a:pPr>
            <a:r>
              <a:rPr sz="1700" spc="-200" dirty="0">
                <a:latin typeface="Arial MT"/>
                <a:cs typeface="Arial MT"/>
              </a:rPr>
              <a:t>A</a:t>
            </a:r>
            <a:r>
              <a:rPr sz="1700" spc="35" dirty="0">
                <a:latin typeface="Arial MT"/>
                <a:cs typeface="Arial MT"/>
              </a:rPr>
              <a:t> </a:t>
            </a:r>
            <a:r>
              <a:rPr sz="1700" spc="-60" dirty="0">
                <a:latin typeface="Arial MT"/>
                <a:cs typeface="Arial MT"/>
              </a:rPr>
              <a:t>managed</a:t>
            </a:r>
            <a:r>
              <a:rPr sz="1700" spc="-50" dirty="0">
                <a:latin typeface="Arial MT"/>
                <a:cs typeface="Arial MT"/>
              </a:rPr>
              <a:t> </a:t>
            </a:r>
            <a:r>
              <a:rPr sz="1700" spc="-75" dirty="0">
                <a:solidFill>
                  <a:srgbClr val="0C0C0C"/>
                </a:solidFill>
                <a:latin typeface="Arial MT"/>
                <a:cs typeface="Arial MT"/>
              </a:rPr>
              <a:t>service</a:t>
            </a:r>
            <a:r>
              <a:rPr sz="1700" spc="10" dirty="0">
                <a:solidFill>
                  <a:srgbClr val="0C0C0C"/>
                </a:solidFill>
                <a:latin typeface="Arial MT"/>
                <a:cs typeface="Arial MT"/>
              </a:rPr>
              <a:t> </a:t>
            </a:r>
            <a:r>
              <a:rPr sz="1700" spc="-100" dirty="0">
                <a:solidFill>
                  <a:srgbClr val="111111"/>
                </a:solidFill>
                <a:latin typeface="Arial MT"/>
                <a:cs typeface="Arial MT"/>
              </a:rPr>
              <a:t>is</a:t>
            </a:r>
            <a:r>
              <a:rPr sz="1700" spc="-30" dirty="0">
                <a:solidFill>
                  <a:srgbClr val="111111"/>
                </a:solidFill>
                <a:latin typeface="Arial MT"/>
                <a:cs typeface="Arial MT"/>
              </a:rPr>
              <a:t> </a:t>
            </a:r>
            <a:r>
              <a:rPr sz="1700" dirty="0">
                <a:latin typeface="Arial MT"/>
                <a:cs typeface="Arial MT"/>
              </a:rPr>
              <a:t>a</a:t>
            </a:r>
            <a:r>
              <a:rPr sz="1700" spc="55" dirty="0">
                <a:latin typeface="Arial MT"/>
                <a:cs typeface="Arial MT"/>
              </a:rPr>
              <a:t> </a:t>
            </a:r>
            <a:r>
              <a:rPr sz="1700" spc="-75" dirty="0">
                <a:latin typeface="Arial MT"/>
                <a:cs typeface="Arial MT"/>
              </a:rPr>
              <a:t>way</a:t>
            </a:r>
            <a:r>
              <a:rPr sz="1700" spc="-35" dirty="0">
                <a:latin typeface="Arial MT"/>
                <a:cs typeface="Arial MT"/>
              </a:rPr>
              <a:t> </a:t>
            </a:r>
            <a:r>
              <a:rPr sz="1700" dirty="0">
                <a:solidFill>
                  <a:srgbClr val="131313"/>
                </a:solidFill>
                <a:latin typeface="Arial MT"/>
                <a:cs typeface="Arial MT"/>
              </a:rPr>
              <a:t>to</a:t>
            </a:r>
            <a:r>
              <a:rPr sz="1700" spc="-80" dirty="0">
                <a:solidFill>
                  <a:srgbClr val="131313"/>
                </a:solidFill>
                <a:latin typeface="Arial MT"/>
                <a:cs typeface="Arial MT"/>
              </a:rPr>
              <a:t> </a:t>
            </a:r>
            <a:r>
              <a:rPr sz="1700" spc="-75" dirty="0">
                <a:latin typeface="Arial MT"/>
                <a:cs typeface="Arial MT"/>
              </a:rPr>
              <a:t>describe</a:t>
            </a:r>
            <a:r>
              <a:rPr sz="1700" spc="-10" dirty="0">
                <a:latin typeface="Arial MT"/>
                <a:cs typeface="Arial MT"/>
              </a:rPr>
              <a:t> </a:t>
            </a:r>
            <a:r>
              <a:rPr sz="1700" dirty="0">
                <a:latin typeface="Arial MT"/>
                <a:cs typeface="Arial MT"/>
              </a:rPr>
              <a:t>the</a:t>
            </a:r>
            <a:r>
              <a:rPr sz="1700" spc="-60" dirty="0">
                <a:latin typeface="Arial MT"/>
                <a:cs typeface="Arial MT"/>
              </a:rPr>
              <a:t> </a:t>
            </a:r>
            <a:r>
              <a:rPr sz="1700" spc="-95" dirty="0">
                <a:latin typeface="Arial MT"/>
                <a:cs typeface="Arial MT"/>
              </a:rPr>
              <a:t>services</a:t>
            </a:r>
            <a:r>
              <a:rPr sz="1700" spc="-25" dirty="0">
                <a:latin typeface="Arial MT"/>
                <a:cs typeface="Arial MT"/>
              </a:rPr>
              <a:t> </a:t>
            </a:r>
            <a:r>
              <a:rPr sz="1700" dirty="0">
                <a:latin typeface="Arial MT"/>
                <a:cs typeface="Arial MT"/>
              </a:rPr>
              <a:t>that</a:t>
            </a:r>
            <a:r>
              <a:rPr sz="1700" spc="25" dirty="0">
                <a:latin typeface="Arial MT"/>
                <a:cs typeface="Arial MT"/>
              </a:rPr>
              <a:t> </a:t>
            </a:r>
            <a:r>
              <a:rPr sz="1700" spc="-45" dirty="0">
                <a:latin typeface="Arial MT"/>
                <a:cs typeface="Arial MT"/>
              </a:rPr>
              <a:t>require</a:t>
            </a:r>
            <a:r>
              <a:rPr sz="1700" spc="55" dirty="0">
                <a:latin typeface="Arial MT"/>
                <a:cs typeface="Arial MT"/>
              </a:rPr>
              <a:t> </a:t>
            </a:r>
            <a:r>
              <a:rPr sz="1700" spc="-40" dirty="0">
                <a:latin typeface="Arial MT"/>
                <a:cs typeface="Arial MT"/>
              </a:rPr>
              <a:t>you</a:t>
            </a:r>
            <a:r>
              <a:rPr sz="1700" spc="-60" dirty="0">
                <a:latin typeface="Arial MT"/>
                <a:cs typeface="Arial MT"/>
              </a:rPr>
              <a:t> </a:t>
            </a:r>
            <a:r>
              <a:rPr sz="1700" dirty="0">
                <a:solidFill>
                  <a:srgbClr val="161616"/>
                </a:solidFill>
                <a:latin typeface="Arial MT"/>
                <a:cs typeface="Arial MT"/>
              </a:rPr>
              <a:t>to</a:t>
            </a:r>
            <a:r>
              <a:rPr sz="1700" spc="70" dirty="0">
                <a:solidFill>
                  <a:srgbClr val="161616"/>
                </a:solidFill>
                <a:latin typeface="Arial MT"/>
                <a:cs typeface="Arial MT"/>
              </a:rPr>
              <a:t> </a:t>
            </a:r>
            <a:r>
              <a:rPr sz="1700" spc="-10" dirty="0">
                <a:latin typeface="Arial MT"/>
                <a:cs typeface="Arial MT"/>
              </a:rPr>
              <a:t>manage </a:t>
            </a:r>
            <a:r>
              <a:rPr sz="1700" spc="-25" dirty="0">
                <a:latin typeface="Arial MT"/>
                <a:cs typeface="Arial MT"/>
              </a:rPr>
              <a:t>infrastructure</a:t>
            </a:r>
            <a:r>
              <a:rPr sz="1700" spc="-95" dirty="0">
                <a:latin typeface="Arial MT"/>
                <a:cs typeface="Arial MT"/>
              </a:rPr>
              <a:t> </a:t>
            </a:r>
            <a:r>
              <a:rPr sz="1700" spc="-40" dirty="0">
                <a:solidFill>
                  <a:srgbClr val="0E0E0E"/>
                </a:solidFill>
                <a:latin typeface="Arial MT"/>
                <a:cs typeface="Arial MT"/>
              </a:rPr>
              <a:t>management</a:t>
            </a:r>
            <a:r>
              <a:rPr sz="1700" spc="-10" dirty="0">
                <a:solidFill>
                  <a:srgbClr val="0E0E0E"/>
                </a:solidFill>
                <a:latin typeface="Arial MT"/>
                <a:cs typeface="Arial MT"/>
              </a:rPr>
              <a:t> </a:t>
            </a:r>
            <a:r>
              <a:rPr sz="1700" spc="-65" dirty="0">
                <a:latin typeface="Arial MT"/>
                <a:cs typeface="Arial MT"/>
              </a:rPr>
              <a:t>tasks</a:t>
            </a:r>
            <a:r>
              <a:rPr sz="1700" spc="-20" dirty="0">
                <a:latin typeface="Arial MT"/>
                <a:cs typeface="Arial MT"/>
              </a:rPr>
              <a:t> </a:t>
            </a:r>
            <a:r>
              <a:rPr sz="1700" spc="-25" dirty="0">
                <a:latin typeface="Arial MT"/>
                <a:cs typeface="Arial MT"/>
              </a:rPr>
              <a:t>like</a:t>
            </a:r>
            <a:r>
              <a:rPr sz="1700" spc="-50" dirty="0">
                <a:latin typeface="Arial MT"/>
                <a:cs typeface="Arial MT"/>
              </a:rPr>
              <a:t> </a:t>
            </a:r>
            <a:r>
              <a:rPr sz="1700" spc="-35" dirty="0">
                <a:latin typeface="Arial MT"/>
                <a:cs typeface="Arial MT"/>
              </a:rPr>
              <a:t>patching,</a:t>
            </a:r>
            <a:r>
              <a:rPr sz="1700" spc="45" dirty="0">
                <a:latin typeface="Arial MT"/>
                <a:cs typeface="Arial MT"/>
              </a:rPr>
              <a:t> </a:t>
            </a:r>
            <a:r>
              <a:rPr sz="1700" spc="-75" dirty="0">
                <a:latin typeface="Arial MT"/>
                <a:cs typeface="Arial MT"/>
              </a:rPr>
              <a:t>backup,</a:t>
            </a:r>
            <a:r>
              <a:rPr sz="1700" spc="-25" dirty="0">
                <a:latin typeface="Arial MT"/>
                <a:cs typeface="Arial MT"/>
              </a:rPr>
              <a:t> </a:t>
            </a:r>
            <a:r>
              <a:rPr sz="1700" spc="-35" dirty="0">
                <a:latin typeface="Arial MT"/>
                <a:cs typeface="Arial MT"/>
              </a:rPr>
              <a:t>and</a:t>
            </a:r>
            <a:r>
              <a:rPr sz="1700" spc="-15" dirty="0">
                <a:latin typeface="Arial MT"/>
                <a:cs typeface="Arial MT"/>
              </a:rPr>
              <a:t> </a:t>
            </a:r>
            <a:r>
              <a:rPr sz="1700" spc="-85" dirty="0">
                <a:latin typeface="Arial MT"/>
                <a:cs typeface="Arial MT"/>
              </a:rPr>
              <a:t>repair. </a:t>
            </a:r>
            <a:r>
              <a:rPr sz="1700" spc="-95" dirty="0">
                <a:latin typeface="Arial MT"/>
                <a:cs typeface="Arial MT"/>
              </a:rPr>
              <a:t>These</a:t>
            </a:r>
            <a:r>
              <a:rPr sz="1700" spc="-25" dirty="0">
                <a:latin typeface="Arial MT"/>
                <a:cs typeface="Arial MT"/>
              </a:rPr>
              <a:t> </a:t>
            </a:r>
            <a:r>
              <a:rPr sz="1700" spc="-90" dirty="0">
                <a:latin typeface="Arial MT"/>
                <a:cs typeface="Arial MT"/>
              </a:rPr>
              <a:t>services</a:t>
            </a:r>
            <a:r>
              <a:rPr sz="1700" spc="-5" dirty="0">
                <a:latin typeface="Arial MT"/>
                <a:cs typeface="Arial MT"/>
              </a:rPr>
              <a:t> </a:t>
            </a:r>
            <a:r>
              <a:rPr sz="1700" spc="-10" dirty="0">
                <a:latin typeface="Arial MT"/>
                <a:cs typeface="Arial MT"/>
              </a:rPr>
              <a:t>grant </a:t>
            </a:r>
            <a:r>
              <a:rPr sz="1700" spc="-35" dirty="0">
                <a:solidFill>
                  <a:srgbClr val="161616"/>
                </a:solidFill>
                <a:latin typeface="Arial MT"/>
                <a:cs typeface="Arial MT"/>
              </a:rPr>
              <a:t>you</a:t>
            </a:r>
            <a:r>
              <a:rPr sz="1700" spc="-85" dirty="0">
                <a:solidFill>
                  <a:srgbClr val="161616"/>
                </a:solidFill>
                <a:latin typeface="Arial MT"/>
                <a:cs typeface="Arial MT"/>
              </a:rPr>
              <a:t> </a:t>
            </a:r>
            <a:r>
              <a:rPr sz="1700" dirty="0">
                <a:solidFill>
                  <a:srgbClr val="080808"/>
                </a:solidFill>
                <a:latin typeface="Arial MT"/>
                <a:cs typeface="Arial MT"/>
              </a:rPr>
              <a:t>virtual</a:t>
            </a:r>
            <a:r>
              <a:rPr sz="1700" spc="-120" dirty="0">
                <a:solidFill>
                  <a:srgbClr val="080808"/>
                </a:solidFill>
                <a:latin typeface="Arial MT"/>
                <a:cs typeface="Arial MT"/>
              </a:rPr>
              <a:t> </a:t>
            </a:r>
            <a:r>
              <a:rPr sz="1700" spc="-145" dirty="0">
                <a:latin typeface="Arial MT"/>
                <a:cs typeface="Arial MT"/>
              </a:rPr>
              <a:t>access</a:t>
            </a:r>
            <a:r>
              <a:rPr sz="1700" spc="10" dirty="0">
                <a:latin typeface="Arial MT"/>
                <a:cs typeface="Arial MT"/>
              </a:rPr>
              <a:t> </a:t>
            </a:r>
            <a:r>
              <a:rPr sz="1700" dirty="0">
                <a:solidFill>
                  <a:srgbClr val="232323"/>
                </a:solidFill>
                <a:latin typeface="Arial MT"/>
                <a:cs typeface="Arial MT"/>
              </a:rPr>
              <a:t>to</a:t>
            </a:r>
            <a:r>
              <a:rPr sz="1700" spc="-95" dirty="0">
                <a:solidFill>
                  <a:srgbClr val="232323"/>
                </a:solidFill>
                <a:latin typeface="Arial MT"/>
                <a:cs typeface="Arial MT"/>
              </a:rPr>
              <a:t> </a:t>
            </a:r>
            <a:r>
              <a:rPr sz="1700" dirty="0">
                <a:solidFill>
                  <a:srgbClr val="111111"/>
                </a:solidFill>
                <a:latin typeface="Arial MT"/>
                <a:cs typeface="Arial MT"/>
              </a:rPr>
              <a:t>the</a:t>
            </a:r>
            <a:r>
              <a:rPr sz="1700" spc="-50" dirty="0">
                <a:solidFill>
                  <a:srgbClr val="111111"/>
                </a:solidFill>
                <a:latin typeface="Arial MT"/>
                <a:cs typeface="Arial MT"/>
              </a:rPr>
              <a:t> </a:t>
            </a:r>
            <a:r>
              <a:rPr sz="1700" spc="-30" dirty="0">
                <a:latin typeface="Arial MT"/>
                <a:cs typeface="Arial MT"/>
              </a:rPr>
              <a:t>underlying</a:t>
            </a:r>
            <a:r>
              <a:rPr sz="1700" spc="100" dirty="0">
                <a:latin typeface="Arial MT"/>
                <a:cs typeface="Arial MT"/>
              </a:rPr>
              <a:t> </a:t>
            </a:r>
            <a:r>
              <a:rPr sz="1700" spc="-20" dirty="0">
                <a:latin typeface="Arial MT"/>
                <a:cs typeface="Arial MT"/>
              </a:rPr>
              <a:t>operating</a:t>
            </a:r>
            <a:r>
              <a:rPr sz="1700" spc="-25" dirty="0">
                <a:latin typeface="Arial MT"/>
                <a:cs typeface="Arial MT"/>
              </a:rPr>
              <a:t> </a:t>
            </a:r>
            <a:r>
              <a:rPr sz="1700" spc="-60" dirty="0">
                <a:latin typeface="Arial MT"/>
                <a:cs typeface="Arial MT"/>
              </a:rPr>
              <a:t>system</a:t>
            </a:r>
            <a:r>
              <a:rPr sz="1700" spc="20" dirty="0">
                <a:latin typeface="Arial MT"/>
                <a:cs typeface="Arial MT"/>
              </a:rPr>
              <a:t> </a:t>
            </a:r>
            <a:r>
              <a:rPr sz="1700" spc="-40" dirty="0">
                <a:latin typeface="Arial MT"/>
                <a:cs typeface="Arial MT"/>
              </a:rPr>
              <a:t>and</a:t>
            </a:r>
            <a:r>
              <a:rPr sz="1700" spc="-20" dirty="0">
                <a:latin typeface="Arial MT"/>
                <a:cs typeface="Arial MT"/>
              </a:rPr>
              <a:t> </a:t>
            </a:r>
            <a:r>
              <a:rPr sz="1700" spc="-95" dirty="0">
                <a:latin typeface="Arial MT"/>
                <a:cs typeface="Arial MT"/>
              </a:rPr>
              <a:t>servers.</a:t>
            </a:r>
            <a:r>
              <a:rPr sz="1700" spc="-5" dirty="0">
                <a:latin typeface="Arial MT"/>
                <a:cs typeface="Arial MT"/>
              </a:rPr>
              <a:t> </a:t>
            </a:r>
            <a:r>
              <a:rPr sz="1700" dirty="0">
                <a:solidFill>
                  <a:srgbClr val="0E0E0E"/>
                </a:solidFill>
                <a:latin typeface="Arial MT"/>
                <a:cs typeface="Arial MT"/>
              </a:rPr>
              <a:t>With</a:t>
            </a:r>
            <a:r>
              <a:rPr sz="1700" spc="-60" dirty="0">
                <a:solidFill>
                  <a:srgbClr val="0E0E0E"/>
                </a:solidFill>
                <a:latin typeface="Arial MT"/>
                <a:cs typeface="Arial MT"/>
              </a:rPr>
              <a:t> </a:t>
            </a:r>
            <a:r>
              <a:rPr sz="1700" spc="-10" dirty="0">
                <a:latin typeface="Arial MT"/>
                <a:cs typeface="Arial MT"/>
              </a:rPr>
              <a:t>managed </a:t>
            </a:r>
            <a:r>
              <a:rPr sz="1700" spc="-95" dirty="0">
                <a:latin typeface="Arial MT"/>
                <a:cs typeface="Arial MT"/>
              </a:rPr>
              <a:t>services,</a:t>
            </a:r>
            <a:r>
              <a:rPr sz="1700" spc="25" dirty="0">
                <a:latin typeface="Arial MT"/>
                <a:cs typeface="Arial MT"/>
              </a:rPr>
              <a:t> </a:t>
            </a:r>
            <a:r>
              <a:rPr sz="1700" spc="-50" dirty="0">
                <a:latin typeface="Arial MT"/>
                <a:cs typeface="Arial MT"/>
              </a:rPr>
              <a:t>you</a:t>
            </a:r>
            <a:r>
              <a:rPr sz="1700" spc="-60" dirty="0">
                <a:latin typeface="Arial MT"/>
                <a:cs typeface="Arial MT"/>
              </a:rPr>
              <a:t> </a:t>
            </a:r>
            <a:r>
              <a:rPr sz="1700" spc="-70" dirty="0">
                <a:solidFill>
                  <a:srgbClr val="151515"/>
                </a:solidFill>
                <a:latin typeface="Arial MT"/>
                <a:cs typeface="Arial MT"/>
              </a:rPr>
              <a:t>are</a:t>
            </a:r>
            <a:r>
              <a:rPr sz="1700" spc="-50" dirty="0">
                <a:solidFill>
                  <a:srgbClr val="151515"/>
                </a:solidFill>
                <a:latin typeface="Arial MT"/>
                <a:cs typeface="Arial MT"/>
              </a:rPr>
              <a:t> </a:t>
            </a:r>
            <a:r>
              <a:rPr sz="1700" spc="-60" dirty="0">
                <a:latin typeface="Arial MT"/>
                <a:cs typeface="Arial MT"/>
              </a:rPr>
              <a:t>responsible</a:t>
            </a:r>
            <a:r>
              <a:rPr sz="1700" spc="25" dirty="0">
                <a:latin typeface="Arial MT"/>
                <a:cs typeface="Arial MT"/>
              </a:rPr>
              <a:t> </a:t>
            </a:r>
            <a:r>
              <a:rPr sz="1700" dirty="0">
                <a:latin typeface="Arial MT"/>
                <a:cs typeface="Arial MT"/>
              </a:rPr>
              <a:t>for</a:t>
            </a:r>
            <a:r>
              <a:rPr sz="1700" spc="-80" dirty="0">
                <a:latin typeface="Arial MT"/>
                <a:cs typeface="Arial MT"/>
              </a:rPr>
              <a:t> </a:t>
            </a:r>
            <a:r>
              <a:rPr sz="1700" spc="-65" dirty="0">
                <a:latin typeface="Arial MT"/>
                <a:cs typeface="Arial MT"/>
              </a:rPr>
              <a:t>scaling</a:t>
            </a:r>
            <a:r>
              <a:rPr sz="1700" spc="-10" dirty="0">
                <a:latin typeface="Arial MT"/>
                <a:cs typeface="Arial MT"/>
              </a:rPr>
              <a:t> </a:t>
            </a:r>
            <a:r>
              <a:rPr sz="1700" spc="-35" dirty="0">
                <a:latin typeface="Arial MT"/>
                <a:cs typeface="Arial MT"/>
              </a:rPr>
              <a:t>and</a:t>
            </a:r>
            <a:r>
              <a:rPr sz="1700" spc="-20" dirty="0">
                <a:latin typeface="Arial MT"/>
                <a:cs typeface="Arial MT"/>
              </a:rPr>
              <a:t> </a:t>
            </a:r>
            <a:r>
              <a:rPr sz="1700" spc="-10" dirty="0">
                <a:latin typeface="Arial MT"/>
                <a:cs typeface="Arial MT"/>
              </a:rPr>
              <a:t>building</a:t>
            </a:r>
            <a:r>
              <a:rPr sz="1700" spc="40" dirty="0">
                <a:latin typeface="Arial MT"/>
                <a:cs typeface="Arial MT"/>
              </a:rPr>
              <a:t> </a:t>
            </a:r>
            <a:r>
              <a:rPr sz="1700" dirty="0">
                <a:solidFill>
                  <a:srgbClr val="1C1C1C"/>
                </a:solidFill>
                <a:latin typeface="Arial MT"/>
                <a:cs typeface="Arial MT"/>
              </a:rPr>
              <a:t>for</a:t>
            </a:r>
            <a:r>
              <a:rPr sz="1700" spc="-60" dirty="0">
                <a:solidFill>
                  <a:srgbClr val="1C1C1C"/>
                </a:solidFill>
                <a:latin typeface="Arial MT"/>
                <a:cs typeface="Arial MT"/>
              </a:rPr>
              <a:t> </a:t>
            </a:r>
            <a:r>
              <a:rPr sz="1700" dirty="0">
                <a:latin typeface="Arial MT"/>
                <a:cs typeface="Arial MT"/>
              </a:rPr>
              <a:t>high</a:t>
            </a:r>
            <a:r>
              <a:rPr sz="1700" spc="-30" dirty="0">
                <a:latin typeface="Arial MT"/>
                <a:cs typeface="Arial MT"/>
              </a:rPr>
              <a:t> </a:t>
            </a:r>
            <a:r>
              <a:rPr sz="1700" spc="-10" dirty="0">
                <a:latin typeface="Arial MT"/>
                <a:cs typeface="Arial MT"/>
              </a:rPr>
              <a:t>availability.</a:t>
            </a:r>
            <a:endParaRPr sz="1700">
              <a:latin typeface="Arial MT"/>
              <a:cs typeface="Arial MT"/>
            </a:endParaRPr>
          </a:p>
        </p:txBody>
      </p:sp>
      <p:sp>
        <p:nvSpPr>
          <p:cNvPr id="11" name="object 11"/>
          <p:cNvSpPr txBox="1"/>
          <p:nvPr/>
        </p:nvSpPr>
        <p:spPr>
          <a:xfrm>
            <a:off x="9584354" y="1713075"/>
            <a:ext cx="844550" cy="262255"/>
          </a:xfrm>
          <a:prstGeom prst="rect">
            <a:avLst/>
          </a:prstGeom>
        </p:spPr>
        <p:txBody>
          <a:bodyPr vert="horz" wrap="square" lIns="0" tIns="12700" rIns="0" bIns="0" rtlCol="0">
            <a:spAutoFit/>
          </a:bodyPr>
          <a:lstStyle/>
          <a:p>
            <a:pPr marL="12700">
              <a:lnSpc>
                <a:spcPct val="100000"/>
              </a:lnSpc>
              <a:spcBef>
                <a:spcPts val="100"/>
              </a:spcBef>
            </a:pPr>
            <a:r>
              <a:rPr sz="1550" spc="-90" dirty="0">
                <a:latin typeface="Arial MT"/>
                <a:cs typeface="Arial MT"/>
              </a:rPr>
              <a:t>Servertess</a:t>
            </a:r>
            <a:endParaRPr sz="1550">
              <a:latin typeface="Arial MT"/>
              <a:cs typeface="Arial MT"/>
            </a:endParaRPr>
          </a:p>
        </p:txBody>
      </p:sp>
      <p:sp>
        <p:nvSpPr>
          <p:cNvPr id="12" name="object 12"/>
          <p:cNvSpPr txBox="1"/>
          <p:nvPr/>
        </p:nvSpPr>
        <p:spPr>
          <a:xfrm>
            <a:off x="1664197" y="5412394"/>
            <a:ext cx="962025" cy="132715"/>
          </a:xfrm>
          <a:prstGeom prst="rect">
            <a:avLst/>
          </a:prstGeom>
        </p:spPr>
        <p:txBody>
          <a:bodyPr vert="horz" wrap="square" lIns="0" tIns="12700" rIns="0" bIns="0" rtlCol="0">
            <a:spAutoFit/>
          </a:bodyPr>
          <a:lstStyle/>
          <a:p>
            <a:pPr marL="12700">
              <a:lnSpc>
                <a:spcPct val="100000"/>
              </a:lnSpc>
              <a:spcBef>
                <a:spcPts val="100"/>
              </a:spcBef>
            </a:pPr>
            <a:r>
              <a:rPr sz="700" dirty="0">
                <a:solidFill>
                  <a:srgbClr val="5B5B5B"/>
                </a:solidFill>
                <a:latin typeface="Arial MT"/>
                <a:cs typeface="Arial MT"/>
              </a:rPr>
              <a:t>62p?.1</a:t>
            </a:r>
            <a:r>
              <a:rPr sz="700" spc="45" dirty="0">
                <a:solidFill>
                  <a:srgbClr val="5B5B5B"/>
                </a:solidFill>
                <a:latin typeface="Arial MT"/>
                <a:cs typeface="Arial MT"/>
              </a:rPr>
              <a:t> </a:t>
            </a:r>
            <a:r>
              <a:rPr sz="700" spc="50" dirty="0">
                <a:solidFill>
                  <a:srgbClr val="3F3F3F"/>
                </a:solidFill>
                <a:latin typeface="Arial MT"/>
                <a:cs typeface="Arial MT"/>
              </a:rPr>
              <a:t>Amaze</a:t>
            </a:r>
            <a:r>
              <a:rPr sz="700" spc="90" dirty="0">
                <a:solidFill>
                  <a:srgbClr val="3F3F3F"/>
                </a:solidFill>
                <a:latin typeface="Arial MT"/>
                <a:cs typeface="Arial MT"/>
              </a:rPr>
              <a:t> </a:t>
            </a:r>
            <a:r>
              <a:rPr sz="700" dirty="0">
                <a:solidFill>
                  <a:srgbClr val="626262"/>
                </a:solidFill>
                <a:latin typeface="Arial MT"/>
                <a:cs typeface="Arial MT"/>
              </a:rPr>
              <a:t>web</a:t>
            </a:r>
            <a:r>
              <a:rPr sz="700" spc="55" dirty="0">
                <a:solidFill>
                  <a:srgbClr val="626262"/>
                </a:solidFill>
                <a:latin typeface="Arial MT"/>
                <a:cs typeface="Arial MT"/>
              </a:rPr>
              <a:t> </a:t>
            </a:r>
            <a:r>
              <a:rPr sz="700" spc="-50" dirty="0">
                <a:solidFill>
                  <a:srgbClr val="878787"/>
                </a:solidFill>
                <a:latin typeface="Arial MT"/>
                <a:cs typeface="Arial MT"/>
              </a:rPr>
              <a:t>W</a:t>
            </a:r>
            <a:endParaRPr sz="700">
              <a:latin typeface="Arial MT"/>
              <a:cs typeface="Arial MT"/>
            </a:endParaRPr>
          </a:p>
        </p:txBody>
      </p:sp>
      <p:sp>
        <p:nvSpPr>
          <p:cNvPr id="13" name="object 13"/>
          <p:cNvSpPr txBox="1"/>
          <p:nvPr/>
        </p:nvSpPr>
        <p:spPr>
          <a:xfrm>
            <a:off x="2791611" y="5412394"/>
            <a:ext cx="1560195" cy="132715"/>
          </a:xfrm>
          <a:prstGeom prst="rect">
            <a:avLst/>
          </a:prstGeom>
        </p:spPr>
        <p:txBody>
          <a:bodyPr vert="horz" wrap="square" lIns="0" tIns="12700" rIns="0" bIns="0" rtlCol="0">
            <a:spAutoFit/>
          </a:bodyPr>
          <a:lstStyle/>
          <a:p>
            <a:pPr marL="12700">
              <a:lnSpc>
                <a:spcPct val="100000"/>
              </a:lnSpc>
              <a:spcBef>
                <a:spcPts val="100"/>
              </a:spcBef>
            </a:pPr>
            <a:r>
              <a:rPr sz="700" dirty="0">
                <a:solidFill>
                  <a:srgbClr val="878787"/>
                </a:solidFill>
                <a:latin typeface="Arial MT"/>
                <a:cs typeface="Arial MT"/>
              </a:rPr>
              <a:t>\</a:t>
            </a:r>
            <a:r>
              <a:rPr sz="700" spc="254" dirty="0">
                <a:solidFill>
                  <a:srgbClr val="878787"/>
                </a:solidFill>
                <a:latin typeface="Arial MT"/>
                <a:cs typeface="Arial MT"/>
              </a:rPr>
              <a:t> </a:t>
            </a:r>
            <a:r>
              <a:rPr sz="700" spc="-10" dirty="0">
                <a:solidFill>
                  <a:srgbClr val="838383"/>
                </a:solidFill>
                <a:latin typeface="Arial MT"/>
                <a:cs typeface="Arial MT"/>
              </a:rPr>
              <a:t>inc.</a:t>
            </a:r>
            <a:r>
              <a:rPr sz="700" spc="65" dirty="0">
                <a:solidFill>
                  <a:srgbClr val="838383"/>
                </a:solidFill>
                <a:latin typeface="Arial MT"/>
                <a:cs typeface="Arial MT"/>
              </a:rPr>
              <a:t> </a:t>
            </a:r>
            <a:r>
              <a:rPr sz="700" dirty="0">
                <a:solidFill>
                  <a:srgbClr val="7C7C7C"/>
                </a:solidFill>
                <a:latin typeface="Arial MT"/>
                <a:cs typeface="Arial MT"/>
              </a:rPr>
              <a:t>or</a:t>
            </a:r>
            <a:r>
              <a:rPr sz="700" spc="10" dirty="0">
                <a:solidFill>
                  <a:srgbClr val="7C7C7C"/>
                </a:solidFill>
                <a:latin typeface="Arial MT"/>
                <a:cs typeface="Arial MT"/>
              </a:rPr>
              <a:t> </a:t>
            </a:r>
            <a:r>
              <a:rPr sz="700" spc="-145" dirty="0">
                <a:solidFill>
                  <a:srgbClr val="4F4F4F"/>
                </a:solidFill>
                <a:latin typeface="Arial MT"/>
                <a:cs typeface="Arial MT"/>
              </a:rPr>
              <a:t>me</a:t>
            </a:r>
            <a:r>
              <a:rPr sz="700" spc="-55" dirty="0">
                <a:solidFill>
                  <a:srgbClr val="4F4F4F"/>
                </a:solidFill>
                <a:latin typeface="Arial MT"/>
                <a:cs typeface="Arial MT"/>
              </a:rPr>
              <a:t> </a:t>
            </a:r>
            <a:r>
              <a:rPr sz="700" spc="-55" dirty="0">
                <a:solidFill>
                  <a:srgbClr val="707070"/>
                </a:solidFill>
                <a:latin typeface="Arial MT"/>
                <a:cs typeface="Arial MT"/>
              </a:rPr>
              <a:t>a1Tiltares.</a:t>
            </a:r>
            <a:r>
              <a:rPr sz="700" spc="-10" dirty="0">
                <a:solidFill>
                  <a:srgbClr val="707070"/>
                </a:solidFill>
                <a:latin typeface="Arial MT"/>
                <a:cs typeface="Arial MT"/>
              </a:rPr>
              <a:t> </a:t>
            </a:r>
            <a:r>
              <a:rPr sz="700" spc="-55" dirty="0">
                <a:solidFill>
                  <a:srgbClr val="727272"/>
                </a:solidFill>
                <a:latin typeface="Arial MT"/>
                <a:cs typeface="Arial MT"/>
              </a:rPr>
              <a:t>Ab</a:t>
            </a:r>
            <a:r>
              <a:rPr sz="700" spc="-20" dirty="0">
                <a:solidFill>
                  <a:srgbClr val="727272"/>
                </a:solidFill>
                <a:latin typeface="Arial MT"/>
                <a:cs typeface="Arial MT"/>
              </a:rPr>
              <a:t> </a:t>
            </a:r>
            <a:r>
              <a:rPr sz="700" dirty="0">
                <a:solidFill>
                  <a:srgbClr val="505050"/>
                </a:solidFill>
                <a:latin typeface="Arial MT"/>
                <a:cs typeface="Arial MT"/>
              </a:rPr>
              <a:t>nghls</a:t>
            </a:r>
            <a:r>
              <a:rPr sz="700" spc="-10" dirty="0">
                <a:solidFill>
                  <a:srgbClr val="505050"/>
                </a:solidFill>
                <a:latin typeface="Arial MT"/>
                <a:cs typeface="Arial MT"/>
              </a:rPr>
              <a:t> </a:t>
            </a:r>
            <a:r>
              <a:rPr sz="700" spc="-10" dirty="0">
                <a:solidFill>
                  <a:srgbClr val="6B6B6B"/>
                </a:solidFill>
                <a:latin typeface="Arial MT"/>
                <a:cs typeface="Arial MT"/>
              </a:rPr>
              <a:t>reserved</a:t>
            </a:r>
            <a:endParaRPr sz="700">
              <a:latin typeface="Arial MT"/>
              <a:cs typeface="Arial MT"/>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382120" y="1732099"/>
            <a:ext cx="1239805" cy="762962"/>
          </a:xfrm>
          <a:prstGeom prst="rect">
            <a:avLst/>
          </a:prstGeom>
        </p:spPr>
      </p:pic>
      <p:pic>
        <p:nvPicPr>
          <p:cNvPr id="3" name="object 3"/>
          <p:cNvPicPr/>
          <p:nvPr/>
        </p:nvPicPr>
        <p:blipFill>
          <a:blip r:embed="rId3" cstate="print"/>
          <a:stretch>
            <a:fillRect/>
          </a:stretch>
        </p:blipFill>
        <p:spPr>
          <a:xfrm>
            <a:off x="4783637" y="1721504"/>
            <a:ext cx="1165628" cy="784156"/>
          </a:xfrm>
          <a:prstGeom prst="rect">
            <a:avLst/>
          </a:prstGeom>
        </p:spPr>
      </p:pic>
      <p:pic>
        <p:nvPicPr>
          <p:cNvPr id="4" name="object 4"/>
          <p:cNvPicPr/>
          <p:nvPr/>
        </p:nvPicPr>
        <p:blipFill>
          <a:blip r:embed="rId4" cstate="print"/>
          <a:stretch>
            <a:fillRect/>
          </a:stretch>
        </p:blipFill>
        <p:spPr>
          <a:xfrm>
            <a:off x="8471263" y="1657922"/>
            <a:ext cx="921906" cy="921913"/>
          </a:xfrm>
          <a:prstGeom prst="rect">
            <a:avLst/>
          </a:prstGeom>
        </p:spPr>
      </p:pic>
      <p:graphicFrame>
        <p:nvGraphicFramePr>
          <p:cNvPr id="5" name="object 5"/>
          <p:cNvGraphicFramePr>
            <a:graphicFrameLocks noGrp="1"/>
          </p:cNvGraphicFramePr>
          <p:nvPr/>
        </p:nvGraphicFramePr>
        <p:xfrm>
          <a:off x="1132747" y="1491200"/>
          <a:ext cx="9812019" cy="1294130"/>
        </p:xfrm>
        <a:graphic>
          <a:graphicData uri="http://schemas.openxmlformats.org/drawingml/2006/table">
            <a:tbl>
              <a:tblPr firstRow="1" bandRow="1">
                <a:tableStyleId>{2D5ABB26-0587-4C30-8999-92F81FD0307C}</a:tableStyleId>
              </a:tblPr>
              <a:tblGrid>
                <a:gridCol w="3102610">
                  <a:extLst>
                    <a:ext uri="{9D8B030D-6E8A-4147-A177-3AD203B41FA5}">
                      <a16:colId xmlns:a16="http://schemas.microsoft.com/office/drawing/2014/main" val="20000"/>
                    </a:ext>
                  </a:extLst>
                </a:gridCol>
                <a:gridCol w="237489">
                  <a:extLst>
                    <a:ext uri="{9D8B030D-6E8A-4147-A177-3AD203B41FA5}">
                      <a16:colId xmlns:a16="http://schemas.microsoft.com/office/drawing/2014/main" val="20001"/>
                    </a:ext>
                  </a:extLst>
                </a:gridCol>
                <a:gridCol w="3117215">
                  <a:extLst>
                    <a:ext uri="{9D8B030D-6E8A-4147-A177-3AD203B41FA5}">
                      <a16:colId xmlns:a16="http://schemas.microsoft.com/office/drawing/2014/main" val="20002"/>
                    </a:ext>
                  </a:extLst>
                </a:gridCol>
                <a:gridCol w="229235">
                  <a:extLst>
                    <a:ext uri="{9D8B030D-6E8A-4147-A177-3AD203B41FA5}">
                      <a16:colId xmlns:a16="http://schemas.microsoft.com/office/drawing/2014/main" val="20003"/>
                    </a:ext>
                  </a:extLst>
                </a:gridCol>
                <a:gridCol w="3125470">
                  <a:extLst>
                    <a:ext uri="{9D8B030D-6E8A-4147-A177-3AD203B41FA5}">
                      <a16:colId xmlns:a16="http://schemas.microsoft.com/office/drawing/2014/main" val="20004"/>
                    </a:ext>
                  </a:extLst>
                </a:gridCol>
              </a:tblGrid>
              <a:tr h="1294130">
                <a:tc>
                  <a:txBody>
                    <a:bodyPr/>
                    <a:lstStyle/>
                    <a:p>
                      <a:pPr>
                        <a:lnSpc>
                          <a:spcPct val="100000"/>
                        </a:lnSpc>
                        <a:spcBef>
                          <a:spcPts val="894"/>
                        </a:spcBef>
                      </a:pPr>
                      <a:endParaRPr sz="1800">
                        <a:latin typeface="Times New Roman"/>
                        <a:cs typeface="Times New Roman"/>
                      </a:endParaRPr>
                    </a:p>
                    <a:p>
                      <a:pPr marL="2353945" marR="42545" indent="-127000" algn="r">
                        <a:lnSpc>
                          <a:spcPts val="1880"/>
                        </a:lnSpc>
                      </a:pPr>
                      <a:r>
                        <a:rPr sz="1800" spc="-155" dirty="0">
                          <a:latin typeface="Arial MT"/>
                          <a:cs typeface="Arial MT"/>
                        </a:rPr>
                        <a:t>Managed </a:t>
                      </a:r>
                      <a:r>
                        <a:rPr sz="1800" spc="-40" dirty="0">
                          <a:latin typeface="Arial MT"/>
                          <a:cs typeface="Arial MT"/>
                        </a:rPr>
                        <a:t>service</a:t>
                      </a:r>
                      <a:endParaRPr sz="1800">
                        <a:latin typeface="Arial MT"/>
                        <a:cs typeface="Arial MT"/>
                      </a:endParaRPr>
                    </a:p>
                  </a:txBody>
                  <a:tcPr marL="0" marR="0" marT="113664" marB="0">
                    <a:lnL w="19050">
                      <a:solidFill>
                        <a:srgbClr val="575757"/>
                      </a:solidFill>
                      <a:prstDash val="solid"/>
                    </a:lnL>
                    <a:lnR w="19050">
                      <a:solidFill>
                        <a:srgbClr val="575757"/>
                      </a:solidFill>
                      <a:prstDash val="solid"/>
                    </a:lnR>
                    <a:lnT w="19050">
                      <a:solidFill>
                        <a:srgbClr val="575757"/>
                      </a:solidFill>
                      <a:prstDash val="solid"/>
                    </a:lnT>
                    <a:lnB w="19050">
                      <a:solidFill>
                        <a:srgbClr val="575757"/>
                      </a:solidFill>
                      <a:prstDash val="solid"/>
                    </a:lnB>
                  </a:tcPr>
                </a:tc>
                <a:tc>
                  <a:txBody>
                    <a:bodyPr/>
                    <a:lstStyle/>
                    <a:p>
                      <a:pPr>
                        <a:lnSpc>
                          <a:spcPct val="100000"/>
                        </a:lnSpc>
                      </a:pPr>
                      <a:endParaRPr sz="1800">
                        <a:latin typeface="Times New Roman"/>
                        <a:cs typeface="Times New Roman"/>
                      </a:endParaRPr>
                    </a:p>
                  </a:txBody>
                  <a:tcPr marL="0" marR="0" marT="0" marB="0">
                    <a:lnL w="19050">
                      <a:solidFill>
                        <a:srgbClr val="575757"/>
                      </a:solidFill>
                      <a:prstDash val="solid"/>
                    </a:lnL>
                    <a:lnR w="19050">
                      <a:solidFill>
                        <a:srgbClr val="575757"/>
                      </a:solidFill>
                      <a:prstDash val="solid"/>
                    </a:lnR>
                    <a:lnT w="19050">
                      <a:solidFill>
                        <a:srgbClr val="575757"/>
                      </a:solidFill>
                      <a:prstDash val="solid"/>
                    </a:lnT>
                    <a:lnB w="19050">
                      <a:solidFill>
                        <a:srgbClr val="575757"/>
                      </a:solidFill>
                      <a:prstDash val="solid"/>
                    </a:lnB>
                  </a:tcPr>
                </a:tc>
                <a:tc>
                  <a:txBody>
                    <a:bodyPr/>
                    <a:lstStyle/>
                    <a:p>
                      <a:pPr>
                        <a:lnSpc>
                          <a:spcPct val="100000"/>
                        </a:lnSpc>
                        <a:spcBef>
                          <a:spcPts val="919"/>
                        </a:spcBef>
                      </a:pPr>
                      <a:endParaRPr sz="1650">
                        <a:latin typeface="Times New Roman"/>
                        <a:cs typeface="Times New Roman"/>
                      </a:endParaRPr>
                    </a:p>
                    <a:p>
                      <a:pPr marR="49530" algn="r">
                        <a:lnSpc>
                          <a:spcPts val="1925"/>
                        </a:lnSpc>
                      </a:pPr>
                      <a:r>
                        <a:rPr sz="1650" spc="-70" dirty="0">
                          <a:latin typeface="Arial MT"/>
                          <a:cs typeface="Arial MT"/>
                        </a:rPr>
                        <a:t>Futty</a:t>
                      </a:r>
                      <a:r>
                        <a:rPr sz="1650" spc="-35" dirty="0">
                          <a:latin typeface="Arial MT"/>
                          <a:cs typeface="Arial MT"/>
                        </a:rPr>
                        <a:t> </a:t>
                      </a:r>
                      <a:r>
                        <a:rPr sz="1650" spc="-10" dirty="0">
                          <a:latin typeface="Arial MT"/>
                          <a:cs typeface="Arial MT"/>
                        </a:rPr>
                        <a:t>managed</a:t>
                      </a:r>
                      <a:endParaRPr sz="1650">
                        <a:latin typeface="Arial MT"/>
                        <a:cs typeface="Arial MT"/>
                      </a:endParaRPr>
                    </a:p>
                    <a:p>
                      <a:pPr marR="50165" algn="r">
                        <a:lnSpc>
                          <a:spcPts val="1985"/>
                        </a:lnSpc>
                      </a:pPr>
                      <a:r>
                        <a:rPr sz="1700" spc="-10" dirty="0">
                          <a:latin typeface="Arial MT"/>
                          <a:cs typeface="Arial MT"/>
                        </a:rPr>
                        <a:t>services</a:t>
                      </a:r>
                      <a:endParaRPr sz="1700">
                        <a:latin typeface="Arial MT"/>
                        <a:cs typeface="Arial MT"/>
                      </a:endParaRPr>
                    </a:p>
                  </a:txBody>
                  <a:tcPr marL="0" marR="0" marT="116839" marB="0">
                    <a:lnL w="19050">
                      <a:solidFill>
                        <a:srgbClr val="575757"/>
                      </a:solidFill>
                      <a:prstDash val="solid"/>
                    </a:lnL>
                    <a:lnR w="19050">
                      <a:solidFill>
                        <a:srgbClr val="575757"/>
                      </a:solidFill>
                      <a:prstDash val="solid"/>
                    </a:lnR>
                    <a:lnT w="19050">
                      <a:solidFill>
                        <a:srgbClr val="575757"/>
                      </a:solidFill>
                      <a:prstDash val="solid"/>
                    </a:lnT>
                    <a:lnB w="19050">
                      <a:solidFill>
                        <a:srgbClr val="575757"/>
                      </a:solidFill>
                      <a:prstDash val="solid"/>
                    </a:lnB>
                  </a:tcPr>
                </a:tc>
                <a:tc>
                  <a:txBody>
                    <a:bodyPr/>
                    <a:lstStyle/>
                    <a:p>
                      <a:pPr>
                        <a:lnSpc>
                          <a:spcPct val="100000"/>
                        </a:lnSpc>
                      </a:pPr>
                      <a:endParaRPr sz="1800">
                        <a:latin typeface="Times New Roman"/>
                        <a:cs typeface="Times New Roman"/>
                      </a:endParaRPr>
                    </a:p>
                  </a:txBody>
                  <a:tcPr marL="0" marR="0" marT="0" marB="0">
                    <a:lnL w="19050">
                      <a:solidFill>
                        <a:srgbClr val="575757"/>
                      </a:solidFill>
                      <a:prstDash val="solid"/>
                    </a:lnL>
                    <a:lnR w="19050">
                      <a:solidFill>
                        <a:srgbClr val="575757"/>
                      </a:solidFill>
                      <a:prstDash val="solid"/>
                    </a:lnR>
                    <a:lnT w="19050">
                      <a:solidFill>
                        <a:srgbClr val="575757"/>
                      </a:solidFill>
                      <a:prstDash val="solid"/>
                    </a:lnT>
                    <a:lnB w="19050">
                      <a:solidFill>
                        <a:srgbClr val="575757"/>
                      </a:solidFill>
                      <a:prstDash val="solid"/>
                    </a:lnB>
                  </a:tcPr>
                </a:tc>
                <a:tc>
                  <a:txBody>
                    <a:bodyPr/>
                    <a:lstStyle/>
                    <a:p>
                      <a:pPr>
                        <a:lnSpc>
                          <a:spcPct val="100000"/>
                        </a:lnSpc>
                        <a:spcBef>
                          <a:spcPts val="595"/>
                        </a:spcBef>
                      </a:pPr>
                      <a:endParaRPr sz="1800">
                        <a:latin typeface="Times New Roman"/>
                        <a:cs typeface="Times New Roman"/>
                      </a:endParaRPr>
                    </a:p>
                    <a:p>
                      <a:pPr marR="66675" algn="r">
                        <a:lnSpc>
                          <a:spcPts val="2014"/>
                        </a:lnSpc>
                        <a:spcBef>
                          <a:spcPts val="5"/>
                        </a:spcBef>
                      </a:pPr>
                      <a:r>
                        <a:rPr sz="1800" spc="-55" dirty="0">
                          <a:latin typeface="Arial MT"/>
                          <a:cs typeface="Arial MT"/>
                        </a:rPr>
                        <a:t>Serverless</a:t>
                      </a:r>
                      <a:endParaRPr sz="1800">
                        <a:latin typeface="Arial MT"/>
                        <a:cs typeface="Arial MT"/>
                      </a:endParaRPr>
                    </a:p>
                    <a:p>
                      <a:pPr marR="67310" algn="r">
                        <a:lnSpc>
                          <a:spcPts val="2075"/>
                        </a:lnSpc>
                      </a:pPr>
                      <a:r>
                        <a:rPr sz="1850" spc="-30" dirty="0">
                          <a:latin typeface="Arial MT"/>
                          <a:cs typeface="Arial MT"/>
                        </a:rPr>
                        <a:t>serviœs</a:t>
                      </a:r>
                      <a:endParaRPr sz="1850">
                        <a:latin typeface="Arial MT"/>
                        <a:cs typeface="Arial MT"/>
                      </a:endParaRPr>
                    </a:p>
                  </a:txBody>
                  <a:tcPr marL="0" marR="0" marT="75565" marB="0">
                    <a:lnL w="19050">
                      <a:solidFill>
                        <a:srgbClr val="575757"/>
                      </a:solidFill>
                      <a:prstDash val="solid"/>
                    </a:lnL>
                    <a:lnR w="19050">
                      <a:solidFill>
                        <a:srgbClr val="575757"/>
                      </a:solidFill>
                      <a:prstDash val="solid"/>
                    </a:lnR>
                    <a:lnT w="19050">
                      <a:solidFill>
                        <a:srgbClr val="575757"/>
                      </a:solidFill>
                      <a:prstDash val="solid"/>
                    </a:lnT>
                    <a:lnB w="19050">
                      <a:solidFill>
                        <a:srgbClr val="575757"/>
                      </a:solidFill>
                      <a:prstDash val="solid"/>
                    </a:lnB>
                  </a:tcPr>
                </a:tc>
                <a:extLst>
                  <a:ext uri="{0D108BD9-81ED-4DB2-BD59-A6C34878D82A}">
                    <a16:rowId xmlns:a16="http://schemas.microsoft.com/office/drawing/2014/main" val="10000"/>
                  </a:ext>
                </a:extLst>
              </a:tr>
            </a:tbl>
          </a:graphicData>
        </a:graphic>
      </p:graphicFrame>
      <p:sp>
        <p:nvSpPr>
          <p:cNvPr id="6" name="object 6"/>
          <p:cNvSpPr/>
          <p:nvPr/>
        </p:nvSpPr>
        <p:spPr>
          <a:xfrm>
            <a:off x="778113" y="1308232"/>
            <a:ext cx="0" cy="4919345"/>
          </a:xfrm>
          <a:custGeom>
            <a:avLst/>
            <a:gdLst/>
            <a:ahLst/>
            <a:cxnLst/>
            <a:rect l="l" t="t" r="r" b="b"/>
            <a:pathLst>
              <a:path h="4919345">
                <a:moveTo>
                  <a:pt x="0" y="0"/>
                </a:moveTo>
                <a:lnTo>
                  <a:pt x="0" y="4918992"/>
                </a:lnTo>
              </a:path>
            </a:pathLst>
          </a:custGeom>
          <a:ln w="3175">
            <a:solidFill>
              <a:srgbClr val="2B575B"/>
            </a:solidFill>
          </a:ln>
        </p:spPr>
        <p:txBody>
          <a:bodyPr wrap="square" lIns="0" tIns="0" rIns="0" bIns="0" rtlCol="0"/>
          <a:lstStyle/>
          <a:p>
            <a:endParaRPr/>
          </a:p>
        </p:txBody>
      </p:sp>
      <p:sp>
        <p:nvSpPr>
          <p:cNvPr id="7" name="object 7"/>
          <p:cNvSpPr/>
          <p:nvPr/>
        </p:nvSpPr>
        <p:spPr>
          <a:xfrm>
            <a:off x="800719" y="1307524"/>
            <a:ext cx="0" cy="4919980"/>
          </a:xfrm>
          <a:custGeom>
            <a:avLst/>
            <a:gdLst/>
            <a:ahLst/>
            <a:cxnLst/>
            <a:rect l="l" t="t" r="r" b="b"/>
            <a:pathLst>
              <a:path h="4919980">
                <a:moveTo>
                  <a:pt x="0" y="4919698"/>
                </a:moveTo>
                <a:lnTo>
                  <a:pt x="0" y="0"/>
                </a:lnTo>
              </a:path>
            </a:pathLst>
          </a:custGeom>
          <a:ln w="3175">
            <a:solidFill>
              <a:srgbClr val="2B575B"/>
            </a:solidFill>
          </a:ln>
        </p:spPr>
        <p:txBody>
          <a:bodyPr wrap="square" lIns="0" tIns="0" rIns="0" bIns="0" rtlCol="0"/>
          <a:lstStyle/>
          <a:p>
            <a:endParaRPr/>
          </a:p>
        </p:txBody>
      </p:sp>
      <p:sp>
        <p:nvSpPr>
          <p:cNvPr id="8" name="object 8"/>
          <p:cNvSpPr/>
          <p:nvPr/>
        </p:nvSpPr>
        <p:spPr>
          <a:xfrm>
            <a:off x="11354958" y="363712"/>
            <a:ext cx="0" cy="5863590"/>
          </a:xfrm>
          <a:custGeom>
            <a:avLst/>
            <a:gdLst/>
            <a:ahLst/>
            <a:cxnLst/>
            <a:rect l="l" t="t" r="r" b="b"/>
            <a:pathLst>
              <a:path h="5863590">
                <a:moveTo>
                  <a:pt x="0" y="5863511"/>
                </a:moveTo>
                <a:lnTo>
                  <a:pt x="0" y="0"/>
                </a:lnTo>
              </a:path>
            </a:pathLst>
          </a:custGeom>
          <a:ln w="3175">
            <a:solidFill>
              <a:srgbClr val="2B575B"/>
            </a:solidFill>
          </a:ln>
        </p:spPr>
        <p:txBody>
          <a:bodyPr wrap="square" lIns="0" tIns="0" rIns="0" bIns="0" rtlCol="0"/>
          <a:lstStyle/>
          <a:p>
            <a:endParaRPr/>
          </a:p>
        </p:txBody>
      </p:sp>
      <p:grpSp>
        <p:nvGrpSpPr>
          <p:cNvPr id="9" name="object 9"/>
          <p:cNvGrpSpPr/>
          <p:nvPr/>
        </p:nvGrpSpPr>
        <p:grpSpPr>
          <a:xfrm>
            <a:off x="1466187" y="1731393"/>
            <a:ext cx="87630" cy="627380"/>
            <a:chOff x="1466187" y="1731393"/>
            <a:chExt cx="87630" cy="627380"/>
          </a:xfrm>
        </p:grpSpPr>
        <p:sp>
          <p:nvSpPr>
            <p:cNvPr id="10" name="object 10"/>
            <p:cNvSpPr/>
            <p:nvPr/>
          </p:nvSpPr>
          <p:spPr>
            <a:xfrm>
              <a:off x="1467599" y="1739870"/>
              <a:ext cx="0" cy="619125"/>
            </a:xfrm>
            <a:custGeom>
              <a:avLst/>
              <a:gdLst/>
              <a:ahLst/>
              <a:cxnLst/>
              <a:rect l="l" t="t" r="r" b="b"/>
              <a:pathLst>
                <a:path h="619125">
                  <a:moveTo>
                    <a:pt x="0" y="618847"/>
                  </a:moveTo>
                  <a:lnTo>
                    <a:pt x="0" y="0"/>
                  </a:lnTo>
                </a:path>
              </a:pathLst>
            </a:custGeom>
            <a:ln w="3175">
              <a:solidFill>
                <a:srgbClr val="2B575B"/>
              </a:solidFill>
            </a:ln>
          </p:spPr>
          <p:txBody>
            <a:bodyPr wrap="square" lIns="0" tIns="0" rIns="0" bIns="0" rtlCol="0"/>
            <a:lstStyle/>
            <a:p>
              <a:endParaRPr/>
            </a:p>
          </p:txBody>
        </p:sp>
        <p:sp>
          <p:nvSpPr>
            <p:cNvPr id="11" name="object 11"/>
            <p:cNvSpPr/>
            <p:nvPr/>
          </p:nvSpPr>
          <p:spPr>
            <a:xfrm>
              <a:off x="1478902" y="1731393"/>
              <a:ext cx="0" cy="627380"/>
            </a:xfrm>
            <a:custGeom>
              <a:avLst/>
              <a:gdLst/>
              <a:ahLst/>
              <a:cxnLst/>
              <a:rect l="l" t="t" r="r" b="b"/>
              <a:pathLst>
                <a:path h="627380">
                  <a:moveTo>
                    <a:pt x="0" y="627325"/>
                  </a:moveTo>
                  <a:lnTo>
                    <a:pt x="0" y="0"/>
                  </a:lnTo>
                </a:path>
              </a:pathLst>
            </a:custGeom>
            <a:ln w="3175">
              <a:solidFill>
                <a:srgbClr val="2B575B"/>
              </a:solidFill>
            </a:ln>
          </p:spPr>
          <p:txBody>
            <a:bodyPr wrap="square" lIns="0" tIns="0" rIns="0" bIns="0" rtlCol="0"/>
            <a:lstStyle/>
            <a:p>
              <a:endParaRPr/>
            </a:p>
          </p:txBody>
        </p:sp>
        <p:sp>
          <p:nvSpPr>
            <p:cNvPr id="12" name="object 12"/>
            <p:cNvSpPr/>
            <p:nvPr/>
          </p:nvSpPr>
          <p:spPr>
            <a:xfrm>
              <a:off x="1487380" y="1731393"/>
              <a:ext cx="0" cy="627380"/>
            </a:xfrm>
            <a:custGeom>
              <a:avLst/>
              <a:gdLst/>
              <a:ahLst/>
              <a:cxnLst/>
              <a:rect l="l" t="t" r="r" b="b"/>
              <a:pathLst>
                <a:path h="627380">
                  <a:moveTo>
                    <a:pt x="0" y="627325"/>
                  </a:moveTo>
                  <a:lnTo>
                    <a:pt x="0" y="0"/>
                  </a:lnTo>
                </a:path>
              </a:pathLst>
            </a:custGeom>
            <a:ln w="3175">
              <a:solidFill>
                <a:srgbClr val="2B575B"/>
              </a:solidFill>
            </a:ln>
          </p:spPr>
          <p:txBody>
            <a:bodyPr wrap="square" lIns="0" tIns="0" rIns="0" bIns="0" rtlCol="0"/>
            <a:lstStyle/>
            <a:p>
              <a:endParaRPr/>
            </a:p>
          </p:txBody>
        </p:sp>
        <p:sp>
          <p:nvSpPr>
            <p:cNvPr id="13" name="object 13"/>
            <p:cNvSpPr/>
            <p:nvPr/>
          </p:nvSpPr>
          <p:spPr>
            <a:xfrm>
              <a:off x="1498683" y="1731393"/>
              <a:ext cx="0" cy="627380"/>
            </a:xfrm>
            <a:custGeom>
              <a:avLst/>
              <a:gdLst/>
              <a:ahLst/>
              <a:cxnLst/>
              <a:rect l="l" t="t" r="r" b="b"/>
              <a:pathLst>
                <a:path h="627380">
                  <a:moveTo>
                    <a:pt x="0" y="627325"/>
                  </a:moveTo>
                  <a:lnTo>
                    <a:pt x="0" y="0"/>
                  </a:lnTo>
                </a:path>
              </a:pathLst>
            </a:custGeom>
            <a:ln w="3175">
              <a:solidFill>
                <a:srgbClr val="2B575B"/>
              </a:solidFill>
            </a:ln>
          </p:spPr>
          <p:txBody>
            <a:bodyPr wrap="square" lIns="0" tIns="0" rIns="0" bIns="0" rtlCol="0"/>
            <a:lstStyle/>
            <a:p>
              <a:endParaRPr/>
            </a:p>
          </p:txBody>
        </p:sp>
        <p:sp>
          <p:nvSpPr>
            <p:cNvPr id="14" name="object 14"/>
            <p:cNvSpPr/>
            <p:nvPr/>
          </p:nvSpPr>
          <p:spPr>
            <a:xfrm>
              <a:off x="1541070" y="1773781"/>
              <a:ext cx="0" cy="478155"/>
            </a:xfrm>
            <a:custGeom>
              <a:avLst/>
              <a:gdLst/>
              <a:ahLst/>
              <a:cxnLst/>
              <a:rect l="l" t="t" r="r" b="b"/>
              <a:pathLst>
                <a:path h="478155">
                  <a:moveTo>
                    <a:pt x="0" y="477558"/>
                  </a:moveTo>
                  <a:lnTo>
                    <a:pt x="0" y="0"/>
                  </a:lnTo>
                </a:path>
              </a:pathLst>
            </a:custGeom>
            <a:ln w="3175">
              <a:solidFill>
                <a:srgbClr val="2B575B"/>
              </a:solidFill>
            </a:ln>
          </p:spPr>
          <p:txBody>
            <a:bodyPr wrap="square" lIns="0" tIns="0" rIns="0" bIns="0" rtlCol="0"/>
            <a:lstStyle/>
            <a:p>
              <a:endParaRPr/>
            </a:p>
          </p:txBody>
        </p:sp>
        <p:sp>
          <p:nvSpPr>
            <p:cNvPr id="15" name="object 15"/>
            <p:cNvSpPr/>
            <p:nvPr/>
          </p:nvSpPr>
          <p:spPr>
            <a:xfrm>
              <a:off x="1552373" y="1773781"/>
              <a:ext cx="0" cy="447040"/>
            </a:xfrm>
            <a:custGeom>
              <a:avLst/>
              <a:gdLst/>
              <a:ahLst/>
              <a:cxnLst/>
              <a:rect l="l" t="t" r="r" b="b"/>
              <a:pathLst>
                <a:path h="447039">
                  <a:moveTo>
                    <a:pt x="0" y="446474"/>
                  </a:moveTo>
                  <a:lnTo>
                    <a:pt x="0" y="0"/>
                  </a:lnTo>
                </a:path>
              </a:pathLst>
            </a:custGeom>
            <a:ln w="3175">
              <a:solidFill>
                <a:srgbClr val="2B575B"/>
              </a:solidFill>
            </a:ln>
          </p:spPr>
          <p:txBody>
            <a:bodyPr wrap="square" lIns="0" tIns="0" rIns="0" bIns="0" rtlCol="0"/>
            <a:lstStyle/>
            <a:p>
              <a:endParaRPr/>
            </a:p>
          </p:txBody>
        </p:sp>
      </p:grpSp>
      <p:sp>
        <p:nvSpPr>
          <p:cNvPr id="16" name="object 16"/>
          <p:cNvSpPr/>
          <p:nvPr/>
        </p:nvSpPr>
        <p:spPr>
          <a:xfrm>
            <a:off x="5505622" y="1985714"/>
            <a:ext cx="0" cy="469265"/>
          </a:xfrm>
          <a:custGeom>
            <a:avLst/>
            <a:gdLst/>
            <a:ahLst/>
            <a:cxnLst/>
            <a:rect l="l" t="t" r="r" b="b"/>
            <a:pathLst>
              <a:path h="469264">
                <a:moveTo>
                  <a:pt x="0" y="469080"/>
                </a:moveTo>
                <a:lnTo>
                  <a:pt x="0" y="0"/>
                </a:lnTo>
              </a:path>
            </a:pathLst>
          </a:custGeom>
          <a:ln w="3175">
            <a:solidFill>
              <a:srgbClr val="2B575B"/>
            </a:solidFill>
          </a:ln>
        </p:spPr>
        <p:txBody>
          <a:bodyPr wrap="square" lIns="0" tIns="0" rIns="0" bIns="0" rtlCol="0"/>
          <a:lstStyle/>
          <a:p>
            <a:endParaRPr/>
          </a:p>
        </p:txBody>
      </p:sp>
      <p:sp>
        <p:nvSpPr>
          <p:cNvPr id="17" name="object 17"/>
          <p:cNvSpPr/>
          <p:nvPr/>
        </p:nvSpPr>
        <p:spPr>
          <a:xfrm>
            <a:off x="5929485" y="2070488"/>
            <a:ext cx="0" cy="426720"/>
          </a:xfrm>
          <a:custGeom>
            <a:avLst/>
            <a:gdLst/>
            <a:ahLst/>
            <a:cxnLst/>
            <a:rect l="l" t="t" r="r" b="b"/>
            <a:pathLst>
              <a:path h="426719">
                <a:moveTo>
                  <a:pt x="0" y="426694"/>
                </a:moveTo>
                <a:lnTo>
                  <a:pt x="0" y="0"/>
                </a:lnTo>
              </a:path>
            </a:pathLst>
          </a:custGeom>
          <a:ln w="3175">
            <a:solidFill>
              <a:srgbClr val="2B575B"/>
            </a:solidFill>
          </a:ln>
        </p:spPr>
        <p:txBody>
          <a:bodyPr wrap="square" lIns="0" tIns="0" rIns="0" bIns="0" rtlCol="0"/>
          <a:lstStyle/>
          <a:p>
            <a:endParaRPr/>
          </a:p>
        </p:txBody>
      </p:sp>
      <p:sp>
        <p:nvSpPr>
          <p:cNvPr id="18" name="object 18"/>
          <p:cNvSpPr/>
          <p:nvPr/>
        </p:nvSpPr>
        <p:spPr>
          <a:xfrm>
            <a:off x="765397" y="1317416"/>
            <a:ext cx="10557510" cy="0"/>
          </a:xfrm>
          <a:custGeom>
            <a:avLst/>
            <a:gdLst/>
            <a:ahLst/>
            <a:cxnLst/>
            <a:rect l="l" t="t" r="r" b="b"/>
            <a:pathLst>
              <a:path w="10557510">
                <a:moveTo>
                  <a:pt x="0" y="0"/>
                </a:moveTo>
                <a:lnTo>
                  <a:pt x="10557066" y="0"/>
                </a:lnTo>
              </a:path>
            </a:pathLst>
          </a:custGeom>
          <a:ln w="3175">
            <a:solidFill>
              <a:srgbClr val="2B575B"/>
            </a:solidFill>
          </a:ln>
        </p:spPr>
        <p:txBody>
          <a:bodyPr wrap="square" lIns="0" tIns="0" rIns="0" bIns="0" rtlCol="0"/>
          <a:lstStyle/>
          <a:p>
            <a:endParaRPr/>
          </a:p>
        </p:txBody>
      </p:sp>
      <p:pic>
        <p:nvPicPr>
          <p:cNvPr id="19" name="object 19"/>
          <p:cNvPicPr/>
          <p:nvPr/>
        </p:nvPicPr>
        <p:blipFill>
          <a:blip r:embed="rId5" cstate="print"/>
          <a:stretch>
            <a:fillRect/>
          </a:stretch>
        </p:blipFill>
        <p:spPr>
          <a:xfrm>
            <a:off x="11300562" y="375721"/>
            <a:ext cx="55809" cy="943106"/>
          </a:xfrm>
          <a:prstGeom prst="rect">
            <a:avLst/>
          </a:prstGeom>
        </p:spPr>
      </p:pic>
      <p:pic>
        <p:nvPicPr>
          <p:cNvPr id="20" name="object 20"/>
          <p:cNvPicPr/>
          <p:nvPr/>
        </p:nvPicPr>
        <p:blipFill>
          <a:blip r:embed="rId6" cstate="print"/>
          <a:stretch>
            <a:fillRect/>
          </a:stretch>
        </p:blipFill>
        <p:spPr>
          <a:xfrm>
            <a:off x="9350784" y="640638"/>
            <a:ext cx="1547107" cy="233127"/>
          </a:xfrm>
          <a:prstGeom prst="rect">
            <a:avLst/>
          </a:prstGeom>
        </p:spPr>
      </p:pic>
      <p:grpSp>
        <p:nvGrpSpPr>
          <p:cNvPr id="21" name="object 21"/>
          <p:cNvGrpSpPr/>
          <p:nvPr/>
        </p:nvGrpSpPr>
        <p:grpSpPr>
          <a:xfrm>
            <a:off x="767516" y="375721"/>
            <a:ext cx="10586085" cy="943610"/>
            <a:chOff x="767516" y="375721"/>
            <a:chExt cx="10586085" cy="943610"/>
          </a:xfrm>
        </p:grpSpPr>
        <p:pic>
          <p:nvPicPr>
            <p:cNvPr id="22" name="object 22"/>
            <p:cNvPicPr/>
            <p:nvPr/>
          </p:nvPicPr>
          <p:blipFill>
            <a:blip r:embed="rId7" cstate="print"/>
            <a:stretch>
              <a:fillRect/>
            </a:stretch>
          </p:blipFill>
          <p:spPr>
            <a:xfrm>
              <a:off x="1254961" y="661832"/>
              <a:ext cx="3200181" cy="402674"/>
            </a:xfrm>
            <a:prstGeom prst="rect">
              <a:avLst/>
            </a:prstGeom>
          </p:spPr>
        </p:pic>
        <p:pic>
          <p:nvPicPr>
            <p:cNvPr id="23" name="object 23"/>
            <p:cNvPicPr/>
            <p:nvPr/>
          </p:nvPicPr>
          <p:blipFill>
            <a:blip r:embed="rId8" cstate="print"/>
            <a:stretch>
              <a:fillRect/>
            </a:stretch>
          </p:blipFill>
          <p:spPr>
            <a:xfrm>
              <a:off x="767516" y="375721"/>
              <a:ext cx="10586029" cy="943106"/>
            </a:xfrm>
            <a:prstGeom prst="rect">
              <a:avLst/>
            </a:prstGeom>
          </p:spPr>
        </p:pic>
      </p:grpSp>
      <p:sp>
        <p:nvSpPr>
          <p:cNvPr id="24" name="object 24"/>
          <p:cNvSpPr txBox="1"/>
          <p:nvPr/>
        </p:nvSpPr>
        <p:spPr>
          <a:xfrm>
            <a:off x="1490101" y="2774949"/>
            <a:ext cx="9074785" cy="2108835"/>
          </a:xfrm>
          <a:prstGeom prst="rect">
            <a:avLst/>
          </a:prstGeom>
        </p:spPr>
        <p:txBody>
          <a:bodyPr vert="horz" wrap="square" lIns="0" tIns="15875" rIns="0" bIns="0" rtlCol="0">
            <a:spAutoFit/>
          </a:bodyPr>
          <a:lstStyle/>
          <a:p>
            <a:pPr marR="11430" algn="ctr">
              <a:lnSpc>
                <a:spcPct val="100000"/>
              </a:lnSpc>
              <a:spcBef>
                <a:spcPts val="125"/>
              </a:spcBef>
            </a:pPr>
            <a:r>
              <a:rPr sz="1550" i="1" spc="-70" dirty="0">
                <a:solidFill>
                  <a:srgbClr val="131313"/>
                </a:solidFill>
                <a:latin typeface="Cambria"/>
                <a:cs typeface="Cambria"/>
              </a:rPr>
              <a:t>Select</a:t>
            </a:r>
            <a:r>
              <a:rPr sz="1550" i="1" spc="-15" dirty="0">
                <a:solidFill>
                  <a:srgbClr val="131313"/>
                </a:solidFill>
                <a:latin typeface="Cambria"/>
                <a:cs typeface="Cambria"/>
              </a:rPr>
              <a:t> </a:t>
            </a:r>
            <a:r>
              <a:rPr sz="1550" i="1" dirty="0">
                <a:solidFill>
                  <a:srgbClr val="626262"/>
                </a:solidFill>
                <a:latin typeface="Cambria"/>
                <a:cs typeface="Cambria"/>
              </a:rPr>
              <a:t>a</a:t>
            </a:r>
            <a:r>
              <a:rPr sz="1550" i="1" spc="-85" dirty="0">
                <a:solidFill>
                  <a:srgbClr val="626262"/>
                </a:solidFill>
                <a:latin typeface="Cambria"/>
                <a:cs typeface="Cambria"/>
              </a:rPr>
              <a:t> </a:t>
            </a:r>
            <a:r>
              <a:rPr sz="1550" i="1" spc="-50" dirty="0">
                <a:solidFill>
                  <a:srgbClr val="2D2D2D"/>
                </a:solidFill>
                <a:latin typeface="Cambria"/>
                <a:cs typeface="Cambria"/>
              </a:rPr>
              <a:t>button</a:t>
            </a:r>
            <a:r>
              <a:rPr sz="1550" i="1" spc="20" dirty="0">
                <a:solidFill>
                  <a:srgbClr val="2D2D2D"/>
                </a:solidFill>
                <a:latin typeface="Cambria"/>
                <a:cs typeface="Cambria"/>
              </a:rPr>
              <a:t> </a:t>
            </a:r>
            <a:r>
              <a:rPr sz="1550" i="1" spc="-25" dirty="0">
                <a:solidFill>
                  <a:srgbClr val="262626"/>
                </a:solidFill>
                <a:latin typeface="Cambria"/>
                <a:cs typeface="Cambria"/>
              </a:rPr>
              <a:t>to</a:t>
            </a:r>
            <a:r>
              <a:rPr sz="1550" i="1" spc="-105" dirty="0">
                <a:solidFill>
                  <a:srgbClr val="262626"/>
                </a:solidFill>
                <a:latin typeface="Cambria"/>
                <a:cs typeface="Cambria"/>
              </a:rPr>
              <a:t> </a:t>
            </a:r>
            <a:r>
              <a:rPr sz="1550" i="1" spc="-85" dirty="0">
                <a:solidFill>
                  <a:srgbClr val="494949"/>
                </a:solidFill>
                <a:latin typeface="Cambria"/>
                <a:cs typeface="Cambria"/>
              </a:rPr>
              <a:t>leorn</a:t>
            </a:r>
            <a:r>
              <a:rPr sz="1550" i="1" spc="-25" dirty="0">
                <a:solidFill>
                  <a:srgbClr val="494949"/>
                </a:solidFill>
                <a:latin typeface="Cambria"/>
                <a:cs typeface="Cambria"/>
              </a:rPr>
              <a:t> </a:t>
            </a:r>
            <a:r>
              <a:rPr sz="1550" i="1" dirty="0">
                <a:solidFill>
                  <a:srgbClr val="2F2F2F"/>
                </a:solidFill>
                <a:latin typeface="Cambria"/>
                <a:cs typeface="Cambria"/>
              </a:rPr>
              <a:t>mœe</a:t>
            </a:r>
            <a:r>
              <a:rPr sz="1550" i="1" spc="20" dirty="0">
                <a:solidFill>
                  <a:srgbClr val="2F2F2F"/>
                </a:solidFill>
                <a:latin typeface="Cambria"/>
                <a:cs typeface="Cambria"/>
              </a:rPr>
              <a:t> </a:t>
            </a:r>
            <a:r>
              <a:rPr sz="1550" spc="-114" dirty="0">
                <a:solidFill>
                  <a:srgbClr val="151515"/>
                </a:solidFill>
                <a:latin typeface="Cambria"/>
                <a:cs typeface="Cambria"/>
              </a:rPr>
              <a:t>nbour</a:t>
            </a:r>
            <a:r>
              <a:rPr sz="1550" spc="35" dirty="0">
                <a:solidFill>
                  <a:srgbClr val="151515"/>
                </a:solidFill>
                <a:latin typeface="Cambria"/>
                <a:cs typeface="Cambria"/>
              </a:rPr>
              <a:t> </a:t>
            </a:r>
            <a:r>
              <a:rPr sz="1550" spc="-125" dirty="0">
                <a:solidFill>
                  <a:srgbClr val="464646"/>
                </a:solidFill>
                <a:latin typeface="Cambria"/>
                <a:cs typeface="Cambria"/>
              </a:rPr>
              <a:t>types</a:t>
            </a:r>
            <a:r>
              <a:rPr sz="1550" spc="15" dirty="0">
                <a:solidFill>
                  <a:srgbClr val="464646"/>
                </a:solidFill>
                <a:latin typeface="Cambria"/>
                <a:cs typeface="Cambria"/>
              </a:rPr>
              <a:t> </a:t>
            </a:r>
            <a:r>
              <a:rPr sz="1550" i="1" spc="-105" dirty="0">
                <a:solidFill>
                  <a:srgbClr val="5D5D5D"/>
                </a:solidFill>
                <a:latin typeface="Cambria"/>
                <a:cs typeface="Cambria"/>
              </a:rPr>
              <a:t>oL </a:t>
            </a:r>
            <a:r>
              <a:rPr sz="1550" i="1" spc="-10" dirty="0">
                <a:solidFill>
                  <a:srgbClr val="1F1F1F"/>
                </a:solidFill>
                <a:latin typeface="Cambria"/>
                <a:cs typeface="Cambria"/>
              </a:rPr>
              <a:t>sewic</a:t>
            </a:r>
            <a:r>
              <a:rPr sz="1550" spc="-10" dirty="0">
                <a:solidFill>
                  <a:srgbClr val="1F1F1F"/>
                </a:solidFill>
                <a:latin typeface="Cambria"/>
                <a:cs typeface="Cambria"/>
              </a:rPr>
              <a:t>es</a:t>
            </a:r>
            <a:endParaRPr sz="1550">
              <a:latin typeface="Cambria"/>
              <a:cs typeface="Cambria"/>
            </a:endParaRPr>
          </a:p>
          <a:p>
            <a:pPr>
              <a:lnSpc>
                <a:spcPct val="100000"/>
              </a:lnSpc>
              <a:spcBef>
                <a:spcPts val="635"/>
              </a:spcBef>
            </a:pPr>
            <a:endParaRPr sz="1550">
              <a:latin typeface="Cambria"/>
              <a:cs typeface="Cambria"/>
            </a:endParaRPr>
          </a:p>
          <a:p>
            <a:pPr marL="12700" marR="5080" indent="6350">
              <a:lnSpc>
                <a:spcPct val="101499"/>
              </a:lnSpc>
            </a:pPr>
            <a:r>
              <a:rPr sz="2000" spc="-295" dirty="0">
                <a:solidFill>
                  <a:srgbClr val="161616"/>
                </a:solidFill>
                <a:latin typeface="Arial MT"/>
                <a:cs typeface="Arial MT"/>
              </a:rPr>
              <a:t>A</a:t>
            </a:r>
            <a:r>
              <a:rPr sz="2000" spc="40" dirty="0">
                <a:solidFill>
                  <a:srgbClr val="161616"/>
                </a:solidFill>
                <a:latin typeface="Arial MT"/>
                <a:cs typeface="Arial MT"/>
              </a:rPr>
              <a:t> </a:t>
            </a:r>
            <a:r>
              <a:rPr sz="2000" spc="-30" dirty="0">
                <a:latin typeface="Arial MT"/>
                <a:cs typeface="Arial MT"/>
              </a:rPr>
              <a:t>fully</a:t>
            </a:r>
            <a:r>
              <a:rPr sz="2000" spc="-110" dirty="0">
                <a:latin typeface="Arial MT"/>
                <a:cs typeface="Arial MT"/>
              </a:rPr>
              <a:t> </a:t>
            </a:r>
            <a:r>
              <a:rPr sz="2000" spc="-130" dirty="0">
                <a:latin typeface="Arial MT"/>
                <a:cs typeface="Arial MT"/>
              </a:rPr>
              <a:t>managed</a:t>
            </a:r>
            <a:r>
              <a:rPr sz="2000" spc="20" dirty="0">
                <a:latin typeface="Arial MT"/>
                <a:cs typeface="Arial MT"/>
              </a:rPr>
              <a:t> </a:t>
            </a:r>
            <a:r>
              <a:rPr sz="2000" spc="-150" dirty="0">
                <a:latin typeface="Arial MT"/>
                <a:cs typeface="Arial MT"/>
              </a:rPr>
              <a:t>service</a:t>
            </a:r>
            <a:r>
              <a:rPr sz="2000" spc="-50" dirty="0">
                <a:latin typeface="Arial MT"/>
                <a:cs typeface="Arial MT"/>
              </a:rPr>
              <a:t> </a:t>
            </a:r>
            <a:r>
              <a:rPr sz="2000" spc="-114" dirty="0">
                <a:latin typeface="Arial MT"/>
                <a:cs typeface="Arial MT"/>
              </a:rPr>
              <a:t>is</a:t>
            </a:r>
            <a:r>
              <a:rPr sz="2000" spc="-65" dirty="0">
                <a:latin typeface="Arial MT"/>
                <a:cs typeface="Arial MT"/>
              </a:rPr>
              <a:t> </a:t>
            </a:r>
            <a:r>
              <a:rPr sz="2000" spc="-270" dirty="0">
                <a:latin typeface="Arial MT"/>
                <a:cs typeface="Arial MT"/>
              </a:rPr>
              <a:t>a</a:t>
            </a:r>
            <a:r>
              <a:rPr sz="2000" spc="75" dirty="0">
                <a:latin typeface="Arial MT"/>
                <a:cs typeface="Arial MT"/>
              </a:rPr>
              <a:t> </a:t>
            </a:r>
            <a:r>
              <a:rPr sz="2000" spc="-180" dirty="0">
                <a:solidFill>
                  <a:srgbClr val="131313"/>
                </a:solidFill>
                <a:latin typeface="Arial MT"/>
                <a:cs typeface="Arial MT"/>
              </a:rPr>
              <a:t>way</a:t>
            </a:r>
            <a:r>
              <a:rPr sz="2000" spc="35" dirty="0">
                <a:solidFill>
                  <a:srgbClr val="131313"/>
                </a:solidFill>
                <a:latin typeface="Arial MT"/>
                <a:cs typeface="Arial MT"/>
              </a:rPr>
              <a:t> </a:t>
            </a:r>
            <a:r>
              <a:rPr sz="2000" dirty="0">
                <a:latin typeface="Arial MT"/>
                <a:cs typeface="Arial MT"/>
              </a:rPr>
              <a:t>to</a:t>
            </a:r>
            <a:r>
              <a:rPr sz="2000" spc="-95" dirty="0">
                <a:latin typeface="Arial MT"/>
                <a:cs typeface="Arial MT"/>
              </a:rPr>
              <a:t> </a:t>
            </a:r>
            <a:r>
              <a:rPr sz="2000" spc="-140" dirty="0">
                <a:latin typeface="Arial MT"/>
                <a:cs typeface="Arial MT"/>
              </a:rPr>
              <a:t>describe</a:t>
            </a:r>
            <a:r>
              <a:rPr sz="2000" spc="10" dirty="0">
                <a:latin typeface="Arial MT"/>
                <a:cs typeface="Arial MT"/>
              </a:rPr>
              <a:t> </a:t>
            </a:r>
            <a:r>
              <a:rPr sz="2000" spc="-30" dirty="0">
                <a:solidFill>
                  <a:srgbClr val="0A0A0A"/>
                </a:solidFill>
                <a:latin typeface="Arial MT"/>
                <a:cs typeface="Arial MT"/>
              </a:rPr>
              <a:t>the</a:t>
            </a:r>
            <a:r>
              <a:rPr sz="2000" spc="-155" dirty="0">
                <a:solidFill>
                  <a:srgbClr val="0A0A0A"/>
                </a:solidFill>
                <a:latin typeface="Arial MT"/>
                <a:cs typeface="Arial MT"/>
              </a:rPr>
              <a:t> </a:t>
            </a:r>
            <a:r>
              <a:rPr sz="2000" spc="-150" dirty="0">
                <a:latin typeface="Arial MT"/>
                <a:cs typeface="Arial MT"/>
              </a:rPr>
              <a:t>services</a:t>
            </a:r>
            <a:r>
              <a:rPr sz="2000" spc="75" dirty="0">
                <a:latin typeface="Arial MT"/>
                <a:cs typeface="Arial MT"/>
              </a:rPr>
              <a:t> </a:t>
            </a:r>
            <a:r>
              <a:rPr sz="2000" dirty="0">
                <a:latin typeface="Arial MT"/>
                <a:cs typeface="Arial MT"/>
              </a:rPr>
              <a:t>that</a:t>
            </a:r>
            <a:r>
              <a:rPr sz="2000" spc="-85" dirty="0">
                <a:latin typeface="Arial MT"/>
                <a:cs typeface="Arial MT"/>
              </a:rPr>
              <a:t> </a:t>
            </a:r>
            <a:r>
              <a:rPr sz="2000" spc="-90" dirty="0">
                <a:latin typeface="Arial MT"/>
                <a:cs typeface="Arial MT"/>
              </a:rPr>
              <a:t>automate</a:t>
            </a:r>
            <a:r>
              <a:rPr sz="2000" spc="75" dirty="0">
                <a:latin typeface="Arial MT"/>
                <a:cs typeface="Arial MT"/>
              </a:rPr>
              <a:t> </a:t>
            </a:r>
            <a:r>
              <a:rPr sz="2000" spc="-10" dirty="0">
                <a:latin typeface="Arial MT"/>
                <a:cs typeface="Arial MT"/>
              </a:rPr>
              <a:t>infrastructure </a:t>
            </a:r>
            <a:r>
              <a:rPr sz="2000" spc="-105" dirty="0">
                <a:latin typeface="Arial MT"/>
                <a:cs typeface="Arial MT"/>
              </a:rPr>
              <a:t>management</a:t>
            </a:r>
            <a:r>
              <a:rPr sz="2000" spc="90" dirty="0">
                <a:latin typeface="Arial MT"/>
                <a:cs typeface="Arial MT"/>
              </a:rPr>
              <a:t> </a:t>
            </a:r>
            <a:r>
              <a:rPr sz="2000" spc="-145" dirty="0">
                <a:latin typeface="Arial MT"/>
                <a:cs typeface="Arial MT"/>
              </a:rPr>
              <a:t>tasks</a:t>
            </a:r>
            <a:r>
              <a:rPr sz="2000" spc="-50" dirty="0">
                <a:latin typeface="Arial MT"/>
                <a:cs typeface="Arial MT"/>
              </a:rPr>
              <a:t> </a:t>
            </a:r>
            <a:r>
              <a:rPr sz="2000" dirty="0">
                <a:latin typeface="Arial MT"/>
                <a:cs typeface="Arial MT"/>
              </a:rPr>
              <a:t>that</a:t>
            </a:r>
            <a:r>
              <a:rPr sz="2000" spc="-20" dirty="0">
                <a:latin typeface="Arial MT"/>
                <a:cs typeface="Arial MT"/>
              </a:rPr>
              <a:t> </a:t>
            </a:r>
            <a:r>
              <a:rPr sz="2000" spc="-310" dirty="0">
                <a:latin typeface="Arial MT"/>
                <a:cs typeface="Arial MT"/>
              </a:rPr>
              <a:t>AWS</a:t>
            </a:r>
            <a:r>
              <a:rPr sz="2000" spc="-25" dirty="0">
                <a:latin typeface="Arial MT"/>
                <a:cs typeface="Arial MT"/>
              </a:rPr>
              <a:t> </a:t>
            </a:r>
            <a:r>
              <a:rPr sz="2000" spc="-130" dirty="0">
                <a:latin typeface="Arial MT"/>
                <a:cs typeface="Arial MT"/>
              </a:rPr>
              <a:t>handles,</a:t>
            </a:r>
            <a:r>
              <a:rPr sz="2000" spc="-5" dirty="0">
                <a:latin typeface="Arial MT"/>
                <a:cs typeface="Arial MT"/>
              </a:rPr>
              <a:t> </a:t>
            </a:r>
            <a:r>
              <a:rPr sz="2000" spc="-100" dirty="0">
                <a:latin typeface="Arial MT"/>
                <a:cs typeface="Arial MT"/>
              </a:rPr>
              <a:t>like</a:t>
            </a:r>
            <a:r>
              <a:rPr sz="2000" spc="-35" dirty="0">
                <a:latin typeface="Arial MT"/>
                <a:cs typeface="Arial MT"/>
              </a:rPr>
              <a:t> </a:t>
            </a:r>
            <a:r>
              <a:rPr sz="2000" spc="-95" dirty="0">
                <a:latin typeface="Arial MT"/>
                <a:cs typeface="Arial MT"/>
              </a:rPr>
              <a:t>patching,</a:t>
            </a:r>
            <a:r>
              <a:rPr sz="2000" spc="85" dirty="0">
                <a:latin typeface="Arial MT"/>
                <a:cs typeface="Arial MT"/>
              </a:rPr>
              <a:t> </a:t>
            </a:r>
            <a:r>
              <a:rPr sz="2000" spc="-145" dirty="0">
                <a:latin typeface="Arial MT"/>
                <a:cs typeface="Arial MT"/>
              </a:rPr>
              <a:t>backup,</a:t>
            </a:r>
            <a:r>
              <a:rPr sz="2000" spc="20" dirty="0">
                <a:latin typeface="Arial MT"/>
                <a:cs typeface="Arial MT"/>
              </a:rPr>
              <a:t> </a:t>
            </a:r>
            <a:r>
              <a:rPr sz="2000" spc="-110" dirty="0">
                <a:latin typeface="Arial MT"/>
                <a:cs typeface="Arial MT"/>
              </a:rPr>
              <a:t>and</a:t>
            </a:r>
            <a:r>
              <a:rPr sz="2000" spc="-90" dirty="0">
                <a:latin typeface="Arial MT"/>
                <a:cs typeface="Arial MT"/>
              </a:rPr>
              <a:t> </a:t>
            </a:r>
            <a:r>
              <a:rPr sz="2000" spc="-140" dirty="0">
                <a:solidFill>
                  <a:srgbClr val="070707"/>
                </a:solidFill>
                <a:latin typeface="Arial MT"/>
                <a:cs typeface="Arial MT"/>
              </a:rPr>
              <a:t>repair.</a:t>
            </a:r>
            <a:r>
              <a:rPr sz="2000" spc="-5" dirty="0">
                <a:solidFill>
                  <a:srgbClr val="070707"/>
                </a:solidFill>
                <a:latin typeface="Arial MT"/>
                <a:cs typeface="Arial MT"/>
              </a:rPr>
              <a:t> </a:t>
            </a:r>
            <a:r>
              <a:rPr sz="2000" spc="-180" dirty="0">
                <a:latin typeface="Arial MT"/>
                <a:cs typeface="Arial MT"/>
              </a:rPr>
              <a:t>Thèse</a:t>
            </a:r>
            <a:r>
              <a:rPr sz="2000" spc="-75" dirty="0">
                <a:latin typeface="Arial MT"/>
                <a:cs typeface="Arial MT"/>
              </a:rPr>
              <a:t> </a:t>
            </a:r>
            <a:r>
              <a:rPr sz="2000" spc="-10" dirty="0">
                <a:solidFill>
                  <a:srgbClr val="0C0C0C"/>
                </a:solidFill>
                <a:latin typeface="Arial MT"/>
                <a:cs typeface="Arial MT"/>
              </a:rPr>
              <a:t>services </a:t>
            </a:r>
            <a:r>
              <a:rPr sz="2000" spc="-130" dirty="0">
                <a:latin typeface="Arial MT"/>
                <a:cs typeface="Arial MT"/>
              </a:rPr>
              <a:t>do</a:t>
            </a:r>
            <a:r>
              <a:rPr sz="2000" spc="-30" dirty="0">
                <a:latin typeface="Arial MT"/>
                <a:cs typeface="Arial MT"/>
              </a:rPr>
              <a:t> </a:t>
            </a:r>
            <a:r>
              <a:rPr sz="2000" dirty="0">
                <a:solidFill>
                  <a:srgbClr val="161616"/>
                </a:solidFill>
                <a:latin typeface="Arial MT"/>
                <a:cs typeface="Arial MT"/>
              </a:rPr>
              <a:t>not</a:t>
            </a:r>
            <a:r>
              <a:rPr sz="2000" spc="-140" dirty="0">
                <a:solidFill>
                  <a:srgbClr val="161616"/>
                </a:solidFill>
                <a:latin typeface="Arial MT"/>
                <a:cs typeface="Arial MT"/>
              </a:rPr>
              <a:t> </a:t>
            </a:r>
            <a:r>
              <a:rPr sz="2000" spc="-40" dirty="0">
                <a:latin typeface="Arial MT"/>
                <a:cs typeface="Arial MT"/>
              </a:rPr>
              <a:t>grant</a:t>
            </a:r>
            <a:r>
              <a:rPr sz="2000" spc="-95" dirty="0">
                <a:latin typeface="Arial MT"/>
                <a:cs typeface="Arial MT"/>
              </a:rPr>
              <a:t> </a:t>
            </a:r>
            <a:r>
              <a:rPr sz="2000" spc="-135" dirty="0">
                <a:latin typeface="Arial MT"/>
                <a:cs typeface="Arial MT"/>
              </a:rPr>
              <a:t>you</a:t>
            </a:r>
            <a:r>
              <a:rPr sz="2000" spc="-35" dirty="0">
                <a:latin typeface="Arial MT"/>
                <a:cs typeface="Arial MT"/>
              </a:rPr>
              <a:t> </a:t>
            </a:r>
            <a:r>
              <a:rPr sz="2000" spc="-130" dirty="0">
                <a:latin typeface="Arial MT"/>
                <a:cs typeface="Arial MT"/>
              </a:rPr>
              <a:t>any</a:t>
            </a:r>
            <a:r>
              <a:rPr sz="2000" spc="-35" dirty="0">
                <a:latin typeface="Arial MT"/>
                <a:cs typeface="Arial MT"/>
              </a:rPr>
              <a:t> vinual</a:t>
            </a:r>
            <a:r>
              <a:rPr sz="2000" spc="-105" dirty="0">
                <a:latin typeface="Arial MT"/>
                <a:cs typeface="Arial MT"/>
              </a:rPr>
              <a:t> </a:t>
            </a:r>
            <a:r>
              <a:rPr sz="2000" spc="-235" dirty="0">
                <a:latin typeface="Arial MT"/>
                <a:cs typeface="Arial MT"/>
              </a:rPr>
              <a:t>access</a:t>
            </a:r>
            <a:r>
              <a:rPr sz="2000" dirty="0">
                <a:latin typeface="Arial MT"/>
                <a:cs typeface="Arial MT"/>
              </a:rPr>
              <a:t> to</a:t>
            </a:r>
            <a:r>
              <a:rPr sz="2000" spc="-150" dirty="0">
                <a:latin typeface="Arial MT"/>
                <a:cs typeface="Arial MT"/>
              </a:rPr>
              <a:t> </a:t>
            </a:r>
            <a:r>
              <a:rPr sz="2000" dirty="0">
                <a:solidFill>
                  <a:srgbClr val="161616"/>
                </a:solidFill>
                <a:latin typeface="Arial MT"/>
                <a:cs typeface="Arial MT"/>
              </a:rPr>
              <a:t>the</a:t>
            </a:r>
            <a:r>
              <a:rPr sz="2000" spc="-110" dirty="0">
                <a:solidFill>
                  <a:srgbClr val="161616"/>
                </a:solidFill>
                <a:latin typeface="Arial MT"/>
                <a:cs typeface="Arial MT"/>
              </a:rPr>
              <a:t> </a:t>
            </a:r>
            <a:r>
              <a:rPr sz="2000" spc="-80" dirty="0">
                <a:latin typeface="Arial MT"/>
                <a:cs typeface="Arial MT"/>
              </a:rPr>
              <a:t>underlying</a:t>
            </a:r>
            <a:r>
              <a:rPr sz="2000" spc="60" dirty="0">
                <a:latin typeface="Arial MT"/>
                <a:cs typeface="Arial MT"/>
              </a:rPr>
              <a:t> </a:t>
            </a:r>
            <a:r>
              <a:rPr sz="2000" spc="-140" dirty="0">
                <a:latin typeface="Arial MT"/>
                <a:cs typeface="Arial MT"/>
              </a:rPr>
              <a:t>Operating</a:t>
            </a:r>
            <a:r>
              <a:rPr sz="2000" spc="5" dirty="0">
                <a:latin typeface="Arial MT"/>
                <a:cs typeface="Arial MT"/>
              </a:rPr>
              <a:t> </a:t>
            </a:r>
            <a:r>
              <a:rPr sz="2000" spc="-114" dirty="0">
                <a:latin typeface="Arial MT"/>
                <a:cs typeface="Arial MT"/>
              </a:rPr>
              <a:t>system</a:t>
            </a:r>
            <a:r>
              <a:rPr sz="2000" spc="20" dirty="0">
                <a:latin typeface="Arial MT"/>
                <a:cs typeface="Arial MT"/>
              </a:rPr>
              <a:t> </a:t>
            </a:r>
            <a:r>
              <a:rPr sz="2000" spc="-45" dirty="0">
                <a:latin typeface="Arial MT"/>
                <a:cs typeface="Arial MT"/>
              </a:rPr>
              <a:t>or</a:t>
            </a:r>
            <a:r>
              <a:rPr sz="2000" spc="-5" dirty="0">
                <a:latin typeface="Arial MT"/>
                <a:cs typeface="Arial MT"/>
              </a:rPr>
              <a:t> </a:t>
            </a:r>
            <a:r>
              <a:rPr sz="2000" spc="-155" dirty="0">
                <a:latin typeface="Arial MT"/>
                <a:cs typeface="Arial MT"/>
              </a:rPr>
              <a:t>servers.</a:t>
            </a:r>
            <a:r>
              <a:rPr sz="2000" spc="15" dirty="0">
                <a:latin typeface="Arial MT"/>
                <a:cs typeface="Arial MT"/>
              </a:rPr>
              <a:t> </a:t>
            </a:r>
            <a:r>
              <a:rPr sz="2000" spc="-60" dirty="0">
                <a:latin typeface="Arial MT"/>
                <a:cs typeface="Arial MT"/>
              </a:rPr>
              <a:t>With </a:t>
            </a:r>
            <a:r>
              <a:rPr sz="2000" spc="-320" dirty="0">
                <a:solidFill>
                  <a:srgbClr val="2A2A2A"/>
                </a:solidFill>
                <a:latin typeface="Arial MT"/>
                <a:cs typeface="Arial MT"/>
              </a:rPr>
              <a:t>a </a:t>
            </a:r>
            <a:r>
              <a:rPr sz="1950" dirty="0">
                <a:latin typeface="Arial MT"/>
                <a:cs typeface="Arial MT"/>
              </a:rPr>
              <a:t>fully</a:t>
            </a:r>
            <a:r>
              <a:rPr sz="1950" spc="-135" dirty="0">
                <a:latin typeface="Arial MT"/>
                <a:cs typeface="Arial MT"/>
              </a:rPr>
              <a:t> </a:t>
            </a:r>
            <a:r>
              <a:rPr sz="1950" spc="-100" dirty="0">
                <a:latin typeface="Arial MT"/>
                <a:cs typeface="Arial MT"/>
              </a:rPr>
              <a:t>managed</a:t>
            </a:r>
            <a:r>
              <a:rPr sz="1950" spc="-35" dirty="0">
                <a:latin typeface="Arial MT"/>
                <a:cs typeface="Arial MT"/>
              </a:rPr>
              <a:t> </a:t>
            </a:r>
            <a:r>
              <a:rPr sz="1950" spc="-125" dirty="0">
                <a:latin typeface="Arial MT"/>
                <a:cs typeface="Arial MT"/>
              </a:rPr>
              <a:t>service,</a:t>
            </a:r>
            <a:r>
              <a:rPr sz="1950" spc="-10" dirty="0">
                <a:latin typeface="Arial MT"/>
                <a:cs typeface="Arial MT"/>
              </a:rPr>
              <a:t> </a:t>
            </a:r>
            <a:r>
              <a:rPr sz="1950" spc="-65" dirty="0">
                <a:latin typeface="Arial MT"/>
                <a:cs typeface="Arial MT"/>
              </a:rPr>
              <a:t>you</a:t>
            </a:r>
            <a:r>
              <a:rPr sz="1950" spc="-70" dirty="0">
                <a:latin typeface="Arial MT"/>
                <a:cs typeface="Arial MT"/>
              </a:rPr>
              <a:t> </a:t>
            </a:r>
            <a:r>
              <a:rPr sz="1950" spc="-150" dirty="0">
                <a:latin typeface="Arial MT"/>
                <a:cs typeface="Arial MT"/>
              </a:rPr>
              <a:t>are</a:t>
            </a:r>
            <a:r>
              <a:rPr sz="1950" spc="-35" dirty="0">
                <a:latin typeface="Arial MT"/>
                <a:cs typeface="Arial MT"/>
              </a:rPr>
              <a:t> </a:t>
            </a:r>
            <a:r>
              <a:rPr sz="1950" dirty="0">
                <a:latin typeface="Arial MT"/>
                <a:cs typeface="Arial MT"/>
              </a:rPr>
              <a:t>still</a:t>
            </a:r>
            <a:r>
              <a:rPr sz="1950" spc="-170" dirty="0">
                <a:latin typeface="Arial MT"/>
                <a:cs typeface="Arial MT"/>
              </a:rPr>
              <a:t> </a:t>
            </a:r>
            <a:r>
              <a:rPr sz="1950" spc="-90" dirty="0">
                <a:latin typeface="Arial MT"/>
                <a:cs typeface="Arial MT"/>
              </a:rPr>
              <a:t>responsible</a:t>
            </a:r>
            <a:r>
              <a:rPr sz="1950" spc="135" dirty="0">
                <a:latin typeface="Arial MT"/>
                <a:cs typeface="Arial MT"/>
              </a:rPr>
              <a:t> </a:t>
            </a:r>
            <a:r>
              <a:rPr sz="1950" spc="-160" dirty="0">
                <a:solidFill>
                  <a:srgbClr val="1C1C1C"/>
                </a:solidFill>
                <a:latin typeface="Arial MT"/>
                <a:cs typeface="Arial MT"/>
              </a:rPr>
              <a:t>fOr</a:t>
            </a:r>
            <a:r>
              <a:rPr sz="1950" spc="25" dirty="0">
                <a:solidFill>
                  <a:srgbClr val="1C1C1C"/>
                </a:solidFill>
                <a:latin typeface="Arial MT"/>
                <a:cs typeface="Arial MT"/>
              </a:rPr>
              <a:t> </a:t>
            </a:r>
            <a:r>
              <a:rPr sz="1950" spc="-114" dirty="0">
                <a:latin typeface="Arial MT"/>
                <a:cs typeface="Arial MT"/>
              </a:rPr>
              <a:t>scaling</a:t>
            </a:r>
            <a:r>
              <a:rPr sz="1950" spc="-25" dirty="0">
                <a:latin typeface="Arial MT"/>
                <a:cs typeface="Arial MT"/>
              </a:rPr>
              <a:t> </a:t>
            </a:r>
            <a:r>
              <a:rPr sz="1950" spc="-80" dirty="0">
                <a:latin typeface="Arial MT"/>
                <a:cs typeface="Arial MT"/>
              </a:rPr>
              <a:t>and</a:t>
            </a:r>
            <a:r>
              <a:rPr sz="1950" spc="-65" dirty="0">
                <a:latin typeface="Arial MT"/>
                <a:cs typeface="Arial MT"/>
              </a:rPr>
              <a:t> </a:t>
            </a:r>
            <a:r>
              <a:rPr sz="1950" spc="-35" dirty="0">
                <a:latin typeface="Arial MT"/>
                <a:cs typeface="Arial MT"/>
              </a:rPr>
              <a:t>building</a:t>
            </a:r>
            <a:r>
              <a:rPr sz="1950" spc="55" dirty="0">
                <a:latin typeface="Arial MT"/>
                <a:cs typeface="Arial MT"/>
              </a:rPr>
              <a:t> </a:t>
            </a:r>
            <a:r>
              <a:rPr sz="1950" dirty="0">
                <a:solidFill>
                  <a:srgbClr val="131313"/>
                </a:solidFill>
                <a:latin typeface="Arial MT"/>
                <a:cs typeface="Arial MT"/>
              </a:rPr>
              <a:t>for</a:t>
            </a:r>
            <a:r>
              <a:rPr sz="1950" spc="-65" dirty="0">
                <a:solidFill>
                  <a:srgbClr val="131313"/>
                </a:solidFill>
                <a:latin typeface="Arial MT"/>
                <a:cs typeface="Arial MT"/>
              </a:rPr>
              <a:t> </a:t>
            </a:r>
            <a:r>
              <a:rPr sz="1950" spc="-20" dirty="0">
                <a:solidFill>
                  <a:srgbClr val="0E0E0E"/>
                </a:solidFill>
                <a:latin typeface="Arial MT"/>
                <a:cs typeface="Arial MT"/>
              </a:rPr>
              <a:t>high </a:t>
            </a:r>
            <a:r>
              <a:rPr sz="1950" spc="-10" dirty="0">
                <a:latin typeface="Arial MT"/>
                <a:cs typeface="Arial MT"/>
              </a:rPr>
              <a:t>availability.</a:t>
            </a:r>
            <a:endParaRPr sz="1950">
              <a:latin typeface="Arial MT"/>
              <a:cs typeface="Arial MT"/>
            </a:endParaRPr>
          </a:p>
        </p:txBody>
      </p:sp>
      <p:sp>
        <p:nvSpPr>
          <p:cNvPr id="25" name="object 25"/>
          <p:cNvSpPr txBox="1"/>
          <p:nvPr/>
        </p:nvSpPr>
        <p:spPr>
          <a:xfrm>
            <a:off x="1151106" y="5930413"/>
            <a:ext cx="2975610" cy="167005"/>
          </a:xfrm>
          <a:prstGeom prst="rect">
            <a:avLst/>
          </a:prstGeom>
        </p:spPr>
        <p:txBody>
          <a:bodyPr vert="horz" wrap="square" lIns="0" tIns="15875" rIns="0" bIns="0" rtlCol="0">
            <a:spAutoFit/>
          </a:bodyPr>
          <a:lstStyle/>
          <a:p>
            <a:pPr marL="12700">
              <a:lnSpc>
                <a:spcPct val="100000"/>
              </a:lnSpc>
              <a:spcBef>
                <a:spcPts val="125"/>
              </a:spcBef>
            </a:pPr>
            <a:r>
              <a:rPr sz="900" spc="-110" dirty="0">
                <a:solidFill>
                  <a:srgbClr val="676767"/>
                </a:solidFill>
                <a:latin typeface="Arial MT"/>
                <a:cs typeface="Arial MT"/>
              </a:rPr>
              <a:t>@2D2</a:t>
            </a:r>
            <a:r>
              <a:rPr sz="900" spc="-110" dirty="0">
                <a:solidFill>
                  <a:srgbClr val="959595"/>
                </a:solidFill>
                <a:latin typeface="Arial MT"/>
                <a:cs typeface="Arial MT"/>
              </a:rPr>
              <a:t>1</a:t>
            </a:r>
            <a:r>
              <a:rPr sz="900" spc="-110" dirty="0">
                <a:solidFill>
                  <a:srgbClr val="747474"/>
                </a:solidFill>
                <a:latin typeface="Arial MT"/>
                <a:cs typeface="Arial MT"/>
              </a:rPr>
              <a:t>Amazœi</a:t>
            </a:r>
            <a:r>
              <a:rPr sz="900" spc="40" dirty="0">
                <a:solidFill>
                  <a:srgbClr val="747474"/>
                </a:solidFill>
                <a:latin typeface="Arial MT"/>
                <a:cs typeface="Arial MT"/>
              </a:rPr>
              <a:t> </a:t>
            </a:r>
            <a:r>
              <a:rPr sz="900" spc="-65" dirty="0">
                <a:solidFill>
                  <a:srgbClr val="7B7B7B"/>
                </a:solidFill>
                <a:latin typeface="Arial MT"/>
                <a:cs typeface="Arial MT"/>
              </a:rPr>
              <a:t>weo</a:t>
            </a:r>
            <a:r>
              <a:rPr sz="900" spc="-40" dirty="0">
                <a:solidFill>
                  <a:srgbClr val="7B7B7B"/>
                </a:solidFill>
                <a:latin typeface="Arial MT"/>
                <a:cs typeface="Arial MT"/>
              </a:rPr>
              <a:t> </a:t>
            </a:r>
            <a:r>
              <a:rPr sz="900" spc="300" dirty="0">
                <a:solidFill>
                  <a:srgbClr val="858585"/>
                </a:solidFill>
                <a:latin typeface="Arial MT"/>
                <a:cs typeface="Arial MT"/>
              </a:rPr>
              <a:t>bras</a:t>
            </a:r>
            <a:r>
              <a:rPr sz="900" spc="-50" dirty="0">
                <a:solidFill>
                  <a:srgbClr val="858585"/>
                </a:solidFill>
                <a:latin typeface="Arial MT"/>
                <a:cs typeface="Arial MT"/>
              </a:rPr>
              <a:t> </a:t>
            </a:r>
            <a:r>
              <a:rPr sz="900" spc="-10" dirty="0">
                <a:solidFill>
                  <a:srgbClr val="959595"/>
                </a:solidFill>
                <a:latin typeface="Arial MT"/>
                <a:cs typeface="Arial MT"/>
              </a:rPr>
              <a:t>Inc</a:t>
            </a:r>
            <a:r>
              <a:rPr sz="900" spc="10" dirty="0">
                <a:solidFill>
                  <a:srgbClr val="959595"/>
                </a:solidFill>
                <a:latin typeface="Arial MT"/>
                <a:cs typeface="Arial MT"/>
              </a:rPr>
              <a:t> </a:t>
            </a:r>
            <a:r>
              <a:rPr sz="900" spc="-75" dirty="0">
                <a:solidFill>
                  <a:srgbClr val="8C8C8C"/>
                </a:solidFill>
                <a:latin typeface="Arial MT"/>
                <a:cs typeface="Arial MT"/>
              </a:rPr>
              <a:t>or</a:t>
            </a:r>
            <a:r>
              <a:rPr sz="900" spc="-15" dirty="0">
                <a:solidFill>
                  <a:srgbClr val="8C8C8C"/>
                </a:solidFill>
                <a:latin typeface="Arial MT"/>
                <a:cs typeface="Arial MT"/>
              </a:rPr>
              <a:t> </a:t>
            </a:r>
            <a:r>
              <a:rPr sz="900" spc="-210" dirty="0">
                <a:solidFill>
                  <a:srgbClr val="696969"/>
                </a:solidFill>
                <a:latin typeface="Arial MT"/>
                <a:cs typeface="Arial MT"/>
              </a:rPr>
              <a:t>ms</a:t>
            </a:r>
            <a:r>
              <a:rPr sz="900" spc="-90" dirty="0">
                <a:solidFill>
                  <a:srgbClr val="696969"/>
                </a:solidFill>
                <a:latin typeface="Arial MT"/>
                <a:cs typeface="Arial MT"/>
              </a:rPr>
              <a:t> </a:t>
            </a:r>
            <a:r>
              <a:rPr sz="900" spc="-45" dirty="0">
                <a:solidFill>
                  <a:srgbClr val="131313"/>
                </a:solidFill>
                <a:latin typeface="Arial MT"/>
                <a:cs typeface="Arial MT"/>
              </a:rPr>
              <a:t>afïlàaes.</a:t>
            </a:r>
            <a:r>
              <a:rPr sz="900" spc="15" dirty="0">
                <a:solidFill>
                  <a:srgbClr val="131313"/>
                </a:solidFill>
                <a:latin typeface="Arial MT"/>
                <a:cs typeface="Arial MT"/>
              </a:rPr>
              <a:t> </a:t>
            </a:r>
            <a:r>
              <a:rPr sz="900" spc="-170" dirty="0">
                <a:solidFill>
                  <a:srgbClr val="A7A7A7"/>
                </a:solidFill>
                <a:latin typeface="Arial MT"/>
                <a:cs typeface="Arial MT"/>
              </a:rPr>
              <a:t>Ala</a:t>
            </a:r>
            <a:r>
              <a:rPr sz="900" spc="-45" dirty="0">
                <a:solidFill>
                  <a:srgbClr val="A7A7A7"/>
                </a:solidFill>
                <a:latin typeface="Arial MT"/>
                <a:cs typeface="Arial MT"/>
              </a:rPr>
              <a:t> </a:t>
            </a:r>
            <a:r>
              <a:rPr sz="900" spc="-20" dirty="0">
                <a:solidFill>
                  <a:srgbClr val="7E7E7E"/>
                </a:solidFill>
                <a:latin typeface="Arial MT"/>
                <a:cs typeface="Arial MT"/>
              </a:rPr>
              <a:t>ngha</a:t>
            </a:r>
            <a:r>
              <a:rPr sz="900" spc="-45" dirty="0">
                <a:solidFill>
                  <a:srgbClr val="7E7E7E"/>
                </a:solidFill>
                <a:latin typeface="Arial MT"/>
                <a:cs typeface="Arial MT"/>
              </a:rPr>
              <a:t> </a:t>
            </a:r>
            <a:r>
              <a:rPr sz="900" spc="-55" dirty="0">
                <a:solidFill>
                  <a:srgbClr val="757575"/>
                </a:solidFill>
                <a:latin typeface="Arial MT"/>
                <a:cs typeface="Arial MT"/>
              </a:rPr>
              <a:t>reserved.</a:t>
            </a:r>
            <a:endParaRPr sz="900">
              <a:latin typeface="Arial MT"/>
              <a:cs typeface="Arial MT"/>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689766" y="1346318"/>
            <a:ext cx="2819704" cy="1162189"/>
          </a:xfrm>
          <a:prstGeom prst="rect">
            <a:avLst/>
          </a:prstGeom>
        </p:spPr>
      </p:pic>
      <p:pic>
        <p:nvPicPr>
          <p:cNvPr id="3" name="object 3"/>
          <p:cNvPicPr/>
          <p:nvPr/>
        </p:nvPicPr>
        <p:blipFill>
          <a:blip r:embed="rId3" cstate="print"/>
          <a:stretch>
            <a:fillRect/>
          </a:stretch>
        </p:blipFill>
        <p:spPr>
          <a:xfrm>
            <a:off x="4947668" y="1574944"/>
            <a:ext cx="1057389" cy="704934"/>
          </a:xfrm>
          <a:prstGeom prst="rect">
            <a:avLst/>
          </a:prstGeom>
        </p:spPr>
      </p:pic>
      <p:pic>
        <p:nvPicPr>
          <p:cNvPr id="4" name="object 4"/>
          <p:cNvPicPr/>
          <p:nvPr/>
        </p:nvPicPr>
        <p:blipFill>
          <a:blip r:embed="rId4" cstate="print"/>
          <a:stretch>
            <a:fillRect/>
          </a:stretch>
        </p:blipFill>
        <p:spPr>
          <a:xfrm>
            <a:off x="7691165" y="1336791"/>
            <a:ext cx="2838757" cy="1181241"/>
          </a:xfrm>
          <a:prstGeom prst="rect">
            <a:avLst/>
          </a:prstGeom>
        </p:spPr>
      </p:pic>
      <p:sp>
        <p:nvSpPr>
          <p:cNvPr id="5" name="object 5"/>
          <p:cNvSpPr/>
          <p:nvPr/>
        </p:nvSpPr>
        <p:spPr>
          <a:xfrm>
            <a:off x="1394460" y="365125"/>
            <a:ext cx="9392920" cy="848360"/>
          </a:xfrm>
          <a:custGeom>
            <a:avLst/>
            <a:gdLst/>
            <a:ahLst/>
            <a:cxnLst/>
            <a:rect l="l" t="t" r="r" b="b"/>
            <a:pathLst>
              <a:path w="9392920" h="848360">
                <a:moveTo>
                  <a:pt x="9391650" y="847725"/>
                </a:moveTo>
                <a:lnTo>
                  <a:pt x="0" y="847725"/>
                </a:lnTo>
                <a:lnTo>
                  <a:pt x="0" y="0"/>
                </a:lnTo>
                <a:lnTo>
                  <a:pt x="9391650" y="0"/>
                </a:lnTo>
                <a:lnTo>
                  <a:pt x="9391650" y="847725"/>
                </a:lnTo>
                <a:close/>
              </a:path>
            </a:pathLst>
          </a:custGeom>
          <a:solidFill>
            <a:srgbClr val="428E8E"/>
          </a:solidFill>
        </p:spPr>
        <p:txBody>
          <a:bodyPr wrap="square" lIns="0" tIns="0" rIns="0" bIns="0" rtlCol="0"/>
          <a:lstStyle/>
          <a:p>
            <a:endParaRPr/>
          </a:p>
        </p:txBody>
      </p:sp>
      <p:sp>
        <p:nvSpPr>
          <p:cNvPr id="6" name="object 6" descr="$PPTXTitle"/>
          <p:cNvSpPr txBox="1">
            <a:spLocks noGrp="1"/>
          </p:cNvSpPr>
          <p:nvPr>
            <p:ph type="title"/>
          </p:nvPr>
        </p:nvSpPr>
        <p:spPr>
          <a:xfrm>
            <a:off x="1765975" y="508018"/>
            <a:ext cx="2897505" cy="513715"/>
          </a:xfrm>
          <a:prstGeom prst="rect">
            <a:avLst/>
          </a:prstGeom>
        </p:spPr>
        <p:txBody>
          <a:bodyPr vert="horz" wrap="square" lIns="0" tIns="12700" rIns="0" bIns="0" rtlCol="0">
            <a:spAutoFit/>
          </a:bodyPr>
          <a:lstStyle/>
          <a:p>
            <a:pPr>
              <a:lnSpc>
                <a:spcPct val="100000"/>
              </a:lnSpc>
              <a:spcBef>
                <a:spcPts val="100"/>
              </a:spcBef>
            </a:pPr>
            <a:r>
              <a:rPr sz="3200" spc="-180" dirty="0">
                <a:solidFill>
                  <a:srgbClr val="4D9EA0"/>
                </a:solidFill>
                <a:latin typeface="Arial MT"/>
                <a:cs typeface="Arial MT"/>
              </a:rPr>
              <a:t>Types</a:t>
            </a:r>
            <a:r>
              <a:rPr sz="3200" spc="35" dirty="0">
                <a:solidFill>
                  <a:srgbClr val="4D9EA0"/>
                </a:solidFill>
                <a:latin typeface="Arial MT"/>
                <a:cs typeface="Arial MT"/>
              </a:rPr>
              <a:t> </a:t>
            </a:r>
            <a:r>
              <a:rPr sz="3200" dirty="0">
                <a:solidFill>
                  <a:srgbClr val="FFFFFF"/>
                </a:solidFill>
                <a:latin typeface="Arial MT"/>
                <a:cs typeface="Arial MT"/>
              </a:rPr>
              <a:t>of</a:t>
            </a:r>
            <a:r>
              <a:rPr sz="3200" spc="145" dirty="0">
                <a:solidFill>
                  <a:srgbClr val="FFFFFF"/>
                </a:solidFill>
                <a:latin typeface="Arial MT"/>
                <a:cs typeface="Arial MT"/>
              </a:rPr>
              <a:t> </a:t>
            </a:r>
            <a:r>
              <a:rPr sz="3200" spc="-360" dirty="0">
                <a:solidFill>
                  <a:srgbClr val="BFF4EF"/>
                </a:solidFill>
                <a:latin typeface="Arial MT"/>
                <a:cs typeface="Arial MT"/>
              </a:rPr>
              <a:t>se</a:t>
            </a:r>
            <a:r>
              <a:rPr sz="3200" spc="290" dirty="0">
                <a:solidFill>
                  <a:srgbClr val="BFF4EF"/>
                </a:solidFill>
                <a:latin typeface="Arial MT"/>
                <a:cs typeface="Arial MT"/>
              </a:rPr>
              <a:t> </a:t>
            </a:r>
            <a:r>
              <a:rPr sz="3200" spc="-55" dirty="0">
                <a:solidFill>
                  <a:srgbClr val="A0E8E2"/>
                </a:solidFill>
                <a:latin typeface="Arial MT"/>
                <a:cs typeface="Arial MT"/>
              </a:rPr>
              <a:t>rices</a:t>
            </a:r>
            <a:endParaRPr sz="3200">
              <a:latin typeface="Arial MT"/>
              <a:cs typeface="Arial MT"/>
            </a:endParaRPr>
          </a:p>
        </p:txBody>
      </p:sp>
      <p:sp>
        <p:nvSpPr>
          <p:cNvPr id="7" name="object 7"/>
          <p:cNvSpPr txBox="1"/>
          <p:nvPr/>
        </p:nvSpPr>
        <p:spPr>
          <a:xfrm>
            <a:off x="9050582" y="434985"/>
            <a:ext cx="534035" cy="429895"/>
          </a:xfrm>
          <a:prstGeom prst="rect">
            <a:avLst/>
          </a:prstGeom>
        </p:spPr>
        <p:txBody>
          <a:bodyPr vert="horz" wrap="square" lIns="0" tIns="12700" rIns="0" bIns="0" rtlCol="0">
            <a:spAutoFit/>
          </a:bodyPr>
          <a:lstStyle/>
          <a:p>
            <a:pPr>
              <a:lnSpc>
                <a:spcPct val="100000"/>
              </a:lnSpc>
              <a:spcBef>
                <a:spcPts val="100"/>
              </a:spcBef>
            </a:pPr>
            <a:r>
              <a:rPr sz="2650" spc="-85" dirty="0">
                <a:solidFill>
                  <a:srgbClr val="31858A"/>
                </a:solidFill>
                <a:latin typeface="Consolas"/>
                <a:cs typeface="Consolas"/>
              </a:rPr>
              <a:t>aws</a:t>
            </a:r>
            <a:endParaRPr sz="2650">
              <a:latin typeface="Consolas"/>
              <a:cs typeface="Consolas"/>
            </a:endParaRPr>
          </a:p>
        </p:txBody>
      </p:sp>
      <p:sp>
        <p:nvSpPr>
          <p:cNvPr id="8" name="object 8"/>
          <p:cNvSpPr txBox="1"/>
          <p:nvPr/>
        </p:nvSpPr>
        <p:spPr>
          <a:xfrm>
            <a:off x="3664939" y="1674971"/>
            <a:ext cx="765175" cy="481330"/>
          </a:xfrm>
          <a:prstGeom prst="rect">
            <a:avLst/>
          </a:prstGeom>
        </p:spPr>
        <p:txBody>
          <a:bodyPr vert="horz" wrap="square" lIns="0" tIns="33655" rIns="0" bIns="0" rtlCol="0">
            <a:spAutoFit/>
          </a:bodyPr>
          <a:lstStyle/>
          <a:p>
            <a:pPr marL="123825" marR="5080" indent="-111760">
              <a:lnSpc>
                <a:spcPts val="1730"/>
              </a:lnSpc>
              <a:spcBef>
                <a:spcPts val="265"/>
              </a:spcBef>
            </a:pPr>
            <a:r>
              <a:rPr sz="1550" spc="-105" dirty="0">
                <a:latin typeface="Arial MT"/>
                <a:cs typeface="Arial MT"/>
              </a:rPr>
              <a:t>l'•Ianaged services</a:t>
            </a:r>
            <a:endParaRPr sz="1550">
              <a:latin typeface="Arial MT"/>
              <a:cs typeface="Arial MT"/>
            </a:endParaRPr>
          </a:p>
        </p:txBody>
      </p:sp>
      <p:sp>
        <p:nvSpPr>
          <p:cNvPr id="9" name="object 9"/>
          <p:cNvSpPr txBox="1"/>
          <p:nvPr/>
        </p:nvSpPr>
        <p:spPr>
          <a:xfrm>
            <a:off x="4682083" y="1370704"/>
            <a:ext cx="2811145" cy="1164590"/>
          </a:xfrm>
          <a:prstGeom prst="rect">
            <a:avLst/>
          </a:prstGeom>
          <a:ln w="15241">
            <a:solidFill>
              <a:srgbClr val="676767"/>
            </a:solidFill>
          </a:ln>
        </p:spPr>
        <p:txBody>
          <a:bodyPr vert="horz" wrap="square" lIns="0" tIns="104139" rIns="0" bIns="0" rtlCol="0">
            <a:spAutoFit/>
          </a:bodyPr>
          <a:lstStyle/>
          <a:p>
            <a:pPr>
              <a:lnSpc>
                <a:spcPct val="100000"/>
              </a:lnSpc>
              <a:spcBef>
                <a:spcPts val="819"/>
              </a:spcBef>
            </a:pPr>
            <a:endParaRPr sz="1500">
              <a:latin typeface="Times New Roman"/>
              <a:cs typeface="Times New Roman"/>
            </a:endParaRPr>
          </a:p>
          <a:p>
            <a:pPr marR="59690" algn="r">
              <a:lnSpc>
                <a:spcPts val="1789"/>
              </a:lnSpc>
            </a:pPr>
            <a:r>
              <a:rPr sz="1500" spc="-30" dirty="0">
                <a:latin typeface="Arial MT"/>
                <a:cs typeface="Arial MT"/>
              </a:rPr>
              <a:t>Fully</a:t>
            </a:r>
            <a:r>
              <a:rPr sz="1500" spc="-75" dirty="0">
                <a:latin typeface="Arial MT"/>
                <a:cs typeface="Arial MT"/>
              </a:rPr>
              <a:t> </a:t>
            </a:r>
            <a:r>
              <a:rPr sz="1500" spc="-10" dirty="0">
                <a:latin typeface="Arial MT"/>
                <a:cs typeface="Arial MT"/>
              </a:rPr>
              <a:t>managed</a:t>
            </a:r>
            <a:endParaRPr sz="1500">
              <a:latin typeface="Arial MT"/>
              <a:cs typeface="Arial MT"/>
            </a:endParaRPr>
          </a:p>
          <a:p>
            <a:pPr marR="55880" algn="r">
              <a:lnSpc>
                <a:spcPts val="1730"/>
              </a:lnSpc>
            </a:pPr>
            <a:r>
              <a:rPr sz="1450" spc="-10" dirty="0">
                <a:latin typeface="Arial MT"/>
                <a:cs typeface="Arial MT"/>
              </a:rPr>
              <a:t>servÎceS</a:t>
            </a:r>
            <a:endParaRPr sz="1450">
              <a:latin typeface="Arial MT"/>
              <a:cs typeface="Arial MT"/>
            </a:endParaRPr>
          </a:p>
        </p:txBody>
      </p:sp>
      <p:sp>
        <p:nvSpPr>
          <p:cNvPr id="10" name="object 10"/>
          <p:cNvSpPr txBox="1"/>
          <p:nvPr/>
        </p:nvSpPr>
        <p:spPr>
          <a:xfrm>
            <a:off x="1985575" y="2522797"/>
            <a:ext cx="8047990" cy="2174875"/>
          </a:xfrm>
          <a:prstGeom prst="rect">
            <a:avLst/>
          </a:prstGeom>
        </p:spPr>
        <p:txBody>
          <a:bodyPr vert="horz" wrap="square" lIns="0" tIns="12700" rIns="0" bIns="0" rtlCol="0">
            <a:spAutoFit/>
          </a:bodyPr>
          <a:lstStyle/>
          <a:p>
            <a:pPr marL="71755" algn="ctr">
              <a:lnSpc>
                <a:spcPct val="100000"/>
              </a:lnSpc>
              <a:spcBef>
                <a:spcPts val="100"/>
              </a:spcBef>
            </a:pPr>
            <a:r>
              <a:rPr sz="1400" i="1" spc="-50" dirty="0">
                <a:solidFill>
                  <a:srgbClr val="1D1D1D"/>
                </a:solidFill>
                <a:latin typeface="Cambria"/>
                <a:cs typeface="Cambria"/>
              </a:rPr>
              <a:t>Select</a:t>
            </a:r>
            <a:r>
              <a:rPr sz="1400" i="1" spc="-30" dirty="0">
                <a:solidFill>
                  <a:srgbClr val="1D1D1D"/>
                </a:solidFill>
                <a:latin typeface="Cambria"/>
                <a:cs typeface="Cambria"/>
              </a:rPr>
              <a:t> </a:t>
            </a:r>
            <a:r>
              <a:rPr sz="1400" i="1" dirty="0">
                <a:solidFill>
                  <a:srgbClr val="707070"/>
                </a:solidFill>
                <a:latin typeface="Cambria"/>
                <a:cs typeface="Cambria"/>
              </a:rPr>
              <a:t>a</a:t>
            </a:r>
            <a:r>
              <a:rPr sz="1400" i="1" spc="-80" dirty="0">
                <a:solidFill>
                  <a:srgbClr val="707070"/>
                </a:solidFill>
                <a:latin typeface="Cambria"/>
                <a:cs typeface="Cambria"/>
              </a:rPr>
              <a:t> </a:t>
            </a:r>
            <a:r>
              <a:rPr sz="1400" i="1" spc="-60" dirty="0">
                <a:solidFill>
                  <a:srgbClr val="1A1A1A"/>
                </a:solidFill>
                <a:latin typeface="Cambria"/>
                <a:cs typeface="Cambria"/>
              </a:rPr>
              <a:t>button</a:t>
            </a:r>
            <a:r>
              <a:rPr sz="1400" i="1" spc="-15" dirty="0">
                <a:solidFill>
                  <a:srgbClr val="1A1A1A"/>
                </a:solidFill>
                <a:latin typeface="Cambria"/>
                <a:cs typeface="Cambria"/>
              </a:rPr>
              <a:t> </a:t>
            </a:r>
            <a:r>
              <a:rPr sz="1400" i="1" spc="-35" dirty="0">
                <a:solidFill>
                  <a:srgbClr val="1A1A1A"/>
                </a:solidFill>
                <a:latin typeface="Cambria"/>
                <a:cs typeface="Cambria"/>
              </a:rPr>
              <a:t>t</a:t>
            </a:r>
            <a:r>
              <a:rPr sz="1400" i="1" spc="-35" dirty="0">
                <a:solidFill>
                  <a:srgbClr val="606060"/>
                </a:solidFill>
                <a:latin typeface="Cambria"/>
                <a:cs typeface="Cambria"/>
              </a:rPr>
              <a:t>o</a:t>
            </a:r>
            <a:r>
              <a:rPr sz="1400" i="1" spc="30" dirty="0">
                <a:solidFill>
                  <a:srgbClr val="606060"/>
                </a:solidFill>
                <a:latin typeface="Cambria"/>
                <a:cs typeface="Cambria"/>
              </a:rPr>
              <a:t> </a:t>
            </a:r>
            <a:r>
              <a:rPr sz="1400" i="1" spc="-110" dirty="0">
                <a:solidFill>
                  <a:srgbClr val="0F0F0F"/>
                </a:solidFill>
                <a:latin typeface="Cambria"/>
                <a:cs typeface="Cambria"/>
              </a:rPr>
              <a:t>learn</a:t>
            </a:r>
            <a:r>
              <a:rPr sz="1400" i="1" dirty="0">
                <a:solidFill>
                  <a:srgbClr val="0F0F0F"/>
                </a:solidFill>
                <a:latin typeface="Cambria"/>
                <a:cs typeface="Cambria"/>
              </a:rPr>
              <a:t> </a:t>
            </a:r>
            <a:r>
              <a:rPr sz="1400" i="1" spc="-70" dirty="0">
                <a:solidFill>
                  <a:srgbClr val="313131"/>
                </a:solidFill>
                <a:latin typeface="Cambria"/>
                <a:cs typeface="Cambria"/>
              </a:rPr>
              <a:t>more</a:t>
            </a:r>
            <a:r>
              <a:rPr sz="1400" i="1" spc="-10" dirty="0">
                <a:solidFill>
                  <a:srgbClr val="313131"/>
                </a:solidFill>
                <a:latin typeface="Cambria"/>
                <a:cs typeface="Cambria"/>
              </a:rPr>
              <a:t> </a:t>
            </a:r>
            <a:r>
              <a:rPr sz="1400" i="1" spc="-70" dirty="0">
                <a:solidFill>
                  <a:srgbClr val="262626"/>
                </a:solidFill>
                <a:latin typeface="Cambria"/>
                <a:cs typeface="Cambria"/>
              </a:rPr>
              <a:t>about</a:t>
            </a:r>
            <a:r>
              <a:rPr sz="1400" i="1" spc="-5" dirty="0">
                <a:solidFill>
                  <a:srgbClr val="262626"/>
                </a:solidFill>
                <a:latin typeface="Cambria"/>
                <a:cs typeface="Cambria"/>
              </a:rPr>
              <a:t> </a:t>
            </a:r>
            <a:r>
              <a:rPr sz="1400" i="1" spc="-55" dirty="0">
                <a:solidFill>
                  <a:srgbClr val="464646"/>
                </a:solidFill>
                <a:latin typeface="Cambria"/>
                <a:cs typeface="Cambria"/>
              </a:rPr>
              <a:t>types</a:t>
            </a:r>
            <a:r>
              <a:rPr sz="1400" i="1" spc="30" dirty="0">
                <a:solidFill>
                  <a:srgbClr val="464646"/>
                </a:solidFill>
                <a:latin typeface="Cambria"/>
                <a:cs typeface="Cambria"/>
              </a:rPr>
              <a:t> </a:t>
            </a:r>
            <a:r>
              <a:rPr sz="1400" i="1" dirty="0">
                <a:solidFill>
                  <a:srgbClr val="4F4F4F"/>
                </a:solidFill>
                <a:latin typeface="Cambria"/>
                <a:cs typeface="Cambria"/>
              </a:rPr>
              <a:t>of</a:t>
            </a:r>
            <a:r>
              <a:rPr sz="1400" i="1" spc="85" dirty="0">
                <a:solidFill>
                  <a:srgbClr val="4F4F4F"/>
                </a:solidFill>
                <a:latin typeface="Cambria"/>
                <a:cs typeface="Cambria"/>
              </a:rPr>
              <a:t> </a:t>
            </a:r>
            <a:r>
              <a:rPr sz="1400" i="1" spc="-10" dirty="0">
                <a:solidFill>
                  <a:srgbClr val="313131"/>
                </a:solidFill>
                <a:latin typeface="Cambria"/>
                <a:cs typeface="Cambria"/>
              </a:rPr>
              <a:t>semicez</a:t>
            </a:r>
            <a:endParaRPr sz="1400">
              <a:latin typeface="Cambria"/>
              <a:cs typeface="Cambria"/>
            </a:endParaRPr>
          </a:p>
          <a:p>
            <a:pPr>
              <a:lnSpc>
                <a:spcPct val="100000"/>
              </a:lnSpc>
              <a:spcBef>
                <a:spcPts val="595"/>
              </a:spcBef>
            </a:pPr>
            <a:endParaRPr sz="1400">
              <a:latin typeface="Cambria"/>
              <a:cs typeface="Cambria"/>
            </a:endParaRPr>
          </a:p>
          <a:p>
            <a:pPr marL="12700" marR="5080" indent="4445">
              <a:lnSpc>
                <a:spcPct val="97600"/>
              </a:lnSpc>
            </a:pPr>
            <a:r>
              <a:rPr sz="1850" spc="-155" dirty="0">
                <a:latin typeface="Arial MT"/>
                <a:cs typeface="Arial MT"/>
              </a:rPr>
              <a:t>Serverless</a:t>
            </a:r>
            <a:r>
              <a:rPr sz="1850" spc="100" dirty="0">
                <a:latin typeface="Arial MT"/>
                <a:cs typeface="Arial MT"/>
              </a:rPr>
              <a:t> </a:t>
            </a:r>
            <a:r>
              <a:rPr sz="1850" spc="-215" dirty="0">
                <a:latin typeface="Arial MT"/>
                <a:cs typeface="Arial MT"/>
              </a:rPr>
              <a:t>ts</a:t>
            </a:r>
            <a:r>
              <a:rPr sz="1850" spc="-60" dirty="0">
                <a:latin typeface="Arial MT"/>
                <a:cs typeface="Arial MT"/>
              </a:rPr>
              <a:t> </a:t>
            </a:r>
            <a:r>
              <a:rPr sz="1850" spc="-270" dirty="0">
                <a:solidFill>
                  <a:srgbClr val="4B4B4B"/>
                </a:solidFill>
                <a:latin typeface="Arial MT"/>
                <a:cs typeface="Arial MT"/>
              </a:rPr>
              <a:t>a</a:t>
            </a:r>
            <a:r>
              <a:rPr sz="1850" spc="-10" dirty="0">
                <a:solidFill>
                  <a:srgbClr val="4B4B4B"/>
                </a:solidFill>
                <a:latin typeface="Arial MT"/>
                <a:cs typeface="Arial MT"/>
              </a:rPr>
              <a:t> </a:t>
            </a:r>
            <a:r>
              <a:rPr sz="1850" spc="-170" dirty="0">
                <a:latin typeface="Arial MT"/>
                <a:cs typeface="Arial MT"/>
              </a:rPr>
              <a:t>way</a:t>
            </a:r>
            <a:r>
              <a:rPr sz="1850" spc="-30" dirty="0">
                <a:latin typeface="Arial MT"/>
                <a:cs typeface="Arial MT"/>
              </a:rPr>
              <a:t> </a:t>
            </a:r>
            <a:r>
              <a:rPr sz="1850" dirty="0">
                <a:solidFill>
                  <a:srgbClr val="161616"/>
                </a:solidFill>
                <a:latin typeface="Arial MT"/>
                <a:cs typeface="Arial MT"/>
              </a:rPr>
              <a:t>to</a:t>
            </a:r>
            <a:r>
              <a:rPr sz="1850" spc="-90" dirty="0">
                <a:solidFill>
                  <a:srgbClr val="161616"/>
                </a:solidFill>
                <a:latin typeface="Arial MT"/>
                <a:cs typeface="Arial MT"/>
              </a:rPr>
              <a:t> </a:t>
            </a:r>
            <a:r>
              <a:rPr sz="1850" spc="-150" dirty="0">
                <a:latin typeface="Arial MT"/>
                <a:cs typeface="Arial MT"/>
              </a:rPr>
              <a:t>describe</a:t>
            </a:r>
            <a:r>
              <a:rPr sz="1850" spc="25" dirty="0">
                <a:latin typeface="Arial MT"/>
                <a:cs typeface="Arial MT"/>
              </a:rPr>
              <a:t> </a:t>
            </a:r>
            <a:r>
              <a:rPr sz="1850" spc="-40" dirty="0">
                <a:latin typeface="Arial MT"/>
                <a:cs typeface="Arial MT"/>
              </a:rPr>
              <a:t>the</a:t>
            </a:r>
            <a:r>
              <a:rPr sz="1850" spc="30" dirty="0">
                <a:latin typeface="Arial MT"/>
                <a:cs typeface="Arial MT"/>
              </a:rPr>
              <a:t> </a:t>
            </a:r>
            <a:r>
              <a:rPr sz="1850" spc="-170" dirty="0">
                <a:latin typeface="Arial MT"/>
                <a:cs typeface="Arial MT"/>
              </a:rPr>
              <a:t>services,</a:t>
            </a:r>
            <a:r>
              <a:rPr sz="1850" spc="45" dirty="0">
                <a:latin typeface="Arial MT"/>
                <a:cs typeface="Arial MT"/>
              </a:rPr>
              <a:t> </a:t>
            </a:r>
            <a:r>
              <a:rPr sz="1850" spc="-190" dirty="0">
                <a:latin typeface="Arial MT"/>
                <a:cs typeface="Arial MT"/>
              </a:rPr>
              <a:t>praCtices,</a:t>
            </a:r>
            <a:r>
              <a:rPr sz="1850" spc="114" dirty="0">
                <a:latin typeface="Arial MT"/>
                <a:cs typeface="Arial MT"/>
              </a:rPr>
              <a:t> </a:t>
            </a:r>
            <a:r>
              <a:rPr sz="1850" spc="-125" dirty="0">
                <a:latin typeface="Arial MT"/>
                <a:cs typeface="Arial MT"/>
              </a:rPr>
              <a:t>and</a:t>
            </a:r>
            <a:r>
              <a:rPr sz="1850" spc="-120" dirty="0">
                <a:latin typeface="Arial MT"/>
                <a:cs typeface="Arial MT"/>
              </a:rPr>
              <a:t> </a:t>
            </a:r>
            <a:r>
              <a:rPr sz="1850" spc="-145" dirty="0">
                <a:latin typeface="Arial MT"/>
                <a:cs typeface="Arial MT"/>
              </a:rPr>
              <a:t>Strategies</a:t>
            </a:r>
            <a:r>
              <a:rPr sz="1850" spc="50" dirty="0">
                <a:latin typeface="Arial MT"/>
                <a:cs typeface="Arial MT"/>
              </a:rPr>
              <a:t> </a:t>
            </a:r>
            <a:r>
              <a:rPr sz="1850" spc="-10" dirty="0">
                <a:solidFill>
                  <a:srgbClr val="0C0C0C"/>
                </a:solidFill>
                <a:latin typeface="Arial MT"/>
                <a:cs typeface="Arial MT"/>
              </a:rPr>
              <a:t>that</a:t>
            </a:r>
            <a:r>
              <a:rPr sz="1850" spc="-40" dirty="0">
                <a:solidFill>
                  <a:srgbClr val="0C0C0C"/>
                </a:solidFill>
                <a:latin typeface="Arial MT"/>
                <a:cs typeface="Arial MT"/>
              </a:rPr>
              <a:t> </a:t>
            </a:r>
            <a:r>
              <a:rPr sz="1850" spc="-130" dirty="0">
                <a:latin typeface="Arial MT"/>
                <a:cs typeface="Arial MT"/>
              </a:rPr>
              <a:t>you</a:t>
            </a:r>
            <a:r>
              <a:rPr sz="1850" spc="-25" dirty="0">
                <a:latin typeface="Arial MT"/>
                <a:cs typeface="Arial MT"/>
              </a:rPr>
              <a:t> </a:t>
            </a:r>
            <a:r>
              <a:rPr sz="1850" spc="-190" dirty="0">
                <a:latin typeface="Arial MT"/>
                <a:cs typeface="Arial MT"/>
              </a:rPr>
              <a:t>can</a:t>
            </a:r>
            <a:r>
              <a:rPr sz="1850" spc="-5" dirty="0">
                <a:latin typeface="Arial MT"/>
                <a:cs typeface="Arial MT"/>
              </a:rPr>
              <a:t> </a:t>
            </a:r>
            <a:r>
              <a:rPr sz="1850" spc="-200" dirty="0">
                <a:latin typeface="Arial MT"/>
                <a:cs typeface="Arial MT"/>
              </a:rPr>
              <a:t>use</a:t>
            </a:r>
            <a:r>
              <a:rPr sz="1850" spc="-60" dirty="0">
                <a:latin typeface="Arial MT"/>
                <a:cs typeface="Arial MT"/>
              </a:rPr>
              <a:t> </a:t>
            </a:r>
            <a:r>
              <a:rPr sz="1850" spc="-25" dirty="0">
                <a:latin typeface="Arial MT"/>
                <a:cs typeface="Arial MT"/>
              </a:rPr>
              <a:t>to </a:t>
            </a:r>
            <a:r>
              <a:rPr sz="1850" spc="-70" dirty="0">
                <a:latin typeface="Arial MT"/>
                <a:cs typeface="Arial MT"/>
              </a:rPr>
              <a:t>build</a:t>
            </a:r>
            <a:r>
              <a:rPr sz="1850" spc="-45" dirty="0">
                <a:latin typeface="Arial MT"/>
                <a:cs typeface="Arial MT"/>
              </a:rPr>
              <a:t> </a:t>
            </a:r>
            <a:r>
              <a:rPr sz="1850" spc="-114" dirty="0">
                <a:latin typeface="Arial MT"/>
                <a:cs typeface="Arial MT"/>
              </a:rPr>
              <a:t>more</a:t>
            </a:r>
            <a:r>
              <a:rPr sz="1850" spc="-40" dirty="0">
                <a:latin typeface="Arial MT"/>
                <a:cs typeface="Arial MT"/>
              </a:rPr>
              <a:t> </a:t>
            </a:r>
            <a:r>
              <a:rPr sz="1850" spc="-120" dirty="0">
                <a:solidFill>
                  <a:srgbClr val="0F0F0F"/>
                </a:solidFill>
                <a:latin typeface="Arial MT"/>
                <a:cs typeface="Arial MT"/>
              </a:rPr>
              <a:t>agile</a:t>
            </a:r>
            <a:r>
              <a:rPr sz="1850" spc="-30" dirty="0">
                <a:solidFill>
                  <a:srgbClr val="0F0F0F"/>
                </a:solidFill>
                <a:latin typeface="Arial MT"/>
                <a:cs typeface="Arial MT"/>
              </a:rPr>
              <a:t> </a:t>
            </a:r>
            <a:r>
              <a:rPr sz="1850" spc="-114" dirty="0">
                <a:latin typeface="Arial MT"/>
                <a:cs typeface="Arial MT"/>
              </a:rPr>
              <a:t>applications.</a:t>
            </a:r>
            <a:r>
              <a:rPr sz="1850" spc="-10" dirty="0">
                <a:latin typeface="Arial MT"/>
                <a:cs typeface="Arial MT"/>
              </a:rPr>
              <a:t> </a:t>
            </a:r>
            <a:r>
              <a:rPr sz="1850" spc="-80" dirty="0">
                <a:solidFill>
                  <a:srgbClr val="313131"/>
                </a:solidFill>
                <a:latin typeface="Arial MT"/>
                <a:cs typeface="Arial MT"/>
              </a:rPr>
              <a:t>In</a:t>
            </a:r>
            <a:r>
              <a:rPr sz="1850" spc="-10" dirty="0">
                <a:solidFill>
                  <a:srgbClr val="313131"/>
                </a:solidFill>
                <a:latin typeface="Arial MT"/>
                <a:cs typeface="Arial MT"/>
              </a:rPr>
              <a:t> </a:t>
            </a:r>
            <a:r>
              <a:rPr sz="1850" spc="-80" dirty="0">
                <a:latin typeface="Arial MT"/>
                <a:cs typeface="Arial MT"/>
              </a:rPr>
              <a:t>this</a:t>
            </a:r>
            <a:r>
              <a:rPr sz="1850" spc="-60" dirty="0">
                <a:latin typeface="Arial MT"/>
                <a:cs typeface="Arial MT"/>
              </a:rPr>
              <a:t> </a:t>
            </a:r>
            <a:r>
              <a:rPr sz="1850" spc="-190" dirty="0">
                <a:latin typeface="Arial MT"/>
                <a:cs typeface="Arial MT"/>
              </a:rPr>
              <a:t>way,</a:t>
            </a:r>
            <a:r>
              <a:rPr sz="1850" dirty="0">
                <a:latin typeface="Arial MT"/>
                <a:cs typeface="Arial MT"/>
              </a:rPr>
              <a:t> </a:t>
            </a:r>
            <a:r>
              <a:rPr sz="1850" spc="-130" dirty="0">
                <a:latin typeface="Arial MT"/>
                <a:cs typeface="Arial MT"/>
              </a:rPr>
              <a:t>you</a:t>
            </a:r>
            <a:r>
              <a:rPr sz="1850" spc="-20" dirty="0">
                <a:latin typeface="Arial MT"/>
                <a:cs typeface="Arial MT"/>
              </a:rPr>
              <a:t> </a:t>
            </a:r>
            <a:r>
              <a:rPr sz="1850" spc="-190" dirty="0">
                <a:solidFill>
                  <a:srgbClr val="050505"/>
                </a:solidFill>
                <a:latin typeface="Arial MT"/>
                <a:cs typeface="Arial MT"/>
              </a:rPr>
              <a:t>can</a:t>
            </a:r>
            <a:r>
              <a:rPr sz="1850" spc="-65" dirty="0">
                <a:solidFill>
                  <a:srgbClr val="050505"/>
                </a:solidFill>
                <a:latin typeface="Arial MT"/>
                <a:cs typeface="Arial MT"/>
              </a:rPr>
              <a:t> </a:t>
            </a:r>
            <a:r>
              <a:rPr sz="1850" spc="-95" dirty="0">
                <a:latin typeface="Arial MT"/>
                <a:cs typeface="Arial MT"/>
              </a:rPr>
              <a:t>innovate</a:t>
            </a:r>
            <a:r>
              <a:rPr sz="1850" spc="85" dirty="0">
                <a:latin typeface="Arial MT"/>
                <a:cs typeface="Arial MT"/>
              </a:rPr>
              <a:t> </a:t>
            </a:r>
            <a:r>
              <a:rPr sz="1850" spc="-155" dirty="0">
                <a:solidFill>
                  <a:srgbClr val="0C0C0C"/>
                </a:solidFill>
                <a:latin typeface="Arial MT"/>
                <a:cs typeface="Arial MT"/>
              </a:rPr>
              <a:t>and</a:t>
            </a:r>
            <a:r>
              <a:rPr sz="1850" spc="-60" dirty="0">
                <a:solidFill>
                  <a:srgbClr val="0C0C0C"/>
                </a:solidFill>
                <a:latin typeface="Arial MT"/>
                <a:cs typeface="Arial MT"/>
              </a:rPr>
              <a:t> </a:t>
            </a:r>
            <a:r>
              <a:rPr sz="1850" spc="-125" dirty="0">
                <a:latin typeface="Arial MT"/>
                <a:cs typeface="Arial MT"/>
              </a:rPr>
              <a:t>respond</a:t>
            </a:r>
            <a:r>
              <a:rPr sz="1850" spc="80" dirty="0">
                <a:latin typeface="Arial MT"/>
                <a:cs typeface="Arial MT"/>
              </a:rPr>
              <a:t> </a:t>
            </a:r>
            <a:r>
              <a:rPr sz="1850" spc="-30" dirty="0">
                <a:latin typeface="Arial MT"/>
                <a:cs typeface="Arial MT"/>
              </a:rPr>
              <a:t>to</a:t>
            </a:r>
            <a:r>
              <a:rPr sz="1850" spc="-85" dirty="0">
                <a:latin typeface="Arial MT"/>
                <a:cs typeface="Arial MT"/>
              </a:rPr>
              <a:t> </a:t>
            </a:r>
            <a:r>
              <a:rPr sz="1850" spc="-10" dirty="0">
                <a:latin typeface="Arial MT"/>
                <a:cs typeface="Arial MT"/>
              </a:rPr>
              <a:t>change </a:t>
            </a:r>
            <a:r>
              <a:rPr sz="1850" spc="-114" dirty="0">
                <a:latin typeface="Arial MT"/>
                <a:cs typeface="Arial MT"/>
              </a:rPr>
              <a:t>faster.</a:t>
            </a:r>
            <a:r>
              <a:rPr sz="1850" spc="-60" dirty="0">
                <a:latin typeface="Arial MT"/>
                <a:cs typeface="Arial MT"/>
              </a:rPr>
              <a:t> </a:t>
            </a:r>
            <a:r>
              <a:rPr sz="1850" spc="-114" dirty="0">
                <a:latin typeface="Arial MT"/>
                <a:cs typeface="Arial MT"/>
              </a:rPr>
              <a:t>With</a:t>
            </a:r>
            <a:r>
              <a:rPr sz="1850" spc="-20" dirty="0">
                <a:latin typeface="Arial MT"/>
                <a:cs typeface="Arial MT"/>
              </a:rPr>
              <a:t> </a:t>
            </a:r>
            <a:r>
              <a:rPr sz="1850" spc="-145" dirty="0">
                <a:latin typeface="Arial MT"/>
                <a:cs typeface="Arial MT"/>
              </a:rPr>
              <a:t>serverless</a:t>
            </a:r>
            <a:r>
              <a:rPr sz="1850" spc="145" dirty="0">
                <a:latin typeface="Arial MT"/>
                <a:cs typeface="Arial MT"/>
              </a:rPr>
              <a:t> </a:t>
            </a:r>
            <a:r>
              <a:rPr sz="1850" spc="-165" dirty="0">
                <a:latin typeface="Arial MT"/>
                <a:cs typeface="Arial MT"/>
              </a:rPr>
              <a:t>services,</a:t>
            </a:r>
            <a:r>
              <a:rPr sz="1850" spc="90" dirty="0">
                <a:latin typeface="Arial MT"/>
                <a:cs typeface="Arial MT"/>
              </a:rPr>
              <a:t> </a:t>
            </a:r>
            <a:r>
              <a:rPr sz="1850" spc="-360" dirty="0">
                <a:latin typeface="Arial MT"/>
                <a:cs typeface="Arial MT"/>
              </a:rPr>
              <a:t>AWS</a:t>
            </a:r>
            <a:r>
              <a:rPr sz="1850" spc="-10" dirty="0">
                <a:latin typeface="Arial MT"/>
                <a:cs typeface="Arial MT"/>
              </a:rPr>
              <a:t> </a:t>
            </a:r>
            <a:r>
              <a:rPr sz="1850" spc="-145" dirty="0">
                <a:latin typeface="Arial MT"/>
                <a:cs typeface="Arial MT"/>
              </a:rPr>
              <a:t>handtes</a:t>
            </a:r>
            <a:r>
              <a:rPr sz="1850" spc="-90" dirty="0">
                <a:latin typeface="Arial MT"/>
                <a:cs typeface="Arial MT"/>
              </a:rPr>
              <a:t> </a:t>
            </a:r>
            <a:r>
              <a:rPr sz="1850" spc="-80" dirty="0">
                <a:latin typeface="Arial MT"/>
                <a:cs typeface="Arial MT"/>
              </a:rPr>
              <a:t>Infrastructure</a:t>
            </a:r>
            <a:r>
              <a:rPr sz="1850" spc="-105" dirty="0">
                <a:latin typeface="Arial MT"/>
                <a:cs typeface="Arial MT"/>
              </a:rPr>
              <a:t> </a:t>
            </a:r>
            <a:r>
              <a:rPr sz="1850" spc="-120" dirty="0">
                <a:latin typeface="Arial MT"/>
                <a:cs typeface="Arial MT"/>
              </a:rPr>
              <a:t>management</a:t>
            </a:r>
            <a:r>
              <a:rPr sz="1850" spc="135" dirty="0">
                <a:latin typeface="Arial MT"/>
                <a:cs typeface="Arial MT"/>
              </a:rPr>
              <a:t> </a:t>
            </a:r>
            <a:r>
              <a:rPr sz="1850" spc="-155" dirty="0">
                <a:latin typeface="Arial MT"/>
                <a:cs typeface="Arial MT"/>
              </a:rPr>
              <a:t>tasks</a:t>
            </a:r>
            <a:r>
              <a:rPr sz="1850" spc="-60" dirty="0">
                <a:latin typeface="Arial MT"/>
                <a:cs typeface="Arial MT"/>
              </a:rPr>
              <a:t> </a:t>
            </a:r>
            <a:r>
              <a:rPr sz="1850" spc="-20" dirty="0">
                <a:latin typeface="Arial MT"/>
                <a:cs typeface="Arial MT"/>
              </a:rPr>
              <a:t>like </a:t>
            </a:r>
            <a:r>
              <a:rPr sz="1850" spc="-125" dirty="0">
                <a:latin typeface="Arial MT"/>
                <a:cs typeface="Arial MT"/>
              </a:rPr>
              <a:t>capacity</a:t>
            </a:r>
            <a:r>
              <a:rPr sz="1850" spc="-5" dirty="0">
                <a:latin typeface="Arial MT"/>
                <a:cs typeface="Arial MT"/>
              </a:rPr>
              <a:t> </a:t>
            </a:r>
            <a:r>
              <a:rPr sz="1850" spc="-110" dirty="0">
                <a:latin typeface="Arial MT"/>
                <a:cs typeface="Arial MT"/>
              </a:rPr>
              <a:t>provisïoning</a:t>
            </a:r>
            <a:r>
              <a:rPr sz="1850" spc="40" dirty="0">
                <a:latin typeface="Arial MT"/>
                <a:cs typeface="Arial MT"/>
              </a:rPr>
              <a:t> </a:t>
            </a:r>
            <a:r>
              <a:rPr sz="1850" spc="-155" dirty="0">
                <a:latin typeface="Arial MT"/>
                <a:cs typeface="Arial MT"/>
              </a:rPr>
              <a:t>and</a:t>
            </a:r>
            <a:r>
              <a:rPr sz="1850" spc="-75" dirty="0">
                <a:latin typeface="Arial MT"/>
                <a:cs typeface="Arial MT"/>
              </a:rPr>
              <a:t> </a:t>
            </a:r>
            <a:r>
              <a:rPr sz="1850" spc="-90" dirty="0">
                <a:latin typeface="Arial MT"/>
                <a:cs typeface="Arial MT"/>
              </a:rPr>
              <a:t>patching</a:t>
            </a:r>
            <a:r>
              <a:rPr sz="1850" spc="50" dirty="0">
                <a:latin typeface="Arial MT"/>
                <a:cs typeface="Arial MT"/>
              </a:rPr>
              <a:t> </a:t>
            </a:r>
            <a:r>
              <a:rPr sz="1850" spc="-204" dirty="0">
                <a:latin typeface="Arial MT"/>
                <a:cs typeface="Arial MT"/>
              </a:rPr>
              <a:t>so</a:t>
            </a:r>
            <a:r>
              <a:rPr sz="1850" spc="-30" dirty="0">
                <a:latin typeface="Arial MT"/>
                <a:cs typeface="Arial MT"/>
              </a:rPr>
              <a:t> </a:t>
            </a:r>
            <a:r>
              <a:rPr sz="1850" spc="-45" dirty="0">
                <a:solidFill>
                  <a:srgbClr val="1D1D1D"/>
                </a:solidFill>
                <a:latin typeface="Arial MT"/>
                <a:cs typeface="Arial MT"/>
              </a:rPr>
              <a:t>that</a:t>
            </a:r>
            <a:r>
              <a:rPr sz="1850" spc="-55" dirty="0">
                <a:solidFill>
                  <a:srgbClr val="1D1D1D"/>
                </a:solidFill>
                <a:latin typeface="Arial MT"/>
                <a:cs typeface="Arial MT"/>
              </a:rPr>
              <a:t> </a:t>
            </a:r>
            <a:r>
              <a:rPr sz="1850" spc="-100" dirty="0">
                <a:latin typeface="Arial MT"/>
                <a:cs typeface="Arial MT"/>
              </a:rPr>
              <a:t>you</a:t>
            </a:r>
            <a:r>
              <a:rPr sz="1850" spc="-125" dirty="0">
                <a:latin typeface="Arial MT"/>
                <a:cs typeface="Arial MT"/>
              </a:rPr>
              <a:t> </a:t>
            </a:r>
            <a:r>
              <a:rPr sz="1850" spc="-170" dirty="0">
                <a:latin typeface="Arial MT"/>
                <a:cs typeface="Arial MT"/>
              </a:rPr>
              <a:t>can</a:t>
            </a:r>
            <a:r>
              <a:rPr sz="1850" spc="-40" dirty="0">
                <a:latin typeface="Arial MT"/>
                <a:cs typeface="Arial MT"/>
              </a:rPr>
              <a:t> </a:t>
            </a:r>
            <a:r>
              <a:rPr sz="1850" spc="-130" dirty="0">
                <a:latin typeface="Arial MT"/>
                <a:cs typeface="Arial MT"/>
              </a:rPr>
              <a:t>focus</a:t>
            </a:r>
            <a:r>
              <a:rPr sz="1850" spc="-15" dirty="0">
                <a:latin typeface="Arial MT"/>
                <a:cs typeface="Arial MT"/>
              </a:rPr>
              <a:t> </a:t>
            </a:r>
            <a:r>
              <a:rPr sz="1850" spc="-105" dirty="0">
                <a:latin typeface="Arial MT"/>
                <a:cs typeface="Arial MT"/>
              </a:rPr>
              <a:t>on</a:t>
            </a:r>
            <a:r>
              <a:rPr sz="1850" spc="-30" dirty="0">
                <a:latin typeface="Arial MT"/>
                <a:cs typeface="Arial MT"/>
              </a:rPr>
              <a:t> </a:t>
            </a:r>
            <a:r>
              <a:rPr sz="1850" spc="-80" dirty="0">
                <a:latin typeface="Arial MT"/>
                <a:cs typeface="Arial MT"/>
              </a:rPr>
              <a:t>building</a:t>
            </a:r>
            <a:r>
              <a:rPr sz="1850" spc="5" dirty="0">
                <a:latin typeface="Arial MT"/>
                <a:cs typeface="Arial MT"/>
              </a:rPr>
              <a:t> </a:t>
            </a:r>
            <a:r>
              <a:rPr sz="1850" spc="-95" dirty="0">
                <a:latin typeface="Arial MT"/>
                <a:cs typeface="Arial MT"/>
              </a:rPr>
              <a:t>applications</a:t>
            </a:r>
            <a:r>
              <a:rPr sz="1850" spc="70" dirty="0">
                <a:latin typeface="Arial MT"/>
                <a:cs typeface="Arial MT"/>
              </a:rPr>
              <a:t> </a:t>
            </a:r>
            <a:r>
              <a:rPr sz="1850" spc="-20" dirty="0">
                <a:solidFill>
                  <a:srgbClr val="181818"/>
                </a:solidFill>
                <a:latin typeface="Arial MT"/>
                <a:cs typeface="Arial MT"/>
              </a:rPr>
              <a:t>that </a:t>
            </a:r>
            <a:r>
              <a:rPr sz="1850" spc="-175" dirty="0">
                <a:latin typeface="Arial MT"/>
                <a:cs typeface="Arial MT"/>
              </a:rPr>
              <a:t>serve</a:t>
            </a:r>
            <a:r>
              <a:rPr sz="1850" dirty="0">
                <a:latin typeface="Arial MT"/>
                <a:cs typeface="Arial MT"/>
              </a:rPr>
              <a:t> </a:t>
            </a:r>
            <a:r>
              <a:rPr sz="1850" spc="-100" dirty="0">
                <a:latin typeface="Arial MT"/>
                <a:cs typeface="Arial MT"/>
              </a:rPr>
              <a:t>your</a:t>
            </a:r>
            <a:r>
              <a:rPr sz="1850" spc="-10" dirty="0">
                <a:latin typeface="Arial MT"/>
                <a:cs typeface="Arial MT"/>
              </a:rPr>
              <a:t> </a:t>
            </a:r>
            <a:r>
              <a:rPr sz="1850" spc="-185" dirty="0">
                <a:latin typeface="Arial MT"/>
                <a:cs typeface="Arial MT"/>
              </a:rPr>
              <a:t>Customers.</a:t>
            </a:r>
            <a:r>
              <a:rPr sz="1850" spc="85" dirty="0">
                <a:latin typeface="Arial MT"/>
                <a:cs typeface="Arial MT"/>
              </a:rPr>
              <a:t> </a:t>
            </a:r>
            <a:r>
              <a:rPr sz="1850" spc="-160" dirty="0">
                <a:latin typeface="Arial MT"/>
                <a:cs typeface="Arial MT"/>
              </a:rPr>
              <a:t>Serverless</a:t>
            </a:r>
            <a:r>
              <a:rPr sz="1850" spc="65" dirty="0">
                <a:latin typeface="Arial MT"/>
                <a:cs typeface="Arial MT"/>
              </a:rPr>
              <a:t> </a:t>
            </a:r>
            <a:r>
              <a:rPr sz="1850" spc="-165" dirty="0">
                <a:solidFill>
                  <a:srgbClr val="131313"/>
                </a:solidFill>
                <a:latin typeface="Arial MT"/>
                <a:cs typeface="Arial MT"/>
              </a:rPr>
              <a:t>services</a:t>
            </a:r>
            <a:r>
              <a:rPr sz="1850" spc="45" dirty="0">
                <a:solidFill>
                  <a:srgbClr val="131313"/>
                </a:solidFill>
                <a:latin typeface="Arial MT"/>
                <a:cs typeface="Arial MT"/>
              </a:rPr>
              <a:t> </a:t>
            </a:r>
            <a:r>
              <a:rPr sz="1850" spc="-175" dirty="0">
                <a:latin typeface="Arial MT"/>
                <a:cs typeface="Arial MT"/>
              </a:rPr>
              <a:t>come</a:t>
            </a:r>
            <a:r>
              <a:rPr sz="1850" spc="50" dirty="0">
                <a:latin typeface="Arial MT"/>
                <a:cs typeface="Arial MT"/>
              </a:rPr>
              <a:t> </a:t>
            </a:r>
            <a:r>
              <a:rPr sz="1850" spc="-55" dirty="0">
                <a:solidFill>
                  <a:srgbClr val="0C0C0C"/>
                </a:solidFill>
                <a:latin typeface="Arial MT"/>
                <a:cs typeface="Arial MT"/>
              </a:rPr>
              <a:t>with</a:t>
            </a:r>
            <a:r>
              <a:rPr sz="1850" spc="-40" dirty="0">
                <a:solidFill>
                  <a:srgbClr val="0C0C0C"/>
                </a:solidFill>
                <a:latin typeface="Arial MT"/>
                <a:cs typeface="Arial MT"/>
              </a:rPr>
              <a:t> </a:t>
            </a:r>
            <a:r>
              <a:rPr sz="1850" spc="-90" dirty="0">
                <a:latin typeface="Arial MT"/>
                <a:cs typeface="Arial MT"/>
              </a:rPr>
              <a:t>automatic</a:t>
            </a:r>
            <a:r>
              <a:rPr sz="1850" spc="75" dirty="0">
                <a:latin typeface="Arial MT"/>
                <a:cs typeface="Arial MT"/>
              </a:rPr>
              <a:t> </a:t>
            </a:r>
            <a:r>
              <a:rPr sz="1850" spc="-130" dirty="0">
                <a:latin typeface="Arial MT"/>
                <a:cs typeface="Arial MT"/>
              </a:rPr>
              <a:t>scaling,</a:t>
            </a:r>
            <a:r>
              <a:rPr sz="1850" spc="-65" dirty="0">
                <a:latin typeface="Arial MT"/>
                <a:cs typeface="Arial MT"/>
              </a:rPr>
              <a:t> </a:t>
            </a:r>
            <a:r>
              <a:rPr sz="1850" spc="-60" dirty="0">
                <a:latin typeface="Arial MT"/>
                <a:cs typeface="Arial MT"/>
              </a:rPr>
              <a:t>built-</a:t>
            </a:r>
            <a:r>
              <a:rPr sz="1850" dirty="0">
                <a:latin typeface="Arial MT"/>
                <a:cs typeface="Arial MT"/>
              </a:rPr>
              <a:t>in</a:t>
            </a:r>
            <a:r>
              <a:rPr sz="1850" spc="35" dirty="0">
                <a:latin typeface="Arial MT"/>
                <a:cs typeface="Arial MT"/>
              </a:rPr>
              <a:t> </a:t>
            </a:r>
            <a:r>
              <a:rPr sz="1850" spc="-20" dirty="0">
                <a:latin typeface="Arial MT"/>
                <a:cs typeface="Arial MT"/>
              </a:rPr>
              <a:t>high </a:t>
            </a:r>
            <a:r>
              <a:rPr sz="1850" spc="-110" dirty="0">
                <a:latin typeface="Arial MT"/>
                <a:cs typeface="Arial MT"/>
              </a:rPr>
              <a:t>availability,</a:t>
            </a:r>
            <a:r>
              <a:rPr sz="1850" spc="60" dirty="0">
                <a:latin typeface="Arial MT"/>
                <a:cs typeface="Arial MT"/>
              </a:rPr>
              <a:t> </a:t>
            </a:r>
            <a:r>
              <a:rPr sz="1850" spc="-120" dirty="0">
                <a:latin typeface="Arial MT"/>
                <a:cs typeface="Arial MT"/>
              </a:rPr>
              <a:t>and</a:t>
            </a:r>
            <a:r>
              <a:rPr sz="1850" spc="-114" dirty="0">
                <a:latin typeface="Arial MT"/>
                <a:cs typeface="Arial MT"/>
              </a:rPr>
              <a:t> </a:t>
            </a:r>
            <a:r>
              <a:rPr sz="1850" spc="-180" dirty="0">
                <a:solidFill>
                  <a:srgbClr val="363636"/>
                </a:solidFill>
                <a:latin typeface="Arial MT"/>
                <a:cs typeface="Arial MT"/>
              </a:rPr>
              <a:t>a</a:t>
            </a:r>
            <a:r>
              <a:rPr sz="1850" spc="-75" dirty="0">
                <a:solidFill>
                  <a:srgbClr val="363636"/>
                </a:solidFill>
                <a:latin typeface="Arial MT"/>
                <a:cs typeface="Arial MT"/>
              </a:rPr>
              <a:t> </a:t>
            </a:r>
            <a:r>
              <a:rPr sz="1850" spc="-110" dirty="0">
                <a:latin typeface="Arial MT"/>
                <a:cs typeface="Arial MT"/>
              </a:rPr>
              <a:t>pay-</a:t>
            </a:r>
            <a:r>
              <a:rPr sz="1850" spc="-90" dirty="0">
                <a:latin typeface="Arial MT"/>
                <a:cs typeface="Arial MT"/>
              </a:rPr>
              <a:t>for-</a:t>
            </a:r>
            <a:r>
              <a:rPr sz="1850" spc="-80" dirty="0">
                <a:latin typeface="Arial MT"/>
                <a:cs typeface="Arial MT"/>
              </a:rPr>
              <a:t>value</a:t>
            </a:r>
            <a:r>
              <a:rPr sz="1850" spc="80" dirty="0">
                <a:latin typeface="Arial MT"/>
                <a:cs typeface="Arial MT"/>
              </a:rPr>
              <a:t> </a:t>
            </a:r>
            <a:r>
              <a:rPr sz="1850" spc="-60" dirty="0">
                <a:latin typeface="Arial MT"/>
                <a:cs typeface="Arial MT"/>
              </a:rPr>
              <a:t>billing</a:t>
            </a:r>
            <a:r>
              <a:rPr sz="1850" spc="-70" dirty="0">
                <a:latin typeface="Arial MT"/>
                <a:cs typeface="Arial MT"/>
              </a:rPr>
              <a:t> </a:t>
            </a:r>
            <a:r>
              <a:rPr sz="1850" spc="-10" dirty="0">
                <a:latin typeface="Arial MT"/>
                <a:cs typeface="Arial MT"/>
              </a:rPr>
              <a:t>model.</a:t>
            </a:r>
            <a:endParaRPr sz="1850">
              <a:latin typeface="Arial MT"/>
              <a:cs typeface="Arial MT"/>
            </a:endParaRPr>
          </a:p>
        </p:txBody>
      </p:sp>
      <p:sp>
        <p:nvSpPr>
          <p:cNvPr id="11" name="object 11"/>
          <p:cNvSpPr txBox="1"/>
          <p:nvPr/>
        </p:nvSpPr>
        <p:spPr>
          <a:xfrm>
            <a:off x="9603120" y="1643422"/>
            <a:ext cx="838835" cy="504825"/>
          </a:xfrm>
          <a:prstGeom prst="rect">
            <a:avLst/>
          </a:prstGeom>
        </p:spPr>
        <p:txBody>
          <a:bodyPr vert="horz" wrap="square" lIns="0" tIns="37465" rIns="0" bIns="0" rtlCol="0">
            <a:spAutoFit/>
          </a:bodyPr>
          <a:lstStyle/>
          <a:p>
            <a:pPr marL="12700">
              <a:lnSpc>
                <a:spcPct val="100000"/>
              </a:lnSpc>
              <a:spcBef>
                <a:spcPts val="295"/>
              </a:spcBef>
            </a:pPr>
            <a:r>
              <a:rPr sz="1600" spc="-125" dirty="0">
                <a:latin typeface="Arial MT"/>
                <a:cs typeface="Arial MT"/>
              </a:rPr>
              <a:t>Servertess</a:t>
            </a:r>
            <a:endParaRPr sz="1600">
              <a:latin typeface="Arial MT"/>
              <a:cs typeface="Arial MT"/>
            </a:endParaRPr>
          </a:p>
          <a:p>
            <a:pPr marL="196215">
              <a:lnSpc>
                <a:spcPct val="100000"/>
              </a:lnSpc>
              <a:spcBef>
                <a:spcPts val="155"/>
              </a:spcBef>
            </a:pPr>
            <a:r>
              <a:rPr sz="1250" spc="-50" dirty="0">
                <a:latin typeface="Arial MT"/>
                <a:cs typeface="Arial MT"/>
              </a:rPr>
              <a:t>5OIVIŒS</a:t>
            </a:r>
            <a:endParaRPr sz="1250">
              <a:latin typeface="Arial MT"/>
              <a:cs typeface="Arial MT"/>
            </a:endParaRPr>
          </a:p>
        </p:txBody>
      </p:sp>
      <p:sp>
        <p:nvSpPr>
          <p:cNvPr id="12" name="object 12"/>
          <p:cNvSpPr txBox="1"/>
          <p:nvPr/>
        </p:nvSpPr>
        <p:spPr>
          <a:xfrm>
            <a:off x="1682685" y="5374290"/>
            <a:ext cx="2677160" cy="132715"/>
          </a:xfrm>
          <a:prstGeom prst="rect">
            <a:avLst/>
          </a:prstGeom>
        </p:spPr>
        <p:txBody>
          <a:bodyPr vert="horz" wrap="square" lIns="0" tIns="12700" rIns="0" bIns="0" rtlCol="0">
            <a:spAutoFit/>
          </a:bodyPr>
          <a:lstStyle/>
          <a:p>
            <a:pPr marL="12700">
              <a:lnSpc>
                <a:spcPct val="100000"/>
              </a:lnSpc>
              <a:spcBef>
                <a:spcPts val="100"/>
              </a:spcBef>
            </a:pPr>
            <a:r>
              <a:rPr sz="700" dirty="0">
                <a:solidFill>
                  <a:srgbClr val="7E7E7E"/>
                </a:solidFill>
                <a:latin typeface="Arial MT"/>
                <a:cs typeface="Arial MT"/>
              </a:rPr>
              <a:t>'020J</a:t>
            </a:r>
            <a:r>
              <a:rPr sz="700" dirty="0">
                <a:solidFill>
                  <a:srgbClr val="8E8E8E"/>
                </a:solidFill>
                <a:latin typeface="Arial MT"/>
                <a:cs typeface="Arial MT"/>
              </a:rPr>
              <a:t>1</a:t>
            </a:r>
            <a:r>
              <a:rPr sz="700" spc="20" dirty="0">
                <a:solidFill>
                  <a:srgbClr val="8E8E8E"/>
                </a:solidFill>
                <a:latin typeface="Arial MT"/>
                <a:cs typeface="Arial MT"/>
              </a:rPr>
              <a:t> </a:t>
            </a:r>
            <a:r>
              <a:rPr sz="700" spc="165" dirty="0">
                <a:solidFill>
                  <a:srgbClr val="919191"/>
                </a:solidFill>
                <a:latin typeface="Arial MT"/>
                <a:cs typeface="Arial MT"/>
              </a:rPr>
              <a:t>Amas</a:t>
            </a:r>
            <a:r>
              <a:rPr sz="700" spc="55" dirty="0">
                <a:solidFill>
                  <a:srgbClr val="919191"/>
                </a:solidFill>
                <a:latin typeface="Arial MT"/>
                <a:cs typeface="Arial MT"/>
              </a:rPr>
              <a:t> </a:t>
            </a:r>
            <a:r>
              <a:rPr sz="700" dirty="0">
                <a:solidFill>
                  <a:srgbClr val="797979"/>
                </a:solidFill>
                <a:latin typeface="Arial MT"/>
                <a:cs typeface="Arial MT"/>
              </a:rPr>
              <a:t>web</a:t>
            </a:r>
            <a:r>
              <a:rPr sz="700" spc="5" dirty="0">
                <a:solidFill>
                  <a:srgbClr val="797979"/>
                </a:solidFill>
                <a:latin typeface="Arial MT"/>
                <a:cs typeface="Arial MT"/>
              </a:rPr>
              <a:t> </a:t>
            </a:r>
            <a:r>
              <a:rPr sz="700" dirty="0">
                <a:solidFill>
                  <a:srgbClr val="707070"/>
                </a:solidFill>
                <a:latin typeface="Arial MT"/>
                <a:cs typeface="Arial MT"/>
              </a:rPr>
              <a:t>Senl&lt;eç</a:t>
            </a:r>
            <a:r>
              <a:rPr sz="700" spc="114" dirty="0">
                <a:solidFill>
                  <a:srgbClr val="707070"/>
                </a:solidFill>
                <a:latin typeface="Arial MT"/>
                <a:cs typeface="Arial MT"/>
              </a:rPr>
              <a:t> </a:t>
            </a:r>
            <a:r>
              <a:rPr sz="700" dirty="0">
                <a:solidFill>
                  <a:srgbClr val="808080"/>
                </a:solidFill>
                <a:latin typeface="Arial MT"/>
                <a:cs typeface="Arial MT"/>
              </a:rPr>
              <a:t>inc</a:t>
            </a:r>
            <a:r>
              <a:rPr sz="700" spc="170" dirty="0">
                <a:solidFill>
                  <a:srgbClr val="808080"/>
                </a:solidFill>
                <a:latin typeface="Arial MT"/>
                <a:cs typeface="Arial MT"/>
              </a:rPr>
              <a:t> </a:t>
            </a:r>
            <a:r>
              <a:rPr sz="700" dirty="0">
                <a:solidFill>
                  <a:srgbClr val="919191"/>
                </a:solidFill>
                <a:latin typeface="Arial MT"/>
                <a:cs typeface="Arial MT"/>
              </a:rPr>
              <a:t>or</a:t>
            </a:r>
            <a:r>
              <a:rPr sz="700" spc="15" dirty="0">
                <a:solidFill>
                  <a:srgbClr val="919191"/>
                </a:solidFill>
                <a:latin typeface="Arial MT"/>
                <a:cs typeface="Arial MT"/>
              </a:rPr>
              <a:t> </a:t>
            </a:r>
            <a:r>
              <a:rPr sz="700" spc="-10" dirty="0">
                <a:solidFill>
                  <a:srgbClr val="6D6D6D"/>
                </a:solidFill>
                <a:latin typeface="Arial MT"/>
                <a:cs typeface="Arial MT"/>
              </a:rPr>
              <a:t>ns</a:t>
            </a:r>
            <a:r>
              <a:rPr sz="700" spc="-75" dirty="0">
                <a:solidFill>
                  <a:srgbClr val="6D6D6D"/>
                </a:solidFill>
                <a:latin typeface="Arial MT"/>
                <a:cs typeface="Arial MT"/>
              </a:rPr>
              <a:t> </a:t>
            </a:r>
            <a:r>
              <a:rPr sz="700" spc="-10" dirty="0">
                <a:solidFill>
                  <a:srgbClr val="8C8C8C"/>
                </a:solidFill>
                <a:latin typeface="Arial MT"/>
                <a:cs typeface="Arial MT"/>
              </a:rPr>
              <a:t>a</a:t>
            </a:r>
            <a:r>
              <a:rPr sz="700" spc="-10" dirty="0">
                <a:solidFill>
                  <a:srgbClr val="383838"/>
                </a:solidFill>
                <a:latin typeface="Arial MT"/>
                <a:cs typeface="Arial MT"/>
              </a:rPr>
              <a:t>ffiliares.</a:t>
            </a:r>
            <a:r>
              <a:rPr sz="700" spc="50" dirty="0">
                <a:solidFill>
                  <a:srgbClr val="383838"/>
                </a:solidFill>
                <a:latin typeface="Arial MT"/>
                <a:cs typeface="Arial MT"/>
              </a:rPr>
              <a:t> </a:t>
            </a:r>
            <a:r>
              <a:rPr sz="700" spc="-50" dirty="0">
                <a:solidFill>
                  <a:srgbClr val="757575"/>
                </a:solidFill>
                <a:latin typeface="Arial MT"/>
                <a:cs typeface="Arial MT"/>
              </a:rPr>
              <a:t>Att</a:t>
            </a:r>
            <a:r>
              <a:rPr sz="700" spc="10" dirty="0">
                <a:solidFill>
                  <a:srgbClr val="757575"/>
                </a:solidFill>
                <a:latin typeface="Arial MT"/>
                <a:cs typeface="Arial MT"/>
              </a:rPr>
              <a:t> </a:t>
            </a:r>
            <a:r>
              <a:rPr sz="700" dirty="0">
                <a:solidFill>
                  <a:srgbClr val="494949"/>
                </a:solidFill>
                <a:latin typeface="Arial MT"/>
                <a:cs typeface="Arial MT"/>
              </a:rPr>
              <a:t>nghts</a:t>
            </a:r>
            <a:r>
              <a:rPr sz="700" spc="10" dirty="0">
                <a:solidFill>
                  <a:srgbClr val="494949"/>
                </a:solidFill>
                <a:latin typeface="Arial MT"/>
                <a:cs typeface="Arial MT"/>
              </a:rPr>
              <a:t> </a:t>
            </a:r>
            <a:r>
              <a:rPr sz="700" spc="-10" dirty="0">
                <a:solidFill>
                  <a:srgbClr val="747474"/>
                </a:solidFill>
                <a:latin typeface="Arial MT"/>
                <a:cs typeface="Arial MT"/>
              </a:rPr>
              <a:t>reserved.</a:t>
            </a:r>
            <a:endParaRPr sz="700">
              <a:latin typeface="Arial MT"/>
              <a:cs typeface="Arial MT"/>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6890598" y="1659538"/>
            <a:ext cx="210820" cy="0"/>
          </a:xfrm>
          <a:custGeom>
            <a:avLst/>
            <a:gdLst/>
            <a:ahLst/>
            <a:cxnLst/>
            <a:rect l="l" t="t" r="r" b="b"/>
            <a:pathLst>
              <a:path w="210820">
                <a:moveTo>
                  <a:pt x="0" y="0"/>
                </a:moveTo>
                <a:lnTo>
                  <a:pt x="210334" y="0"/>
                </a:lnTo>
              </a:path>
            </a:pathLst>
          </a:custGeom>
          <a:ln w="21338">
            <a:solidFill>
              <a:srgbClr val="2B6B57"/>
            </a:solidFill>
          </a:ln>
        </p:spPr>
        <p:txBody>
          <a:bodyPr wrap="square" lIns="0" tIns="0" rIns="0" bIns="0" rtlCol="0"/>
          <a:lstStyle/>
          <a:p>
            <a:endParaRPr/>
          </a:p>
        </p:txBody>
      </p:sp>
      <p:grpSp>
        <p:nvGrpSpPr>
          <p:cNvPr id="3" name="object 3"/>
          <p:cNvGrpSpPr/>
          <p:nvPr/>
        </p:nvGrpSpPr>
        <p:grpSpPr>
          <a:xfrm>
            <a:off x="6890598" y="1459870"/>
            <a:ext cx="210820" cy="210820"/>
            <a:chOff x="6890598" y="1459870"/>
            <a:chExt cx="210820" cy="210820"/>
          </a:xfrm>
        </p:grpSpPr>
        <p:sp>
          <p:nvSpPr>
            <p:cNvPr id="4" name="object 4"/>
            <p:cNvSpPr/>
            <p:nvPr/>
          </p:nvSpPr>
          <p:spPr>
            <a:xfrm>
              <a:off x="6890598" y="1459870"/>
              <a:ext cx="210820" cy="210820"/>
            </a:xfrm>
            <a:custGeom>
              <a:avLst/>
              <a:gdLst/>
              <a:ahLst/>
              <a:cxnLst/>
              <a:rect l="l" t="t" r="r" b="b"/>
              <a:pathLst>
                <a:path w="210820" h="210819">
                  <a:moveTo>
                    <a:pt x="0" y="10668"/>
                  </a:moveTo>
                  <a:lnTo>
                    <a:pt x="210311" y="10668"/>
                  </a:lnTo>
                </a:path>
                <a:path w="210820" h="210819">
                  <a:moveTo>
                    <a:pt x="10668" y="210311"/>
                  </a:moveTo>
                  <a:lnTo>
                    <a:pt x="10668" y="0"/>
                  </a:lnTo>
                </a:path>
              </a:pathLst>
            </a:custGeom>
            <a:ln w="21338">
              <a:solidFill>
                <a:srgbClr val="2B6B57"/>
              </a:solidFill>
            </a:ln>
          </p:spPr>
          <p:txBody>
            <a:bodyPr wrap="square" lIns="0" tIns="0" rIns="0" bIns="0" rtlCol="0"/>
            <a:lstStyle/>
            <a:p>
              <a:endParaRPr/>
            </a:p>
          </p:txBody>
        </p:sp>
        <p:sp>
          <p:nvSpPr>
            <p:cNvPr id="5" name="object 5"/>
            <p:cNvSpPr/>
            <p:nvPr/>
          </p:nvSpPr>
          <p:spPr>
            <a:xfrm>
              <a:off x="7090263" y="1459870"/>
              <a:ext cx="0" cy="210820"/>
            </a:xfrm>
            <a:custGeom>
              <a:avLst/>
              <a:gdLst/>
              <a:ahLst/>
              <a:cxnLst/>
              <a:rect l="l" t="t" r="r" b="b"/>
              <a:pathLst>
                <a:path h="210819">
                  <a:moveTo>
                    <a:pt x="0" y="210337"/>
                  </a:moveTo>
                  <a:lnTo>
                    <a:pt x="0" y="0"/>
                  </a:lnTo>
                </a:path>
              </a:pathLst>
            </a:custGeom>
            <a:ln w="21338">
              <a:solidFill>
                <a:srgbClr val="2B6B57"/>
              </a:solidFill>
            </a:ln>
          </p:spPr>
          <p:txBody>
            <a:bodyPr wrap="square" lIns="0" tIns="0" rIns="0" bIns="0" rtlCol="0"/>
            <a:lstStyle/>
            <a:p>
              <a:endParaRPr/>
            </a:p>
          </p:txBody>
        </p:sp>
      </p:grpSp>
      <p:sp>
        <p:nvSpPr>
          <p:cNvPr id="6" name="object 6"/>
          <p:cNvSpPr/>
          <p:nvPr/>
        </p:nvSpPr>
        <p:spPr>
          <a:xfrm>
            <a:off x="5192678" y="1659538"/>
            <a:ext cx="222885" cy="0"/>
          </a:xfrm>
          <a:custGeom>
            <a:avLst/>
            <a:gdLst/>
            <a:ahLst/>
            <a:cxnLst/>
            <a:rect l="l" t="t" r="r" b="b"/>
            <a:pathLst>
              <a:path w="222885">
                <a:moveTo>
                  <a:pt x="0" y="0"/>
                </a:moveTo>
                <a:lnTo>
                  <a:pt x="222528" y="0"/>
                </a:lnTo>
              </a:path>
            </a:pathLst>
          </a:custGeom>
          <a:ln w="21338">
            <a:solidFill>
              <a:srgbClr val="2B6B57"/>
            </a:solidFill>
          </a:ln>
        </p:spPr>
        <p:txBody>
          <a:bodyPr wrap="square" lIns="0" tIns="0" rIns="0" bIns="0" rtlCol="0"/>
          <a:lstStyle/>
          <a:p>
            <a:endParaRPr/>
          </a:p>
        </p:txBody>
      </p:sp>
      <p:grpSp>
        <p:nvGrpSpPr>
          <p:cNvPr id="7" name="object 7"/>
          <p:cNvGrpSpPr/>
          <p:nvPr/>
        </p:nvGrpSpPr>
        <p:grpSpPr>
          <a:xfrm>
            <a:off x="5192678" y="1459870"/>
            <a:ext cx="222885" cy="210820"/>
            <a:chOff x="5192678" y="1459870"/>
            <a:chExt cx="222885" cy="210820"/>
          </a:xfrm>
        </p:grpSpPr>
        <p:sp>
          <p:nvSpPr>
            <p:cNvPr id="8" name="object 8"/>
            <p:cNvSpPr/>
            <p:nvPr/>
          </p:nvSpPr>
          <p:spPr>
            <a:xfrm>
              <a:off x="5192678" y="1459870"/>
              <a:ext cx="222885" cy="210820"/>
            </a:xfrm>
            <a:custGeom>
              <a:avLst/>
              <a:gdLst/>
              <a:ahLst/>
              <a:cxnLst/>
              <a:rect l="l" t="t" r="r" b="b"/>
              <a:pathLst>
                <a:path w="222885" h="210819">
                  <a:moveTo>
                    <a:pt x="0" y="10668"/>
                  </a:moveTo>
                  <a:lnTo>
                    <a:pt x="222504" y="10668"/>
                  </a:lnTo>
                </a:path>
                <a:path w="222885" h="210819">
                  <a:moveTo>
                    <a:pt x="10668" y="210311"/>
                  </a:moveTo>
                  <a:lnTo>
                    <a:pt x="10668" y="0"/>
                  </a:lnTo>
                </a:path>
              </a:pathLst>
            </a:custGeom>
            <a:ln w="21338">
              <a:solidFill>
                <a:srgbClr val="2B6B57"/>
              </a:solidFill>
            </a:ln>
          </p:spPr>
          <p:txBody>
            <a:bodyPr wrap="square" lIns="0" tIns="0" rIns="0" bIns="0" rtlCol="0"/>
            <a:lstStyle/>
            <a:p>
              <a:endParaRPr/>
            </a:p>
          </p:txBody>
        </p:sp>
        <p:sp>
          <p:nvSpPr>
            <p:cNvPr id="9" name="object 9"/>
            <p:cNvSpPr/>
            <p:nvPr/>
          </p:nvSpPr>
          <p:spPr>
            <a:xfrm>
              <a:off x="5404537" y="1459870"/>
              <a:ext cx="0" cy="210820"/>
            </a:xfrm>
            <a:custGeom>
              <a:avLst/>
              <a:gdLst/>
              <a:ahLst/>
              <a:cxnLst/>
              <a:rect l="l" t="t" r="r" b="b"/>
              <a:pathLst>
                <a:path h="210819">
                  <a:moveTo>
                    <a:pt x="0" y="210337"/>
                  </a:moveTo>
                  <a:lnTo>
                    <a:pt x="0" y="0"/>
                  </a:lnTo>
                </a:path>
              </a:pathLst>
            </a:custGeom>
            <a:ln w="21338">
              <a:solidFill>
                <a:srgbClr val="2B6B57"/>
              </a:solidFill>
            </a:ln>
          </p:spPr>
          <p:txBody>
            <a:bodyPr wrap="square" lIns="0" tIns="0" rIns="0" bIns="0" rtlCol="0"/>
            <a:lstStyle/>
            <a:p>
              <a:endParaRPr/>
            </a:p>
          </p:txBody>
        </p:sp>
      </p:grpSp>
      <p:pic>
        <p:nvPicPr>
          <p:cNvPr id="10" name="object 10"/>
          <p:cNvPicPr/>
          <p:nvPr/>
        </p:nvPicPr>
        <p:blipFill>
          <a:blip r:embed="rId2" cstate="print"/>
          <a:stretch>
            <a:fillRect/>
          </a:stretch>
        </p:blipFill>
        <p:spPr>
          <a:xfrm>
            <a:off x="8262728" y="3927904"/>
            <a:ext cx="1486060" cy="533464"/>
          </a:xfrm>
          <a:prstGeom prst="rect">
            <a:avLst/>
          </a:prstGeom>
        </p:spPr>
      </p:pic>
      <p:grpSp>
        <p:nvGrpSpPr>
          <p:cNvPr id="11" name="object 11"/>
          <p:cNvGrpSpPr/>
          <p:nvPr/>
        </p:nvGrpSpPr>
        <p:grpSpPr>
          <a:xfrm>
            <a:off x="3166301" y="2403720"/>
            <a:ext cx="1581785" cy="1419860"/>
            <a:chOff x="3166301" y="2403720"/>
            <a:chExt cx="1581785" cy="1419860"/>
          </a:xfrm>
        </p:grpSpPr>
        <p:pic>
          <p:nvPicPr>
            <p:cNvPr id="12" name="object 12"/>
            <p:cNvPicPr/>
            <p:nvPr/>
          </p:nvPicPr>
          <p:blipFill>
            <a:blip r:embed="rId3" cstate="print"/>
            <a:stretch>
              <a:fillRect/>
            </a:stretch>
          </p:blipFill>
          <p:spPr>
            <a:xfrm>
              <a:off x="3861701" y="2946711"/>
              <a:ext cx="885920" cy="876405"/>
            </a:xfrm>
            <a:prstGeom prst="rect">
              <a:avLst/>
            </a:prstGeom>
          </p:spPr>
        </p:pic>
        <p:pic>
          <p:nvPicPr>
            <p:cNvPr id="13" name="object 13"/>
            <p:cNvPicPr/>
            <p:nvPr/>
          </p:nvPicPr>
          <p:blipFill>
            <a:blip r:embed="rId4" cstate="print"/>
            <a:stretch>
              <a:fillRect/>
            </a:stretch>
          </p:blipFill>
          <p:spPr>
            <a:xfrm>
              <a:off x="3166301" y="2403720"/>
              <a:ext cx="1581321" cy="1019297"/>
            </a:xfrm>
            <a:prstGeom prst="rect">
              <a:avLst/>
            </a:prstGeom>
          </p:spPr>
        </p:pic>
      </p:grpSp>
      <p:pic>
        <p:nvPicPr>
          <p:cNvPr id="14" name="object 14"/>
          <p:cNvPicPr/>
          <p:nvPr/>
        </p:nvPicPr>
        <p:blipFill>
          <a:blip r:embed="rId5" cstate="print"/>
          <a:stretch>
            <a:fillRect/>
          </a:stretch>
        </p:blipFill>
        <p:spPr>
          <a:xfrm>
            <a:off x="1403986" y="550885"/>
            <a:ext cx="9406953" cy="185759"/>
          </a:xfrm>
          <a:prstGeom prst="rect">
            <a:avLst/>
          </a:prstGeom>
        </p:spPr>
      </p:pic>
      <p:pic>
        <p:nvPicPr>
          <p:cNvPr id="15" name="object 15"/>
          <p:cNvPicPr/>
          <p:nvPr/>
        </p:nvPicPr>
        <p:blipFill>
          <a:blip r:embed="rId6" cstate="print"/>
          <a:stretch>
            <a:fillRect/>
          </a:stretch>
        </p:blipFill>
        <p:spPr>
          <a:xfrm>
            <a:off x="1403986" y="5380642"/>
            <a:ext cx="9406953" cy="166707"/>
          </a:xfrm>
          <a:prstGeom prst="rect">
            <a:avLst/>
          </a:prstGeom>
        </p:spPr>
      </p:pic>
      <p:pic>
        <p:nvPicPr>
          <p:cNvPr id="16" name="object 16"/>
          <p:cNvPicPr/>
          <p:nvPr/>
        </p:nvPicPr>
        <p:blipFill>
          <a:blip r:embed="rId7" cstate="print"/>
          <a:stretch>
            <a:fillRect/>
          </a:stretch>
        </p:blipFill>
        <p:spPr>
          <a:xfrm>
            <a:off x="3423504" y="3070551"/>
            <a:ext cx="990707" cy="400098"/>
          </a:xfrm>
          <a:prstGeom prst="rect">
            <a:avLst/>
          </a:prstGeom>
        </p:spPr>
      </p:pic>
      <p:sp>
        <p:nvSpPr>
          <p:cNvPr id="17" name="object 17"/>
          <p:cNvSpPr txBox="1"/>
          <p:nvPr/>
        </p:nvSpPr>
        <p:spPr>
          <a:xfrm>
            <a:off x="5118651" y="1987746"/>
            <a:ext cx="4455795" cy="563880"/>
          </a:xfrm>
          <a:prstGeom prst="rect">
            <a:avLst/>
          </a:prstGeom>
        </p:spPr>
        <p:txBody>
          <a:bodyPr vert="horz" wrap="square" lIns="0" tIns="7620" rIns="0" bIns="0" rtlCol="0">
            <a:spAutoFit/>
          </a:bodyPr>
          <a:lstStyle/>
          <a:p>
            <a:pPr marL="12700" marR="5080" indent="5080">
              <a:lnSpc>
                <a:spcPct val="101800"/>
              </a:lnSpc>
              <a:spcBef>
                <a:spcPts val="60"/>
              </a:spcBef>
            </a:pPr>
            <a:r>
              <a:rPr sz="1750" spc="-80" dirty="0">
                <a:latin typeface="Arial MT"/>
                <a:cs typeface="Arial MT"/>
              </a:rPr>
              <a:t>Continue</a:t>
            </a:r>
            <a:r>
              <a:rPr sz="1750" spc="-5" dirty="0">
                <a:latin typeface="Arial MT"/>
                <a:cs typeface="Arial MT"/>
              </a:rPr>
              <a:t> </a:t>
            </a:r>
            <a:r>
              <a:rPr sz="1750" spc="-40" dirty="0">
                <a:latin typeface="Arial MT"/>
                <a:cs typeface="Arial MT"/>
              </a:rPr>
              <a:t>your</a:t>
            </a:r>
            <a:r>
              <a:rPr sz="1750" spc="-25" dirty="0">
                <a:latin typeface="Arial MT"/>
                <a:cs typeface="Arial MT"/>
              </a:rPr>
              <a:t> </a:t>
            </a:r>
            <a:r>
              <a:rPr sz="1750" spc="-70" dirty="0">
                <a:latin typeface="Arial MT"/>
                <a:cs typeface="Arial MT"/>
              </a:rPr>
              <a:t>journey</a:t>
            </a:r>
            <a:r>
              <a:rPr sz="1750" spc="25" dirty="0">
                <a:latin typeface="Arial MT"/>
                <a:cs typeface="Arial MT"/>
              </a:rPr>
              <a:t> </a:t>
            </a:r>
            <a:r>
              <a:rPr sz="1750" dirty="0">
                <a:solidFill>
                  <a:srgbClr val="111111"/>
                </a:solidFill>
                <a:latin typeface="Arial MT"/>
                <a:cs typeface="Arial MT"/>
              </a:rPr>
              <a:t>in</a:t>
            </a:r>
            <a:r>
              <a:rPr sz="1750" spc="-185" dirty="0">
                <a:solidFill>
                  <a:srgbClr val="111111"/>
                </a:solidFill>
                <a:latin typeface="Arial MT"/>
                <a:cs typeface="Arial MT"/>
              </a:rPr>
              <a:t> </a:t>
            </a:r>
            <a:r>
              <a:rPr sz="1750" dirty="0">
                <a:latin typeface="Arial MT"/>
                <a:cs typeface="Arial MT"/>
              </a:rPr>
              <a:t>the</a:t>
            </a:r>
            <a:r>
              <a:rPr sz="1750" spc="-70" dirty="0">
                <a:latin typeface="Arial MT"/>
                <a:cs typeface="Arial MT"/>
              </a:rPr>
              <a:t> </a:t>
            </a:r>
            <a:r>
              <a:rPr sz="1750" spc="-90" dirty="0">
                <a:latin typeface="Arial MT"/>
                <a:cs typeface="Arial MT"/>
              </a:rPr>
              <a:t>cloud,</a:t>
            </a:r>
            <a:r>
              <a:rPr sz="1750" spc="-55" dirty="0">
                <a:latin typeface="Arial MT"/>
                <a:cs typeface="Arial MT"/>
              </a:rPr>
              <a:t> </a:t>
            </a:r>
            <a:r>
              <a:rPr sz="1750" dirty="0">
                <a:latin typeface="Arial MT"/>
                <a:cs typeface="Arial MT"/>
              </a:rPr>
              <a:t>by</a:t>
            </a:r>
            <a:r>
              <a:rPr sz="1750" spc="-55" dirty="0">
                <a:latin typeface="Arial MT"/>
                <a:cs typeface="Arial MT"/>
              </a:rPr>
              <a:t> </a:t>
            </a:r>
            <a:r>
              <a:rPr sz="1750" spc="-10" dirty="0">
                <a:latin typeface="Arial MT"/>
                <a:cs typeface="Arial MT"/>
              </a:rPr>
              <a:t>learning </a:t>
            </a:r>
            <a:r>
              <a:rPr sz="1750" spc="-110" dirty="0">
                <a:latin typeface="Arial MT"/>
                <a:cs typeface="Arial MT"/>
              </a:rPr>
              <a:t>some</a:t>
            </a:r>
            <a:r>
              <a:rPr sz="1750" spc="-60" dirty="0">
                <a:latin typeface="Arial MT"/>
                <a:cs typeface="Arial MT"/>
              </a:rPr>
              <a:t> </a:t>
            </a:r>
            <a:r>
              <a:rPr sz="1750" spc="-105" dirty="0">
                <a:latin typeface="Arial MT"/>
                <a:cs typeface="Arial MT"/>
              </a:rPr>
              <a:t>basic</a:t>
            </a:r>
            <a:r>
              <a:rPr sz="1750" spc="-75" dirty="0">
                <a:latin typeface="Arial MT"/>
                <a:cs typeface="Arial MT"/>
              </a:rPr>
              <a:t> </a:t>
            </a:r>
            <a:r>
              <a:rPr sz="1750" spc="-55" dirty="0">
                <a:latin typeface="Arial MT"/>
                <a:cs typeface="Arial MT"/>
              </a:rPr>
              <a:t>knowledge</a:t>
            </a:r>
            <a:r>
              <a:rPr sz="1750" spc="25" dirty="0">
                <a:latin typeface="Arial MT"/>
                <a:cs typeface="Arial MT"/>
              </a:rPr>
              <a:t> </a:t>
            </a:r>
            <a:r>
              <a:rPr sz="1750" dirty="0">
                <a:latin typeface="Arial MT"/>
                <a:cs typeface="Arial MT"/>
              </a:rPr>
              <a:t>of</a:t>
            </a:r>
            <a:r>
              <a:rPr sz="1750" spc="-75" dirty="0">
                <a:latin typeface="Arial MT"/>
                <a:cs typeface="Arial MT"/>
              </a:rPr>
              <a:t> </a:t>
            </a:r>
            <a:r>
              <a:rPr sz="1750" dirty="0">
                <a:latin typeface="Arial MT"/>
                <a:cs typeface="Arial MT"/>
              </a:rPr>
              <a:t>the</a:t>
            </a:r>
            <a:r>
              <a:rPr sz="1750" spc="-5" dirty="0">
                <a:latin typeface="Arial MT"/>
                <a:cs typeface="Arial MT"/>
              </a:rPr>
              <a:t> </a:t>
            </a:r>
            <a:r>
              <a:rPr sz="1750" spc="-100" dirty="0">
                <a:latin typeface="Arial MT"/>
                <a:cs typeface="Arial MT"/>
              </a:rPr>
              <a:t>core</a:t>
            </a:r>
            <a:r>
              <a:rPr sz="1750" spc="-110" dirty="0">
                <a:latin typeface="Arial MT"/>
                <a:cs typeface="Arial MT"/>
              </a:rPr>
              <a:t> </a:t>
            </a:r>
            <a:r>
              <a:rPr sz="1750" spc="-210" dirty="0">
                <a:latin typeface="Arial MT"/>
                <a:cs typeface="Arial MT"/>
              </a:rPr>
              <a:t>SWS</a:t>
            </a:r>
            <a:r>
              <a:rPr sz="1750" spc="-25" dirty="0">
                <a:latin typeface="Arial MT"/>
                <a:cs typeface="Arial MT"/>
              </a:rPr>
              <a:t> </a:t>
            </a:r>
            <a:r>
              <a:rPr sz="1750" spc="-85" dirty="0">
                <a:latin typeface="Arial MT"/>
                <a:cs typeface="Arial MT"/>
              </a:rPr>
              <a:t>services!</a:t>
            </a:r>
            <a:endParaRPr sz="1750">
              <a:latin typeface="Arial MT"/>
              <a:cs typeface="Arial MT"/>
            </a:endParaRPr>
          </a:p>
        </p:txBody>
      </p:sp>
      <p:sp>
        <p:nvSpPr>
          <p:cNvPr id="18" name="object 18" descr="$PPTXTitle"/>
          <p:cNvSpPr txBox="1">
            <a:spLocks noGrp="1"/>
          </p:cNvSpPr>
          <p:nvPr>
            <p:ph type="title"/>
          </p:nvPr>
        </p:nvSpPr>
        <p:spPr>
          <a:xfrm>
            <a:off x="5108049" y="2784767"/>
            <a:ext cx="4591685" cy="864869"/>
          </a:xfrm>
          <a:prstGeom prst="rect">
            <a:avLst/>
          </a:prstGeom>
        </p:spPr>
        <p:txBody>
          <a:bodyPr vert="horz" wrap="square" lIns="0" tIns="19685" rIns="0" bIns="0" rtlCol="0">
            <a:spAutoFit/>
          </a:bodyPr>
          <a:lstStyle/>
          <a:p>
            <a:pPr marL="23495" marR="5080" indent="-11430">
              <a:lnSpc>
                <a:spcPct val="97500"/>
              </a:lnSpc>
              <a:spcBef>
                <a:spcPts val="155"/>
              </a:spcBef>
            </a:pPr>
            <a:r>
              <a:rPr sz="1850" spc="-180" dirty="0">
                <a:latin typeface="Arial MT"/>
                <a:cs typeface="Arial MT"/>
              </a:rPr>
              <a:t>Make</a:t>
            </a:r>
            <a:r>
              <a:rPr sz="1850" spc="-80" dirty="0">
                <a:latin typeface="Arial MT"/>
                <a:cs typeface="Arial MT"/>
              </a:rPr>
              <a:t> </a:t>
            </a:r>
            <a:r>
              <a:rPr sz="1850" spc="-130" dirty="0">
                <a:latin typeface="Arial MT"/>
                <a:cs typeface="Arial MT"/>
              </a:rPr>
              <a:t>sure</a:t>
            </a:r>
            <a:r>
              <a:rPr sz="1850" spc="-95" dirty="0">
                <a:latin typeface="Arial MT"/>
                <a:cs typeface="Arial MT"/>
              </a:rPr>
              <a:t> </a:t>
            </a:r>
            <a:r>
              <a:rPr sz="1850" dirty="0">
                <a:latin typeface="Arial MT"/>
                <a:cs typeface="Arial MT"/>
              </a:rPr>
              <a:t>to</a:t>
            </a:r>
            <a:r>
              <a:rPr sz="1850" spc="10" dirty="0">
                <a:latin typeface="Arial MT"/>
                <a:cs typeface="Arial MT"/>
              </a:rPr>
              <a:t> </a:t>
            </a:r>
            <a:r>
              <a:rPr sz="1850" spc="-130" dirty="0">
                <a:latin typeface="Arial MT"/>
                <a:cs typeface="Arial MT"/>
              </a:rPr>
              <a:t>select </a:t>
            </a:r>
            <a:r>
              <a:rPr sz="1850" spc="-150" dirty="0">
                <a:latin typeface="Arial MT"/>
                <a:cs typeface="Arial MT"/>
              </a:rPr>
              <a:t>each</a:t>
            </a:r>
            <a:r>
              <a:rPr sz="1850" spc="15" dirty="0">
                <a:latin typeface="Arial MT"/>
                <a:cs typeface="Arial MT"/>
              </a:rPr>
              <a:t> </a:t>
            </a:r>
            <a:r>
              <a:rPr sz="1850" spc="-85" dirty="0">
                <a:latin typeface="Arial MT"/>
                <a:cs typeface="Arial MT"/>
              </a:rPr>
              <a:t>of</a:t>
            </a:r>
            <a:r>
              <a:rPr sz="1850" spc="-75" dirty="0">
                <a:latin typeface="Arial MT"/>
                <a:cs typeface="Arial MT"/>
              </a:rPr>
              <a:t> </a:t>
            </a:r>
            <a:r>
              <a:rPr sz="1850" spc="-10" dirty="0">
                <a:latin typeface="Arial MT"/>
                <a:cs typeface="Arial MT"/>
              </a:rPr>
              <a:t>the</a:t>
            </a:r>
            <a:r>
              <a:rPr sz="1850" spc="-40" dirty="0">
                <a:latin typeface="Arial MT"/>
                <a:cs typeface="Arial MT"/>
              </a:rPr>
              <a:t> </a:t>
            </a:r>
            <a:r>
              <a:rPr sz="1850" spc="-330" dirty="0">
                <a:latin typeface="Arial MT"/>
                <a:cs typeface="Arial MT"/>
              </a:rPr>
              <a:t>AWS</a:t>
            </a:r>
            <a:r>
              <a:rPr sz="1850" spc="40" dirty="0">
                <a:latin typeface="Arial MT"/>
                <a:cs typeface="Arial MT"/>
              </a:rPr>
              <a:t> </a:t>
            </a:r>
            <a:r>
              <a:rPr sz="1850" spc="-155" dirty="0">
                <a:latin typeface="Arial MT"/>
                <a:cs typeface="Arial MT"/>
              </a:rPr>
              <a:t>service</a:t>
            </a:r>
            <a:r>
              <a:rPr sz="1850" spc="-60" dirty="0">
                <a:latin typeface="Arial MT"/>
                <a:cs typeface="Arial MT"/>
              </a:rPr>
              <a:t> </a:t>
            </a:r>
            <a:r>
              <a:rPr sz="1850" spc="-75" dirty="0">
                <a:latin typeface="Arial MT"/>
                <a:cs typeface="Arial MT"/>
              </a:rPr>
              <a:t>icons </a:t>
            </a:r>
            <a:r>
              <a:rPr sz="1900" spc="-85" dirty="0">
                <a:latin typeface="Arial MT"/>
                <a:cs typeface="Arial MT"/>
              </a:rPr>
              <a:t>in</a:t>
            </a:r>
            <a:r>
              <a:rPr sz="1900" spc="-105" dirty="0">
                <a:latin typeface="Arial MT"/>
                <a:cs typeface="Arial MT"/>
              </a:rPr>
              <a:t> </a:t>
            </a:r>
            <a:r>
              <a:rPr sz="1900" spc="-80" dirty="0">
                <a:latin typeface="Arial MT"/>
                <a:cs typeface="Arial MT"/>
              </a:rPr>
              <a:t>the </a:t>
            </a:r>
            <a:r>
              <a:rPr sz="1900" spc="-140" dirty="0">
                <a:latin typeface="Arial MT"/>
                <a:cs typeface="Arial MT"/>
              </a:rPr>
              <a:t>Architecture</a:t>
            </a:r>
            <a:r>
              <a:rPr sz="1900" spc="120" dirty="0">
                <a:latin typeface="Arial MT"/>
                <a:cs typeface="Arial MT"/>
              </a:rPr>
              <a:t> </a:t>
            </a:r>
            <a:r>
              <a:rPr sz="1900" spc="-165" dirty="0">
                <a:latin typeface="Arial MT"/>
                <a:cs typeface="Arial MT"/>
              </a:rPr>
              <a:t>diagram</a:t>
            </a:r>
            <a:r>
              <a:rPr sz="1900" spc="-10" dirty="0">
                <a:latin typeface="Arial MT"/>
                <a:cs typeface="Arial MT"/>
              </a:rPr>
              <a:t> </a:t>
            </a:r>
            <a:r>
              <a:rPr sz="1900" spc="-25" dirty="0">
                <a:solidFill>
                  <a:srgbClr val="161616"/>
                </a:solidFill>
                <a:latin typeface="Arial MT"/>
                <a:cs typeface="Arial MT"/>
              </a:rPr>
              <a:t>to</a:t>
            </a:r>
            <a:r>
              <a:rPr sz="1900" spc="-145" dirty="0">
                <a:solidFill>
                  <a:srgbClr val="161616"/>
                </a:solidFill>
                <a:latin typeface="Arial MT"/>
                <a:cs typeface="Arial MT"/>
              </a:rPr>
              <a:t> </a:t>
            </a:r>
            <a:r>
              <a:rPr sz="1900" spc="-130" dirty="0">
                <a:latin typeface="Arial MT"/>
                <a:cs typeface="Arial MT"/>
              </a:rPr>
              <a:t>learn</a:t>
            </a:r>
            <a:r>
              <a:rPr sz="1900" spc="-60" dirty="0">
                <a:latin typeface="Arial MT"/>
                <a:cs typeface="Arial MT"/>
              </a:rPr>
              <a:t> </a:t>
            </a:r>
            <a:r>
              <a:rPr sz="1900" spc="-165" dirty="0">
                <a:solidFill>
                  <a:srgbClr val="212121"/>
                </a:solidFill>
                <a:latin typeface="Arial MT"/>
                <a:cs typeface="Arial MT"/>
              </a:rPr>
              <a:t>more</a:t>
            </a:r>
            <a:r>
              <a:rPr sz="1900" spc="-20" dirty="0">
                <a:solidFill>
                  <a:srgbClr val="212121"/>
                </a:solidFill>
                <a:latin typeface="Arial MT"/>
                <a:cs typeface="Arial MT"/>
              </a:rPr>
              <a:t> </a:t>
            </a:r>
            <a:r>
              <a:rPr sz="1900" spc="-10" dirty="0">
                <a:latin typeface="Arial MT"/>
                <a:cs typeface="Arial MT"/>
              </a:rPr>
              <a:t>about </a:t>
            </a:r>
            <a:r>
              <a:rPr sz="1850" spc="-95" dirty="0">
                <a:latin typeface="Arial MT"/>
                <a:cs typeface="Arial MT"/>
              </a:rPr>
              <a:t>them.</a:t>
            </a:r>
            <a:r>
              <a:rPr sz="1850" spc="-20" dirty="0">
                <a:latin typeface="Arial MT"/>
                <a:cs typeface="Arial MT"/>
              </a:rPr>
              <a:t> </a:t>
            </a:r>
            <a:r>
              <a:rPr sz="1850" spc="-190" dirty="0">
                <a:latin typeface="Arial MT"/>
                <a:cs typeface="Arial MT"/>
              </a:rPr>
              <a:t>Choose</a:t>
            </a:r>
            <a:r>
              <a:rPr sz="1850" spc="10" dirty="0">
                <a:latin typeface="Arial MT"/>
                <a:cs typeface="Arial MT"/>
              </a:rPr>
              <a:t> </a:t>
            </a:r>
            <a:r>
              <a:rPr sz="1850" spc="-254" dirty="0">
                <a:latin typeface="Arial MT"/>
                <a:cs typeface="Arial MT"/>
              </a:rPr>
              <a:t>START</a:t>
            </a:r>
            <a:r>
              <a:rPr sz="1850" spc="-25" dirty="0">
                <a:latin typeface="Arial MT"/>
                <a:cs typeface="Arial MT"/>
              </a:rPr>
              <a:t> </a:t>
            </a:r>
            <a:r>
              <a:rPr sz="1850" dirty="0">
                <a:latin typeface="Arial MT"/>
                <a:cs typeface="Arial MT"/>
              </a:rPr>
              <a:t>to</a:t>
            </a:r>
            <a:r>
              <a:rPr sz="1850" spc="-45" dirty="0">
                <a:latin typeface="Arial MT"/>
                <a:cs typeface="Arial MT"/>
              </a:rPr>
              <a:t> </a:t>
            </a:r>
            <a:r>
              <a:rPr sz="1850" spc="-10" dirty="0">
                <a:latin typeface="Arial MT"/>
                <a:cs typeface="Arial MT"/>
              </a:rPr>
              <a:t>begin.</a:t>
            </a:r>
            <a:endParaRPr sz="1850">
              <a:latin typeface="Arial MT"/>
              <a:cs typeface="Arial MT"/>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500875" y="5433030"/>
            <a:ext cx="1648001" cy="247679"/>
          </a:xfrm>
          <a:prstGeom prst="rect">
            <a:avLst/>
          </a:prstGeom>
        </p:spPr>
      </p:pic>
      <p:pic>
        <p:nvPicPr>
          <p:cNvPr id="3" name="object 3"/>
          <p:cNvPicPr/>
          <p:nvPr/>
        </p:nvPicPr>
        <p:blipFill>
          <a:blip r:embed="rId3" cstate="print"/>
          <a:stretch>
            <a:fillRect/>
          </a:stretch>
        </p:blipFill>
        <p:spPr>
          <a:xfrm>
            <a:off x="1727874" y="1031955"/>
            <a:ext cx="8325742" cy="4258183"/>
          </a:xfrm>
          <a:prstGeom prst="rect">
            <a:avLst/>
          </a:prstGeom>
        </p:spPr>
      </p:pic>
      <p:sp>
        <p:nvSpPr>
          <p:cNvPr id="4" name="object 4"/>
          <p:cNvSpPr txBox="1"/>
          <p:nvPr/>
        </p:nvSpPr>
        <p:spPr>
          <a:xfrm>
            <a:off x="4469881" y="569938"/>
            <a:ext cx="830580" cy="239395"/>
          </a:xfrm>
          <a:prstGeom prst="rect">
            <a:avLst/>
          </a:prstGeom>
        </p:spPr>
        <p:txBody>
          <a:bodyPr vert="horz" wrap="square" lIns="0" tIns="12700" rIns="0" bIns="0" rtlCol="0">
            <a:spAutoFit/>
          </a:bodyPr>
          <a:lstStyle/>
          <a:p>
            <a:pPr marL="12700">
              <a:lnSpc>
                <a:spcPct val="100000"/>
              </a:lnSpc>
              <a:spcBef>
                <a:spcPts val="100"/>
              </a:spcBef>
              <a:tabLst>
                <a:tab pos="567055" algn="l"/>
              </a:tabLst>
            </a:pPr>
            <a:r>
              <a:rPr sz="1400" spc="-25" dirty="0">
                <a:latin typeface="Verdana"/>
                <a:cs typeface="Verdana"/>
              </a:rPr>
              <a:t>Μ…</a:t>
            </a:r>
            <a:r>
              <a:rPr sz="1400" dirty="0">
                <a:latin typeface="Verdana"/>
                <a:cs typeface="Verdana"/>
              </a:rPr>
              <a:t>	</a:t>
            </a:r>
            <a:r>
              <a:rPr sz="2100" spc="-217" baseline="1984" dirty="0">
                <a:latin typeface="Verdana"/>
                <a:cs typeface="Verdana"/>
              </a:rPr>
              <a:t>……</a:t>
            </a:r>
            <a:endParaRPr sz="2100" baseline="1984">
              <a:latin typeface="Verdana"/>
              <a:cs typeface="Verdana"/>
            </a:endParaRPr>
          </a:p>
        </p:txBody>
      </p:sp>
      <p:sp>
        <p:nvSpPr>
          <p:cNvPr id="5" name="object 5"/>
          <p:cNvSpPr txBox="1"/>
          <p:nvPr/>
        </p:nvSpPr>
        <p:spPr>
          <a:xfrm>
            <a:off x="5468401" y="569938"/>
            <a:ext cx="2191385" cy="239395"/>
          </a:xfrm>
          <a:prstGeom prst="rect">
            <a:avLst/>
          </a:prstGeom>
        </p:spPr>
        <p:txBody>
          <a:bodyPr vert="horz" wrap="square" lIns="0" tIns="12700" rIns="0" bIns="0" rtlCol="0">
            <a:spAutoFit/>
          </a:bodyPr>
          <a:lstStyle/>
          <a:p>
            <a:pPr marL="12700">
              <a:lnSpc>
                <a:spcPct val="100000"/>
              </a:lnSpc>
              <a:spcBef>
                <a:spcPts val="100"/>
              </a:spcBef>
            </a:pPr>
            <a:r>
              <a:rPr sz="1400" spc="-90" dirty="0">
                <a:latin typeface="Verdana"/>
                <a:cs typeface="Verdana"/>
              </a:rPr>
              <a:t>service</a:t>
            </a:r>
            <a:r>
              <a:rPr sz="1400" spc="-170" dirty="0">
                <a:latin typeface="Verdana"/>
                <a:cs typeface="Verdana"/>
              </a:rPr>
              <a:t> </a:t>
            </a:r>
            <a:r>
              <a:rPr sz="2100" spc="-30" baseline="1984" dirty="0">
                <a:latin typeface="Verdana"/>
                <a:cs typeface="Verdana"/>
              </a:rPr>
              <a:t>icon</a:t>
            </a:r>
            <a:r>
              <a:rPr sz="2100" spc="-22" baseline="1984" dirty="0">
                <a:latin typeface="Verdana"/>
                <a:cs typeface="Verdana"/>
              </a:rPr>
              <a:t> </a:t>
            </a:r>
            <a:r>
              <a:rPr sz="2100" spc="-67" baseline="1984" dirty="0">
                <a:latin typeface="Verdana"/>
                <a:cs typeface="Verdana"/>
              </a:rPr>
              <a:t>to</a:t>
            </a:r>
            <a:r>
              <a:rPr sz="2100" spc="-112" baseline="1984" dirty="0">
                <a:latin typeface="Verdana"/>
                <a:cs typeface="Verdana"/>
              </a:rPr>
              <a:t> team</a:t>
            </a:r>
            <a:r>
              <a:rPr sz="2100" spc="-292" baseline="1984" dirty="0">
                <a:latin typeface="Verdana"/>
                <a:cs typeface="Verdana"/>
              </a:rPr>
              <a:t> </a:t>
            </a:r>
            <a:r>
              <a:rPr sz="2100" b="1" spc="-15" baseline="1984" dirty="0">
                <a:latin typeface="Trebuchet MS"/>
                <a:cs typeface="Trebuchet MS"/>
              </a:rPr>
              <a:t>more.</a:t>
            </a:r>
            <a:endParaRPr sz="2100" baseline="1984">
              <a:latin typeface="Trebuchet MS"/>
              <a:cs typeface="Trebuchet MS"/>
            </a:endParaRPr>
          </a:p>
        </p:txBody>
      </p:sp>
      <p:sp>
        <p:nvSpPr>
          <p:cNvPr id="6" name="object 6"/>
          <p:cNvSpPr txBox="1"/>
          <p:nvPr/>
        </p:nvSpPr>
        <p:spPr>
          <a:xfrm>
            <a:off x="3542534" y="1085937"/>
            <a:ext cx="619760" cy="163195"/>
          </a:xfrm>
          <a:prstGeom prst="rect">
            <a:avLst/>
          </a:prstGeom>
        </p:spPr>
        <p:txBody>
          <a:bodyPr vert="horz" wrap="square" lIns="0" tIns="12700" rIns="0" bIns="0" rtlCol="0">
            <a:spAutoFit/>
          </a:bodyPr>
          <a:lstStyle/>
          <a:p>
            <a:pPr marL="12700">
              <a:lnSpc>
                <a:spcPct val="100000"/>
              </a:lnSpc>
              <a:spcBef>
                <a:spcPts val="100"/>
              </a:spcBef>
            </a:pPr>
            <a:r>
              <a:rPr sz="900" dirty="0">
                <a:latin typeface="Verdana"/>
                <a:cs typeface="Verdana"/>
              </a:rPr>
              <a:t>ΜΝΞ</a:t>
            </a:r>
            <a:r>
              <a:rPr sz="900" spc="-105" dirty="0">
                <a:latin typeface="Verdana"/>
                <a:cs typeface="Verdana"/>
              </a:rPr>
              <a:t> </a:t>
            </a:r>
            <a:r>
              <a:rPr sz="900" spc="-20" dirty="0">
                <a:latin typeface="Verdana"/>
                <a:cs typeface="Verdana"/>
              </a:rPr>
              <a:t>(laud</a:t>
            </a:r>
            <a:endParaRPr sz="900">
              <a:latin typeface="Verdana"/>
              <a:cs typeface="Verdana"/>
            </a:endParaRPr>
          </a:p>
        </p:txBody>
      </p:sp>
      <p:sp>
        <p:nvSpPr>
          <p:cNvPr id="7" name="object 7"/>
          <p:cNvSpPr txBox="1"/>
          <p:nvPr/>
        </p:nvSpPr>
        <p:spPr>
          <a:xfrm>
            <a:off x="1731349" y="1851203"/>
            <a:ext cx="1278255" cy="581660"/>
          </a:xfrm>
          <a:prstGeom prst="rect">
            <a:avLst/>
          </a:prstGeom>
        </p:spPr>
        <p:txBody>
          <a:bodyPr vert="horz" wrap="square" lIns="0" tIns="12700" rIns="0" bIns="0" rtlCol="0">
            <a:spAutoFit/>
          </a:bodyPr>
          <a:lstStyle/>
          <a:p>
            <a:pPr marR="5080" algn="r">
              <a:lnSpc>
                <a:spcPct val="100000"/>
              </a:lnSpc>
              <a:spcBef>
                <a:spcPts val="100"/>
              </a:spcBef>
            </a:pPr>
            <a:r>
              <a:rPr sz="800" b="1" spc="-10" dirty="0">
                <a:latin typeface="Trebuchet MS"/>
                <a:cs typeface="Trebuchet MS"/>
              </a:rPr>
              <a:t>Internet</a:t>
            </a:r>
            <a:endParaRPr sz="800">
              <a:latin typeface="Trebuchet MS"/>
              <a:cs typeface="Trebuchet MS"/>
            </a:endParaRPr>
          </a:p>
          <a:p>
            <a:pPr>
              <a:lnSpc>
                <a:spcPct val="100000"/>
              </a:lnSpc>
            </a:pPr>
            <a:endParaRPr sz="800">
              <a:latin typeface="Trebuchet MS"/>
              <a:cs typeface="Trebuchet MS"/>
            </a:endParaRPr>
          </a:p>
          <a:p>
            <a:pPr>
              <a:lnSpc>
                <a:spcPct val="100000"/>
              </a:lnSpc>
              <a:spcBef>
                <a:spcPts val="355"/>
              </a:spcBef>
            </a:pPr>
            <a:endParaRPr sz="800">
              <a:latin typeface="Trebuchet MS"/>
              <a:cs typeface="Trebuchet MS"/>
            </a:endParaRPr>
          </a:p>
          <a:p>
            <a:pPr marL="12700">
              <a:lnSpc>
                <a:spcPct val="100000"/>
              </a:lnSpc>
            </a:pPr>
            <a:r>
              <a:rPr sz="1000" spc="-10" dirty="0">
                <a:latin typeface="Verdana"/>
                <a:cs typeface="Verdana"/>
              </a:rPr>
              <a:t>Browser</a:t>
            </a:r>
            <a:endParaRPr sz="1000">
              <a:latin typeface="Verdana"/>
              <a:cs typeface="Verdana"/>
            </a:endParaRPr>
          </a:p>
        </p:txBody>
      </p:sp>
      <p:sp>
        <p:nvSpPr>
          <p:cNvPr id="8" name="object 8"/>
          <p:cNvSpPr txBox="1"/>
          <p:nvPr/>
        </p:nvSpPr>
        <p:spPr>
          <a:xfrm>
            <a:off x="5654830" y="2565663"/>
            <a:ext cx="264160" cy="193675"/>
          </a:xfrm>
          <a:prstGeom prst="rect">
            <a:avLst/>
          </a:prstGeom>
        </p:spPr>
        <p:txBody>
          <a:bodyPr vert="horz" wrap="square" lIns="0" tIns="12700" rIns="0" bIns="0" rtlCol="0">
            <a:spAutoFit/>
          </a:bodyPr>
          <a:lstStyle/>
          <a:p>
            <a:pPr marL="12700">
              <a:lnSpc>
                <a:spcPct val="100000"/>
              </a:lnSpc>
              <a:spcBef>
                <a:spcPts val="100"/>
              </a:spcBef>
            </a:pPr>
            <a:r>
              <a:rPr sz="1100" spc="-85" dirty="0">
                <a:latin typeface="Verdana"/>
                <a:cs typeface="Verdana"/>
              </a:rPr>
              <a:t>EC2</a:t>
            </a:r>
            <a:endParaRPr sz="1100">
              <a:latin typeface="Verdana"/>
              <a:cs typeface="Verdana"/>
            </a:endParaRPr>
          </a:p>
        </p:txBody>
      </p:sp>
      <p:sp>
        <p:nvSpPr>
          <p:cNvPr id="9" name="object 9"/>
          <p:cNvSpPr txBox="1"/>
          <p:nvPr/>
        </p:nvSpPr>
        <p:spPr>
          <a:xfrm>
            <a:off x="7264727" y="2565663"/>
            <a:ext cx="211454" cy="193675"/>
          </a:xfrm>
          <a:prstGeom prst="rect">
            <a:avLst/>
          </a:prstGeom>
        </p:spPr>
        <p:txBody>
          <a:bodyPr vert="horz" wrap="square" lIns="0" tIns="12700" rIns="0" bIns="0" rtlCol="0">
            <a:spAutoFit/>
          </a:bodyPr>
          <a:lstStyle/>
          <a:p>
            <a:pPr marL="12700">
              <a:lnSpc>
                <a:spcPct val="100000"/>
              </a:lnSpc>
              <a:spcBef>
                <a:spcPts val="100"/>
              </a:spcBef>
            </a:pPr>
            <a:r>
              <a:rPr sz="1100" spc="-80" dirty="0">
                <a:latin typeface="Verdana"/>
                <a:cs typeface="Verdana"/>
              </a:rPr>
              <a:t>ΜΒ</a:t>
            </a:r>
            <a:endParaRPr sz="1100">
              <a:latin typeface="Verdana"/>
              <a:cs typeface="Verdana"/>
            </a:endParaRPr>
          </a:p>
        </p:txBody>
      </p:sp>
      <p:sp>
        <p:nvSpPr>
          <p:cNvPr id="10" name="object 10"/>
          <p:cNvSpPr txBox="1"/>
          <p:nvPr/>
        </p:nvSpPr>
        <p:spPr>
          <a:xfrm>
            <a:off x="9183798" y="3470118"/>
            <a:ext cx="961390" cy="367030"/>
          </a:xfrm>
          <a:prstGeom prst="rect">
            <a:avLst/>
          </a:prstGeom>
        </p:spPr>
        <p:txBody>
          <a:bodyPr vert="horz" wrap="square" lIns="0" tIns="73660" rIns="0" bIns="0" rtlCol="0">
            <a:spAutoFit/>
          </a:bodyPr>
          <a:lstStyle/>
          <a:p>
            <a:pPr marL="12700">
              <a:lnSpc>
                <a:spcPct val="100000"/>
              </a:lnSpc>
              <a:spcBef>
                <a:spcPts val="580"/>
              </a:spcBef>
            </a:pPr>
            <a:r>
              <a:rPr sz="1000" b="1" spc="-95" dirty="0">
                <a:latin typeface="Trebuchet MS"/>
                <a:cs typeface="Trebuchet MS"/>
              </a:rPr>
              <a:t>Email</a:t>
            </a:r>
            <a:r>
              <a:rPr sz="1000" b="1" spc="20" dirty="0">
                <a:latin typeface="Trebuchet MS"/>
                <a:cs typeface="Trebuchet MS"/>
              </a:rPr>
              <a:t> </a:t>
            </a:r>
            <a:r>
              <a:rPr sz="1000" spc="100" dirty="0">
                <a:latin typeface="Verdana"/>
                <a:cs typeface="Verdana"/>
              </a:rPr>
              <a:t>Μάϊ…</a:t>
            </a:r>
            <a:r>
              <a:rPr sz="1000" spc="-220" dirty="0">
                <a:latin typeface="Verdana"/>
                <a:cs typeface="Verdana"/>
              </a:rPr>
              <a:t> </a:t>
            </a:r>
            <a:r>
              <a:rPr sz="1000" spc="-145" dirty="0">
                <a:latin typeface="Verdana"/>
                <a:cs typeface="Verdana"/>
              </a:rPr>
              <a:t>SM‘S</a:t>
            </a:r>
            <a:endParaRPr sz="1000">
              <a:latin typeface="Verdana"/>
              <a:cs typeface="Verdana"/>
            </a:endParaRPr>
          </a:p>
          <a:p>
            <a:pPr marL="166370">
              <a:lnSpc>
                <a:spcPct val="100000"/>
              </a:lnSpc>
              <a:spcBef>
                <a:spcPts val="285"/>
              </a:spcBef>
            </a:pPr>
            <a:r>
              <a:rPr sz="600" dirty="0">
                <a:latin typeface="Verdana"/>
                <a:cs typeface="Verdana"/>
              </a:rPr>
              <a:t>ΕΠ</a:t>
            </a:r>
            <a:r>
              <a:rPr sz="600" spc="155" dirty="0">
                <a:latin typeface="Verdana"/>
                <a:cs typeface="Verdana"/>
              </a:rPr>
              <a:t>  </a:t>
            </a:r>
            <a:r>
              <a:rPr sz="600" spc="-25" dirty="0">
                <a:latin typeface="Verdana"/>
                <a:cs typeface="Verdana"/>
              </a:rPr>
              <a:t>Π'|</a:t>
            </a:r>
            <a:endParaRPr sz="600">
              <a:latin typeface="Verdana"/>
              <a:cs typeface="Verdana"/>
            </a:endParaRPr>
          </a:p>
        </p:txBody>
      </p:sp>
      <p:sp>
        <p:nvSpPr>
          <p:cNvPr id="11" name="object 11"/>
          <p:cNvSpPr txBox="1"/>
          <p:nvPr/>
        </p:nvSpPr>
        <p:spPr>
          <a:xfrm>
            <a:off x="6119303" y="3858044"/>
            <a:ext cx="753745" cy="163195"/>
          </a:xfrm>
          <a:prstGeom prst="rect">
            <a:avLst/>
          </a:prstGeom>
        </p:spPr>
        <p:txBody>
          <a:bodyPr vert="horz" wrap="square" lIns="0" tIns="12700" rIns="0" bIns="0" rtlCol="0">
            <a:spAutoFit/>
          </a:bodyPr>
          <a:lstStyle/>
          <a:p>
            <a:pPr marL="12700">
              <a:lnSpc>
                <a:spcPct val="100000"/>
              </a:lnSpc>
              <a:spcBef>
                <a:spcPts val="100"/>
              </a:spcBef>
            </a:pPr>
            <a:r>
              <a:rPr sz="900" spc="-10" dirty="0">
                <a:latin typeface="Verdana"/>
                <a:cs typeface="Verdana"/>
              </a:rPr>
              <a:t>CloudWatch</a:t>
            </a:r>
            <a:endParaRPr sz="900">
              <a:latin typeface="Verdana"/>
              <a:cs typeface="Verdana"/>
            </a:endParaRPr>
          </a:p>
        </p:txBody>
      </p:sp>
      <p:sp>
        <p:nvSpPr>
          <p:cNvPr id="12" name="object 12"/>
          <p:cNvSpPr txBox="1"/>
          <p:nvPr/>
        </p:nvSpPr>
        <p:spPr>
          <a:xfrm>
            <a:off x="7566197" y="3858044"/>
            <a:ext cx="279400" cy="163195"/>
          </a:xfrm>
          <a:prstGeom prst="rect">
            <a:avLst/>
          </a:prstGeom>
        </p:spPr>
        <p:txBody>
          <a:bodyPr vert="horz" wrap="square" lIns="0" tIns="12700" rIns="0" bIns="0" rtlCol="0">
            <a:spAutoFit/>
          </a:bodyPr>
          <a:lstStyle/>
          <a:p>
            <a:pPr marL="12700">
              <a:lnSpc>
                <a:spcPct val="100000"/>
              </a:lnSpc>
              <a:spcBef>
                <a:spcPts val="100"/>
              </a:spcBef>
            </a:pPr>
            <a:r>
              <a:rPr sz="900" spc="-25" dirty="0">
                <a:latin typeface="Verdana"/>
                <a:cs typeface="Verdana"/>
              </a:rPr>
              <a:t>SNS</a:t>
            </a:r>
            <a:endParaRPr sz="900">
              <a:latin typeface="Verdana"/>
              <a:cs typeface="Verdana"/>
            </a:endParaRPr>
          </a:p>
        </p:txBody>
      </p:sp>
      <p:sp>
        <p:nvSpPr>
          <p:cNvPr id="13" name="object 13"/>
          <p:cNvSpPr txBox="1"/>
          <p:nvPr/>
        </p:nvSpPr>
        <p:spPr>
          <a:xfrm>
            <a:off x="5057194" y="4912269"/>
            <a:ext cx="602615" cy="178435"/>
          </a:xfrm>
          <a:prstGeom prst="rect">
            <a:avLst/>
          </a:prstGeom>
        </p:spPr>
        <p:txBody>
          <a:bodyPr vert="horz" wrap="square" lIns="0" tIns="12700" rIns="0" bIns="0" rtlCol="0">
            <a:spAutoFit/>
          </a:bodyPr>
          <a:lstStyle/>
          <a:p>
            <a:pPr marL="12700">
              <a:lnSpc>
                <a:spcPct val="100000"/>
              </a:lnSpc>
              <a:spcBef>
                <a:spcPts val="100"/>
              </a:spcBef>
            </a:pPr>
            <a:r>
              <a:rPr sz="1000" spc="-65" dirty="0">
                <a:latin typeface="Verdana"/>
                <a:cs typeface="Verdana"/>
              </a:rPr>
              <a:t>Απ'ιazon</a:t>
            </a:r>
            <a:r>
              <a:rPr sz="1000" spc="-175" dirty="0">
                <a:latin typeface="Verdana"/>
                <a:cs typeface="Verdana"/>
              </a:rPr>
              <a:t> </a:t>
            </a:r>
            <a:r>
              <a:rPr sz="1000" b="1" spc="-50" dirty="0">
                <a:latin typeface="Trebuchet MS"/>
                <a:cs typeface="Trebuchet MS"/>
              </a:rPr>
              <a:t>Ξ</a:t>
            </a:r>
            <a:endParaRPr sz="1000">
              <a:latin typeface="Trebuchet MS"/>
              <a:cs typeface="Trebuchet MS"/>
            </a:endParaRPr>
          </a:p>
        </p:txBody>
      </p:sp>
      <p:sp>
        <p:nvSpPr>
          <p:cNvPr id="14" name="object 14"/>
          <p:cNvSpPr txBox="1"/>
          <p:nvPr/>
        </p:nvSpPr>
        <p:spPr>
          <a:xfrm>
            <a:off x="6533728" y="4912269"/>
            <a:ext cx="300355" cy="178435"/>
          </a:xfrm>
          <a:prstGeom prst="rect">
            <a:avLst/>
          </a:prstGeom>
        </p:spPr>
        <p:txBody>
          <a:bodyPr vert="horz" wrap="square" lIns="0" tIns="12700" rIns="0" bIns="0" rtlCol="0">
            <a:spAutoFit/>
          </a:bodyPr>
          <a:lstStyle/>
          <a:p>
            <a:pPr marL="12700">
              <a:lnSpc>
                <a:spcPct val="100000"/>
              </a:lnSpc>
              <a:spcBef>
                <a:spcPts val="100"/>
              </a:spcBef>
            </a:pPr>
            <a:r>
              <a:rPr sz="1000" spc="-40" dirty="0">
                <a:latin typeface="Verdana"/>
                <a:cs typeface="Verdana"/>
              </a:rPr>
              <a:t>AW5</a:t>
            </a:r>
            <a:endParaRPr sz="1000">
              <a:latin typeface="Verdana"/>
              <a:cs typeface="Verdana"/>
            </a:endParaRPr>
          </a:p>
        </p:txBody>
      </p:sp>
      <p:sp>
        <p:nvSpPr>
          <p:cNvPr id="15" name="object 15"/>
          <p:cNvSpPr txBox="1"/>
          <p:nvPr/>
        </p:nvSpPr>
        <p:spPr>
          <a:xfrm>
            <a:off x="7570799" y="5083740"/>
            <a:ext cx="700405" cy="178435"/>
          </a:xfrm>
          <a:prstGeom prst="rect">
            <a:avLst/>
          </a:prstGeom>
        </p:spPr>
        <p:txBody>
          <a:bodyPr vert="horz" wrap="square" lIns="0" tIns="12700" rIns="0" bIns="0" rtlCol="0">
            <a:spAutoFit/>
          </a:bodyPr>
          <a:lstStyle/>
          <a:p>
            <a:pPr marL="12700">
              <a:lnSpc>
                <a:spcPct val="100000"/>
              </a:lnSpc>
              <a:spcBef>
                <a:spcPts val="100"/>
              </a:spcBef>
            </a:pPr>
            <a:r>
              <a:rPr sz="1000" spc="-114" dirty="0">
                <a:latin typeface="Verdana"/>
                <a:cs typeface="Verdana"/>
              </a:rPr>
              <a:t>Dynam0</a:t>
            </a:r>
            <a:r>
              <a:rPr sz="1000" spc="45" dirty="0">
                <a:latin typeface="Verdana"/>
                <a:cs typeface="Verdana"/>
              </a:rPr>
              <a:t> </a:t>
            </a:r>
            <a:r>
              <a:rPr sz="1000" spc="-25" dirty="0">
                <a:latin typeface="Verdana"/>
                <a:cs typeface="Verdana"/>
              </a:rPr>
              <a:t>DB</a:t>
            </a:r>
            <a:endParaRPr sz="1000">
              <a:latin typeface="Verdana"/>
              <a:cs typeface="Verdana"/>
            </a:endParaRPr>
          </a:p>
        </p:txBody>
      </p:sp>
      <p:sp>
        <p:nvSpPr>
          <p:cNvPr id="16" name="object 16"/>
          <p:cNvSpPr txBox="1"/>
          <p:nvPr/>
        </p:nvSpPr>
        <p:spPr>
          <a:xfrm>
            <a:off x="1654668" y="5413980"/>
            <a:ext cx="2242185" cy="147955"/>
          </a:xfrm>
          <a:prstGeom prst="rect">
            <a:avLst/>
          </a:prstGeom>
        </p:spPr>
        <p:txBody>
          <a:bodyPr vert="horz" wrap="square" lIns="0" tIns="12700" rIns="0" bIns="0" rtlCol="0">
            <a:spAutoFit/>
          </a:bodyPr>
          <a:lstStyle/>
          <a:p>
            <a:pPr marL="12700">
              <a:lnSpc>
                <a:spcPct val="100000"/>
              </a:lnSpc>
              <a:spcBef>
                <a:spcPts val="100"/>
              </a:spcBef>
              <a:tabLst>
                <a:tab pos="1287780" algn="l"/>
              </a:tabLst>
            </a:pPr>
            <a:r>
              <a:rPr sz="600" b="1" spc="-20" dirty="0">
                <a:latin typeface="Arial"/>
                <a:cs typeface="Arial"/>
              </a:rPr>
              <a:t>&amp;ΤΖ'.]λ'|</a:t>
            </a:r>
            <a:r>
              <a:rPr sz="600" b="1" spc="150" dirty="0">
                <a:latin typeface="Arial"/>
                <a:cs typeface="Arial"/>
              </a:rPr>
              <a:t> </a:t>
            </a:r>
            <a:r>
              <a:rPr sz="600" b="1" dirty="0">
                <a:latin typeface="Trebuchet MS"/>
                <a:cs typeface="Trebuchet MS"/>
              </a:rPr>
              <a:t>Amarem</a:t>
            </a:r>
            <a:r>
              <a:rPr sz="600" b="1" spc="10" dirty="0">
                <a:latin typeface="Trebuchet MS"/>
                <a:cs typeface="Trebuchet MS"/>
              </a:rPr>
              <a:t> </a:t>
            </a:r>
            <a:r>
              <a:rPr sz="600" spc="-10" dirty="0">
                <a:latin typeface="Verdana"/>
                <a:cs typeface="Verdana"/>
              </a:rPr>
              <a:t>WED</a:t>
            </a:r>
            <a:r>
              <a:rPr sz="600" spc="-40" dirty="0">
                <a:latin typeface="Verdana"/>
                <a:cs typeface="Verdana"/>
              </a:rPr>
              <a:t> </a:t>
            </a:r>
            <a:r>
              <a:rPr sz="600" spc="-20" dirty="0">
                <a:latin typeface="Verdana"/>
                <a:cs typeface="Verdana"/>
              </a:rPr>
              <a:t>Seen»</a:t>
            </a:r>
            <a:r>
              <a:rPr sz="600" dirty="0">
                <a:latin typeface="Verdana"/>
                <a:cs typeface="Verdana"/>
              </a:rPr>
              <a:t>	</a:t>
            </a:r>
            <a:r>
              <a:rPr sz="800" i="1" dirty="0">
                <a:latin typeface="Trebuchet MS"/>
                <a:cs typeface="Trebuchet MS"/>
              </a:rPr>
              <a:t>c</a:t>
            </a:r>
            <a:r>
              <a:rPr sz="800" i="1" spc="60" dirty="0">
                <a:latin typeface="Trebuchet MS"/>
                <a:cs typeface="Trebuchet MS"/>
              </a:rPr>
              <a:t> </a:t>
            </a:r>
            <a:r>
              <a:rPr sz="800" spc="-95" dirty="0">
                <a:latin typeface="Verdana"/>
                <a:cs typeface="Verdana"/>
              </a:rPr>
              <a:t>or</a:t>
            </a:r>
            <a:r>
              <a:rPr sz="800" spc="-165" dirty="0">
                <a:latin typeface="Verdana"/>
                <a:cs typeface="Verdana"/>
              </a:rPr>
              <a:t> </a:t>
            </a:r>
            <a:r>
              <a:rPr sz="800" dirty="0">
                <a:latin typeface="Cambria"/>
                <a:cs typeface="Cambria"/>
              </a:rPr>
              <a:t>…</a:t>
            </a:r>
            <a:r>
              <a:rPr sz="800" spc="200" dirty="0">
                <a:latin typeface="Cambria"/>
                <a:cs typeface="Cambria"/>
              </a:rPr>
              <a:t> </a:t>
            </a:r>
            <a:r>
              <a:rPr sz="800" b="1" spc="-95" dirty="0">
                <a:latin typeface="Trebuchet MS"/>
                <a:cs typeface="Trebuchet MS"/>
              </a:rPr>
              <a:t>afﬁllares.</a:t>
            </a:r>
            <a:r>
              <a:rPr sz="800" b="1" spc="-75" dirty="0">
                <a:latin typeface="Trebuchet MS"/>
                <a:cs typeface="Trebuchet MS"/>
              </a:rPr>
              <a:t> </a:t>
            </a:r>
            <a:r>
              <a:rPr sz="800" spc="-80" dirty="0">
                <a:latin typeface="Verdana"/>
                <a:cs typeface="Verdana"/>
              </a:rPr>
              <a:t>Al:πως</a:t>
            </a:r>
            <a:endParaRPr sz="800">
              <a:latin typeface="Verdana"/>
              <a:cs typeface="Verdana"/>
            </a:endParaRPr>
          </a:p>
        </p:txBody>
      </p:sp>
      <p:sp>
        <p:nvSpPr>
          <p:cNvPr id="17" name="object 17"/>
          <p:cNvSpPr txBox="1"/>
          <p:nvPr/>
        </p:nvSpPr>
        <p:spPr>
          <a:xfrm>
            <a:off x="3966143" y="5413980"/>
            <a:ext cx="353695" cy="147955"/>
          </a:xfrm>
          <a:prstGeom prst="rect">
            <a:avLst/>
          </a:prstGeom>
        </p:spPr>
        <p:txBody>
          <a:bodyPr vert="horz" wrap="square" lIns="0" tIns="12700" rIns="0" bIns="0" rtlCol="0">
            <a:spAutoFit/>
          </a:bodyPr>
          <a:lstStyle/>
          <a:p>
            <a:pPr marL="12700">
              <a:lnSpc>
                <a:spcPct val="100000"/>
              </a:lnSpc>
              <a:spcBef>
                <a:spcPts val="100"/>
              </a:spcBef>
            </a:pPr>
            <a:r>
              <a:rPr sz="800" b="1" spc="-114" dirty="0">
                <a:latin typeface="Trebuchet MS"/>
                <a:cs typeface="Trebuchet MS"/>
              </a:rPr>
              <a:t>reser'.-</a:t>
            </a:r>
            <a:r>
              <a:rPr sz="800" b="1" spc="-90" dirty="0">
                <a:latin typeface="Trebuchet MS"/>
                <a:cs typeface="Trebuchet MS"/>
              </a:rPr>
              <a:t>ed</a:t>
            </a:r>
            <a:endParaRPr sz="800">
              <a:latin typeface="Trebuchet MS"/>
              <a:cs typeface="Trebuchet MS"/>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342389" y="365759"/>
            <a:ext cx="9506966" cy="5295900"/>
          </a:xfrm>
          <a:prstGeom prst="rect">
            <a:avLst/>
          </a:prstGeom>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365885" y="365125"/>
            <a:ext cx="9459341" cy="5315584"/>
          </a:xfrm>
          <a:prstGeom prst="rect">
            <a:avLst/>
          </a:prstGeom>
        </p:spPr>
      </p:pic>
      <p:sp>
        <p:nvSpPr>
          <p:cNvPr id="3" name="object 3"/>
          <p:cNvSpPr txBox="1"/>
          <p:nvPr/>
        </p:nvSpPr>
        <p:spPr>
          <a:xfrm>
            <a:off x="4807261" y="1369498"/>
            <a:ext cx="5600065" cy="3455035"/>
          </a:xfrm>
          <a:prstGeom prst="rect">
            <a:avLst/>
          </a:prstGeom>
        </p:spPr>
        <p:txBody>
          <a:bodyPr vert="horz" wrap="square" lIns="0" tIns="15875" rIns="0" bIns="0" rtlCol="0">
            <a:spAutoFit/>
          </a:bodyPr>
          <a:lstStyle/>
          <a:p>
            <a:pPr marL="12700" marR="5080" indent="3810">
              <a:lnSpc>
                <a:spcPct val="108100"/>
              </a:lnSpc>
              <a:spcBef>
                <a:spcPts val="125"/>
              </a:spcBef>
            </a:pPr>
            <a:r>
              <a:rPr sz="1600" dirty="0">
                <a:latin typeface="Arial MT"/>
                <a:cs typeface="Arial MT"/>
              </a:rPr>
              <a:t>Amazon</a:t>
            </a:r>
            <a:r>
              <a:rPr sz="1600" spc="100" dirty="0">
                <a:latin typeface="Arial MT"/>
                <a:cs typeface="Arial MT"/>
              </a:rPr>
              <a:t> </a:t>
            </a:r>
            <a:r>
              <a:rPr sz="1600" dirty="0">
                <a:latin typeface="Arial MT"/>
                <a:cs typeface="Arial MT"/>
              </a:rPr>
              <a:t>Virtual</a:t>
            </a:r>
            <a:r>
              <a:rPr sz="1600" spc="-80" dirty="0">
                <a:latin typeface="Arial MT"/>
                <a:cs typeface="Arial MT"/>
              </a:rPr>
              <a:t> </a:t>
            </a:r>
            <a:r>
              <a:rPr sz="1600" dirty="0">
                <a:latin typeface="Arial MT"/>
                <a:cs typeface="Arial MT"/>
              </a:rPr>
              <a:t>Private </a:t>
            </a:r>
            <a:r>
              <a:rPr sz="1600" dirty="0">
                <a:solidFill>
                  <a:srgbClr val="1A1A1A"/>
                </a:solidFill>
                <a:latin typeface="Arial MT"/>
                <a:cs typeface="Arial MT"/>
              </a:rPr>
              <a:t>Cloud</a:t>
            </a:r>
            <a:r>
              <a:rPr sz="1600" spc="-20" dirty="0">
                <a:solidFill>
                  <a:srgbClr val="1A1A1A"/>
                </a:solidFill>
                <a:latin typeface="Arial MT"/>
                <a:cs typeface="Arial MT"/>
              </a:rPr>
              <a:t> </a:t>
            </a:r>
            <a:r>
              <a:rPr sz="1600" dirty="0">
                <a:latin typeface="Arial MT"/>
                <a:cs typeface="Arial MT"/>
              </a:rPr>
              <a:t>(Amazon</a:t>
            </a:r>
            <a:r>
              <a:rPr sz="1600" spc="114" dirty="0">
                <a:latin typeface="Arial MT"/>
                <a:cs typeface="Arial MT"/>
              </a:rPr>
              <a:t> </a:t>
            </a:r>
            <a:r>
              <a:rPr sz="1600" spc="-105" dirty="0">
                <a:latin typeface="Arial MT"/>
                <a:cs typeface="Arial MT"/>
              </a:rPr>
              <a:t>VPC)</a:t>
            </a:r>
            <a:r>
              <a:rPr sz="1600" spc="15" dirty="0">
                <a:latin typeface="Arial MT"/>
                <a:cs typeface="Arial MT"/>
              </a:rPr>
              <a:t> </a:t>
            </a:r>
            <a:r>
              <a:rPr sz="1600" dirty="0">
                <a:solidFill>
                  <a:srgbClr val="151515"/>
                </a:solidFill>
                <a:latin typeface="Arial MT"/>
                <a:cs typeface="Arial MT"/>
              </a:rPr>
              <a:t>is</a:t>
            </a:r>
            <a:r>
              <a:rPr sz="1600" spc="-30" dirty="0">
                <a:solidFill>
                  <a:srgbClr val="151515"/>
                </a:solidFill>
                <a:latin typeface="Arial MT"/>
                <a:cs typeface="Arial MT"/>
              </a:rPr>
              <a:t> </a:t>
            </a:r>
            <a:r>
              <a:rPr sz="1600" dirty="0">
                <a:latin typeface="Arial MT"/>
                <a:cs typeface="Arial MT"/>
              </a:rPr>
              <a:t>a</a:t>
            </a:r>
            <a:r>
              <a:rPr sz="1600" spc="25" dirty="0">
                <a:latin typeface="Arial MT"/>
                <a:cs typeface="Arial MT"/>
              </a:rPr>
              <a:t> </a:t>
            </a:r>
            <a:r>
              <a:rPr sz="1600" spc="-35" dirty="0">
                <a:latin typeface="Arial MT"/>
                <a:cs typeface="Arial MT"/>
              </a:rPr>
              <a:t>service</a:t>
            </a:r>
            <a:r>
              <a:rPr sz="1600" spc="-10" dirty="0">
                <a:latin typeface="Arial MT"/>
                <a:cs typeface="Arial MT"/>
              </a:rPr>
              <a:t> </a:t>
            </a:r>
            <a:r>
              <a:rPr sz="1600" spc="-20" dirty="0">
                <a:latin typeface="Arial MT"/>
                <a:cs typeface="Arial MT"/>
              </a:rPr>
              <a:t>that </a:t>
            </a:r>
            <a:r>
              <a:rPr sz="1600" dirty="0">
                <a:solidFill>
                  <a:srgbClr val="131313"/>
                </a:solidFill>
                <a:latin typeface="Arial MT"/>
                <a:cs typeface="Arial MT"/>
              </a:rPr>
              <a:t>you</a:t>
            </a:r>
            <a:r>
              <a:rPr sz="1600" spc="-100" dirty="0">
                <a:solidFill>
                  <a:srgbClr val="131313"/>
                </a:solidFill>
                <a:latin typeface="Arial MT"/>
                <a:cs typeface="Arial MT"/>
              </a:rPr>
              <a:t> </a:t>
            </a:r>
            <a:r>
              <a:rPr sz="1600" dirty="0">
                <a:latin typeface="Arial MT"/>
                <a:cs typeface="Arial MT"/>
              </a:rPr>
              <a:t>use</a:t>
            </a:r>
            <a:r>
              <a:rPr sz="1600" spc="-15" dirty="0">
                <a:latin typeface="Arial MT"/>
                <a:cs typeface="Arial MT"/>
              </a:rPr>
              <a:t> </a:t>
            </a:r>
            <a:r>
              <a:rPr sz="1600" dirty="0">
                <a:solidFill>
                  <a:srgbClr val="2F2F2F"/>
                </a:solidFill>
                <a:latin typeface="Arial MT"/>
                <a:cs typeface="Arial MT"/>
              </a:rPr>
              <a:t>to</a:t>
            </a:r>
            <a:r>
              <a:rPr sz="1600" spc="229" dirty="0">
                <a:solidFill>
                  <a:srgbClr val="2F2F2F"/>
                </a:solidFill>
                <a:latin typeface="Arial MT"/>
                <a:cs typeface="Arial MT"/>
              </a:rPr>
              <a:t> </a:t>
            </a:r>
            <a:r>
              <a:rPr sz="1600" dirty="0">
                <a:latin typeface="Arial MT"/>
                <a:cs typeface="Arial MT"/>
              </a:rPr>
              <a:t>launch</a:t>
            </a:r>
            <a:r>
              <a:rPr sz="1600" spc="65" dirty="0">
                <a:latin typeface="Arial MT"/>
                <a:cs typeface="Arial MT"/>
              </a:rPr>
              <a:t> </a:t>
            </a:r>
            <a:r>
              <a:rPr sz="1600" spc="-100" dirty="0">
                <a:latin typeface="Arial MT"/>
                <a:cs typeface="Arial MT"/>
              </a:rPr>
              <a:t>AWS</a:t>
            </a:r>
            <a:r>
              <a:rPr sz="1600" spc="-15" dirty="0">
                <a:latin typeface="Arial MT"/>
                <a:cs typeface="Arial MT"/>
              </a:rPr>
              <a:t> </a:t>
            </a:r>
            <a:r>
              <a:rPr sz="1600" spc="-35" dirty="0">
                <a:latin typeface="Arial MT"/>
                <a:cs typeface="Arial MT"/>
              </a:rPr>
              <a:t>resources</a:t>
            </a:r>
            <a:r>
              <a:rPr sz="1600" spc="145" dirty="0">
                <a:latin typeface="Arial MT"/>
                <a:cs typeface="Arial MT"/>
              </a:rPr>
              <a:t> </a:t>
            </a:r>
            <a:r>
              <a:rPr sz="1600" dirty="0">
                <a:solidFill>
                  <a:srgbClr val="151515"/>
                </a:solidFill>
                <a:latin typeface="Arial MT"/>
                <a:cs typeface="Arial MT"/>
              </a:rPr>
              <a:t>in</a:t>
            </a:r>
            <a:r>
              <a:rPr sz="1600" spc="-55" dirty="0">
                <a:solidFill>
                  <a:srgbClr val="151515"/>
                </a:solidFill>
                <a:latin typeface="Arial MT"/>
                <a:cs typeface="Arial MT"/>
              </a:rPr>
              <a:t> </a:t>
            </a:r>
            <a:r>
              <a:rPr sz="1600" dirty="0">
                <a:solidFill>
                  <a:srgbClr val="0A0A0A"/>
                </a:solidFill>
                <a:latin typeface="Arial MT"/>
                <a:cs typeface="Arial MT"/>
              </a:rPr>
              <a:t>a</a:t>
            </a:r>
            <a:r>
              <a:rPr sz="1600" spc="25" dirty="0">
                <a:solidFill>
                  <a:srgbClr val="0A0A0A"/>
                </a:solidFill>
                <a:latin typeface="Arial MT"/>
                <a:cs typeface="Arial MT"/>
              </a:rPr>
              <a:t> </a:t>
            </a:r>
            <a:r>
              <a:rPr sz="1600" dirty="0">
                <a:solidFill>
                  <a:srgbClr val="0C0C0C"/>
                </a:solidFill>
                <a:latin typeface="Arial MT"/>
                <a:cs typeface="Arial MT"/>
              </a:rPr>
              <a:t>logically</a:t>
            </a:r>
            <a:r>
              <a:rPr sz="1600" spc="80" dirty="0">
                <a:solidFill>
                  <a:srgbClr val="0C0C0C"/>
                </a:solidFill>
                <a:latin typeface="Arial MT"/>
                <a:cs typeface="Arial MT"/>
              </a:rPr>
              <a:t> </a:t>
            </a:r>
            <a:r>
              <a:rPr sz="1600" spc="-10" dirty="0">
                <a:latin typeface="Arial MT"/>
                <a:cs typeface="Arial MT"/>
              </a:rPr>
              <a:t>isolated</a:t>
            </a:r>
            <a:r>
              <a:rPr sz="1600" spc="500" dirty="0">
                <a:latin typeface="Arial MT"/>
                <a:cs typeface="Arial MT"/>
              </a:rPr>
              <a:t>  </a:t>
            </a:r>
            <a:r>
              <a:rPr sz="1600" dirty="0">
                <a:latin typeface="Arial MT"/>
                <a:cs typeface="Arial MT"/>
              </a:rPr>
              <a:t>virtual</a:t>
            </a:r>
            <a:r>
              <a:rPr sz="1600" spc="90" dirty="0">
                <a:latin typeface="Arial MT"/>
                <a:cs typeface="Arial MT"/>
              </a:rPr>
              <a:t> </a:t>
            </a:r>
            <a:r>
              <a:rPr sz="1600" dirty="0">
                <a:latin typeface="Arial MT"/>
                <a:cs typeface="Arial MT"/>
              </a:rPr>
              <a:t>network</a:t>
            </a:r>
            <a:r>
              <a:rPr sz="1600" spc="185" dirty="0">
                <a:latin typeface="Arial MT"/>
                <a:cs typeface="Arial MT"/>
              </a:rPr>
              <a:t> </a:t>
            </a:r>
            <a:r>
              <a:rPr sz="1600" dirty="0">
                <a:latin typeface="Arial MT"/>
                <a:cs typeface="Arial MT"/>
              </a:rPr>
              <a:t>that</a:t>
            </a:r>
            <a:r>
              <a:rPr sz="1600" spc="200" dirty="0">
                <a:latin typeface="Arial MT"/>
                <a:cs typeface="Arial MT"/>
              </a:rPr>
              <a:t> </a:t>
            </a:r>
            <a:r>
              <a:rPr sz="1600" dirty="0">
                <a:latin typeface="Arial MT"/>
                <a:cs typeface="Arial MT"/>
              </a:rPr>
              <a:t>you</a:t>
            </a:r>
            <a:r>
              <a:rPr sz="1600" spc="110" dirty="0">
                <a:latin typeface="Arial MT"/>
                <a:cs typeface="Arial MT"/>
              </a:rPr>
              <a:t> </a:t>
            </a:r>
            <a:r>
              <a:rPr sz="1600" dirty="0">
                <a:latin typeface="Arial MT"/>
                <a:cs typeface="Arial MT"/>
              </a:rPr>
              <a:t>define</a:t>
            </a:r>
            <a:r>
              <a:rPr sz="1600" spc="75" dirty="0">
                <a:latin typeface="Arial MT"/>
                <a:cs typeface="Arial MT"/>
              </a:rPr>
              <a:t>  </a:t>
            </a:r>
            <a:r>
              <a:rPr sz="1600" spc="-20" dirty="0">
                <a:latin typeface="Arial MT"/>
                <a:cs typeface="Arial MT"/>
              </a:rPr>
              <a:t>As</a:t>
            </a:r>
            <a:r>
              <a:rPr sz="1600" spc="180" dirty="0">
                <a:latin typeface="Arial MT"/>
                <a:cs typeface="Arial MT"/>
              </a:rPr>
              <a:t> </a:t>
            </a:r>
            <a:r>
              <a:rPr sz="1600" spc="-10" dirty="0">
                <a:latin typeface="Arial MT"/>
                <a:cs typeface="Arial MT"/>
              </a:rPr>
              <a:t>a</a:t>
            </a:r>
            <a:r>
              <a:rPr sz="1600" spc="215" dirty="0">
                <a:latin typeface="Arial MT"/>
                <a:cs typeface="Arial MT"/>
              </a:rPr>
              <a:t> </a:t>
            </a:r>
            <a:r>
              <a:rPr sz="1600" dirty="0">
                <a:latin typeface="Arial MT"/>
                <a:cs typeface="Arial MT"/>
              </a:rPr>
              <a:t>foundational</a:t>
            </a:r>
            <a:r>
              <a:rPr sz="1600" spc="200" dirty="0">
                <a:latin typeface="Arial MT"/>
                <a:cs typeface="Arial MT"/>
              </a:rPr>
              <a:t> </a:t>
            </a:r>
            <a:r>
              <a:rPr sz="1600" spc="-25" dirty="0">
                <a:latin typeface="Arial MT"/>
                <a:cs typeface="Arial MT"/>
              </a:rPr>
              <a:t>AWS </a:t>
            </a:r>
            <a:r>
              <a:rPr sz="1600" spc="-45" dirty="0">
                <a:latin typeface="Arial MT"/>
                <a:cs typeface="Arial MT"/>
              </a:rPr>
              <a:t>service,</a:t>
            </a:r>
            <a:r>
              <a:rPr sz="1600" spc="80" dirty="0">
                <a:latin typeface="Arial MT"/>
                <a:cs typeface="Arial MT"/>
              </a:rPr>
              <a:t> </a:t>
            </a:r>
            <a:r>
              <a:rPr sz="1600" dirty="0">
                <a:latin typeface="Arial MT"/>
                <a:cs typeface="Arial MT"/>
              </a:rPr>
              <a:t>Amazon</a:t>
            </a:r>
            <a:r>
              <a:rPr sz="1600" spc="125" dirty="0">
                <a:latin typeface="Arial MT"/>
                <a:cs typeface="Arial MT"/>
              </a:rPr>
              <a:t> </a:t>
            </a:r>
            <a:r>
              <a:rPr sz="1600" spc="-140" dirty="0">
                <a:latin typeface="Arial MT"/>
                <a:cs typeface="Arial MT"/>
              </a:rPr>
              <a:t>VPC</a:t>
            </a:r>
            <a:r>
              <a:rPr sz="1600" spc="25" dirty="0">
                <a:latin typeface="Arial MT"/>
                <a:cs typeface="Arial MT"/>
              </a:rPr>
              <a:t> </a:t>
            </a:r>
            <a:r>
              <a:rPr sz="1600" spc="-20" dirty="0">
                <a:latin typeface="Arial MT"/>
                <a:cs typeface="Arial MT"/>
              </a:rPr>
              <a:t>makes</a:t>
            </a:r>
            <a:r>
              <a:rPr sz="1600" spc="-65" dirty="0">
                <a:latin typeface="Arial MT"/>
                <a:cs typeface="Arial MT"/>
              </a:rPr>
              <a:t> </a:t>
            </a:r>
            <a:r>
              <a:rPr sz="1600" dirty="0">
                <a:latin typeface="Arial MT"/>
                <a:cs typeface="Arial MT"/>
              </a:rPr>
              <a:t>it</a:t>
            </a:r>
            <a:r>
              <a:rPr sz="1600" spc="150" dirty="0">
                <a:latin typeface="Arial MT"/>
                <a:cs typeface="Arial MT"/>
              </a:rPr>
              <a:t> </a:t>
            </a:r>
            <a:r>
              <a:rPr sz="1600" spc="-35" dirty="0">
                <a:latin typeface="Arial MT"/>
                <a:cs typeface="Arial MT"/>
              </a:rPr>
              <a:t>easy</a:t>
            </a:r>
            <a:r>
              <a:rPr sz="1600" spc="25" dirty="0">
                <a:latin typeface="Arial MT"/>
                <a:cs typeface="Arial MT"/>
              </a:rPr>
              <a:t> </a:t>
            </a:r>
            <a:r>
              <a:rPr sz="1600" dirty="0">
                <a:solidFill>
                  <a:srgbClr val="1A1A1A"/>
                </a:solidFill>
                <a:latin typeface="Arial MT"/>
                <a:cs typeface="Arial MT"/>
              </a:rPr>
              <a:t>to</a:t>
            </a:r>
            <a:r>
              <a:rPr sz="1600" spc="150" dirty="0">
                <a:solidFill>
                  <a:srgbClr val="1A1A1A"/>
                </a:solidFill>
                <a:latin typeface="Arial MT"/>
                <a:cs typeface="Arial MT"/>
              </a:rPr>
              <a:t> </a:t>
            </a:r>
            <a:r>
              <a:rPr sz="1600" dirty="0">
                <a:latin typeface="Arial MT"/>
                <a:cs typeface="Arial MT"/>
              </a:rPr>
              <a:t>customize</a:t>
            </a:r>
            <a:r>
              <a:rPr sz="1600" spc="30" dirty="0">
                <a:latin typeface="Arial MT"/>
                <a:cs typeface="Arial MT"/>
              </a:rPr>
              <a:t> </a:t>
            </a:r>
            <a:r>
              <a:rPr sz="1600" dirty="0">
                <a:latin typeface="Arial MT"/>
                <a:cs typeface="Arial MT"/>
              </a:rPr>
              <a:t>your</a:t>
            </a:r>
            <a:r>
              <a:rPr sz="1600" spc="-10" dirty="0">
                <a:latin typeface="Arial MT"/>
                <a:cs typeface="Arial MT"/>
              </a:rPr>
              <a:t> VPC's </a:t>
            </a:r>
            <a:r>
              <a:rPr sz="1600" dirty="0">
                <a:latin typeface="Arial MT"/>
                <a:cs typeface="Arial MT"/>
              </a:rPr>
              <a:t>network</a:t>
            </a:r>
            <a:r>
              <a:rPr sz="1600" spc="165" dirty="0">
                <a:latin typeface="Arial MT"/>
                <a:cs typeface="Arial MT"/>
              </a:rPr>
              <a:t> </a:t>
            </a:r>
            <a:r>
              <a:rPr sz="1600" dirty="0">
                <a:latin typeface="Arial MT"/>
                <a:cs typeface="Arial MT"/>
              </a:rPr>
              <a:t>conñguration.</a:t>
            </a:r>
            <a:r>
              <a:rPr sz="1600" spc="140" dirty="0">
                <a:latin typeface="Arial MT"/>
                <a:cs typeface="Arial MT"/>
              </a:rPr>
              <a:t> </a:t>
            </a:r>
            <a:r>
              <a:rPr sz="1600" spc="-20" dirty="0">
                <a:solidFill>
                  <a:srgbClr val="161616"/>
                </a:solidFill>
                <a:latin typeface="Arial MT"/>
                <a:cs typeface="Arial MT"/>
              </a:rPr>
              <a:t>You</a:t>
            </a:r>
            <a:r>
              <a:rPr sz="1600" spc="80" dirty="0">
                <a:solidFill>
                  <a:srgbClr val="161616"/>
                </a:solidFill>
                <a:latin typeface="Arial MT"/>
                <a:cs typeface="Arial MT"/>
              </a:rPr>
              <a:t> </a:t>
            </a:r>
            <a:r>
              <a:rPr sz="1600" dirty="0">
                <a:latin typeface="Arial MT"/>
                <a:cs typeface="Arial MT"/>
              </a:rPr>
              <a:t>can</a:t>
            </a:r>
            <a:r>
              <a:rPr sz="1600" spc="85" dirty="0">
                <a:latin typeface="Arial MT"/>
                <a:cs typeface="Arial MT"/>
              </a:rPr>
              <a:t> </a:t>
            </a:r>
            <a:r>
              <a:rPr sz="1600" spc="-20" dirty="0">
                <a:latin typeface="Arial MT"/>
                <a:cs typeface="Arial MT"/>
              </a:rPr>
              <a:t>create</a:t>
            </a:r>
            <a:r>
              <a:rPr sz="1600" spc="114" dirty="0">
                <a:latin typeface="Arial MT"/>
                <a:cs typeface="Arial MT"/>
              </a:rPr>
              <a:t> </a:t>
            </a:r>
            <a:r>
              <a:rPr sz="1600" dirty="0">
                <a:solidFill>
                  <a:srgbClr val="424242"/>
                </a:solidFill>
                <a:latin typeface="Arial MT"/>
                <a:cs typeface="Arial MT"/>
              </a:rPr>
              <a:t>a</a:t>
            </a:r>
            <a:r>
              <a:rPr sz="1600" spc="70" dirty="0">
                <a:solidFill>
                  <a:srgbClr val="424242"/>
                </a:solidFill>
                <a:latin typeface="Arial MT"/>
                <a:cs typeface="Arial MT"/>
              </a:rPr>
              <a:t> </a:t>
            </a:r>
            <a:r>
              <a:rPr sz="1600" dirty="0">
                <a:latin typeface="Arial MT"/>
                <a:cs typeface="Arial MT"/>
              </a:rPr>
              <a:t>public-facing</a:t>
            </a:r>
            <a:r>
              <a:rPr sz="1600" spc="254" dirty="0">
                <a:latin typeface="Arial MT"/>
                <a:cs typeface="Arial MT"/>
              </a:rPr>
              <a:t> </a:t>
            </a:r>
            <a:r>
              <a:rPr sz="1600" spc="-55" dirty="0">
                <a:latin typeface="Arial MT"/>
                <a:cs typeface="Arial MT"/>
              </a:rPr>
              <a:t>subn</a:t>
            </a:r>
            <a:r>
              <a:rPr sz="1600" spc="-225" dirty="0">
                <a:latin typeface="Arial MT"/>
                <a:cs typeface="Arial MT"/>
              </a:rPr>
              <a:t> </a:t>
            </a:r>
            <a:r>
              <a:rPr sz="1600" spc="-25" dirty="0">
                <a:solidFill>
                  <a:srgbClr val="1A1A1A"/>
                </a:solidFill>
                <a:latin typeface="Arial MT"/>
                <a:cs typeface="Arial MT"/>
              </a:rPr>
              <a:t>et </a:t>
            </a:r>
            <a:r>
              <a:rPr sz="1600" dirty="0">
                <a:latin typeface="Arial MT"/>
                <a:cs typeface="Arial MT"/>
              </a:rPr>
              <a:t>for</a:t>
            </a:r>
            <a:r>
              <a:rPr sz="1600" spc="70" dirty="0">
                <a:latin typeface="Arial MT"/>
                <a:cs typeface="Arial MT"/>
              </a:rPr>
              <a:t> </a:t>
            </a:r>
            <a:r>
              <a:rPr sz="1600" dirty="0">
                <a:latin typeface="Arial MT"/>
                <a:cs typeface="Arial MT"/>
              </a:rPr>
              <a:t>your</a:t>
            </a:r>
            <a:r>
              <a:rPr sz="1600" spc="120" dirty="0">
                <a:latin typeface="Arial MT"/>
                <a:cs typeface="Arial MT"/>
              </a:rPr>
              <a:t> </a:t>
            </a:r>
            <a:r>
              <a:rPr sz="1600" dirty="0">
                <a:latin typeface="Arial MT"/>
                <a:cs typeface="Arial MT"/>
              </a:rPr>
              <a:t>web</a:t>
            </a:r>
            <a:r>
              <a:rPr sz="1600" spc="65" dirty="0">
                <a:latin typeface="Arial MT"/>
                <a:cs typeface="Arial MT"/>
              </a:rPr>
              <a:t> </a:t>
            </a:r>
            <a:r>
              <a:rPr sz="1600" spc="-20" dirty="0">
                <a:latin typeface="Arial MT"/>
                <a:cs typeface="Arial MT"/>
              </a:rPr>
              <a:t>servers</a:t>
            </a:r>
            <a:r>
              <a:rPr sz="1600" spc="50" dirty="0">
                <a:latin typeface="Arial MT"/>
                <a:cs typeface="Arial MT"/>
              </a:rPr>
              <a:t> </a:t>
            </a:r>
            <a:r>
              <a:rPr sz="1600" dirty="0">
                <a:latin typeface="Arial MT"/>
                <a:cs typeface="Arial MT"/>
              </a:rPr>
              <a:t>that</a:t>
            </a:r>
            <a:r>
              <a:rPr sz="1600" spc="55" dirty="0">
                <a:latin typeface="Arial MT"/>
                <a:cs typeface="Arial MT"/>
              </a:rPr>
              <a:t> </a:t>
            </a:r>
            <a:r>
              <a:rPr sz="1600" dirty="0">
                <a:latin typeface="Arial MT"/>
                <a:cs typeface="Arial MT"/>
              </a:rPr>
              <a:t>have</a:t>
            </a:r>
            <a:r>
              <a:rPr sz="1600" spc="55" dirty="0">
                <a:latin typeface="Arial MT"/>
                <a:cs typeface="Arial MT"/>
              </a:rPr>
              <a:t> </a:t>
            </a:r>
            <a:r>
              <a:rPr sz="1600" spc="-85" dirty="0">
                <a:latin typeface="Arial MT"/>
                <a:cs typeface="Arial MT"/>
              </a:rPr>
              <a:t>access</a:t>
            </a:r>
            <a:r>
              <a:rPr sz="1600" spc="35" dirty="0">
                <a:latin typeface="Arial MT"/>
                <a:cs typeface="Arial MT"/>
              </a:rPr>
              <a:t> </a:t>
            </a:r>
            <a:r>
              <a:rPr sz="1600" dirty="0">
                <a:latin typeface="Arial MT"/>
                <a:cs typeface="Arial MT"/>
              </a:rPr>
              <a:t>to</a:t>
            </a:r>
            <a:r>
              <a:rPr sz="1600" spc="275" dirty="0">
                <a:latin typeface="Arial MT"/>
                <a:cs typeface="Arial MT"/>
              </a:rPr>
              <a:t> </a:t>
            </a:r>
            <a:r>
              <a:rPr sz="1600" dirty="0">
                <a:solidFill>
                  <a:srgbClr val="2B2B2B"/>
                </a:solidFill>
                <a:latin typeface="Arial MT"/>
                <a:cs typeface="Arial MT"/>
              </a:rPr>
              <a:t>the</a:t>
            </a:r>
            <a:r>
              <a:rPr sz="1600" spc="-15" dirty="0">
                <a:solidFill>
                  <a:srgbClr val="2B2B2B"/>
                </a:solidFill>
                <a:latin typeface="Arial MT"/>
                <a:cs typeface="Arial MT"/>
              </a:rPr>
              <a:t> </a:t>
            </a:r>
            <a:r>
              <a:rPr sz="1600" spc="-55" dirty="0">
                <a:latin typeface="Arial MT"/>
                <a:cs typeface="Arial MT"/>
              </a:rPr>
              <a:t>inter-</a:t>
            </a:r>
            <a:r>
              <a:rPr sz="1600" dirty="0">
                <a:latin typeface="Arial MT"/>
                <a:cs typeface="Arial MT"/>
              </a:rPr>
              <a:t>net.</a:t>
            </a:r>
            <a:r>
              <a:rPr sz="1600" spc="130" dirty="0">
                <a:latin typeface="Arial MT"/>
                <a:cs typeface="Arial MT"/>
              </a:rPr>
              <a:t> </a:t>
            </a:r>
            <a:r>
              <a:rPr sz="1600" spc="-25" dirty="0">
                <a:solidFill>
                  <a:srgbClr val="131313"/>
                </a:solidFill>
                <a:latin typeface="Arial MT"/>
                <a:cs typeface="Arial MT"/>
              </a:rPr>
              <a:t>You </a:t>
            </a:r>
            <a:r>
              <a:rPr sz="1600" dirty="0">
                <a:latin typeface="Arial MT"/>
                <a:cs typeface="Arial MT"/>
              </a:rPr>
              <a:t>can</a:t>
            </a:r>
            <a:r>
              <a:rPr sz="1600" spc="-114" dirty="0">
                <a:latin typeface="Arial MT"/>
                <a:cs typeface="Arial MT"/>
              </a:rPr>
              <a:t> </a:t>
            </a:r>
            <a:r>
              <a:rPr sz="1600" dirty="0">
                <a:latin typeface="Arial MT"/>
                <a:cs typeface="Arial MT"/>
              </a:rPr>
              <a:t>also</a:t>
            </a:r>
            <a:r>
              <a:rPr sz="1600" spc="-110" dirty="0">
                <a:latin typeface="Arial MT"/>
                <a:cs typeface="Arial MT"/>
              </a:rPr>
              <a:t> </a:t>
            </a:r>
            <a:r>
              <a:rPr sz="1600" spc="-10" dirty="0">
                <a:latin typeface="Arial MT"/>
                <a:cs typeface="Arial MT"/>
              </a:rPr>
              <a:t>use</a:t>
            </a:r>
            <a:r>
              <a:rPr sz="1600" spc="25" dirty="0">
                <a:latin typeface="Arial MT"/>
                <a:cs typeface="Arial MT"/>
              </a:rPr>
              <a:t> </a:t>
            </a:r>
            <a:r>
              <a:rPr sz="1600" dirty="0">
                <a:latin typeface="Arial MT"/>
                <a:cs typeface="Arial MT"/>
              </a:rPr>
              <a:t>Amazon</a:t>
            </a:r>
            <a:r>
              <a:rPr sz="1600" spc="30" dirty="0">
                <a:latin typeface="Arial MT"/>
                <a:cs typeface="Arial MT"/>
              </a:rPr>
              <a:t> </a:t>
            </a:r>
            <a:r>
              <a:rPr sz="1600" spc="-140" dirty="0">
                <a:solidFill>
                  <a:srgbClr val="131313"/>
                </a:solidFill>
                <a:latin typeface="Arial MT"/>
                <a:cs typeface="Arial MT"/>
              </a:rPr>
              <a:t>VPC</a:t>
            </a:r>
            <a:r>
              <a:rPr sz="1600" spc="30" dirty="0">
                <a:solidFill>
                  <a:srgbClr val="131313"/>
                </a:solidFill>
                <a:latin typeface="Arial MT"/>
                <a:cs typeface="Arial MT"/>
              </a:rPr>
              <a:t> </a:t>
            </a:r>
            <a:r>
              <a:rPr sz="1600" dirty="0">
                <a:latin typeface="Arial MT"/>
                <a:cs typeface="Arial MT"/>
              </a:rPr>
              <a:t>to</a:t>
            </a:r>
            <a:r>
              <a:rPr sz="1600" spc="225" dirty="0">
                <a:latin typeface="Arial MT"/>
                <a:cs typeface="Arial MT"/>
              </a:rPr>
              <a:t> </a:t>
            </a:r>
            <a:r>
              <a:rPr sz="1600" dirty="0">
                <a:latin typeface="Arial MT"/>
                <a:cs typeface="Arial MT"/>
              </a:rPr>
              <a:t>place</a:t>
            </a:r>
            <a:r>
              <a:rPr sz="1600" spc="-65" dirty="0">
                <a:latin typeface="Arial MT"/>
                <a:cs typeface="Arial MT"/>
              </a:rPr>
              <a:t> </a:t>
            </a:r>
            <a:r>
              <a:rPr sz="1600" dirty="0">
                <a:solidFill>
                  <a:srgbClr val="0C0C0C"/>
                </a:solidFill>
                <a:latin typeface="Arial MT"/>
                <a:cs typeface="Arial MT"/>
              </a:rPr>
              <a:t>your</a:t>
            </a:r>
            <a:r>
              <a:rPr sz="1600" spc="10" dirty="0">
                <a:solidFill>
                  <a:srgbClr val="0C0C0C"/>
                </a:solidFill>
                <a:latin typeface="Arial MT"/>
                <a:cs typeface="Arial MT"/>
              </a:rPr>
              <a:t> </a:t>
            </a:r>
            <a:r>
              <a:rPr sz="1600" dirty="0">
                <a:latin typeface="Arial MT"/>
                <a:cs typeface="Arial MT"/>
              </a:rPr>
              <a:t>backend </a:t>
            </a:r>
            <a:r>
              <a:rPr sz="1600" spc="-10" dirty="0">
                <a:latin typeface="Arial MT"/>
                <a:cs typeface="Arial MT"/>
              </a:rPr>
              <a:t>systems, </a:t>
            </a:r>
            <a:r>
              <a:rPr sz="1600" spc="-25" dirty="0">
                <a:latin typeface="Arial MT"/>
                <a:cs typeface="Arial MT"/>
              </a:rPr>
              <a:t>such</a:t>
            </a:r>
            <a:r>
              <a:rPr sz="1600" spc="5" dirty="0">
                <a:latin typeface="Arial MT"/>
                <a:cs typeface="Arial MT"/>
              </a:rPr>
              <a:t> </a:t>
            </a:r>
            <a:r>
              <a:rPr sz="1600" spc="-10" dirty="0">
                <a:latin typeface="Arial MT"/>
                <a:cs typeface="Arial MT"/>
              </a:rPr>
              <a:t>as</a:t>
            </a:r>
            <a:r>
              <a:rPr sz="1600" spc="5" dirty="0">
                <a:latin typeface="Arial MT"/>
                <a:cs typeface="Arial MT"/>
              </a:rPr>
              <a:t> </a:t>
            </a:r>
            <a:r>
              <a:rPr sz="1600" spc="-10" dirty="0">
                <a:latin typeface="Arial MT"/>
                <a:cs typeface="Arial MT"/>
              </a:rPr>
              <a:t>databases</a:t>
            </a:r>
            <a:r>
              <a:rPr sz="1600" spc="105" dirty="0">
                <a:latin typeface="Arial MT"/>
                <a:cs typeface="Arial MT"/>
              </a:rPr>
              <a:t> </a:t>
            </a:r>
            <a:r>
              <a:rPr sz="1600" dirty="0">
                <a:solidFill>
                  <a:srgbClr val="0F0F0F"/>
                </a:solidFill>
                <a:latin typeface="Arial MT"/>
                <a:cs typeface="Arial MT"/>
              </a:rPr>
              <a:t>or</a:t>
            </a:r>
            <a:r>
              <a:rPr sz="1600" spc="5" dirty="0">
                <a:solidFill>
                  <a:srgbClr val="0F0F0F"/>
                </a:solidFill>
                <a:latin typeface="Arial MT"/>
                <a:cs typeface="Arial MT"/>
              </a:rPr>
              <a:t> </a:t>
            </a:r>
            <a:r>
              <a:rPr sz="1600" dirty="0">
                <a:latin typeface="Arial MT"/>
                <a:cs typeface="Arial MT"/>
              </a:rPr>
              <a:t>application</a:t>
            </a:r>
            <a:r>
              <a:rPr sz="1600" spc="155" dirty="0">
                <a:latin typeface="Arial MT"/>
                <a:cs typeface="Arial MT"/>
              </a:rPr>
              <a:t> </a:t>
            </a:r>
            <a:r>
              <a:rPr sz="1600" spc="-45" dirty="0">
                <a:latin typeface="Arial MT"/>
                <a:cs typeface="Arial MT"/>
              </a:rPr>
              <a:t>servers,</a:t>
            </a:r>
            <a:r>
              <a:rPr sz="1600" spc="60" dirty="0">
                <a:latin typeface="Arial MT"/>
                <a:cs typeface="Arial MT"/>
              </a:rPr>
              <a:t> </a:t>
            </a:r>
            <a:r>
              <a:rPr sz="1600" dirty="0">
                <a:solidFill>
                  <a:srgbClr val="181818"/>
                </a:solidFill>
                <a:latin typeface="Arial MT"/>
                <a:cs typeface="Arial MT"/>
              </a:rPr>
              <a:t>in</a:t>
            </a:r>
            <a:r>
              <a:rPr sz="1600" spc="10" dirty="0">
                <a:solidFill>
                  <a:srgbClr val="181818"/>
                </a:solidFill>
                <a:latin typeface="Arial MT"/>
                <a:cs typeface="Arial MT"/>
              </a:rPr>
              <a:t> </a:t>
            </a:r>
            <a:r>
              <a:rPr sz="1600" spc="-20" dirty="0">
                <a:latin typeface="Arial MT"/>
                <a:cs typeface="Arial MT"/>
              </a:rPr>
              <a:t>a</a:t>
            </a:r>
            <a:r>
              <a:rPr sz="1600" spc="25" dirty="0">
                <a:latin typeface="Arial MT"/>
                <a:cs typeface="Arial MT"/>
              </a:rPr>
              <a:t> </a:t>
            </a:r>
            <a:r>
              <a:rPr sz="1600" dirty="0">
                <a:latin typeface="Arial MT"/>
                <a:cs typeface="Arial MT"/>
              </a:rPr>
              <a:t>private-</a:t>
            </a:r>
            <a:r>
              <a:rPr sz="1600" spc="-10" dirty="0">
                <a:latin typeface="Arial MT"/>
                <a:cs typeface="Arial MT"/>
              </a:rPr>
              <a:t>facing </a:t>
            </a:r>
            <a:r>
              <a:rPr sz="1600" dirty="0">
                <a:latin typeface="Arial MT"/>
                <a:cs typeface="Arial MT"/>
              </a:rPr>
              <a:t>subnet</a:t>
            </a:r>
            <a:r>
              <a:rPr sz="1600" spc="140" dirty="0">
                <a:latin typeface="Arial MT"/>
                <a:cs typeface="Arial MT"/>
              </a:rPr>
              <a:t> </a:t>
            </a:r>
            <a:r>
              <a:rPr sz="1600" spc="50" dirty="0">
                <a:latin typeface="Arial MT"/>
                <a:cs typeface="Arial MT"/>
              </a:rPr>
              <a:t>with</a:t>
            </a:r>
            <a:r>
              <a:rPr sz="1600" spc="30" dirty="0">
                <a:latin typeface="Arial MT"/>
                <a:cs typeface="Arial MT"/>
              </a:rPr>
              <a:t> </a:t>
            </a:r>
            <a:r>
              <a:rPr sz="1600" dirty="0">
                <a:latin typeface="Arial MT"/>
                <a:cs typeface="Arial MT"/>
              </a:rPr>
              <a:t>no</a:t>
            </a:r>
            <a:r>
              <a:rPr sz="1600" spc="75" dirty="0">
                <a:latin typeface="Arial MT"/>
                <a:cs typeface="Arial MT"/>
              </a:rPr>
              <a:t> </a:t>
            </a:r>
            <a:r>
              <a:rPr sz="1600" dirty="0">
                <a:solidFill>
                  <a:srgbClr val="1A1A1A"/>
                </a:solidFill>
                <a:latin typeface="Arial MT"/>
                <a:cs typeface="Arial MT"/>
              </a:rPr>
              <a:t>i</a:t>
            </a:r>
            <a:r>
              <a:rPr sz="1600" dirty="0">
                <a:latin typeface="Arial MT"/>
                <a:cs typeface="Arial MT"/>
              </a:rPr>
              <a:t>nternet</a:t>
            </a:r>
            <a:r>
              <a:rPr sz="1600" spc="100" dirty="0">
                <a:latin typeface="Arial MT"/>
                <a:cs typeface="Arial MT"/>
              </a:rPr>
              <a:t> </a:t>
            </a:r>
            <a:r>
              <a:rPr sz="1600" spc="-85" dirty="0">
                <a:latin typeface="Arial MT"/>
                <a:cs typeface="Arial MT"/>
              </a:rPr>
              <a:t>access.</a:t>
            </a:r>
            <a:r>
              <a:rPr sz="1600" spc="120" dirty="0">
                <a:latin typeface="Arial MT"/>
                <a:cs typeface="Arial MT"/>
              </a:rPr>
              <a:t> </a:t>
            </a:r>
            <a:r>
              <a:rPr sz="1600" dirty="0">
                <a:latin typeface="Arial MT"/>
                <a:cs typeface="Arial MT"/>
              </a:rPr>
              <a:t>With</a:t>
            </a:r>
            <a:r>
              <a:rPr sz="1600" spc="75" dirty="0">
                <a:latin typeface="Arial MT"/>
                <a:cs typeface="Arial MT"/>
              </a:rPr>
              <a:t> </a:t>
            </a:r>
            <a:r>
              <a:rPr sz="1600" dirty="0">
                <a:latin typeface="Arial MT"/>
                <a:cs typeface="Arial MT"/>
              </a:rPr>
              <a:t>Amazon</a:t>
            </a:r>
            <a:r>
              <a:rPr sz="1600" spc="140" dirty="0">
                <a:latin typeface="Arial MT"/>
                <a:cs typeface="Arial MT"/>
              </a:rPr>
              <a:t> </a:t>
            </a:r>
            <a:r>
              <a:rPr sz="1600" spc="-100" dirty="0">
                <a:latin typeface="Arial MT"/>
                <a:cs typeface="Arial MT"/>
              </a:rPr>
              <a:t>VPC,</a:t>
            </a:r>
            <a:r>
              <a:rPr sz="1600" spc="45" dirty="0">
                <a:latin typeface="Arial MT"/>
                <a:cs typeface="Arial MT"/>
              </a:rPr>
              <a:t> </a:t>
            </a:r>
            <a:r>
              <a:rPr sz="1600" dirty="0">
                <a:latin typeface="Arial MT"/>
                <a:cs typeface="Arial MT"/>
              </a:rPr>
              <a:t>you</a:t>
            </a:r>
            <a:r>
              <a:rPr sz="1600" spc="90" dirty="0">
                <a:latin typeface="Arial MT"/>
                <a:cs typeface="Arial MT"/>
              </a:rPr>
              <a:t> </a:t>
            </a:r>
            <a:r>
              <a:rPr sz="1600" spc="-25" dirty="0">
                <a:solidFill>
                  <a:srgbClr val="1C1C1C"/>
                </a:solidFill>
                <a:latin typeface="Arial MT"/>
                <a:cs typeface="Arial MT"/>
              </a:rPr>
              <a:t>can </a:t>
            </a:r>
            <a:r>
              <a:rPr sz="1600" spc="-20" dirty="0">
                <a:latin typeface="Arial MT"/>
                <a:cs typeface="Arial MT"/>
              </a:rPr>
              <a:t>use</a:t>
            </a:r>
            <a:r>
              <a:rPr sz="1600" spc="140" dirty="0">
                <a:latin typeface="Arial MT"/>
                <a:cs typeface="Arial MT"/>
              </a:rPr>
              <a:t> </a:t>
            </a:r>
            <a:r>
              <a:rPr sz="1600" dirty="0">
                <a:latin typeface="Arial MT"/>
                <a:cs typeface="Arial MT"/>
              </a:rPr>
              <a:t>multiple</a:t>
            </a:r>
            <a:r>
              <a:rPr sz="1600" spc="95" dirty="0">
                <a:latin typeface="Arial MT"/>
                <a:cs typeface="Arial MT"/>
              </a:rPr>
              <a:t> </a:t>
            </a:r>
            <a:r>
              <a:rPr sz="1600" dirty="0">
                <a:latin typeface="Arial MT"/>
                <a:cs typeface="Arial MT"/>
              </a:rPr>
              <a:t>layers</a:t>
            </a:r>
            <a:r>
              <a:rPr sz="1600" spc="45" dirty="0">
                <a:latin typeface="Arial MT"/>
                <a:cs typeface="Arial MT"/>
              </a:rPr>
              <a:t> </a:t>
            </a:r>
            <a:r>
              <a:rPr sz="1600" dirty="0">
                <a:solidFill>
                  <a:srgbClr val="3B3B3B"/>
                </a:solidFill>
                <a:latin typeface="Arial MT"/>
                <a:cs typeface="Arial MT"/>
              </a:rPr>
              <a:t>of</a:t>
            </a:r>
            <a:r>
              <a:rPr sz="1600" spc="114" dirty="0">
                <a:solidFill>
                  <a:srgbClr val="3B3B3B"/>
                </a:solidFill>
                <a:latin typeface="Arial MT"/>
                <a:cs typeface="Arial MT"/>
              </a:rPr>
              <a:t> </a:t>
            </a:r>
            <a:r>
              <a:rPr sz="1600" dirty="0">
                <a:latin typeface="Arial MT"/>
                <a:cs typeface="Arial MT"/>
              </a:rPr>
              <a:t>security</a:t>
            </a:r>
            <a:r>
              <a:rPr sz="1600" spc="50" dirty="0">
                <a:latin typeface="Arial MT"/>
                <a:cs typeface="Arial MT"/>
              </a:rPr>
              <a:t> </a:t>
            </a:r>
            <a:r>
              <a:rPr sz="1600" dirty="0">
                <a:latin typeface="Arial MT"/>
                <a:cs typeface="Arial MT"/>
              </a:rPr>
              <a:t>to</a:t>
            </a:r>
            <a:r>
              <a:rPr sz="1600" spc="270" dirty="0">
                <a:latin typeface="Arial MT"/>
                <a:cs typeface="Arial MT"/>
              </a:rPr>
              <a:t> </a:t>
            </a:r>
            <a:r>
              <a:rPr sz="1600" dirty="0">
                <a:latin typeface="Arial MT"/>
                <a:cs typeface="Arial MT"/>
              </a:rPr>
              <a:t>helo</a:t>
            </a:r>
            <a:r>
              <a:rPr sz="1600" spc="105" dirty="0">
                <a:latin typeface="Arial MT"/>
                <a:cs typeface="Arial MT"/>
              </a:rPr>
              <a:t> </a:t>
            </a:r>
            <a:r>
              <a:rPr sz="1600" dirty="0">
                <a:latin typeface="Arial MT"/>
                <a:cs typeface="Arial MT"/>
              </a:rPr>
              <a:t>control</a:t>
            </a:r>
            <a:r>
              <a:rPr sz="1600" spc="-20" dirty="0">
                <a:latin typeface="Arial MT"/>
                <a:cs typeface="Arial MT"/>
              </a:rPr>
              <a:t> </a:t>
            </a:r>
            <a:r>
              <a:rPr sz="1600" spc="-75" dirty="0">
                <a:latin typeface="Arial MT"/>
                <a:cs typeface="Arial MT"/>
              </a:rPr>
              <a:t>access</a:t>
            </a:r>
            <a:r>
              <a:rPr sz="1600" spc="110" dirty="0">
                <a:latin typeface="Arial MT"/>
                <a:cs typeface="Arial MT"/>
              </a:rPr>
              <a:t> </a:t>
            </a:r>
            <a:r>
              <a:rPr sz="1600" spc="-25" dirty="0">
                <a:latin typeface="Arial MT"/>
                <a:cs typeface="Arial MT"/>
              </a:rPr>
              <a:t>to </a:t>
            </a:r>
            <a:r>
              <a:rPr sz="1600" dirty="0">
                <a:latin typeface="Arial MT"/>
                <a:cs typeface="Arial MT"/>
              </a:rPr>
              <a:t>Amazon</a:t>
            </a:r>
            <a:r>
              <a:rPr sz="1600" spc="50" dirty="0">
                <a:latin typeface="Arial MT"/>
                <a:cs typeface="Arial MT"/>
              </a:rPr>
              <a:t> </a:t>
            </a:r>
            <a:r>
              <a:rPr sz="1600" spc="-114" dirty="0">
                <a:latin typeface="Arial MT"/>
                <a:cs typeface="Arial MT"/>
              </a:rPr>
              <a:t>EC2</a:t>
            </a:r>
            <a:r>
              <a:rPr sz="1600" spc="5" dirty="0">
                <a:latin typeface="Arial MT"/>
                <a:cs typeface="Arial MT"/>
              </a:rPr>
              <a:t> </a:t>
            </a:r>
            <a:r>
              <a:rPr sz="1600" spc="-10" dirty="0">
                <a:latin typeface="Arial MT"/>
                <a:cs typeface="Arial MT"/>
              </a:rPr>
              <a:t>instances</a:t>
            </a:r>
            <a:r>
              <a:rPr sz="1600" spc="50" dirty="0">
                <a:latin typeface="Arial MT"/>
                <a:cs typeface="Arial MT"/>
              </a:rPr>
              <a:t> </a:t>
            </a:r>
            <a:r>
              <a:rPr sz="1600" dirty="0">
                <a:solidFill>
                  <a:srgbClr val="161616"/>
                </a:solidFill>
                <a:latin typeface="Arial MT"/>
                <a:cs typeface="Arial MT"/>
              </a:rPr>
              <a:t>in</a:t>
            </a:r>
            <a:r>
              <a:rPr sz="1600" spc="-90" dirty="0">
                <a:solidFill>
                  <a:srgbClr val="161616"/>
                </a:solidFill>
                <a:latin typeface="Arial MT"/>
                <a:cs typeface="Arial MT"/>
              </a:rPr>
              <a:t> </a:t>
            </a:r>
            <a:r>
              <a:rPr sz="1600" dirty="0">
                <a:latin typeface="Arial MT"/>
                <a:cs typeface="Arial MT"/>
              </a:rPr>
              <a:t>each</a:t>
            </a:r>
            <a:r>
              <a:rPr sz="1600" spc="-55" dirty="0">
                <a:latin typeface="Arial MT"/>
                <a:cs typeface="Arial MT"/>
              </a:rPr>
              <a:t> </a:t>
            </a:r>
            <a:r>
              <a:rPr sz="1600" dirty="0">
                <a:latin typeface="Arial MT"/>
                <a:cs typeface="Arial MT"/>
              </a:rPr>
              <a:t>subnet.</a:t>
            </a:r>
            <a:r>
              <a:rPr sz="1600" spc="-80" dirty="0">
                <a:latin typeface="Arial MT"/>
                <a:cs typeface="Arial MT"/>
              </a:rPr>
              <a:t> </a:t>
            </a:r>
            <a:r>
              <a:rPr sz="1600" spc="-20" dirty="0">
                <a:latin typeface="Arial MT"/>
                <a:cs typeface="Arial MT"/>
              </a:rPr>
              <a:t>These</a:t>
            </a:r>
            <a:r>
              <a:rPr sz="1600" spc="-45" dirty="0">
                <a:latin typeface="Arial MT"/>
                <a:cs typeface="Arial MT"/>
              </a:rPr>
              <a:t> </a:t>
            </a:r>
            <a:r>
              <a:rPr sz="1600" dirty="0">
                <a:latin typeface="Arial MT"/>
                <a:cs typeface="Arial MT"/>
              </a:rPr>
              <a:t>layers</a:t>
            </a:r>
            <a:r>
              <a:rPr sz="1600" spc="-50" dirty="0">
                <a:latin typeface="Arial MT"/>
                <a:cs typeface="Arial MT"/>
              </a:rPr>
              <a:t> </a:t>
            </a:r>
            <a:r>
              <a:rPr sz="1600" spc="-10" dirty="0">
                <a:latin typeface="Arial MT"/>
                <a:cs typeface="Arial MT"/>
              </a:rPr>
              <a:t>include </a:t>
            </a:r>
            <a:r>
              <a:rPr sz="1600" dirty="0">
                <a:latin typeface="Arial MT"/>
                <a:cs typeface="Arial MT"/>
              </a:rPr>
              <a:t>security</a:t>
            </a:r>
            <a:r>
              <a:rPr sz="1600" spc="195" dirty="0">
                <a:latin typeface="Arial MT"/>
                <a:cs typeface="Arial MT"/>
              </a:rPr>
              <a:t> </a:t>
            </a:r>
            <a:r>
              <a:rPr sz="1600" dirty="0">
                <a:latin typeface="Arial MT"/>
                <a:cs typeface="Arial MT"/>
              </a:rPr>
              <a:t>groups</a:t>
            </a:r>
            <a:r>
              <a:rPr sz="1600" spc="50" dirty="0">
                <a:latin typeface="Arial MT"/>
                <a:cs typeface="Arial MT"/>
              </a:rPr>
              <a:t> </a:t>
            </a:r>
            <a:r>
              <a:rPr sz="1600" dirty="0">
                <a:latin typeface="Arial MT"/>
                <a:cs typeface="Arial MT"/>
              </a:rPr>
              <a:t>and</a:t>
            </a:r>
            <a:r>
              <a:rPr sz="1600" spc="55" dirty="0">
                <a:latin typeface="Arial MT"/>
                <a:cs typeface="Arial MT"/>
              </a:rPr>
              <a:t> </a:t>
            </a:r>
            <a:r>
              <a:rPr sz="1600" dirty="0">
                <a:latin typeface="Arial MT"/>
                <a:cs typeface="Arial MT"/>
              </a:rPr>
              <a:t>network</a:t>
            </a:r>
            <a:r>
              <a:rPr sz="1600" spc="125" dirty="0">
                <a:latin typeface="Arial MT"/>
                <a:cs typeface="Arial MT"/>
              </a:rPr>
              <a:t> </a:t>
            </a:r>
            <a:r>
              <a:rPr sz="1600" spc="-65" dirty="0">
                <a:latin typeface="Arial MT"/>
                <a:cs typeface="Arial MT"/>
              </a:rPr>
              <a:t>access</a:t>
            </a:r>
            <a:r>
              <a:rPr sz="1600" spc="135" dirty="0">
                <a:latin typeface="Arial MT"/>
                <a:cs typeface="Arial MT"/>
              </a:rPr>
              <a:t> </a:t>
            </a:r>
            <a:r>
              <a:rPr sz="1600" dirty="0">
                <a:latin typeface="Arial MT"/>
                <a:cs typeface="Arial MT"/>
              </a:rPr>
              <a:t>control</a:t>
            </a:r>
            <a:r>
              <a:rPr sz="1600" spc="15" dirty="0">
                <a:latin typeface="Arial MT"/>
                <a:cs typeface="Arial MT"/>
              </a:rPr>
              <a:t> </a:t>
            </a:r>
            <a:r>
              <a:rPr sz="1600" dirty="0">
                <a:latin typeface="Arial MT"/>
                <a:cs typeface="Arial MT"/>
              </a:rPr>
              <a:t>lists</a:t>
            </a:r>
            <a:r>
              <a:rPr sz="1600" spc="50" dirty="0">
                <a:latin typeface="Arial MT"/>
                <a:cs typeface="Arial MT"/>
              </a:rPr>
              <a:t> </a:t>
            </a:r>
            <a:r>
              <a:rPr sz="1600" spc="-10" dirty="0">
                <a:latin typeface="Arial MT"/>
                <a:cs typeface="Arial MT"/>
              </a:rPr>
              <a:t>(network ACLs).</a:t>
            </a:r>
            <a:endParaRPr sz="1600">
              <a:latin typeface="Arial MT"/>
              <a:cs typeface="Arial MT"/>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384935" y="1374895"/>
            <a:ext cx="3143589" cy="3905717"/>
          </a:xfrm>
          <a:prstGeom prst="rect">
            <a:avLst/>
          </a:prstGeom>
        </p:spPr>
      </p:pic>
      <p:sp>
        <p:nvSpPr>
          <p:cNvPr id="3" name="object 3" descr="$PPTXTitle"/>
          <p:cNvSpPr txBox="1">
            <a:spLocks noGrp="1"/>
          </p:cNvSpPr>
          <p:nvPr>
            <p:ph type="title"/>
          </p:nvPr>
        </p:nvSpPr>
        <p:spPr>
          <a:xfrm>
            <a:off x="1384935" y="365125"/>
            <a:ext cx="9411970" cy="886460"/>
          </a:xfrm>
          <a:prstGeom prst="rect">
            <a:avLst/>
          </a:prstGeom>
          <a:solidFill>
            <a:srgbClr val="B6F2E8"/>
          </a:solidFill>
        </p:spPr>
        <p:txBody>
          <a:bodyPr vert="horz" wrap="square" lIns="0" tIns="149225" rIns="0" bIns="0" rtlCol="0">
            <a:spAutoFit/>
          </a:bodyPr>
          <a:lstStyle/>
          <a:p>
            <a:pPr marL="384810">
              <a:lnSpc>
                <a:spcPct val="100000"/>
              </a:lnSpc>
              <a:spcBef>
                <a:spcPts val="1175"/>
              </a:spcBef>
              <a:tabLst>
                <a:tab pos="7565390" algn="l"/>
              </a:tabLst>
            </a:pPr>
            <a:r>
              <a:rPr sz="3550" spc="-555" dirty="0">
                <a:solidFill>
                  <a:srgbClr val="5BAC90"/>
                </a:solidFill>
              </a:rPr>
              <a:t>Amazon</a:t>
            </a:r>
            <a:r>
              <a:rPr sz="3550" spc="-220" dirty="0">
                <a:solidFill>
                  <a:srgbClr val="5BAC90"/>
                </a:solidFill>
              </a:rPr>
              <a:t> </a:t>
            </a:r>
            <a:r>
              <a:rPr sz="3550" spc="-425" dirty="0">
                <a:solidFill>
                  <a:srgbClr val="3A777C"/>
                </a:solidFill>
              </a:rPr>
              <a:t>Virtual </a:t>
            </a:r>
            <a:r>
              <a:rPr sz="3550" spc="-465" dirty="0">
                <a:solidFill>
                  <a:srgbClr val="318989"/>
                </a:solidFill>
              </a:rPr>
              <a:t>Private</a:t>
            </a:r>
            <a:r>
              <a:rPr sz="3550" spc="-105" dirty="0">
                <a:solidFill>
                  <a:srgbClr val="318989"/>
                </a:solidFill>
              </a:rPr>
              <a:t> </a:t>
            </a:r>
            <a:r>
              <a:rPr sz="3550" spc="-470" dirty="0">
                <a:solidFill>
                  <a:srgbClr val="41808E"/>
                </a:solidFill>
              </a:rPr>
              <a:t>Cloud</a:t>
            </a:r>
            <a:r>
              <a:rPr sz="3550" spc="-430" dirty="0">
                <a:solidFill>
                  <a:srgbClr val="41808E"/>
                </a:solidFill>
              </a:rPr>
              <a:t> </a:t>
            </a:r>
            <a:r>
              <a:rPr sz="3550" spc="-215" dirty="0">
                <a:solidFill>
                  <a:srgbClr val="2F7E89"/>
                </a:solidFill>
              </a:rPr>
              <a:t>-</a:t>
            </a:r>
            <a:r>
              <a:rPr sz="3550" spc="-484" dirty="0">
                <a:solidFill>
                  <a:srgbClr val="2F7E89"/>
                </a:solidFill>
              </a:rPr>
              <a:t> </a:t>
            </a:r>
            <a:r>
              <a:rPr sz="3550" spc="-545" dirty="0">
                <a:solidFill>
                  <a:srgbClr val="3A7782"/>
                </a:solidFill>
              </a:rPr>
              <a:t>VPC</a:t>
            </a:r>
            <a:r>
              <a:rPr sz="3550" dirty="0">
                <a:solidFill>
                  <a:srgbClr val="3A7782"/>
                </a:solidFill>
              </a:rPr>
              <a:t>	</a:t>
            </a:r>
            <a:r>
              <a:rPr sz="2100" spc="185" dirty="0">
                <a:solidFill>
                  <a:srgbClr val="909056"/>
                </a:solidFill>
              </a:rPr>
              <a:t>a</a:t>
            </a:r>
            <a:r>
              <a:rPr sz="3750" spc="277" baseline="26666" dirty="0">
                <a:solidFill>
                  <a:srgbClr val="909056"/>
                </a:solidFill>
              </a:rPr>
              <a:t>W</a:t>
            </a:r>
            <a:r>
              <a:rPr sz="2100" spc="185" dirty="0">
                <a:solidFill>
                  <a:srgbClr val="909056"/>
                </a:solidFill>
              </a:rPr>
              <a:t>s</a:t>
            </a:r>
            <a:r>
              <a:rPr sz="3550" spc="185" dirty="0">
                <a:solidFill>
                  <a:srgbClr val="286E87"/>
                </a:solidFill>
              </a:rPr>
              <a:t>"</a:t>
            </a:r>
            <a:r>
              <a:rPr sz="3550" spc="-185" dirty="0">
                <a:solidFill>
                  <a:srgbClr val="286E87"/>
                </a:solidFill>
              </a:rPr>
              <a:t> </a:t>
            </a:r>
            <a:r>
              <a:rPr sz="3550" spc="60" dirty="0">
                <a:solidFill>
                  <a:srgbClr val="136077"/>
                </a:solidFill>
              </a:rPr>
              <a:t>'</a:t>
            </a:r>
            <a:endParaRPr sz="3550"/>
          </a:p>
        </p:txBody>
      </p:sp>
      <p:pic>
        <p:nvPicPr>
          <p:cNvPr id="4" name="object 4"/>
          <p:cNvPicPr/>
          <p:nvPr/>
        </p:nvPicPr>
        <p:blipFill>
          <a:blip r:embed="rId3" cstate="print"/>
          <a:stretch>
            <a:fillRect/>
          </a:stretch>
        </p:blipFill>
        <p:spPr>
          <a:xfrm>
            <a:off x="1699294" y="5433031"/>
            <a:ext cx="2657761" cy="104787"/>
          </a:xfrm>
          <a:prstGeom prst="rect">
            <a:avLst/>
          </a:prstGeom>
        </p:spPr>
      </p:pic>
      <p:sp>
        <p:nvSpPr>
          <p:cNvPr id="5" name="object 5"/>
          <p:cNvSpPr txBox="1"/>
          <p:nvPr/>
        </p:nvSpPr>
        <p:spPr>
          <a:xfrm>
            <a:off x="4798152" y="1360333"/>
            <a:ext cx="5491480" cy="1138555"/>
          </a:xfrm>
          <a:prstGeom prst="rect">
            <a:avLst/>
          </a:prstGeom>
        </p:spPr>
        <p:txBody>
          <a:bodyPr vert="horz" wrap="square" lIns="0" tIns="17145" rIns="0" bIns="0" rtlCol="0">
            <a:spAutoFit/>
          </a:bodyPr>
          <a:lstStyle/>
          <a:p>
            <a:pPr marL="12700" marR="5080" indent="3175">
              <a:lnSpc>
                <a:spcPct val="118200"/>
              </a:lnSpc>
              <a:spcBef>
                <a:spcPts val="135"/>
              </a:spcBef>
            </a:pPr>
            <a:r>
              <a:rPr sz="1550" dirty="0">
                <a:latin typeface="Arial MT"/>
                <a:cs typeface="Arial MT"/>
              </a:rPr>
              <a:t>Amazon</a:t>
            </a:r>
            <a:r>
              <a:rPr sz="1550" spc="225" dirty="0">
                <a:latin typeface="Arial MT"/>
                <a:cs typeface="Arial MT"/>
              </a:rPr>
              <a:t> </a:t>
            </a:r>
            <a:r>
              <a:rPr sz="1550" spc="-110" dirty="0">
                <a:latin typeface="Arial MT"/>
                <a:cs typeface="Arial MT"/>
              </a:rPr>
              <a:t>VPC</a:t>
            </a:r>
            <a:r>
              <a:rPr sz="1550" spc="95" dirty="0">
                <a:latin typeface="Arial MT"/>
                <a:cs typeface="Arial MT"/>
              </a:rPr>
              <a:t> </a:t>
            </a:r>
            <a:r>
              <a:rPr sz="1550" dirty="0">
                <a:latin typeface="Arial MT"/>
                <a:cs typeface="Arial MT"/>
              </a:rPr>
              <a:t>provides</a:t>
            </a:r>
            <a:r>
              <a:rPr sz="1550" spc="145" dirty="0">
                <a:latin typeface="Arial MT"/>
                <a:cs typeface="Arial MT"/>
              </a:rPr>
              <a:t> </a:t>
            </a:r>
            <a:r>
              <a:rPr sz="1550" dirty="0">
                <a:latin typeface="Arial MT"/>
                <a:cs typeface="Arial MT"/>
              </a:rPr>
              <a:t>features</a:t>
            </a:r>
            <a:r>
              <a:rPr sz="1550" spc="40" dirty="0">
                <a:latin typeface="Arial MT"/>
                <a:cs typeface="Arial MT"/>
              </a:rPr>
              <a:t> </a:t>
            </a:r>
            <a:r>
              <a:rPr sz="1550" spc="75" dirty="0">
                <a:latin typeface="Arial MT"/>
                <a:cs typeface="Arial MT"/>
              </a:rPr>
              <a:t>that</a:t>
            </a:r>
            <a:r>
              <a:rPr sz="1550" spc="110" dirty="0">
                <a:latin typeface="Arial MT"/>
                <a:cs typeface="Arial MT"/>
              </a:rPr>
              <a:t> </a:t>
            </a:r>
            <a:r>
              <a:rPr sz="1550" dirty="0">
                <a:latin typeface="Arial MT"/>
                <a:cs typeface="Arial MT"/>
              </a:rPr>
              <a:t>you</a:t>
            </a:r>
            <a:r>
              <a:rPr sz="1550" spc="50" dirty="0">
                <a:latin typeface="Arial MT"/>
                <a:cs typeface="Arial MT"/>
              </a:rPr>
              <a:t> </a:t>
            </a:r>
            <a:r>
              <a:rPr sz="1550" dirty="0">
                <a:latin typeface="Arial MT"/>
                <a:cs typeface="Arial MT"/>
              </a:rPr>
              <a:t>can</a:t>
            </a:r>
            <a:r>
              <a:rPr sz="1550" spc="90" dirty="0">
                <a:latin typeface="Arial MT"/>
                <a:cs typeface="Arial MT"/>
              </a:rPr>
              <a:t> </a:t>
            </a:r>
            <a:r>
              <a:rPr sz="1550" dirty="0">
                <a:latin typeface="Arial MT"/>
                <a:cs typeface="Arial MT"/>
              </a:rPr>
              <a:t>rise</a:t>
            </a:r>
            <a:r>
              <a:rPr sz="1550" spc="160" dirty="0">
                <a:latin typeface="Arial MT"/>
                <a:cs typeface="Arial MT"/>
              </a:rPr>
              <a:t> </a:t>
            </a:r>
            <a:r>
              <a:rPr sz="1550" spc="60" dirty="0">
                <a:solidFill>
                  <a:srgbClr val="282828"/>
                </a:solidFill>
                <a:latin typeface="Arial MT"/>
                <a:cs typeface="Arial MT"/>
              </a:rPr>
              <a:t>to</a:t>
            </a:r>
            <a:r>
              <a:rPr sz="1550" spc="105" dirty="0">
                <a:solidFill>
                  <a:srgbClr val="282828"/>
                </a:solidFill>
                <a:latin typeface="Arial MT"/>
                <a:cs typeface="Arial MT"/>
              </a:rPr>
              <a:t> </a:t>
            </a:r>
            <a:r>
              <a:rPr sz="1550" spc="-10" dirty="0">
                <a:latin typeface="Arial MT"/>
                <a:cs typeface="Arial MT"/>
              </a:rPr>
              <a:t>increase </a:t>
            </a:r>
            <a:r>
              <a:rPr sz="1500" dirty="0">
                <a:latin typeface="Arial MT"/>
                <a:cs typeface="Arial MT"/>
              </a:rPr>
              <a:t>and</a:t>
            </a:r>
            <a:r>
              <a:rPr sz="1500" spc="135" dirty="0">
                <a:latin typeface="Arial MT"/>
                <a:cs typeface="Arial MT"/>
              </a:rPr>
              <a:t> </a:t>
            </a:r>
            <a:r>
              <a:rPr sz="1500" dirty="0">
                <a:solidFill>
                  <a:srgbClr val="2A2A2A"/>
                </a:solidFill>
                <a:latin typeface="Arial MT"/>
                <a:cs typeface="Arial MT"/>
              </a:rPr>
              <a:t>mon</a:t>
            </a:r>
            <a:r>
              <a:rPr sz="1500" spc="-45" dirty="0">
                <a:solidFill>
                  <a:srgbClr val="2A2A2A"/>
                </a:solidFill>
                <a:latin typeface="Arial MT"/>
                <a:cs typeface="Arial MT"/>
              </a:rPr>
              <a:t> </a:t>
            </a:r>
            <a:r>
              <a:rPr sz="1500" dirty="0">
                <a:latin typeface="Arial MT"/>
                <a:cs typeface="Arial MT"/>
              </a:rPr>
              <a:t>it</a:t>
            </a:r>
            <a:r>
              <a:rPr sz="1500" spc="-229" dirty="0">
                <a:latin typeface="Arial MT"/>
                <a:cs typeface="Arial MT"/>
              </a:rPr>
              <a:t> </a:t>
            </a:r>
            <a:r>
              <a:rPr sz="1500" dirty="0">
                <a:solidFill>
                  <a:srgbClr val="1F1F1F"/>
                </a:solidFill>
                <a:latin typeface="Arial MT"/>
                <a:cs typeface="Arial MT"/>
              </a:rPr>
              <a:t>or</a:t>
            </a:r>
            <a:r>
              <a:rPr sz="1500" spc="100" dirty="0">
                <a:solidFill>
                  <a:srgbClr val="1F1F1F"/>
                </a:solidFill>
                <a:latin typeface="Arial MT"/>
                <a:cs typeface="Arial MT"/>
              </a:rPr>
              <a:t> </a:t>
            </a:r>
            <a:r>
              <a:rPr sz="1500" dirty="0">
                <a:solidFill>
                  <a:srgbClr val="3D3D3D"/>
                </a:solidFill>
                <a:latin typeface="Arial MT"/>
                <a:cs typeface="Arial MT"/>
              </a:rPr>
              <a:t>tne</a:t>
            </a:r>
            <a:r>
              <a:rPr sz="1500" spc="320" dirty="0">
                <a:solidFill>
                  <a:srgbClr val="3D3D3D"/>
                </a:solidFill>
                <a:latin typeface="Arial MT"/>
                <a:cs typeface="Arial MT"/>
              </a:rPr>
              <a:t> </a:t>
            </a:r>
            <a:r>
              <a:rPr sz="1500" dirty="0">
                <a:latin typeface="Arial MT"/>
                <a:cs typeface="Arial MT"/>
              </a:rPr>
              <a:t>security</a:t>
            </a:r>
            <a:r>
              <a:rPr sz="1500" spc="229" dirty="0">
                <a:latin typeface="Arial MT"/>
                <a:cs typeface="Arial MT"/>
              </a:rPr>
              <a:t> </a:t>
            </a:r>
            <a:r>
              <a:rPr sz="1500" dirty="0">
                <a:solidFill>
                  <a:srgbClr val="212121"/>
                </a:solidFill>
                <a:latin typeface="Arial MT"/>
                <a:cs typeface="Arial MT"/>
              </a:rPr>
              <a:t>for</a:t>
            </a:r>
            <a:r>
              <a:rPr sz="1500" spc="370" dirty="0">
                <a:solidFill>
                  <a:srgbClr val="212121"/>
                </a:solidFill>
                <a:latin typeface="Arial MT"/>
                <a:cs typeface="Arial MT"/>
              </a:rPr>
              <a:t> </a:t>
            </a:r>
            <a:r>
              <a:rPr sz="1500" dirty="0">
                <a:latin typeface="Arial MT"/>
                <a:cs typeface="Arial MT"/>
              </a:rPr>
              <a:t>your</a:t>
            </a:r>
            <a:r>
              <a:rPr sz="1500" spc="235" dirty="0">
                <a:latin typeface="Arial MT"/>
                <a:cs typeface="Arial MT"/>
              </a:rPr>
              <a:t> </a:t>
            </a:r>
            <a:r>
              <a:rPr sz="1500" spc="55" dirty="0">
                <a:latin typeface="Arial MT"/>
                <a:cs typeface="Arial MT"/>
              </a:rPr>
              <a:t>virtual</a:t>
            </a:r>
            <a:r>
              <a:rPr sz="1500" spc="95" dirty="0">
                <a:latin typeface="Arial MT"/>
                <a:cs typeface="Arial MT"/>
              </a:rPr>
              <a:t> </a:t>
            </a:r>
            <a:r>
              <a:rPr sz="1500" dirty="0">
                <a:latin typeface="Arial MT"/>
                <a:cs typeface="Arial MT"/>
              </a:rPr>
              <a:t>private'</a:t>
            </a:r>
            <a:r>
              <a:rPr sz="1500" spc="185" dirty="0">
                <a:latin typeface="Arial MT"/>
                <a:cs typeface="Arial MT"/>
              </a:rPr>
              <a:t> </a:t>
            </a:r>
            <a:r>
              <a:rPr sz="1500" spc="-114" dirty="0">
                <a:latin typeface="Arial MT"/>
                <a:cs typeface="Arial MT"/>
              </a:rPr>
              <a:t>ClOLld</a:t>
            </a:r>
            <a:r>
              <a:rPr sz="1500" spc="250" dirty="0">
                <a:latin typeface="Arial MT"/>
                <a:cs typeface="Arial MT"/>
              </a:rPr>
              <a:t> </a:t>
            </a:r>
            <a:r>
              <a:rPr sz="1500" spc="-10" dirty="0">
                <a:solidFill>
                  <a:srgbClr val="131313"/>
                </a:solidFill>
                <a:latin typeface="Arial MT"/>
                <a:cs typeface="Arial MT"/>
              </a:rPr>
              <a:t>(VPC) </a:t>
            </a:r>
            <a:r>
              <a:rPr sz="1550" dirty="0">
                <a:solidFill>
                  <a:srgbClr val="131313"/>
                </a:solidFill>
                <a:latin typeface="Arial MT"/>
                <a:cs typeface="Arial MT"/>
              </a:rPr>
              <a:t>on</a:t>
            </a:r>
            <a:r>
              <a:rPr sz="1550" spc="135" dirty="0">
                <a:solidFill>
                  <a:srgbClr val="131313"/>
                </a:solidFill>
                <a:latin typeface="Arial MT"/>
                <a:cs typeface="Arial MT"/>
              </a:rPr>
              <a:t> </a:t>
            </a:r>
            <a:r>
              <a:rPr sz="1550" dirty="0">
                <a:latin typeface="Arial MT"/>
                <a:cs typeface="Arial MT"/>
              </a:rPr>
              <a:t>demand.</a:t>
            </a:r>
            <a:r>
              <a:rPr sz="1550" spc="70" dirty="0">
                <a:latin typeface="Arial MT"/>
                <a:cs typeface="Arial MT"/>
              </a:rPr>
              <a:t> </a:t>
            </a:r>
            <a:r>
              <a:rPr sz="1550" dirty="0">
                <a:latin typeface="Arial MT"/>
                <a:cs typeface="Arial MT"/>
              </a:rPr>
              <a:t>Therefore,</a:t>
            </a:r>
            <a:r>
              <a:rPr sz="1550" spc="195" dirty="0">
                <a:latin typeface="Arial MT"/>
                <a:cs typeface="Arial MT"/>
              </a:rPr>
              <a:t> </a:t>
            </a:r>
            <a:r>
              <a:rPr sz="1550" dirty="0">
                <a:solidFill>
                  <a:srgbClr val="1A1A1A"/>
                </a:solidFill>
                <a:latin typeface="Arial MT"/>
                <a:cs typeface="Arial MT"/>
              </a:rPr>
              <a:t>you</a:t>
            </a:r>
            <a:r>
              <a:rPr sz="1550" spc="130" dirty="0">
                <a:solidFill>
                  <a:srgbClr val="1A1A1A"/>
                </a:solidFill>
                <a:latin typeface="Arial MT"/>
                <a:cs typeface="Arial MT"/>
              </a:rPr>
              <a:t> </a:t>
            </a:r>
            <a:r>
              <a:rPr sz="1550" dirty="0">
                <a:latin typeface="Arial MT"/>
                <a:cs typeface="Arial MT"/>
              </a:rPr>
              <a:t>can</a:t>
            </a:r>
            <a:r>
              <a:rPr sz="1550" spc="60" dirty="0">
                <a:latin typeface="Arial MT"/>
                <a:cs typeface="Arial MT"/>
              </a:rPr>
              <a:t> </a:t>
            </a:r>
            <a:r>
              <a:rPr sz="1550" dirty="0">
                <a:latin typeface="Arial MT"/>
                <a:cs typeface="Arial MT"/>
              </a:rPr>
              <a:t>create</a:t>
            </a:r>
            <a:r>
              <a:rPr sz="1550" spc="75" dirty="0">
                <a:latin typeface="Arial MT"/>
                <a:cs typeface="Arial MT"/>
              </a:rPr>
              <a:t> </a:t>
            </a:r>
            <a:r>
              <a:rPr sz="1550" dirty="0">
                <a:solidFill>
                  <a:srgbClr val="383838"/>
                </a:solidFill>
                <a:latin typeface="Arial MT"/>
                <a:cs typeface="Arial MT"/>
              </a:rPr>
              <a:t>a</a:t>
            </a:r>
            <a:r>
              <a:rPr sz="1550" spc="175" dirty="0">
                <a:solidFill>
                  <a:srgbClr val="383838"/>
                </a:solidFill>
                <a:latin typeface="Arial MT"/>
                <a:cs typeface="Arial MT"/>
              </a:rPr>
              <a:t> </a:t>
            </a:r>
            <a:r>
              <a:rPr sz="1550" dirty="0">
                <a:latin typeface="Arial MT"/>
                <a:cs typeface="Arial MT"/>
              </a:rPr>
              <a:t>data</a:t>
            </a:r>
            <a:r>
              <a:rPr sz="1550" spc="105" dirty="0">
                <a:latin typeface="Arial MT"/>
                <a:cs typeface="Arial MT"/>
              </a:rPr>
              <a:t> </a:t>
            </a:r>
            <a:r>
              <a:rPr sz="1550" dirty="0">
                <a:solidFill>
                  <a:srgbClr val="0E0E0E"/>
                </a:solidFill>
                <a:latin typeface="Arial MT"/>
                <a:cs typeface="Arial MT"/>
              </a:rPr>
              <a:t>center</a:t>
            </a:r>
            <a:r>
              <a:rPr sz="1550" spc="145" dirty="0">
                <a:solidFill>
                  <a:srgbClr val="0E0E0E"/>
                </a:solidFill>
                <a:latin typeface="Arial MT"/>
                <a:cs typeface="Arial MT"/>
              </a:rPr>
              <a:t> </a:t>
            </a:r>
            <a:r>
              <a:rPr sz="1550" spc="-10" dirty="0">
                <a:latin typeface="Arial MT"/>
                <a:cs typeface="Arial MT"/>
              </a:rPr>
              <a:t>as</a:t>
            </a:r>
            <a:r>
              <a:rPr sz="1550" spc="55" dirty="0">
                <a:latin typeface="Arial MT"/>
                <a:cs typeface="Arial MT"/>
              </a:rPr>
              <a:t> </a:t>
            </a:r>
            <a:r>
              <a:rPr sz="1550" spc="-25" dirty="0">
                <a:solidFill>
                  <a:srgbClr val="0E0E0E"/>
                </a:solidFill>
                <a:latin typeface="Arial MT"/>
                <a:cs typeface="Arial MT"/>
              </a:rPr>
              <a:t>you </a:t>
            </a:r>
            <a:r>
              <a:rPr sz="1550" dirty="0">
                <a:solidFill>
                  <a:srgbClr val="2F2F2F"/>
                </a:solidFill>
                <a:latin typeface="Arial MT"/>
                <a:cs typeface="Arial MT"/>
              </a:rPr>
              <a:t>need</a:t>
            </a:r>
            <a:r>
              <a:rPr sz="1550" spc="175" dirty="0">
                <a:solidFill>
                  <a:srgbClr val="2F2F2F"/>
                </a:solidFill>
                <a:latin typeface="Arial MT"/>
                <a:cs typeface="Arial MT"/>
              </a:rPr>
              <a:t> </a:t>
            </a:r>
            <a:r>
              <a:rPr sz="1550" dirty="0">
                <a:latin typeface="Arial MT"/>
                <a:cs typeface="Arial MT"/>
              </a:rPr>
              <a:t>it</a:t>
            </a:r>
            <a:r>
              <a:rPr sz="1550" spc="265" dirty="0">
                <a:latin typeface="Arial MT"/>
                <a:cs typeface="Arial MT"/>
              </a:rPr>
              <a:t> </a:t>
            </a:r>
            <a:r>
              <a:rPr sz="1550" dirty="0">
                <a:latin typeface="Arial MT"/>
                <a:cs typeface="Arial MT"/>
              </a:rPr>
              <a:t>and</a:t>
            </a:r>
            <a:r>
              <a:rPr sz="1550" spc="160" dirty="0">
                <a:latin typeface="Arial MT"/>
                <a:cs typeface="Arial MT"/>
              </a:rPr>
              <a:t> </a:t>
            </a:r>
            <a:r>
              <a:rPr sz="1550" dirty="0">
                <a:latin typeface="Arial MT"/>
                <a:cs typeface="Arial MT"/>
              </a:rPr>
              <a:t>terminate</a:t>
            </a:r>
            <a:r>
              <a:rPr sz="1550" spc="310" dirty="0">
                <a:latin typeface="Arial MT"/>
                <a:cs typeface="Arial MT"/>
              </a:rPr>
              <a:t> </a:t>
            </a:r>
            <a:r>
              <a:rPr sz="1550" dirty="0">
                <a:latin typeface="Arial MT"/>
                <a:cs typeface="Arial MT"/>
              </a:rPr>
              <a:t>it</a:t>
            </a:r>
            <a:r>
              <a:rPr sz="1550" spc="200" dirty="0">
                <a:latin typeface="Arial MT"/>
                <a:cs typeface="Arial MT"/>
              </a:rPr>
              <a:t> </a:t>
            </a:r>
            <a:r>
              <a:rPr sz="1550" dirty="0">
                <a:solidFill>
                  <a:srgbClr val="0C0C0C"/>
                </a:solidFill>
                <a:latin typeface="Arial MT"/>
                <a:cs typeface="Arial MT"/>
              </a:rPr>
              <a:t>when</a:t>
            </a:r>
            <a:r>
              <a:rPr sz="1550" spc="204" dirty="0">
                <a:solidFill>
                  <a:srgbClr val="0C0C0C"/>
                </a:solidFill>
                <a:latin typeface="Arial MT"/>
                <a:cs typeface="Arial MT"/>
              </a:rPr>
              <a:t> </a:t>
            </a:r>
            <a:r>
              <a:rPr sz="1550" dirty="0">
                <a:solidFill>
                  <a:srgbClr val="181818"/>
                </a:solidFill>
                <a:latin typeface="Arial MT"/>
                <a:cs typeface="Arial MT"/>
              </a:rPr>
              <a:t>you</a:t>
            </a:r>
            <a:r>
              <a:rPr sz="1550" spc="50" dirty="0">
                <a:solidFill>
                  <a:srgbClr val="181818"/>
                </a:solidFill>
                <a:latin typeface="Arial MT"/>
                <a:cs typeface="Arial MT"/>
              </a:rPr>
              <a:t> </a:t>
            </a:r>
            <a:r>
              <a:rPr sz="1550" spc="55" dirty="0">
                <a:solidFill>
                  <a:srgbClr val="1F1F1F"/>
                </a:solidFill>
                <a:latin typeface="Arial MT"/>
                <a:cs typeface="Arial MT"/>
              </a:rPr>
              <a:t>no</a:t>
            </a:r>
            <a:r>
              <a:rPr sz="1550" spc="190" dirty="0">
                <a:solidFill>
                  <a:srgbClr val="1F1F1F"/>
                </a:solidFill>
                <a:latin typeface="Arial MT"/>
                <a:cs typeface="Arial MT"/>
              </a:rPr>
              <a:t> </a:t>
            </a:r>
            <a:r>
              <a:rPr sz="1550" dirty="0">
                <a:latin typeface="Arial MT"/>
                <a:cs typeface="Arial MT"/>
              </a:rPr>
              <a:t>longer</a:t>
            </a:r>
            <a:r>
              <a:rPr sz="1550" spc="190" dirty="0">
                <a:latin typeface="Arial MT"/>
                <a:cs typeface="Arial MT"/>
              </a:rPr>
              <a:t> </a:t>
            </a:r>
            <a:r>
              <a:rPr sz="1550" dirty="0">
                <a:solidFill>
                  <a:srgbClr val="131313"/>
                </a:solidFill>
                <a:latin typeface="Arial MT"/>
                <a:cs typeface="Arial MT"/>
              </a:rPr>
              <a:t>need</a:t>
            </a:r>
            <a:r>
              <a:rPr sz="1550" spc="265" dirty="0">
                <a:solidFill>
                  <a:srgbClr val="131313"/>
                </a:solidFill>
                <a:latin typeface="Arial MT"/>
                <a:cs typeface="Arial MT"/>
              </a:rPr>
              <a:t> </a:t>
            </a:r>
            <a:r>
              <a:rPr sz="1550" spc="-25" dirty="0">
                <a:solidFill>
                  <a:srgbClr val="0F0F0F"/>
                </a:solidFill>
                <a:latin typeface="Arial MT"/>
                <a:cs typeface="Arial MT"/>
              </a:rPr>
              <a:t>it.</a:t>
            </a:r>
            <a:endParaRPr sz="1550">
              <a:latin typeface="Arial MT"/>
              <a:cs typeface="Arial MT"/>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370964" y="1374895"/>
            <a:ext cx="3143587" cy="3915240"/>
          </a:xfrm>
          <a:prstGeom prst="rect">
            <a:avLst/>
          </a:prstGeom>
        </p:spPr>
      </p:pic>
      <p:sp>
        <p:nvSpPr>
          <p:cNvPr id="3" name="object 3"/>
          <p:cNvSpPr/>
          <p:nvPr/>
        </p:nvSpPr>
        <p:spPr>
          <a:xfrm>
            <a:off x="1370964" y="365125"/>
            <a:ext cx="9440545" cy="895985"/>
          </a:xfrm>
          <a:custGeom>
            <a:avLst/>
            <a:gdLst/>
            <a:ahLst/>
            <a:cxnLst/>
            <a:rect l="l" t="t" r="r" b="b"/>
            <a:pathLst>
              <a:path w="9440545" h="895985">
                <a:moveTo>
                  <a:pt x="9439275" y="895350"/>
                </a:moveTo>
                <a:lnTo>
                  <a:pt x="0" y="895350"/>
                </a:lnTo>
                <a:lnTo>
                  <a:pt x="0" y="0"/>
                </a:lnTo>
                <a:lnTo>
                  <a:pt x="9439275" y="0"/>
                </a:lnTo>
                <a:lnTo>
                  <a:pt x="9439275" y="895350"/>
                </a:lnTo>
                <a:close/>
              </a:path>
            </a:pathLst>
          </a:custGeom>
          <a:solidFill>
            <a:srgbClr val="BAEFEB"/>
          </a:solidFill>
        </p:spPr>
        <p:txBody>
          <a:bodyPr wrap="square" lIns="0" tIns="0" rIns="0" bIns="0" rtlCol="0"/>
          <a:lstStyle/>
          <a:p>
            <a:endParaRPr/>
          </a:p>
        </p:txBody>
      </p:sp>
      <p:sp>
        <p:nvSpPr>
          <p:cNvPr id="4" name="object 4" descr="$PPTXTitle"/>
          <p:cNvSpPr txBox="1">
            <a:spLocks noGrp="1"/>
          </p:cNvSpPr>
          <p:nvPr>
            <p:ph type="title"/>
          </p:nvPr>
        </p:nvSpPr>
        <p:spPr>
          <a:xfrm>
            <a:off x="1765330" y="511193"/>
            <a:ext cx="6121400" cy="567055"/>
          </a:xfrm>
          <a:prstGeom prst="rect">
            <a:avLst/>
          </a:prstGeom>
        </p:spPr>
        <p:txBody>
          <a:bodyPr vert="horz" wrap="square" lIns="0" tIns="12700" rIns="0" bIns="0" rtlCol="0">
            <a:spAutoFit/>
          </a:bodyPr>
          <a:lstStyle/>
          <a:p>
            <a:pPr>
              <a:lnSpc>
                <a:spcPct val="100000"/>
              </a:lnSpc>
              <a:spcBef>
                <a:spcPts val="100"/>
              </a:spcBef>
            </a:pPr>
            <a:r>
              <a:rPr sz="3550" spc="-580" dirty="0">
                <a:solidFill>
                  <a:srgbClr val="67A58E"/>
                </a:solidFill>
              </a:rPr>
              <a:t>Amazon</a:t>
            </a:r>
            <a:r>
              <a:rPr sz="3550" spc="-145" dirty="0">
                <a:solidFill>
                  <a:srgbClr val="67A58E"/>
                </a:solidFill>
              </a:rPr>
              <a:t> </a:t>
            </a:r>
            <a:r>
              <a:rPr sz="3550" spc="-425" dirty="0">
                <a:solidFill>
                  <a:srgbClr val="3F7C7E"/>
                </a:solidFill>
              </a:rPr>
              <a:t>Virtual</a:t>
            </a:r>
            <a:r>
              <a:rPr sz="3550" spc="-430" dirty="0">
                <a:solidFill>
                  <a:srgbClr val="3F7C7E"/>
                </a:solidFill>
              </a:rPr>
              <a:t> </a:t>
            </a:r>
            <a:r>
              <a:rPr sz="3550" spc="-465" dirty="0">
                <a:solidFill>
                  <a:srgbClr val="428E90"/>
                </a:solidFill>
              </a:rPr>
              <a:t>Private</a:t>
            </a:r>
            <a:r>
              <a:rPr sz="3550" spc="-100" dirty="0">
                <a:solidFill>
                  <a:srgbClr val="428E90"/>
                </a:solidFill>
              </a:rPr>
              <a:t> </a:t>
            </a:r>
            <a:r>
              <a:rPr sz="3550" spc="-470" dirty="0">
                <a:solidFill>
                  <a:srgbClr val="4F828E"/>
                </a:solidFill>
              </a:rPr>
              <a:t>Cloud</a:t>
            </a:r>
            <a:r>
              <a:rPr sz="3550" spc="-425" dirty="0">
                <a:solidFill>
                  <a:srgbClr val="4F828E"/>
                </a:solidFill>
              </a:rPr>
              <a:t> </a:t>
            </a:r>
            <a:r>
              <a:rPr sz="3550" spc="-215" dirty="0">
                <a:solidFill>
                  <a:srgbClr val="3B8999"/>
                </a:solidFill>
              </a:rPr>
              <a:t>-</a:t>
            </a:r>
            <a:r>
              <a:rPr sz="3550" spc="-490" dirty="0">
                <a:solidFill>
                  <a:srgbClr val="3B8999"/>
                </a:solidFill>
              </a:rPr>
              <a:t> </a:t>
            </a:r>
            <a:r>
              <a:rPr sz="3550" spc="-550" dirty="0">
                <a:solidFill>
                  <a:srgbClr val="3B7579"/>
                </a:solidFill>
              </a:rPr>
              <a:t>VPC</a:t>
            </a:r>
            <a:endParaRPr sz="3550"/>
          </a:p>
        </p:txBody>
      </p:sp>
      <p:sp>
        <p:nvSpPr>
          <p:cNvPr id="5" name="object 5"/>
          <p:cNvSpPr txBox="1"/>
          <p:nvPr/>
        </p:nvSpPr>
        <p:spPr>
          <a:xfrm>
            <a:off x="9057350" y="590578"/>
            <a:ext cx="1209040" cy="277495"/>
          </a:xfrm>
          <a:prstGeom prst="rect">
            <a:avLst/>
          </a:prstGeom>
        </p:spPr>
        <p:txBody>
          <a:bodyPr vert="horz" wrap="square" lIns="0" tIns="12700" rIns="0" bIns="0" rtlCol="0">
            <a:spAutoFit/>
          </a:bodyPr>
          <a:lstStyle/>
          <a:p>
            <a:pPr>
              <a:lnSpc>
                <a:spcPct val="100000"/>
              </a:lnSpc>
              <a:spcBef>
                <a:spcPts val="100"/>
              </a:spcBef>
            </a:pPr>
            <a:r>
              <a:rPr sz="1650" spc="-220" dirty="0">
                <a:solidFill>
                  <a:srgbClr val="5D9E7C"/>
                </a:solidFill>
                <a:latin typeface="Verdana"/>
                <a:cs typeface="Verdana"/>
              </a:rPr>
              <a:t>ãWS_</a:t>
            </a:r>
            <a:r>
              <a:rPr sz="1650" spc="85" dirty="0">
                <a:solidFill>
                  <a:srgbClr val="5D9E7C"/>
                </a:solidFill>
                <a:latin typeface="Verdana"/>
                <a:cs typeface="Verdana"/>
              </a:rPr>
              <a:t> </a:t>
            </a:r>
            <a:r>
              <a:rPr sz="1650" spc="-280" dirty="0">
                <a:solidFill>
                  <a:srgbClr val="2A7082"/>
                </a:solidFill>
                <a:latin typeface="Verdana"/>
                <a:cs typeface="Verdana"/>
              </a:rPr>
              <a:t>educate</a:t>
            </a:r>
            <a:endParaRPr sz="1650">
              <a:latin typeface="Verdana"/>
              <a:cs typeface="Verdana"/>
            </a:endParaRPr>
          </a:p>
        </p:txBody>
      </p:sp>
      <p:pic>
        <p:nvPicPr>
          <p:cNvPr id="6" name="object 6"/>
          <p:cNvPicPr/>
          <p:nvPr/>
        </p:nvPicPr>
        <p:blipFill>
          <a:blip r:embed="rId3" cstate="print"/>
          <a:stretch>
            <a:fillRect/>
          </a:stretch>
        </p:blipFill>
        <p:spPr>
          <a:xfrm>
            <a:off x="1685324" y="5442553"/>
            <a:ext cx="2657760" cy="104787"/>
          </a:xfrm>
          <a:prstGeom prst="rect">
            <a:avLst/>
          </a:prstGeom>
        </p:spPr>
      </p:pic>
      <p:sp>
        <p:nvSpPr>
          <p:cNvPr id="7" name="object 7"/>
          <p:cNvSpPr txBox="1"/>
          <p:nvPr/>
        </p:nvSpPr>
        <p:spPr>
          <a:xfrm>
            <a:off x="4782870" y="1379024"/>
            <a:ext cx="5568950" cy="3634740"/>
          </a:xfrm>
          <a:prstGeom prst="rect">
            <a:avLst/>
          </a:prstGeom>
        </p:spPr>
        <p:txBody>
          <a:bodyPr vert="horz" wrap="square" lIns="0" tIns="12700" rIns="0" bIns="0" rtlCol="0">
            <a:spAutoFit/>
          </a:bodyPr>
          <a:lstStyle/>
          <a:p>
            <a:pPr marL="17145" marR="672465" indent="-5080">
              <a:lnSpc>
                <a:spcPct val="113300"/>
              </a:lnSpc>
              <a:spcBef>
                <a:spcPts val="100"/>
              </a:spcBef>
            </a:pPr>
            <a:r>
              <a:rPr sz="1600" dirty="0">
                <a:latin typeface="Arial MT"/>
                <a:cs typeface="Arial MT"/>
              </a:rPr>
              <a:t>The</a:t>
            </a:r>
            <a:r>
              <a:rPr sz="1600" spc="75" dirty="0">
                <a:latin typeface="Arial MT"/>
                <a:cs typeface="Arial MT"/>
              </a:rPr>
              <a:t> </a:t>
            </a:r>
            <a:r>
              <a:rPr sz="1600" dirty="0">
                <a:latin typeface="Arial MT"/>
                <a:cs typeface="Arial MT"/>
              </a:rPr>
              <a:t>following</a:t>
            </a:r>
            <a:r>
              <a:rPr sz="1600" spc="180" dirty="0">
                <a:latin typeface="Arial MT"/>
                <a:cs typeface="Arial MT"/>
              </a:rPr>
              <a:t> </a:t>
            </a:r>
            <a:r>
              <a:rPr sz="1600" dirty="0">
                <a:latin typeface="Arial MT"/>
                <a:cs typeface="Arial MT"/>
              </a:rPr>
              <a:t>list</a:t>
            </a:r>
            <a:r>
              <a:rPr sz="1600" spc="70" dirty="0">
                <a:latin typeface="Arial MT"/>
                <a:cs typeface="Arial MT"/>
              </a:rPr>
              <a:t> </a:t>
            </a:r>
            <a:r>
              <a:rPr sz="1600" spc="-10" dirty="0">
                <a:latin typeface="Arial MT"/>
                <a:cs typeface="Arial MT"/>
              </a:rPr>
              <a:t>describes</a:t>
            </a:r>
            <a:r>
              <a:rPr sz="1600" spc="130" dirty="0">
                <a:latin typeface="Arial MT"/>
                <a:cs typeface="Arial MT"/>
              </a:rPr>
              <a:t> </a:t>
            </a:r>
            <a:r>
              <a:rPr sz="1600" dirty="0">
                <a:latin typeface="Arial MT"/>
                <a:cs typeface="Arial MT"/>
              </a:rPr>
              <a:t>a</a:t>
            </a:r>
            <a:r>
              <a:rPr sz="1600" spc="135" dirty="0">
                <a:latin typeface="Arial MT"/>
                <a:cs typeface="Arial MT"/>
              </a:rPr>
              <a:t> </a:t>
            </a:r>
            <a:r>
              <a:rPr sz="1600" dirty="0">
                <a:latin typeface="Arial MT"/>
                <a:cs typeface="Arial MT"/>
              </a:rPr>
              <a:t>few</a:t>
            </a:r>
            <a:r>
              <a:rPr sz="1600" spc="155" dirty="0">
                <a:latin typeface="Arial MT"/>
                <a:cs typeface="Arial MT"/>
              </a:rPr>
              <a:t> </a:t>
            </a:r>
            <a:r>
              <a:rPr sz="1600" dirty="0">
                <a:latin typeface="Arial MT"/>
                <a:cs typeface="Arial MT"/>
              </a:rPr>
              <a:t>of</a:t>
            </a:r>
            <a:r>
              <a:rPr sz="1600" spc="85" dirty="0">
                <a:latin typeface="Arial MT"/>
                <a:cs typeface="Arial MT"/>
              </a:rPr>
              <a:t> </a:t>
            </a:r>
            <a:r>
              <a:rPr sz="1600" dirty="0">
                <a:solidFill>
                  <a:srgbClr val="282828"/>
                </a:solidFill>
                <a:latin typeface="Arial MT"/>
                <a:cs typeface="Arial MT"/>
              </a:rPr>
              <a:t>the</a:t>
            </a:r>
            <a:r>
              <a:rPr sz="1600" spc="45" dirty="0">
                <a:solidFill>
                  <a:srgbClr val="282828"/>
                </a:solidFill>
                <a:latin typeface="Arial MT"/>
                <a:cs typeface="Arial MT"/>
              </a:rPr>
              <a:t> </a:t>
            </a:r>
            <a:r>
              <a:rPr sz="1600" dirty="0">
                <a:latin typeface="Arial MT"/>
                <a:cs typeface="Arial MT"/>
              </a:rPr>
              <a:t>beneñts</a:t>
            </a:r>
            <a:r>
              <a:rPr sz="1600" spc="135" dirty="0">
                <a:latin typeface="Arial MT"/>
                <a:cs typeface="Arial MT"/>
              </a:rPr>
              <a:t> </a:t>
            </a:r>
            <a:r>
              <a:rPr sz="1600" spc="-20" dirty="0">
                <a:latin typeface="Arial MT"/>
                <a:cs typeface="Arial MT"/>
              </a:rPr>
              <a:t>that </a:t>
            </a:r>
            <a:r>
              <a:rPr sz="1600" dirty="0">
                <a:latin typeface="Arial MT"/>
                <a:cs typeface="Arial MT"/>
              </a:rPr>
              <a:t>Amazon</a:t>
            </a:r>
            <a:r>
              <a:rPr sz="1600" spc="114" dirty="0">
                <a:latin typeface="Arial MT"/>
                <a:cs typeface="Arial MT"/>
              </a:rPr>
              <a:t> </a:t>
            </a:r>
            <a:r>
              <a:rPr sz="1600" spc="-120" dirty="0">
                <a:latin typeface="Arial MT"/>
                <a:cs typeface="Arial MT"/>
              </a:rPr>
              <a:t>VPC</a:t>
            </a:r>
            <a:r>
              <a:rPr sz="1600" spc="10" dirty="0">
                <a:latin typeface="Arial MT"/>
                <a:cs typeface="Arial MT"/>
              </a:rPr>
              <a:t> </a:t>
            </a:r>
            <a:r>
              <a:rPr sz="1600" spc="-10" dirty="0">
                <a:latin typeface="Arial MT"/>
                <a:cs typeface="Arial MT"/>
              </a:rPr>
              <a:t>offers.</a:t>
            </a:r>
            <a:endParaRPr sz="1600">
              <a:latin typeface="Arial MT"/>
              <a:cs typeface="Arial MT"/>
            </a:endParaRPr>
          </a:p>
          <a:p>
            <a:pPr marL="171450" marR="40005" indent="-155575" algn="just">
              <a:lnSpc>
                <a:spcPct val="116599"/>
              </a:lnSpc>
              <a:spcBef>
                <a:spcPts val="1210"/>
              </a:spcBef>
              <a:buChar char="•"/>
              <a:tabLst>
                <a:tab pos="171450" algn="l"/>
                <a:tab pos="180340" algn="l"/>
              </a:tabLst>
            </a:pPr>
            <a:r>
              <a:rPr sz="1600" dirty="0">
                <a:latin typeface="Arial MT"/>
                <a:cs typeface="Arial MT"/>
              </a:rPr>
              <a:t>	Amazon</a:t>
            </a:r>
            <a:r>
              <a:rPr sz="1600" spc="210" dirty="0">
                <a:latin typeface="Arial MT"/>
                <a:cs typeface="Arial MT"/>
              </a:rPr>
              <a:t> </a:t>
            </a:r>
            <a:r>
              <a:rPr sz="1600" spc="-140" dirty="0">
                <a:latin typeface="Arial MT"/>
                <a:cs typeface="Arial MT"/>
              </a:rPr>
              <a:t>VPC</a:t>
            </a:r>
            <a:r>
              <a:rPr sz="1600" spc="25" dirty="0">
                <a:latin typeface="Arial MT"/>
                <a:cs typeface="Arial MT"/>
              </a:rPr>
              <a:t> </a:t>
            </a:r>
            <a:r>
              <a:rPr sz="1600" dirty="0">
                <a:latin typeface="Arial MT"/>
                <a:cs typeface="Arial MT"/>
              </a:rPr>
              <a:t>provides</a:t>
            </a:r>
            <a:r>
              <a:rPr sz="1600" spc="55" dirty="0">
                <a:latin typeface="Arial MT"/>
                <a:cs typeface="Arial MT"/>
              </a:rPr>
              <a:t> </a:t>
            </a:r>
            <a:r>
              <a:rPr sz="1600" dirty="0">
                <a:latin typeface="Arial MT"/>
                <a:cs typeface="Arial MT"/>
              </a:rPr>
              <a:t>advanced</a:t>
            </a:r>
            <a:r>
              <a:rPr sz="1600" spc="90" dirty="0">
                <a:latin typeface="Arial MT"/>
                <a:cs typeface="Arial MT"/>
              </a:rPr>
              <a:t> </a:t>
            </a:r>
            <a:r>
              <a:rPr sz="1600" dirty="0">
                <a:latin typeface="Arial MT"/>
                <a:cs typeface="Arial MT"/>
              </a:rPr>
              <a:t>security</a:t>
            </a:r>
            <a:r>
              <a:rPr sz="1600" spc="100" dirty="0">
                <a:latin typeface="Arial MT"/>
                <a:cs typeface="Arial MT"/>
              </a:rPr>
              <a:t> </a:t>
            </a:r>
            <a:r>
              <a:rPr sz="1600" dirty="0">
                <a:latin typeface="Arial MT"/>
                <a:cs typeface="Arial MT"/>
              </a:rPr>
              <a:t>featu</a:t>
            </a:r>
            <a:r>
              <a:rPr sz="1600" spc="240" dirty="0">
                <a:latin typeface="Arial MT"/>
                <a:cs typeface="Arial MT"/>
              </a:rPr>
              <a:t> </a:t>
            </a:r>
            <a:r>
              <a:rPr sz="1600" spc="-120" dirty="0">
                <a:latin typeface="Arial MT"/>
                <a:cs typeface="Arial MT"/>
              </a:rPr>
              <a:t>es</a:t>
            </a:r>
            <a:r>
              <a:rPr sz="1600" spc="15" dirty="0">
                <a:latin typeface="Arial MT"/>
                <a:cs typeface="Arial MT"/>
              </a:rPr>
              <a:t> </a:t>
            </a:r>
            <a:r>
              <a:rPr sz="1600" dirty="0">
                <a:latin typeface="Arial MT"/>
                <a:cs typeface="Arial MT"/>
              </a:rPr>
              <a:t>that</a:t>
            </a:r>
            <a:r>
              <a:rPr sz="1600" spc="75" dirty="0">
                <a:latin typeface="Arial MT"/>
                <a:cs typeface="Arial MT"/>
              </a:rPr>
              <a:t> </a:t>
            </a:r>
            <a:r>
              <a:rPr sz="1600" spc="-25" dirty="0">
                <a:latin typeface="Arial MT"/>
                <a:cs typeface="Arial MT"/>
              </a:rPr>
              <a:t>you </a:t>
            </a:r>
            <a:r>
              <a:rPr sz="1600" dirty="0">
                <a:latin typeface="Arial MT"/>
                <a:cs typeface="Arial MT"/>
              </a:rPr>
              <a:t>can</a:t>
            </a:r>
            <a:r>
              <a:rPr sz="1600" spc="85" dirty="0">
                <a:latin typeface="Arial MT"/>
                <a:cs typeface="Arial MT"/>
              </a:rPr>
              <a:t> </a:t>
            </a:r>
            <a:r>
              <a:rPr sz="1600" dirty="0">
                <a:latin typeface="Arial MT"/>
                <a:cs typeface="Arial MT"/>
              </a:rPr>
              <a:t>use</a:t>
            </a:r>
            <a:r>
              <a:rPr sz="1600" spc="160" dirty="0">
                <a:latin typeface="Arial MT"/>
                <a:cs typeface="Arial MT"/>
              </a:rPr>
              <a:t> </a:t>
            </a:r>
            <a:r>
              <a:rPr sz="1600" dirty="0">
                <a:solidFill>
                  <a:srgbClr val="1F1F1F"/>
                </a:solidFill>
                <a:latin typeface="Arial MT"/>
                <a:cs typeface="Arial MT"/>
              </a:rPr>
              <a:t>to</a:t>
            </a:r>
            <a:r>
              <a:rPr sz="1600" spc="325" dirty="0">
                <a:solidFill>
                  <a:srgbClr val="1F1F1F"/>
                </a:solidFill>
                <a:latin typeface="Arial MT"/>
                <a:cs typeface="Arial MT"/>
              </a:rPr>
              <a:t> </a:t>
            </a:r>
            <a:r>
              <a:rPr sz="1600" dirty="0">
                <a:solidFill>
                  <a:srgbClr val="1A1A1A"/>
                </a:solidFill>
                <a:latin typeface="Arial MT"/>
                <a:cs typeface="Arial MT"/>
              </a:rPr>
              <a:t>perform</a:t>
            </a:r>
            <a:r>
              <a:rPr sz="1600" spc="110" dirty="0">
                <a:solidFill>
                  <a:srgbClr val="1A1A1A"/>
                </a:solidFill>
                <a:latin typeface="Arial MT"/>
                <a:cs typeface="Arial MT"/>
              </a:rPr>
              <a:t> </a:t>
            </a:r>
            <a:r>
              <a:rPr sz="1600" dirty="0">
                <a:solidFill>
                  <a:srgbClr val="3B3B3B"/>
                </a:solidFill>
                <a:latin typeface="Arial MT"/>
                <a:cs typeface="Arial MT"/>
              </a:rPr>
              <a:t>in</a:t>
            </a:r>
            <a:r>
              <a:rPr sz="1600" dirty="0">
                <a:latin typeface="Arial MT"/>
                <a:cs typeface="Arial MT"/>
              </a:rPr>
              <a:t>bound</a:t>
            </a:r>
            <a:r>
              <a:rPr sz="1600" spc="145" dirty="0">
                <a:latin typeface="Arial MT"/>
                <a:cs typeface="Arial MT"/>
              </a:rPr>
              <a:t> </a:t>
            </a:r>
            <a:r>
              <a:rPr sz="1600" dirty="0">
                <a:latin typeface="Arial MT"/>
                <a:cs typeface="Arial MT"/>
              </a:rPr>
              <a:t>and</a:t>
            </a:r>
            <a:r>
              <a:rPr sz="1600" spc="65" dirty="0">
                <a:latin typeface="Arial MT"/>
                <a:cs typeface="Arial MT"/>
              </a:rPr>
              <a:t> </a:t>
            </a:r>
            <a:r>
              <a:rPr sz="1600" dirty="0">
                <a:solidFill>
                  <a:srgbClr val="0E0E0E"/>
                </a:solidFill>
                <a:latin typeface="Arial MT"/>
                <a:cs typeface="Arial MT"/>
              </a:rPr>
              <a:t>outbound</a:t>
            </a:r>
            <a:r>
              <a:rPr sz="1600" spc="210" dirty="0">
                <a:solidFill>
                  <a:srgbClr val="0E0E0E"/>
                </a:solidFill>
                <a:latin typeface="Arial MT"/>
                <a:cs typeface="Arial MT"/>
              </a:rPr>
              <a:t> </a:t>
            </a:r>
            <a:r>
              <a:rPr sz="1600" dirty="0">
                <a:latin typeface="Arial MT"/>
                <a:cs typeface="Arial MT"/>
              </a:rPr>
              <a:t>Altering</a:t>
            </a:r>
            <a:r>
              <a:rPr sz="1600" spc="195" dirty="0">
                <a:latin typeface="Arial MT"/>
                <a:cs typeface="Arial MT"/>
              </a:rPr>
              <a:t> </a:t>
            </a:r>
            <a:r>
              <a:rPr sz="1600" dirty="0">
                <a:solidFill>
                  <a:srgbClr val="181818"/>
                </a:solidFill>
                <a:latin typeface="Arial MT"/>
                <a:cs typeface="Arial MT"/>
              </a:rPr>
              <a:t>at</a:t>
            </a:r>
            <a:r>
              <a:rPr sz="1600" spc="90" dirty="0">
                <a:solidFill>
                  <a:srgbClr val="181818"/>
                </a:solidFill>
                <a:latin typeface="Arial MT"/>
                <a:cs typeface="Arial MT"/>
              </a:rPr>
              <a:t> </a:t>
            </a:r>
            <a:r>
              <a:rPr sz="1600" spc="-25" dirty="0">
                <a:latin typeface="Arial MT"/>
                <a:cs typeface="Arial MT"/>
              </a:rPr>
              <a:t>the </a:t>
            </a:r>
            <a:r>
              <a:rPr sz="1550" dirty="0">
                <a:latin typeface="Arial MT"/>
                <a:cs typeface="Arial MT"/>
              </a:rPr>
              <a:t>instance</a:t>
            </a:r>
            <a:r>
              <a:rPr sz="1550" spc="175" dirty="0">
                <a:latin typeface="Arial MT"/>
                <a:cs typeface="Arial MT"/>
              </a:rPr>
              <a:t> </a:t>
            </a:r>
            <a:r>
              <a:rPr sz="1550" dirty="0">
                <a:latin typeface="Arial MT"/>
                <a:cs typeface="Arial MT"/>
              </a:rPr>
              <a:t>and</a:t>
            </a:r>
            <a:r>
              <a:rPr sz="1550" spc="175" dirty="0">
                <a:latin typeface="Arial MT"/>
                <a:cs typeface="Arial MT"/>
              </a:rPr>
              <a:t> </a:t>
            </a:r>
            <a:r>
              <a:rPr sz="1550" dirty="0">
                <a:latin typeface="Arial MT"/>
                <a:cs typeface="Arial MT"/>
              </a:rPr>
              <a:t>subnet</a:t>
            </a:r>
            <a:r>
              <a:rPr sz="1550" spc="114" dirty="0">
                <a:latin typeface="Arial MT"/>
                <a:cs typeface="Arial MT"/>
              </a:rPr>
              <a:t> </a:t>
            </a:r>
            <a:r>
              <a:rPr sz="1550" spc="-10" dirty="0">
                <a:latin typeface="Arial MT"/>
                <a:cs typeface="Arial MT"/>
              </a:rPr>
              <a:t>levels.</a:t>
            </a:r>
            <a:endParaRPr sz="1550">
              <a:latin typeface="Arial MT"/>
              <a:cs typeface="Arial MT"/>
            </a:endParaRPr>
          </a:p>
          <a:p>
            <a:pPr marL="171450" marR="5080" indent="-155575">
              <a:lnSpc>
                <a:spcPct val="115599"/>
              </a:lnSpc>
              <a:spcBef>
                <a:spcPts val="475"/>
              </a:spcBef>
              <a:buChar char="•"/>
              <a:tabLst>
                <a:tab pos="171450" algn="l"/>
                <a:tab pos="174625" algn="l"/>
              </a:tabLst>
            </a:pPr>
            <a:r>
              <a:rPr sz="1550" dirty="0">
                <a:latin typeface="Arial MT"/>
                <a:cs typeface="Arial MT"/>
              </a:rPr>
              <a:t>	</a:t>
            </a:r>
            <a:r>
              <a:rPr sz="1550" dirty="0">
                <a:solidFill>
                  <a:srgbClr val="1C1C1C"/>
                </a:solidFill>
                <a:latin typeface="Arial MT"/>
                <a:cs typeface="Arial MT"/>
              </a:rPr>
              <a:t>With</a:t>
            </a:r>
            <a:r>
              <a:rPr sz="1550" spc="170" dirty="0">
                <a:solidFill>
                  <a:srgbClr val="1C1C1C"/>
                </a:solidFill>
                <a:latin typeface="Arial MT"/>
                <a:cs typeface="Arial MT"/>
              </a:rPr>
              <a:t> </a:t>
            </a:r>
            <a:r>
              <a:rPr sz="1550" dirty="0">
                <a:latin typeface="Arial MT"/>
                <a:cs typeface="Arial MT"/>
              </a:rPr>
              <a:t>simple</a:t>
            </a:r>
            <a:r>
              <a:rPr sz="1550" spc="145" dirty="0">
                <a:latin typeface="Arial MT"/>
                <a:cs typeface="Arial MT"/>
              </a:rPr>
              <a:t> </a:t>
            </a:r>
            <a:r>
              <a:rPr sz="1550" dirty="0">
                <a:latin typeface="Arial MT"/>
                <a:cs typeface="Arial MT"/>
              </a:rPr>
              <a:t>setup</a:t>
            </a:r>
            <a:r>
              <a:rPr sz="1550" spc="140" dirty="0">
                <a:latin typeface="Arial MT"/>
                <a:cs typeface="Arial MT"/>
              </a:rPr>
              <a:t> </a:t>
            </a:r>
            <a:r>
              <a:rPr sz="1550" dirty="0">
                <a:solidFill>
                  <a:srgbClr val="333333"/>
                </a:solidFill>
                <a:latin typeface="Arial MT"/>
                <a:cs typeface="Arial MT"/>
              </a:rPr>
              <a:t>of</a:t>
            </a:r>
            <a:r>
              <a:rPr sz="1550" spc="195" dirty="0">
                <a:solidFill>
                  <a:srgbClr val="333333"/>
                </a:solidFill>
                <a:latin typeface="Arial MT"/>
                <a:cs typeface="Arial MT"/>
              </a:rPr>
              <a:t> </a:t>
            </a:r>
            <a:r>
              <a:rPr sz="1550" dirty="0">
                <a:latin typeface="Arial MT"/>
                <a:cs typeface="Arial MT"/>
              </a:rPr>
              <a:t>Amazon</a:t>
            </a:r>
            <a:r>
              <a:rPr sz="1550" spc="155" dirty="0">
                <a:latin typeface="Arial MT"/>
                <a:cs typeface="Arial MT"/>
              </a:rPr>
              <a:t> </a:t>
            </a:r>
            <a:r>
              <a:rPr sz="1550" spc="-65" dirty="0">
                <a:solidFill>
                  <a:srgbClr val="0F0F0F"/>
                </a:solidFill>
                <a:latin typeface="Arial MT"/>
                <a:cs typeface="Arial MT"/>
              </a:rPr>
              <a:t>VPC,</a:t>
            </a:r>
            <a:r>
              <a:rPr sz="1550" spc="100" dirty="0">
                <a:solidFill>
                  <a:srgbClr val="0F0F0F"/>
                </a:solidFill>
                <a:latin typeface="Arial MT"/>
                <a:cs typeface="Arial MT"/>
              </a:rPr>
              <a:t> </a:t>
            </a:r>
            <a:r>
              <a:rPr sz="1550" dirty="0">
                <a:solidFill>
                  <a:srgbClr val="161616"/>
                </a:solidFill>
                <a:latin typeface="Arial MT"/>
                <a:cs typeface="Arial MT"/>
              </a:rPr>
              <a:t>you</a:t>
            </a:r>
            <a:r>
              <a:rPr sz="1550" spc="135" dirty="0">
                <a:solidFill>
                  <a:srgbClr val="161616"/>
                </a:solidFill>
                <a:latin typeface="Arial MT"/>
                <a:cs typeface="Arial MT"/>
              </a:rPr>
              <a:t> </a:t>
            </a:r>
            <a:r>
              <a:rPr sz="1550" dirty="0">
                <a:latin typeface="Arial MT"/>
                <a:cs typeface="Arial MT"/>
              </a:rPr>
              <a:t>spend</a:t>
            </a:r>
            <a:r>
              <a:rPr sz="1550" spc="145" dirty="0">
                <a:latin typeface="Arial MT"/>
                <a:cs typeface="Arial MT"/>
              </a:rPr>
              <a:t> </a:t>
            </a:r>
            <a:r>
              <a:rPr sz="1550" spc="-20" dirty="0">
                <a:latin typeface="Arial MT"/>
                <a:cs typeface="Arial MT"/>
              </a:rPr>
              <a:t>less</a:t>
            </a:r>
            <a:r>
              <a:rPr sz="1550" spc="90" dirty="0">
                <a:latin typeface="Arial MT"/>
                <a:cs typeface="Arial MT"/>
              </a:rPr>
              <a:t> </a:t>
            </a:r>
            <a:r>
              <a:rPr sz="1550" spc="40" dirty="0">
                <a:solidFill>
                  <a:srgbClr val="232323"/>
                </a:solidFill>
                <a:latin typeface="Arial MT"/>
                <a:cs typeface="Arial MT"/>
              </a:rPr>
              <a:t>time</a:t>
            </a:r>
            <a:r>
              <a:rPr sz="1550" spc="500" dirty="0">
                <a:solidFill>
                  <a:srgbClr val="232323"/>
                </a:solidFill>
                <a:latin typeface="Arial MT"/>
                <a:cs typeface="Arial MT"/>
              </a:rPr>
              <a:t> </a:t>
            </a:r>
            <a:r>
              <a:rPr sz="1550" dirty="0">
                <a:solidFill>
                  <a:srgbClr val="1A1A1A"/>
                </a:solidFill>
                <a:latin typeface="Arial MT"/>
                <a:cs typeface="Arial MT"/>
              </a:rPr>
              <a:t>sett</a:t>
            </a:r>
            <a:r>
              <a:rPr sz="1550" spc="-260" dirty="0">
                <a:solidFill>
                  <a:srgbClr val="1A1A1A"/>
                </a:solidFill>
                <a:latin typeface="Arial MT"/>
                <a:cs typeface="Arial MT"/>
              </a:rPr>
              <a:t> </a:t>
            </a:r>
            <a:r>
              <a:rPr sz="1550" spc="-40" dirty="0">
                <a:solidFill>
                  <a:srgbClr val="1F1F1F"/>
                </a:solidFill>
                <a:latin typeface="Arial MT"/>
                <a:cs typeface="Arial MT"/>
              </a:rPr>
              <a:t>in</a:t>
            </a:r>
            <a:r>
              <a:rPr sz="1550" spc="-240" dirty="0">
                <a:solidFill>
                  <a:srgbClr val="1F1F1F"/>
                </a:solidFill>
                <a:latin typeface="Arial MT"/>
                <a:cs typeface="Arial MT"/>
              </a:rPr>
              <a:t> </a:t>
            </a:r>
            <a:r>
              <a:rPr sz="1550" dirty="0">
                <a:solidFill>
                  <a:srgbClr val="080808"/>
                </a:solidFill>
                <a:latin typeface="Arial MT"/>
                <a:cs typeface="Arial MT"/>
              </a:rPr>
              <a:t>g</a:t>
            </a:r>
            <a:r>
              <a:rPr sz="1550" spc="145" dirty="0">
                <a:solidFill>
                  <a:srgbClr val="080808"/>
                </a:solidFill>
                <a:latin typeface="Arial MT"/>
                <a:cs typeface="Arial MT"/>
              </a:rPr>
              <a:t> </a:t>
            </a:r>
            <a:r>
              <a:rPr sz="1550" dirty="0">
                <a:solidFill>
                  <a:srgbClr val="262626"/>
                </a:solidFill>
                <a:latin typeface="Arial MT"/>
                <a:cs typeface="Arial MT"/>
              </a:rPr>
              <a:t>up,</a:t>
            </a:r>
            <a:r>
              <a:rPr sz="1550" spc="200" dirty="0">
                <a:solidFill>
                  <a:srgbClr val="262626"/>
                </a:solidFill>
                <a:latin typeface="Arial MT"/>
                <a:cs typeface="Arial MT"/>
              </a:rPr>
              <a:t> </a:t>
            </a:r>
            <a:r>
              <a:rPr sz="1550" dirty="0">
                <a:latin typeface="Arial MT"/>
                <a:cs typeface="Arial MT"/>
              </a:rPr>
              <a:t>managing,</a:t>
            </a:r>
            <a:r>
              <a:rPr sz="1550" spc="295" dirty="0">
                <a:latin typeface="Arial MT"/>
                <a:cs typeface="Arial MT"/>
              </a:rPr>
              <a:t> </a:t>
            </a:r>
            <a:r>
              <a:rPr sz="1550" dirty="0">
                <a:latin typeface="Arial MT"/>
                <a:cs typeface="Arial MT"/>
              </a:rPr>
              <a:t>and</a:t>
            </a:r>
            <a:r>
              <a:rPr sz="1550" spc="175" dirty="0">
                <a:latin typeface="Arial MT"/>
                <a:cs typeface="Arial MT"/>
              </a:rPr>
              <a:t> </a:t>
            </a:r>
            <a:r>
              <a:rPr sz="1550" dirty="0">
                <a:latin typeface="Arial MT"/>
                <a:cs typeface="Arial MT"/>
              </a:rPr>
              <a:t>validati</a:t>
            </a:r>
            <a:r>
              <a:rPr sz="1550" spc="-225" dirty="0">
                <a:latin typeface="Arial MT"/>
                <a:cs typeface="Arial MT"/>
              </a:rPr>
              <a:t> </a:t>
            </a:r>
            <a:r>
              <a:rPr sz="1550" dirty="0">
                <a:latin typeface="Arial MT"/>
                <a:cs typeface="Arial MT"/>
              </a:rPr>
              <a:t>ng.</a:t>
            </a:r>
            <a:r>
              <a:rPr sz="1550" spc="5" dirty="0">
                <a:latin typeface="Arial MT"/>
                <a:cs typeface="Arial MT"/>
              </a:rPr>
              <a:t> </a:t>
            </a:r>
            <a:r>
              <a:rPr sz="1550" dirty="0">
                <a:latin typeface="Arial MT"/>
                <a:cs typeface="Arial MT"/>
              </a:rPr>
              <a:t>Therefore,</a:t>
            </a:r>
            <a:r>
              <a:rPr sz="1550" spc="265" dirty="0">
                <a:latin typeface="Arial MT"/>
                <a:cs typeface="Arial MT"/>
              </a:rPr>
              <a:t> </a:t>
            </a:r>
            <a:r>
              <a:rPr sz="1550" dirty="0">
                <a:solidFill>
                  <a:srgbClr val="181818"/>
                </a:solidFill>
                <a:latin typeface="Arial MT"/>
                <a:cs typeface="Arial MT"/>
              </a:rPr>
              <a:t>you</a:t>
            </a:r>
            <a:r>
              <a:rPr sz="1550" spc="110" dirty="0">
                <a:solidFill>
                  <a:srgbClr val="181818"/>
                </a:solidFill>
                <a:latin typeface="Arial MT"/>
                <a:cs typeface="Arial MT"/>
              </a:rPr>
              <a:t> </a:t>
            </a:r>
            <a:r>
              <a:rPr sz="1550" spc="-25" dirty="0">
                <a:latin typeface="Arial MT"/>
                <a:cs typeface="Arial MT"/>
              </a:rPr>
              <a:t>can </a:t>
            </a:r>
            <a:r>
              <a:rPr sz="1600" dirty="0">
                <a:latin typeface="Arial MT"/>
                <a:cs typeface="Arial MT"/>
              </a:rPr>
              <a:t>concentrate</a:t>
            </a:r>
            <a:r>
              <a:rPr sz="1600" spc="280" dirty="0">
                <a:latin typeface="Arial MT"/>
                <a:cs typeface="Arial MT"/>
              </a:rPr>
              <a:t> </a:t>
            </a:r>
            <a:r>
              <a:rPr sz="1600" dirty="0">
                <a:solidFill>
                  <a:srgbClr val="3F3F3F"/>
                </a:solidFill>
                <a:latin typeface="Arial MT"/>
                <a:cs typeface="Arial MT"/>
              </a:rPr>
              <a:t>on</a:t>
            </a:r>
            <a:r>
              <a:rPr sz="1600" spc="90" dirty="0">
                <a:solidFill>
                  <a:srgbClr val="3F3F3F"/>
                </a:solidFill>
                <a:latin typeface="Arial MT"/>
                <a:cs typeface="Arial MT"/>
              </a:rPr>
              <a:t> </a:t>
            </a:r>
            <a:r>
              <a:rPr sz="1600" dirty="0">
                <a:latin typeface="Arial MT"/>
                <a:cs typeface="Arial MT"/>
              </a:rPr>
              <a:t>building</a:t>
            </a:r>
            <a:r>
              <a:rPr sz="1600" spc="114" dirty="0">
                <a:latin typeface="Arial MT"/>
                <a:cs typeface="Arial MT"/>
              </a:rPr>
              <a:t> </a:t>
            </a:r>
            <a:r>
              <a:rPr sz="1600" dirty="0">
                <a:latin typeface="Arial MT"/>
                <a:cs typeface="Arial MT"/>
              </a:rPr>
              <a:t>applications</a:t>
            </a:r>
            <a:r>
              <a:rPr sz="1600" spc="195" dirty="0">
                <a:latin typeface="Arial MT"/>
                <a:cs typeface="Arial MT"/>
              </a:rPr>
              <a:t> </a:t>
            </a:r>
            <a:r>
              <a:rPr sz="1600" dirty="0">
                <a:latin typeface="Arial MT"/>
                <a:cs typeface="Arial MT"/>
              </a:rPr>
              <a:t>that</a:t>
            </a:r>
            <a:r>
              <a:rPr sz="1600" spc="160" dirty="0">
                <a:latin typeface="Arial MT"/>
                <a:cs typeface="Arial MT"/>
              </a:rPr>
              <a:t> </a:t>
            </a:r>
            <a:r>
              <a:rPr sz="1600" dirty="0">
                <a:latin typeface="Arial MT"/>
                <a:cs typeface="Arial MT"/>
              </a:rPr>
              <a:t>run</a:t>
            </a:r>
            <a:r>
              <a:rPr sz="1600" spc="95" dirty="0">
                <a:latin typeface="Arial MT"/>
                <a:cs typeface="Arial MT"/>
              </a:rPr>
              <a:t> </a:t>
            </a:r>
            <a:r>
              <a:rPr sz="1600" dirty="0">
                <a:solidFill>
                  <a:srgbClr val="181818"/>
                </a:solidFill>
                <a:latin typeface="Arial MT"/>
                <a:cs typeface="Arial MT"/>
              </a:rPr>
              <a:t>in</a:t>
            </a:r>
            <a:r>
              <a:rPr sz="1600" spc="100" dirty="0">
                <a:solidFill>
                  <a:srgbClr val="181818"/>
                </a:solidFill>
                <a:latin typeface="Arial MT"/>
                <a:cs typeface="Arial MT"/>
              </a:rPr>
              <a:t> </a:t>
            </a:r>
            <a:r>
              <a:rPr sz="1600" dirty="0">
                <a:latin typeface="Arial MT"/>
                <a:cs typeface="Arial MT"/>
              </a:rPr>
              <a:t>your</a:t>
            </a:r>
            <a:r>
              <a:rPr sz="1600" spc="130" dirty="0">
                <a:latin typeface="Arial MT"/>
                <a:cs typeface="Arial MT"/>
              </a:rPr>
              <a:t> </a:t>
            </a:r>
            <a:r>
              <a:rPr sz="1600" spc="-70" dirty="0">
                <a:latin typeface="Arial MT"/>
                <a:cs typeface="Arial MT"/>
              </a:rPr>
              <a:t>VPCs.</a:t>
            </a:r>
            <a:endParaRPr sz="1600">
              <a:latin typeface="Arial MT"/>
              <a:cs typeface="Arial MT"/>
            </a:endParaRPr>
          </a:p>
          <a:p>
            <a:pPr marL="180975" indent="-161925">
              <a:lnSpc>
                <a:spcPct val="100000"/>
              </a:lnSpc>
              <a:spcBef>
                <a:spcPts val="1230"/>
              </a:spcBef>
              <a:buClr>
                <a:srgbClr val="000000"/>
              </a:buClr>
              <a:buChar char="•"/>
              <a:tabLst>
                <a:tab pos="180975" algn="l"/>
              </a:tabLst>
            </a:pPr>
            <a:r>
              <a:rPr sz="1150" dirty="0">
                <a:solidFill>
                  <a:srgbClr val="1F1F1F"/>
                </a:solidFill>
                <a:latin typeface="Arial MT"/>
                <a:cs typeface="Arial MT"/>
              </a:rPr>
              <a:t>Am</a:t>
            </a:r>
            <a:r>
              <a:rPr sz="1150" spc="170" dirty="0">
                <a:solidFill>
                  <a:srgbClr val="1F1F1F"/>
                </a:solidFill>
                <a:latin typeface="Arial MT"/>
                <a:cs typeface="Arial MT"/>
              </a:rPr>
              <a:t>  </a:t>
            </a:r>
            <a:r>
              <a:rPr sz="1150" dirty="0">
                <a:latin typeface="Arial MT"/>
                <a:cs typeface="Arial MT"/>
              </a:rPr>
              <a:t>BZO</a:t>
            </a:r>
            <a:r>
              <a:rPr sz="1150" spc="-165" dirty="0">
                <a:latin typeface="Arial MT"/>
                <a:cs typeface="Arial MT"/>
              </a:rPr>
              <a:t> </a:t>
            </a:r>
            <a:r>
              <a:rPr sz="1150" dirty="0">
                <a:solidFill>
                  <a:srgbClr val="333333"/>
                </a:solidFill>
                <a:latin typeface="Arial MT"/>
                <a:cs typeface="Arial MT"/>
              </a:rPr>
              <a:t>rl</a:t>
            </a:r>
            <a:r>
              <a:rPr sz="1150" spc="465" dirty="0">
                <a:solidFill>
                  <a:srgbClr val="333333"/>
                </a:solidFill>
                <a:latin typeface="Arial MT"/>
                <a:cs typeface="Arial MT"/>
              </a:rPr>
              <a:t> </a:t>
            </a:r>
            <a:r>
              <a:rPr sz="1150" dirty="0">
                <a:solidFill>
                  <a:srgbClr val="111111"/>
                </a:solidFill>
                <a:latin typeface="Arial MT"/>
                <a:cs typeface="Arial MT"/>
              </a:rPr>
              <a:t>V</a:t>
            </a:r>
            <a:r>
              <a:rPr sz="1150" spc="-60" dirty="0">
                <a:solidFill>
                  <a:srgbClr val="111111"/>
                </a:solidFill>
                <a:latin typeface="Arial MT"/>
                <a:cs typeface="Arial MT"/>
              </a:rPr>
              <a:t> </a:t>
            </a:r>
            <a:r>
              <a:rPr sz="1150" dirty="0">
                <a:latin typeface="Arial MT"/>
                <a:cs typeface="Arial MT"/>
              </a:rPr>
              <a:t>PC</a:t>
            </a:r>
            <a:r>
              <a:rPr sz="1150" spc="405" dirty="0">
                <a:latin typeface="Arial MT"/>
                <a:cs typeface="Arial MT"/>
              </a:rPr>
              <a:t> </a:t>
            </a:r>
            <a:r>
              <a:rPr sz="1150" spc="220" dirty="0">
                <a:latin typeface="Arial MT"/>
                <a:cs typeface="Arial MT"/>
              </a:rPr>
              <a:t>helps</a:t>
            </a:r>
            <a:r>
              <a:rPr sz="1150" spc="145" dirty="0">
                <a:latin typeface="Arial MT"/>
                <a:cs typeface="Arial MT"/>
              </a:rPr>
              <a:t> </a:t>
            </a:r>
            <a:r>
              <a:rPr sz="1150" dirty="0">
                <a:solidFill>
                  <a:srgbClr val="0F0F0F"/>
                </a:solidFill>
                <a:latin typeface="Arial MT"/>
                <a:cs typeface="Arial MT"/>
              </a:rPr>
              <a:t>yO</a:t>
            </a:r>
            <a:r>
              <a:rPr sz="1150" dirty="0">
                <a:latin typeface="Arial MT"/>
                <a:cs typeface="Arial MT"/>
              </a:rPr>
              <a:t>Li</a:t>
            </a:r>
            <a:r>
              <a:rPr sz="1150" spc="265" dirty="0">
                <a:latin typeface="Arial MT"/>
                <a:cs typeface="Arial MT"/>
              </a:rPr>
              <a:t> </a:t>
            </a:r>
            <a:r>
              <a:rPr sz="1150" dirty="0">
                <a:latin typeface="Arial MT"/>
                <a:cs typeface="Arial MT"/>
              </a:rPr>
              <a:t>COr›t</a:t>
            </a:r>
            <a:r>
              <a:rPr sz="1150" spc="-110" dirty="0">
                <a:latin typeface="Arial MT"/>
                <a:cs typeface="Arial MT"/>
              </a:rPr>
              <a:t> </a:t>
            </a:r>
            <a:r>
              <a:rPr sz="1150" spc="65" dirty="0">
                <a:latin typeface="Arial MT"/>
                <a:cs typeface="Arial MT"/>
              </a:rPr>
              <a:t>rOI</a:t>
            </a:r>
            <a:r>
              <a:rPr sz="1150" spc="185" dirty="0">
                <a:latin typeface="Arial MT"/>
                <a:cs typeface="Arial MT"/>
              </a:rPr>
              <a:t> </a:t>
            </a:r>
            <a:r>
              <a:rPr sz="1150" spc="70" dirty="0">
                <a:latin typeface="Arial MT"/>
                <a:cs typeface="Arial MT"/>
              </a:rPr>
              <a:t>yOM</a:t>
            </a:r>
            <a:r>
              <a:rPr sz="1150" spc="70" dirty="0">
                <a:solidFill>
                  <a:srgbClr val="161616"/>
                </a:solidFill>
                <a:latin typeface="Arial MT"/>
                <a:cs typeface="Arial MT"/>
              </a:rPr>
              <a:t>r</a:t>
            </a:r>
            <a:r>
              <a:rPr sz="1150" spc="250" dirty="0">
                <a:solidFill>
                  <a:srgbClr val="161616"/>
                </a:solidFill>
                <a:latin typeface="Arial MT"/>
                <a:cs typeface="Arial MT"/>
              </a:rPr>
              <a:t> </a:t>
            </a:r>
            <a:r>
              <a:rPr sz="1150" dirty="0">
                <a:latin typeface="Arial MT"/>
                <a:cs typeface="Arial MT"/>
              </a:rPr>
              <a:t>Vi</a:t>
            </a:r>
            <a:r>
              <a:rPr sz="1150" spc="-155" dirty="0">
                <a:latin typeface="Arial MT"/>
                <a:cs typeface="Arial MT"/>
              </a:rPr>
              <a:t> </a:t>
            </a:r>
            <a:r>
              <a:rPr sz="1150" dirty="0">
                <a:latin typeface="Arial MT"/>
                <a:cs typeface="Arial MT"/>
              </a:rPr>
              <a:t>rt</a:t>
            </a:r>
            <a:r>
              <a:rPr sz="1150" spc="160" dirty="0">
                <a:latin typeface="Arial MT"/>
                <a:cs typeface="Arial MT"/>
              </a:rPr>
              <a:t> </a:t>
            </a:r>
            <a:r>
              <a:rPr sz="1150" dirty="0">
                <a:latin typeface="Arial MT"/>
                <a:cs typeface="Arial MT"/>
              </a:rPr>
              <a:t>LIB</a:t>
            </a:r>
            <a:r>
              <a:rPr sz="1150" dirty="0">
                <a:solidFill>
                  <a:srgbClr val="2A2A2A"/>
                </a:solidFill>
                <a:latin typeface="Arial MT"/>
                <a:cs typeface="Arial MT"/>
              </a:rPr>
              <a:t>1</a:t>
            </a:r>
            <a:r>
              <a:rPr sz="1150" spc="15" dirty="0">
                <a:solidFill>
                  <a:srgbClr val="2A2A2A"/>
                </a:solidFill>
                <a:latin typeface="Arial MT"/>
                <a:cs typeface="Arial MT"/>
              </a:rPr>
              <a:t> </a:t>
            </a:r>
            <a:r>
              <a:rPr sz="1150" dirty="0">
                <a:solidFill>
                  <a:srgbClr val="3F3F3F"/>
                </a:solidFill>
                <a:latin typeface="Arial MT"/>
                <a:cs typeface="Arial MT"/>
              </a:rPr>
              <a:t>n</a:t>
            </a:r>
            <a:r>
              <a:rPr sz="1150" spc="-5" dirty="0">
                <a:solidFill>
                  <a:srgbClr val="3F3F3F"/>
                </a:solidFill>
                <a:latin typeface="Arial MT"/>
                <a:cs typeface="Arial MT"/>
              </a:rPr>
              <a:t> </a:t>
            </a:r>
            <a:r>
              <a:rPr sz="1150" spc="125" dirty="0">
                <a:latin typeface="Arial MT"/>
                <a:cs typeface="Arial MT"/>
              </a:rPr>
              <a:t>etWO</a:t>
            </a:r>
            <a:r>
              <a:rPr sz="1150" spc="-170" dirty="0">
                <a:latin typeface="Arial MT"/>
                <a:cs typeface="Arial MT"/>
              </a:rPr>
              <a:t> </a:t>
            </a:r>
            <a:r>
              <a:rPr sz="1150" spc="70" dirty="0">
                <a:latin typeface="Arial MT"/>
                <a:cs typeface="Arial MT"/>
              </a:rPr>
              <a:t>rki</a:t>
            </a:r>
            <a:r>
              <a:rPr sz="1150" spc="-35" dirty="0">
                <a:latin typeface="Arial MT"/>
                <a:cs typeface="Arial MT"/>
              </a:rPr>
              <a:t> </a:t>
            </a:r>
            <a:r>
              <a:rPr sz="1150" spc="120" dirty="0">
                <a:latin typeface="Arial MT"/>
                <a:cs typeface="Arial MT"/>
              </a:rPr>
              <a:t>n</a:t>
            </a:r>
            <a:r>
              <a:rPr sz="1150" spc="-145" dirty="0">
                <a:latin typeface="Arial MT"/>
                <a:cs typeface="Arial MT"/>
              </a:rPr>
              <a:t> </a:t>
            </a:r>
            <a:r>
              <a:rPr sz="1150" spc="70" dirty="0">
                <a:solidFill>
                  <a:srgbClr val="0F0F0F"/>
                </a:solidFill>
                <a:latin typeface="Arial MT"/>
                <a:cs typeface="Arial MT"/>
              </a:rPr>
              <a:t>g</a:t>
            </a:r>
            <a:endParaRPr sz="1150">
              <a:latin typeface="Arial MT"/>
              <a:cs typeface="Arial MT"/>
            </a:endParaRPr>
          </a:p>
          <a:p>
            <a:pPr marL="173990">
              <a:lnSpc>
                <a:spcPct val="100000"/>
              </a:lnSpc>
              <a:spcBef>
                <a:spcPts val="795"/>
              </a:spcBef>
            </a:pPr>
            <a:r>
              <a:rPr sz="1150" spc="120" dirty="0">
                <a:solidFill>
                  <a:srgbClr val="2F2F2F"/>
                </a:solidFill>
                <a:latin typeface="Arial MT"/>
                <a:cs typeface="Arial MT"/>
              </a:rPr>
              <a:t>e</a:t>
            </a:r>
            <a:r>
              <a:rPr sz="1150" spc="-215" dirty="0">
                <a:solidFill>
                  <a:srgbClr val="2F2F2F"/>
                </a:solidFill>
                <a:latin typeface="Arial MT"/>
                <a:cs typeface="Arial MT"/>
              </a:rPr>
              <a:t> </a:t>
            </a:r>
            <a:r>
              <a:rPr sz="1150" spc="100" dirty="0">
                <a:latin typeface="Arial MT"/>
                <a:cs typeface="Arial MT"/>
              </a:rPr>
              <a:t>nVi</a:t>
            </a:r>
            <a:r>
              <a:rPr sz="1150" spc="-200" dirty="0">
                <a:latin typeface="Arial MT"/>
                <a:cs typeface="Arial MT"/>
              </a:rPr>
              <a:t> </a:t>
            </a:r>
            <a:r>
              <a:rPr sz="1150" dirty="0">
                <a:solidFill>
                  <a:srgbClr val="1C1C1C"/>
                </a:solidFill>
                <a:latin typeface="Arial MT"/>
                <a:cs typeface="Arial MT"/>
              </a:rPr>
              <a:t>rO</a:t>
            </a:r>
            <a:r>
              <a:rPr sz="1150" spc="-215" dirty="0">
                <a:solidFill>
                  <a:srgbClr val="1C1C1C"/>
                </a:solidFill>
                <a:latin typeface="Arial MT"/>
                <a:cs typeface="Arial MT"/>
              </a:rPr>
              <a:t> </a:t>
            </a:r>
            <a:r>
              <a:rPr sz="1150" spc="55" dirty="0">
                <a:solidFill>
                  <a:srgbClr val="232323"/>
                </a:solidFill>
                <a:latin typeface="Arial MT"/>
                <a:cs typeface="Arial MT"/>
              </a:rPr>
              <a:t>n</a:t>
            </a:r>
            <a:r>
              <a:rPr sz="1150" spc="-85" dirty="0">
                <a:solidFill>
                  <a:srgbClr val="232323"/>
                </a:solidFill>
                <a:latin typeface="Arial MT"/>
                <a:cs typeface="Arial MT"/>
              </a:rPr>
              <a:t> </a:t>
            </a:r>
            <a:r>
              <a:rPr sz="1150" spc="250" dirty="0">
                <a:latin typeface="Arial MT"/>
                <a:cs typeface="Arial MT"/>
              </a:rPr>
              <a:t>ment.</a:t>
            </a:r>
            <a:r>
              <a:rPr sz="1150" spc="105" dirty="0">
                <a:latin typeface="Arial MT"/>
                <a:cs typeface="Arial MT"/>
              </a:rPr>
              <a:t> </a:t>
            </a:r>
            <a:r>
              <a:rPr sz="1150" spc="300" dirty="0">
                <a:latin typeface="Arial MT"/>
                <a:cs typeface="Arial MT"/>
              </a:rPr>
              <a:t>By</a:t>
            </a:r>
            <a:r>
              <a:rPr sz="1150" spc="-95" dirty="0">
                <a:latin typeface="Arial MT"/>
                <a:cs typeface="Arial MT"/>
              </a:rPr>
              <a:t> </a:t>
            </a:r>
            <a:r>
              <a:rPr sz="1150" spc="-55" dirty="0">
                <a:solidFill>
                  <a:srgbClr val="2F2F2F"/>
                </a:solidFill>
                <a:latin typeface="Arial MT"/>
                <a:cs typeface="Arial MT"/>
              </a:rPr>
              <a:t>Li</a:t>
            </a:r>
            <a:r>
              <a:rPr sz="1150" spc="-180" dirty="0">
                <a:solidFill>
                  <a:srgbClr val="2F2F2F"/>
                </a:solidFill>
                <a:latin typeface="Arial MT"/>
                <a:cs typeface="Arial MT"/>
              </a:rPr>
              <a:t> </a:t>
            </a:r>
            <a:r>
              <a:rPr sz="1150" spc="-50" dirty="0">
                <a:latin typeface="Arial MT"/>
                <a:cs typeface="Arial MT"/>
              </a:rPr>
              <a:t>si</a:t>
            </a:r>
            <a:r>
              <a:rPr sz="1150" spc="-60" dirty="0">
                <a:latin typeface="Arial MT"/>
                <a:cs typeface="Arial MT"/>
              </a:rPr>
              <a:t> </a:t>
            </a:r>
            <a:r>
              <a:rPr sz="1150" dirty="0">
                <a:solidFill>
                  <a:srgbClr val="3D3D3D"/>
                </a:solidFill>
                <a:latin typeface="Arial MT"/>
                <a:cs typeface="Arial MT"/>
              </a:rPr>
              <a:t>n</a:t>
            </a:r>
            <a:r>
              <a:rPr sz="1150" spc="100" dirty="0">
                <a:solidFill>
                  <a:srgbClr val="3D3D3D"/>
                </a:solidFill>
                <a:latin typeface="Arial MT"/>
                <a:cs typeface="Arial MT"/>
              </a:rPr>
              <a:t> </a:t>
            </a:r>
            <a:r>
              <a:rPr sz="1150" dirty="0">
                <a:latin typeface="Arial MT"/>
                <a:cs typeface="Arial MT"/>
              </a:rPr>
              <a:t>g</a:t>
            </a:r>
            <a:r>
              <a:rPr sz="1150" spc="395" dirty="0">
                <a:latin typeface="Arial MT"/>
                <a:cs typeface="Arial MT"/>
              </a:rPr>
              <a:t> </a:t>
            </a:r>
            <a:r>
              <a:rPr sz="1150" dirty="0">
                <a:solidFill>
                  <a:srgbClr val="111111"/>
                </a:solidFill>
                <a:latin typeface="Arial MT"/>
                <a:cs typeface="Arial MT"/>
              </a:rPr>
              <a:t>Am</a:t>
            </a:r>
            <a:r>
              <a:rPr sz="1150" spc="140" dirty="0">
                <a:solidFill>
                  <a:srgbClr val="111111"/>
                </a:solidFill>
                <a:latin typeface="Arial MT"/>
                <a:cs typeface="Arial MT"/>
              </a:rPr>
              <a:t>  </a:t>
            </a:r>
            <a:r>
              <a:rPr sz="1150" dirty="0">
                <a:latin typeface="Arial MT"/>
                <a:cs typeface="Arial MT"/>
              </a:rPr>
              <a:t>a</a:t>
            </a:r>
            <a:r>
              <a:rPr sz="1150" spc="-160" dirty="0">
                <a:latin typeface="Arial MT"/>
                <a:cs typeface="Arial MT"/>
              </a:rPr>
              <a:t> </a:t>
            </a:r>
            <a:r>
              <a:rPr sz="1150" spc="-40" dirty="0">
                <a:latin typeface="Arial MT"/>
                <a:cs typeface="Arial MT"/>
              </a:rPr>
              <a:t>ZO</a:t>
            </a:r>
            <a:r>
              <a:rPr sz="1150" spc="-195" dirty="0">
                <a:latin typeface="Arial MT"/>
                <a:cs typeface="Arial MT"/>
              </a:rPr>
              <a:t> </a:t>
            </a:r>
            <a:r>
              <a:rPr sz="1150" dirty="0">
                <a:solidFill>
                  <a:srgbClr val="4B4B4B"/>
                </a:solidFill>
                <a:latin typeface="Arial MT"/>
                <a:cs typeface="Arial MT"/>
              </a:rPr>
              <a:t>rl</a:t>
            </a:r>
            <a:r>
              <a:rPr sz="1150" spc="465" dirty="0">
                <a:solidFill>
                  <a:srgbClr val="4B4B4B"/>
                </a:solidFill>
                <a:latin typeface="Arial MT"/>
                <a:cs typeface="Arial MT"/>
              </a:rPr>
              <a:t> </a:t>
            </a:r>
            <a:r>
              <a:rPr sz="1150" dirty="0">
                <a:latin typeface="Arial MT"/>
                <a:cs typeface="Arial MT"/>
              </a:rPr>
              <a:t>V</a:t>
            </a:r>
            <a:r>
              <a:rPr sz="1150" spc="-35" dirty="0">
                <a:latin typeface="Arial MT"/>
                <a:cs typeface="Arial MT"/>
              </a:rPr>
              <a:t> </a:t>
            </a:r>
            <a:r>
              <a:rPr sz="1150" dirty="0">
                <a:solidFill>
                  <a:srgbClr val="1A1A1A"/>
                </a:solidFill>
                <a:latin typeface="Arial MT"/>
                <a:cs typeface="Arial MT"/>
              </a:rPr>
              <a:t>PC,</a:t>
            </a:r>
            <a:r>
              <a:rPr sz="1150" spc="495" dirty="0">
                <a:solidFill>
                  <a:srgbClr val="1A1A1A"/>
                </a:solidFill>
                <a:latin typeface="Arial MT"/>
                <a:cs typeface="Arial MT"/>
              </a:rPr>
              <a:t> </a:t>
            </a:r>
            <a:r>
              <a:rPr sz="1150" dirty="0">
                <a:solidFill>
                  <a:srgbClr val="2F2F2F"/>
                </a:solidFill>
                <a:latin typeface="Arial MT"/>
                <a:cs typeface="Arial MT"/>
              </a:rPr>
              <a:t>yOLl</a:t>
            </a:r>
            <a:r>
              <a:rPr sz="1150" spc="245" dirty="0">
                <a:solidFill>
                  <a:srgbClr val="2F2F2F"/>
                </a:solidFill>
                <a:latin typeface="Arial MT"/>
                <a:cs typeface="Arial MT"/>
              </a:rPr>
              <a:t> </a:t>
            </a:r>
            <a:r>
              <a:rPr sz="1150" spc="-30" dirty="0">
                <a:latin typeface="Arial MT"/>
                <a:cs typeface="Arial MT"/>
              </a:rPr>
              <a:t>Ca</a:t>
            </a:r>
            <a:r>
              <a:rPr sz="1150" spc="-114" dirty="0">
                <a:latin typeface="Arial MT"/>
                <a:cs typeface="Arial MT"/>
              </a:rPr>
              <a:t> </a:t>
            </a:r>
            <a:r>
              <a:rPr sz="1150" dirty="0">
                <a:solidFill>
                  <a:srgbClr val="0C0C0C"/>
                </a:solidFill>
                <a:latin typeface="Arial MT"/>
                <a:cs typeface="Arial MT"/>
              </a:rPr>
              <a:t>n</a:t>
            </a:r>
            <a:r>
              <a:rPr sz="1150" spc="400" dirty="0">
                <a:solidFill>
                  <a:srgbClr val="0C0C0C"/>
                </a:solidFill>
                <a:latin typeface="Arial MT"/>
                <a:cs typeface="Arial MT"/>
              </a:rPr>
              <a:t> </a:t>
            </a:r>
            <a:r>
              <a:rPr sz="1150" dirty="0">
                <a:latin typeface="Arial MT"/>
                <a:cs typeface="Arial MT"/>
              </a:rPr>
              <a:t>Ch</a:t>
            </a:r>
            <a:r>
              <a:rPr sz="1150" spc="-215" dirty="0">
                <a:latin typeface="Arial MT"/>
                <a:cs typeface="Arial MT"/>
              </a:rPr>
              <a:t> </a:t>
            </a:r>
            <a:r>
              <a:rPr sz="1150" spc="-80" dirty="0">
                <a:solidFill>
                  <a:srgbClr val="3B3B3B"/>
                </a:solidFill>
                <a:latin typeface="Arial MT"/>
                <a:cs typeface="Arial MT"/>
              </a:rPr>
              <a:t>O</a:t>
            </a:r>
            <a:r>
              <a:rPr sz="1150" spc="-180" dirty="0">
                <a:solidFill>
                  <a:srgbClr val="3B3B3B"/>
                </a:solidFill>
                <a:latin typeface="Arial MT"/>
                <a:cs typeface="Arial MT"/>
              </a:rPr>
              <a:t> </a:t>
            </a:r>
            <a:r>
              <a:rPr sz="1150" dirty="0">
                <a:solidFill>
                  <a:srgbClr val="2F2F2F"/>
                </a:solidFill>
                <a:latin typeface="Arial MT"/>
                <a:cs typeface="Arial MT"/>
              </a:rPr>
              <a:t>Ose</a:t>
            </a:r>
            <a:r>
              <a:rPr sz="1150" spc="130" dirty="0">
                <a:solidFill>
                  <a:srgbClr val="2F2F2F"/>
                </a:solidFill>
                <a:latin typeface="Arial MT"/>
                <a:cs typeface="Arial MT"/>
              </a:rPr>
              <a:t>  </a:t>
            </a:r>
            <a:r>
              <a:rPr sz="1150" dirty="0">
                <a:latin typeface="Arial MT"/>
                <a:cs typeface="Arial MT"/>
              </a:rPr>
              <a:t>yO</a:t>
            </a:r>
            <a:r>
              <a:rPr sz="1150" spc="105" dirty="0">
                <a:latin typeface="Arial MT"/>
                <a:cs typeface="Arial MT"/>
              </a:rPr>
              <a:t> </a:t>
            </a:r>
            <a:r>
              <a:rPr sz="1150" spc="-25" dirty="0">
                <a:solidFill>
                  <a:srgbClr val="161616"/>
                </a:solidFill>
                <a:latin typeface="Arial MT"/>
                <a:cs typeface="Arial MT"/>
              </a:rPr>
              <a:t>M</a:t>
            </a:r>
            <a:r>
              <a:rPr sz="1150" spc="-25" dirty="0">
                <a:latin typeface="Arial MT"/>
                <a:cs typeface="Arial MT"/>
              </a:rPr>
              <a:t>r</a:t>
            </a:r>
            <a:endParaRPr sz="1150">
              <a:latin typeface="Arial MT"/>
              <a:cs typeface="Arial MT"/>
            </a:endParaRPr>
          </a:p>
          <a:p>
            <a:pPr marL="172085">
              <a:lnSpc>
                <a:spcPct val="100000"/>
              </a:lnSpc>
              <a:spcBef>
                <a:spcPts val="345"/>
              </a:spcBef>
            </a:pPr>
            <a:r>
              <a:rPr sz="1600" dirty="0">
                <a:latin typeface="Arial MT"/>
                <a:cs typeface="Arial MT"/>
              </a:rPr>
              <a:t>own</a:t>
            </a:r>
            <a:r>
              <a:rPr sz="1600" spc="-55" dirty="0">
                <a:latin typeface="Arial MT"/>
                <a:cs typeface="Arial MT"/>
              </a:rPr>
              <a:t> </a:t>
            </a:r>
            <a:r>
              <a:rPr sz="1600" dirty="0">
                <a:solidFill>
                  <a:srgbClr val="151515"/>
                </a:solidFill>
                <a:latin typeface="Arial MT"/>
                <a:cs typeface="Arial MT"/>
              </a:rPr>
              <a:t>IP</a:t>
            </a:r>
            <a:r>
              <a:rPr sz="1600" spc="-5" dirty="0">
                <a:solidFill>
                  <a:srgbClr val="151515"/>
                </a:solidFill>
                <a:latin typeface="Arial MT"/>
                <a:cs typeface="Arial MT"/>
              </a:rPr>
              <a:t> </a:t>
            </a:r>
            <a:r>
              <a:rPr sz="1600" spc="-20" dirty="0">
                <a:latin typeface="Arial MT"/>
                <a:cs typeface="Arial MT"/>
              </a:rPr>
              <a:t>Address</a:t>
            </a:r>
            <a:r>
              <a:rPr sz="1600" spc="30" dirty="0">
                <a:latin typeface="Arial MT"/>
                <a:cs typeface="Arial MT"/>
              </a:rPr>
              <a:t> </a:t>
            </a:r>
            <a:r>
              <a:rPr sz="1600" dirty="0">
                <a:latin typeface="Arial MT"/>
                <a:cs typeface="Arial MT"/>
              </a:rPr>
              <a:t>range,</a:t>
            </a:r>
            <a:r>
              <a:rPr sz="1600" spc="35" dirty="0">
                <a:latin typeface="Arial MT"/>
                <a:cs typeface="Arial MT"/>
              </a:rPr>
              <a:t> </a:t>
            </a:r>
            <a:r>
              <a:rPr sz="1600" spc="-10" dirty="0">
                <a:latin typeface="Arial MT"/>
                <a:cs typeface="Arial MT"/>
              </a:rPr>
              <a:t>create</a:t>
            </a:r>
            <a:r>
              <a:rPr sz="1600" spc="15" dirty="0">
                <a:latin typeface="Arial MT"/>
                <a:cs typeface="Arial MT"/>
              </a:rPr>
              <a:t> </a:t>
            </a:r>
            <a:r>
              <a:rPr sz="1600" dirty="0">
                <a:latin typeface="Arial MT"/>
                <a:cs typeface="Arial MT"/>
              </a:rPr>
              <a:t>your</a:t>
            </a:r>
            <a:r>
              <a:rPr sz="1600" spc="35" dirty="0">
                <a:latin typeface="Arial MT"/>
                <a:cs typeface="Arial MT"/>
              </a:rPr>
              <a:t> </a:t>
            </a:r>
            <a:r>
              <a:rPr sz="1600" dirty="0">
                <a:latin typeface="Arial MT"/>
                <a:cs typeface="Arial MT"/>
              </a:rPr>
              <a:t>own</a:t>
            </a:r>
            <a:r>
              <a:rPr sz="1600" spc="-30" dirty="0">
                <a:latin typeface="Arial MT"/>
                <a:cs typeface="Arial MT"/>
              </a:rPr>
              <a:t> </a:t>
            </a:r>
            <a:r>
              <a:rPr sz="1600" spc="-10" dirty="0">
                <a:latin typeface="Arial MT"/>
                <a:cs typeface="Arial MT"/>
              </a:rPr>
              <a:t>subnets,</a:t>
            </a:r>
            <a:r>
              <a:rPr sz="1600" spc="15" dirty="0">
                <a:latin typeface="Arial MT"/>
                <a:cs typeface="Arial MT"/>
              </a:rPr>
              <a:t> </a:t>
            </a:r>
            <a:r>
              <a:rPr sz="1600" spc="-25" dirty="0">
                <a:solidFill>
                  <a:srgbClr val="333333"/>
                </a:solidFill>
                <a:latin typeface="Arial MT"/>
                <a:cs typeface="Arial MT"/>
              </a:rPr>
              <a:t>and</a:t>
            </a:r>
            <a:endParaRPr sz="1600">
              <a:latin typeface="Arial MT"/>
              <a:cs typeface="Arial MT"/>
            </a:endParaRPr>
          </a:p>
          <a:p>
            <a:pPr marL="171450">
              <a:lnSpc>
                <a:spcPct val="100000"/>
              </a:lnSpc>
              <a:spcBef>
                <a:spcPts val="305"/>
              </a:spcBef>
            </a:pPr>
            <a:r>
              <a:rPr sz="1550" dirty="0">
                <a:latin typeface="Arial MT"/>
                <a:cs typeface="Arial MT"/>
              </a:rPr>
              <a:t>conñgure</a:t>
            </a:r>
            <a:r>
              <a:rPr sz="1550" spc="275" dirty="0">
                <a:latin typeface="Arial MT"/>
                <a:cs typeface="Arial MT"/>
              </a:rPr>
              <a:t> </a:t>
            </a:r>
            <a:r>
              <a:rPr sz="1550" dirty="0">
                <a:latin typeface="Arial MT"/>
                <a:cs typeface="Arial MT"/>
              </a:rPr>
              <a:t>route</a:t>
            </a:r>
            <a:r>
              <a:rPr sz="1550" spc="180" dirty="0">
                <a:latin typeface="Arial MT"/>
                <a:cs typeface="Arial MT"/>
              </a:rPr>
              <a:t> </a:t>
            </a:r>
            <a:r>
              <a:rPr sz="1550" dirty="0">
                <a:latin typeface="Arial MT"/>
                <a:cs typeface="Arial MT"/>
              </a:rPr>
              <a:t>table5</a:t>
            </a:r>
            <a:r>
              <a:rPr sz="1550" spc="25" dirty="0">
                <a:latin typeface="Arial MT"/>
                <a:cs typeface="Arial MT"/>
              </a:rPr>
              <a:t> </a:t>
            </a:r>
            <a:r>
              <a:rPr sz="1550" dirty="0">
                <a:latin typeface="Arial MT"/>
                <a:cs typeface="Arial MT"/>
              </a:rPr>
              <a:t>ID</a:t>
            </a:r>
            <a:r>
              <a:rPr sz="1550" spc="85" dirty="0">
                <a:latin typeface="Arial MT"/>
                <a:cs typeface="Arial MT"/>
              </a:rPr>
              <a:t> </a:t>
            </a:r>
            <a:r>
              <a:rPr sz="1550" dirty="0">
                <a:solidFill>
                  <a:srgbClr val="313131"/>
                </a:solidFill>
                <a:latin typeface="Arial MT"/>
                <a:cs typeface="Arial MT"/>
              </a:rPr>
              <a:t>any</a:t>
            </a:r>
            <a:r>
              <a:rPr sz="1550" spc="114" dirty="0">
                <a:solidFill>
                  <a:srgbClr val="313131"/>
                </a:solidFill>
                <a:latin typeface="Arial MT"/>
                <a:cs typeface="Arial MT"/>
              </a:rPr>
              <a:t> </a:t>
            </a:r>
            <a:r>
              <a:rPr sz="1550" dirty="0">
                <a:latin typeface="Arial MT"/>
                <a:cs typeface="Arial MT"/>
              </a:rPr>
              <a:t>available</a:t>
            </a:r>
            <a:r>
              <a:rPr sz="1550" spc="200" dirty="0">
                <a:latin typeface="Arial MT"/>
                <a:cs typeface="Arial MT"/>
              </a:rPr>
              <a:t> </a:t>
            </a:r>
            <a:r>
              <a:rPr sz="1550" spc="-10" dirty="0">
                <a:latin typeface="Arial MT"/>
                <a:cs typeface="Arial MT"/>
              </a:rPr>
              <a:t>gateways.</a:t>
            </a:r>
            <a:endParaRPr sz="1550">
              <a:latin typeface="Arial MT"/>
              <a:cs typeface="Arial MT"/>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1361439" y="365125"/>
            <a:ext cx="9469120" cy="5277485"/>
            <a:chOff x="1361439" y="365125"/>
            <a:chExt cx="9469120" cy="5277485"/>
          </a:xfrm>
        </p:grpSpPr>
        <p:pic>
          <p:nvPicPr>
            <p:cNvPr id="3" name="object 3"/>
            <p:cNvPicPr/>
            <p:nvPr/>
          </p:nvPicPr>
          <p:blipFill>
            <a:blip r:embed="rId2" cstate="print"/>
            <a:stretch>
              <a:fillRect/>
            </a:stretch>
          </p:blipFill>
          <p:spPr>
            <a:xfrm>
              <a:off x="1361439" y="365125"/>
              <a:ext cx="9468866" cy="5277484"/>
            </a:xfrm>
            <a:prstGeom prst="rect">
              <a:avLst/>
            </a:prstGeom>
          </p:spPr>
        </p:pic>
        <p:pic>
          <p:nvPicPr>
            <p:cNvPr id="4" name="object 4"/>
            <p:cNvPicPr/>
            <p:nvPr/>
          </p:nvPicPr>
          <p:blipFill>
            <a:blip r:embed="rId3" cstate="print"/>
            <a:stretch>
              <a:fillRect/>
            </a:stretch>
          </p:blipFill>
          <p:spPr>
            <a:xfrm>
              <a:off x="8410696" y="3075313"/>
              <a:ext cx="538220" cy="109550"/>
            </a:xfrm>
            <a:prstGeom prst="rect">
              <a:avLst/>
            </a:prstGeom>
          </p:spPr>
        </p:pic>
        <p:pic>
          <p:nvPicPr>
            <p:cNvPr id="5" name="object 5"/>
            <p:cNvPicPr/>
            <p:nvPr/>
          </p:nvPicPr>
          <p:blipFill>
            <a:blip r:embed="rId4" cstate="print"/>
            <a:stretch>
              <a:fillRect/>
            </a:stretch>
          </p:blipFill>
          <p:spPr>
            <a:xfrm>
              <a:off x="7258047" y="3484938"/>
              <a:ext cx="919261" cy="223864"/>
            </a:xfrm>
            <a:prstGeom prst="rect">
              <a:avLst/>
            </a:prstGeom>
          </p:spPr>
        </p:pic>
      </p:grpSp>
      <p:sp>
        <p:nvSpPr>
          <p:cNvPr id="6" name="object 6"/>
          <p:cNvSpPr txBox="1"/>
          <p:nvPr/>
        </p:nvSpPr>
        <p:spPr>
          <a:xfrm>
            <a:off x="4796043" y="1406238"/>
            <a:ext cx="5501005" cy="1685925"/>
          </a:xfrm>
          <a:prstGeom prst="rect">
            <a:avLst/>
          </a:prstGeom>
        </p:spPr>
        <p:txBody>
          <a:bodyPr vert="horz" wrap="square" lIns="0" tIns="6985" rIns="0" bIns="0" rtlCol="0">
            <a:spAutoFit/>
          </a:bodyPr>
          <a:lstStyle/>
          <a:p>
            <a:pPr marL="12700" marR="5080" indent="10160">
              <a:lnSpc>
                <a:spcPct val="109300"/>
              </a:lnSpc>
              <a:spcBef>
                <a:spcPts val="55"/>
              </a:spcBef>
              <a:tabLst>
                <a:tab pos="4479925" algn="l"/>
              </a:tabLst>
            </a:pPr>
            <a:r>
              <a:rPr sz="1650" spc="-155" dirty="0">
                <a:latin typeface="Verdana"/>
                <a:cs typeface="Verdana"/>
              </a:rPr>
              <a:t>Tne</a:t>
            </a:r>
            <a:r>
              <a:rPr sz="1650" spc="-75" dirty="0">
                <a:latin typeface="Verdana"/>
                <a:cs typeface="Verdana"/>
              </a:rPr>
              <a:t> </a:t>
            </a:r>
            <a:r>
              <a:rPr sz="1650" spc="-145" dirty="0">
                <a:latin typeface="Verdana"/>
                <a:cs typeface="Verdana"/>
              </a:rPr>
              <a:t>diagram</a:t>
            </a:r>
            <a:r>
              <a:rPr sz="1650" spc="-30" dirty="0">
                <a:latin typeface="Verdana"/>
                <a:cs typeface="Verdana"/>
              </a:rPr>
              <a:t> </a:t>
            </a:r>
            <a:r>
              <a:rPr sz="1650" spc="-165" dirty="0">
                <a:latin typeface="Verdana"/>
                <a:cs typeface="Verdana"/>
              </a:rPr>
              <a:t>shows</a:t>
            </a:r>
            <a:r>
              <a:rPr sz="1650" spc="15" dirty="0">
                <a:latin typeface="Verdana"/>
                <a:cs typeface="Verdana"/>
              </a:rPr>
              <a:t> </a:t>
            </a:r>
            <a:r>
              <a:rPr sz="1650" spc="-135" dirty="0">
                <a:latin typeface="Verdana"/>
                <a:cs typeface="Verdana"/>
              </a:rPr>
              <a:t>how</a:t>
            </a:r>
            <a:r>
              <a:rPr sz="1650" spc="-75" dirty="0">
                <a:latin typeface="Verdana"/>
                <a:cs typeface="Verdana"/>
              </a:rPr>
              <a:t> </a:t>
            </a:r>
            <a:r>
              <a:rPr sz="1650" spc="-135" dirty="0">
                <a:latin typeface="Verdana"/>
                <a:cs typeface="Verdana"/>
              </a:rPr>
              <a:t>you</a:t>
            </a:r>
            <a:r>
              <a:rPr sz="1650" spc="-105" dirty="0">
                <a:latin typeface="Verdana"/>
                <a:cs typeface="Verdana"/>
              </a:rPr>
              <a:t> </a:t>
            </a:r>
            <a:r>
              <a:rPr sz="1650" spc="-165" dirty="0">
                <a:latin typeface="Verdana"/>
                <a:cs typeface="Verdana"/>
              </a:rPr>
              <a:t>can</a:t>
            </a:r>
            <a:r>
              <a:rPr sz="1650" spc="-80" dirty="0">
                <a:latin typeface="Verdana"/>
                <a:cs typeface="Verdana"/>
              </a:rPr>
              <a:t> </a:t>
            </a:r>
            <a:r>
              <a:rPr sz="1650" spc="-160" dirty="0">
                <a:latin typeface="Verdana"/>
                <a:cs typeface="Verdana"/>
              </a:rPr>
              <a:t>use</a:t>
            </a:r>
            <a:r>
              <a:rPr sz="1650" spc="-110" dirty="0">
                <a:latin typeface="Verdana"/>
                <a:cs typeface="Verdana"/>
              </a:rPr>
              <a:t> </a:t>
            </a:r>
            <a:r>
              <a:rPr sz="1650" spc="-145" dirty="0">
                <a:solidFill>
                  <a:srgbClr val="525252"/>
                </a:solidFill>
                <a:latin typeface="Verdana"/>
                <a:cs typeface="Verdana"/>
              </a:rPr>
              <a:t>a</a:t>
            </a:r>
            <a:r>
              <a:rPr sz="1650" spc="-75" dirty="0">
                <a:solidFill>
                  <a:srgbClr val="525252"/>
                </a:solidFill>
                <a:latin typeface="Verdana"/>
                <a:cs typeface="Verdana"/>
              </a:rPr>
              <a:t> </a:t>
            </a:r>
            <a:r>
              <a:rPr sz="1650" spc="-155" dirty="0">
                <a:latin typeface="Verdana"/>
                <a:cs typeface="Verdana"/>
              </a:rPr>
              <a:t>VPC</a:t>
            </a:r>
            <a:r>
              <a:rPr sz="1650" spc="-65" dirty="0">
                <a:latin typeface="Verdana"/>
                <a:cs typeface="Verdana"/>
              </a:rPr>
              <a:t> </a:t>
            </a:r>
            <a:r>
              <a:rPr sz="1650" spc="-75" dirty="0">
                <a:latin typeface="Verdana"/>
                <a:cs typeface="Verdana"/>
              </a:rPr>
              <a:t>to</a:t>
            </a:r>
            <a:r>
              <a:rPr sz="1650" spc="-85" dirty="0">
                <a:latin typeface="Verdana"/>
                <a:cs typeface="Verdana"/>
              </a:rPr>
              <a:t> </a:t>
            </a:r>
            <a:r>
              <a:rPr sz="1650" spc="-110" dirty="0">
                <a:latin typeface="Verdana"/>
                <a:cs typeface="Verdana"/>
              </a:rPr>
              <a:t>build</a:t>
            </a:r>
            <a:r>
              <a:rPr sz="1650" spc="-5" dirty="0">
                <a:latin typeface="Verdana"/>
                <a:cs typeface="Verdana"/>
              </a:rPr>
              <a:t> </a:t>
            </a:r>
            <a:r>
              <a:rPr sz="1650" spc="-50" dirty="0">
                <a:latin typeface="Verdana"/>
                <a:cs typeface="Verdana"/>
              </a:rPr>
              <a:t>a </a:t>
            </a:r>
            <a:r>
              <a:rPr sz="1700" spc="-140" dirty="0">
                <a:latin typeface="Verdana"/>
                <a:cs typeface="Verdana"/>
              </a:rPr>
              <a:t>solution</a:t>
            </a:r>
            <a:r>
              <a:rPr sz="1700" spc="-80" dirty="0">
                <a:latin typeface="Verdana"/>
                <a:cs typeface="Verdana"/>
              </a:rPr>
              <a:t> </a:t>
            </a:r>
            <a:r>
              <a:rPr sz="1700" spc="-150" dirty="0">
                <a:latin typeface="Verdana"/>
                <a:cs typeface="Verdana"/>
              </a:rPr>
              <a:t>that</a:t>
            </a:r>
            <a:r>
              <a:rPr sz="1700" spc="-80" dirty="0">
                <a:latin typeface="Verdana"/>
                <a:cs typeface="Verdana"/>
              </a:rPr>
              <a:t> </a:t>
            </a:r>
            <a:r>
              <a:rPr sz="1700" spc="-200" dirty="0">
                <a:latin typeface="Verdana"/>
                <a:cs typeface="Verdana"/>
              </a:rPr>
              <a:t>nas</a:t>
            </a:r>
            <a:r>
              <a:rPr sz="1700" spc="-95" dirty="0">
                <a:latin typeface="Verdana"/>
                <a:cs typeface="Verdana"/>
              </a:rPr>
              <a:t> </a:t>
            </a:r>
            <a:r>
              <a:rPr sz="1700" spc="-120" dirty="0">
                <a:latin typeface="Verdana"/>
                <a:cs typeface="Verdana"/>
              </a:rPr>
              <a:t>botn</a:t>
            </a:r>
            <a:r>
              <a:rPr sz="1700" spc="-100" dirty="0">
                <a:latin typeface="Verdana"/>
                <a:cs typeface="Verdana"/>
              </a:rPr>
              <a:t> </a:t>
            </a:r>
            <a:r>
              <a:rPr sz="1700" spc="-180" dirty="0">
                <a:solidFill>
                  <a:srgbClr val="1A1A1A"/>
                </a:solidFill>
                <a:latin typeface="Verdana"/>
                <a:cs typeface="Verdana"/>
              </a:rPr>
              <a:t>a</a:t>
            </a:r>
            <a:r>
              <a:rPr sz="1700" spc="-155" dirty="0">
                <a:solidFill>
                  <a:srgbClr val="1A1A1A"/>
                </a:solidFill>
                <a:latin typeface="Verdana"/>
                <a:cs typeface="Verdana"/>
              </a:rPr>
              <a:t> </a:t>
            </a:r>
            <a:r>
              <a:rPr sz="1700" spc="-140" dirty="0">
                <a:latin typeface="Verdana"/>
                <a:cs typeface="Verdana"/>
              </a:rPr>
              <a:t>public</a:t>
            </a:r>
            <a:r>
              <a:rPr sz="1700" spc="10" dirty="0">
                <a:latin typeface="Verdana"/>
                <a:cs typeface="Verdana"/>
              </a:rPr>
              <a:t> </a:t>
            </a:r>
            <a:r>
              <a:rPr sz="1700" spc="-175" dirty="0">
                <a:latin typeface="Verdana"/>
                <a:cs typeface="Verdana"/>
              </a:rPr>
              <a:t>subnet</a:t>
            </a:r>
            <a:r>
              <a:rPr sz="1700" spc="-25" dirty="0">
                <a:latin typeface="Verdana"/>
                <a:cs typeface="Verdana"/>
              </a:rPr>
              <a:t> </a:t>
            </a:r>
            <a:r>
              <a:rPr sz="1700" spc="-170" dirty="0">
                <a:latin typeface="Verdana"/>
                <a:cs typeface="Verdana"/>
              </a:rPr>
              <a:t>and</a:t>
            </a:r>
            <a:r>
              <a:rPr sz="1700" spc="-145" dirty="0">
                <a:latin typeface="Verdana"/>
                <a:cs typeface="Verdana"/>
              </a:rPr>
              <a:t> </a:t>
            </a:r>
            <a:r>
              <a:rPr sz="1700" spc="-180" dirty="0">
                <a:solidFill>
                  <a:srgbClr val="1F1F1F"/>
                </a:solidFill>
                <a:latin typeface="Verdana"/>
                <a:cs typeface="Verdana"/>
              </a:rPr>
              <a:t>a</a:t>
            </a:r>
            <a:r>
              <a:rPr sz="1700" spc="-155" dirty="0">
                <a:solidFill>
                  <a:srgbClr val="1F1F1F"/>
                </a:solidFill>
                <a:latin typeface="Verdana"/>
                <a:cs typeface="Verdana"/>
              </a:rPr>
              <a:t> </a:t>
            </a:r>
            <a:r>
              <a:rPr sz="1700" spc="-175" dirty="0">
                <a:latin typeface="Verdana"/>
                <a:cs typeface="Verdana"/>
              </a:rPr>
              <a:t>private</a:t>
            </a:r>
            <a:r>
              <a:rPr sz="1700" spc="5" dirty="0">
                <a:latin typeface="Verdana"/>
                <a:cs typeface="Verdana"/>
              </a:rPr>
              <a:t> </a:t>
            </a:r>
            <a:r>
              <a:rPr sz="1700" spc="-105" dirty="0">
                <a:latin typeface="Verdana"/>
                <a:cs typeface="Verdana"/>
              </a:rPr>
              <a:t>subnet. </a:t>
            </a:r>
            <a:r>
              <a:rPr sz="1650" spc="-155" dirty="0">
                <a:solidFill>
                  <a:srgbClr val="1D1D1D"/>
                </a:solidFill>
                <a:latin typeface="Verdana"/>
                <a:cs typeface="Verdana"/>
              </a:rPr>
              <a:t>The</a:t>
            </a:r>
            <a:r>
              <a:rPr sz="1650" spc="-80" dirty="0">
                <a:solidFill>
                  <a:srgbClr val="1D1D1D"/>
                </a:solidFill>
                <a:latin typeface="Verdana"/>
                <a:cs typeface="Verdana"/>
              </a:rPr>
              <a:t> </a:t>
            </a:r>
            <a:r>
              <a:rPr sz="1650" spc="-105" dirty="0">
                <a:latin typeface="Verdana"/>
                <a:cs typeface="Verdana"/>
              </a:rPr>
              <a:t>oublic</a:t>
            </a:r>
            <a:r>
              <a:rPr sz="1650" spc="25" dirty="0">
                <a:latin typeface="Verdana"/>
                <a:cs typeface="Verdana"/>
              </a:rPr>
              <a:t> </a:t>
            </a:r>
            <a:r>
              <a:rPr sz="1650" spc="-150" dirty="0">
                <a:latin typeface="Verdana"/>
                <a:cs typeface="Verdana"/>
              </a:rPr>
              <a:t>subnet</a:t>
            </a:r>
            <a:r>
              <a:rPr sz="1650" spc="-50" dirty="0">
                <a:latin typeface="Verdana"/>
                <a:cs typeface="Verdana"/>
              </a:rPr>
              <a:t> </a:t>
            </a:r>
            <a:r>
              <a:rPr sz="1650" spc="-160" dirty="0">
                <a:latin typeface="Verdana"/>
                <a:cs typeface="Verdana"/>
              </a:rPr>
              <a:t>has</a:t>
            </a:r>
            <a:r>
              <a:rPr sz="1650" spc="-114" dirty="0">
                <a:latin typeface="Verdana"/>
                <a:cs typeface="Verdana"/>
              </a:rPr>
              <a:t> </a:t>
            </a:r>
            <a:r>
              <a:rPr sz="1650" spc="-130" dirty="0">
                <a:latin typeface="Verdana"/>
                <a:cs typeface="Verdana"/>
              </a:rPr>
              <a:t>an </a:t>
            </a:r>
            <a:r>
              <a:rPr sz="1650" spc="-185" dirty="0">
                <a:latin typeface="Verdana"/>
                <a:cs typeface="Verdana"/>
              </a:rPr>
              <a:t>EC2</a:t>
            </a:r>
            <a:r>
              <a:rPr sz="1650" spc="-45" dirty="0">
                <a:latin typeface="Verdana"/>
                <a:cs typeface="Verdana"/>
              </a:rPr>
              <a:t> </a:t>
            </a:r>
            <a:r>
              <a:rPr sz="1650" spc="-140" dirty="0">
                <a:latin typeface="Verdana"/>
                <a:cs typeface="Verdana"/>
              </a:rPr>
              <a:t>instance</a:t>
            </a:r>
            <a:r>
              <a:rPr sz="1650" spc="55" dirty="0">
                <a:latin typeface="Verdana"/>
                <a:cs typeface="Verdana"/>
              </a:rPr>
              <a:t> </a:t>
            </a:r>
            <a:r>
              <a:rPr sz="1650" spc="-120" dirty="0">
                <a:latin typeface="Verdana"/>
                <a:cs typeface="Verdana"/>
              </a:rPr>
              <a:t>that</a:t>
            </a:r>
            <a:r>
              <a:rPr sz="1650" spc="-155" dirty="0">
                <a:latin typeface="Verdana"/>
                <a:cs typeface="Verdana"/>
              </a:rPr>
              <a:t> </a:t>
            </a:r>
            <a:r>
              <a:rPr sz="1650" spc="-135" dirty="0">
                <a:latin typeface="Verdana"/>
                <a:cs typeface="Verdana"/>
              </a:rPr>
              <a:t>nosts</a:t>
            </a:r>
            <a:r>
              <a:rPr sz="1650" spc="-65" dirty="0">
                <a:latin typeface="Verdana"/>
                <a:cs typeface="Verdana"/>
              </a:rPr>
              <a:t> </a:t>
            </a:r>
            <a:r>
              <a:rPr sz="1650" spc="-145" dirty="0">
                <a:solidFill>
                  <a:srgbClr val="1A1A1A"/>
                </a:solidFill>
                <a:latin typeface="Verdana"/>
                <a:cs typeface="Verdana"/>
              </a:rPr>
              <a:t>a</a:t>
            </a:r>
            <a:r>
              <a:rPr sz="1650" spc="-135" dirty="0">
                <a:solidFill>
                  <a:srgbClr val="1A1A1A"/>
                </a:solidFill>
                <a:latin typeface="Verdana"/>
                <a:cs typeface="Verdana"/>
              </a:rPr>
              <a:t> </a:t>
            </a:r>
            <a:r>
              <a:rPr sz="1650" spc="-25" dirty="0">
                <a:latin typeface="Verdana"/>
                <a:cs typeface="Verdana"/>
              </a:rPr>
              <a:t>web </a:t>
            </a:r>
            <a:r>
              <a:rPr sz="1650" spc="-100" dirty="0">
                <a:latin typeface="Verdana"/>
                <a:cs typeface="Verdana"/>
              </a:rPr>
              <a:t>application</a:t>
            </a:r>
            <a:r>
              <a:rPr sz="1650" spc="80" dirty="0">
                <a:latin typeface="Verdana"/>
                <a:cs typeface="Verdana"/>
              </a:rPr>
              <a:t> </a:t>
            </a:r>
            <a:r>
              <a:rPr sz="1650" spc="-120" dirty="0">
                <a:solidFill>
                  <a:srgbClr val="1A1A1A"/>
                </a:solidFill>
                <a:latin typeface="Verdana"/>
                <a:cs typeface="Verdana"/>
              </a:rPr>
              <a:t>tnat</a:t>
            </a:r>
            <a:r>
              <a:rPr sz="1650" spc="-80" dirty="0">
                <a:solidFill>
                  <a:srgbClr val="1A1A1A"/>
                </a:solidFill>
                <a:latin typeface="Verdana"/>
                <a:cs typeface="Verdana"/>
              </a:rPr>
              <a:t> </a:t>
            </a:r>
            <a:r>
              <a:rPr sz="1650" spc="-160" dirty="0">
                <a:solidFill>
                  <a:srgbClr val="0E0E0E"/>
                </a:solidFill>
                <a:latin typeface="Verdana"/>
                <a:cs typeface="Verdana"/>
              </a:rPr>
              <a:t>has</a:t>
            </a:r>
            <a:r>
              <a:rPr sz="1650" spc="-114" dirty="0">
                <a:solidFill>
                  <a:srgbClr val="0E0E0E"/>
                </a:solidFill>
                <a:latin typeface="Verdana"/>
                <a:cs typeface="Verdana"/>
              </a:rPr>
              <a:t> </a:t>
            </a:r>
            <a:r>
              <a:rPr sz="1650" spc="-185" dirty="0">
                <a:latin typeface="Verdana"/>
                <a:cs typeface="Verdana"/>
              </a:rPr>
              <a:t>access</a:t>
            </a:r>
            <a:r>
              <a:rPr sz="1650" spc="-15" dirty="0">
                <a:latin typeface="Verdana"/>
                <a:cs typeface="Verdana"/>
              </a:rPr>
              <a:t> </a:t>
            </a:r>
            <a:r>
              <a:rPr sz="1650" spc="-75" dirty="0">
                <a:solidFill>
                  <a:srgbClr val="232323"/>
                </a:solidFill>
                <a:latin typeface="Verdana"/>
                <a:cs typeface="Verdana"/>
              </a:rPr>
              <a:t>to</a:t>
            </a:r>
            <a:r>
              <a:rPr sz="1650" spc="-140" dirty="0">
                <a:solidFill>
                  <a:srgbClr val="232323"/>
                </a:solidFill>
                <a:latin typeface="Verdana"/>
                <a:cs typeface="Verdana"/>
              </a:rPr>
              <a:t> </a:t>
            </a:r>
            <a:r>
              <a:rPr sz="1650" spc="-114" dirty="0">
                <a:solidFill>
                  <a:srgbClr val="131313"/>
                </a:solidFill>
                <a:latin typeface="Verdana"/>
                <a:cs typeface="Verdana"/>
              </a:rPr>
              <a:t>the</a:t>
            </a:r>
            <a:r>
              <a:rPr sz="1650" spc="-120" dirty="0">
                <a:solidFill>
                  <a:srgbClr val="131313"/>
                </a:solidFill>
                <a:latin typeface="Verdana"/>
                <a:cs typeface="Verdana"/>
              </a:rPr>
              <a:t> </a:t>
            </a:r>
            <a:r>
              <a:rPr sz="1650" spc="-140" dirty="0">
                <a:latin typeface="Verdana"/>
                <a:cs typeface="Verdana"/>
              </a:rPr>
              <a:t>internet.</a:t>
            </a:r>
            <a:r>
              <a:rPr sz="1650" spc="-15" dirty="0">
                <a:latin typeface="Verdana"/>
                <a:cs typeface="Verdana"/>
              </a:rPr>
              <a:t> </a:t>
            </a:r>
            <a:r>
              <a:rPr sz="1650" spc="-25" dirty="0">
                <a:solidFill>
                  <a:srgbClr val="131313"/>
                </a:solidFill>
                <a:latin typeface="Verdana"/>
                <a:cs typeface="Verdana"/>
              </a:rPr>
              <a:t>Th</a:t>
            </a:r>
            <a:r>
              <a:rPr sz="1650" spc="-25" dirty="0">
                <a:solidFill>
                  <a:srgbClr val="1F1F1F"/>
                </a:solidFill>
                <a:latin typeface="Verdana"/>
                <a:cs typeface="Verdana"/>
              </a:rPr>
              <a:t>R</a:t>
            </a:r>
            <a:r>
              <a:rPr sz="1650" dirty="0">
                <a:solidFill>
                  <a:srgbClr val="1F1F1F"/>
                </a:solidFill>
                <a:latin typeface="Verdana"/>
                <a:cs typeface="Verdana"/>
              </a:rPr>
              <a:t>	</a:t>
            </a:r>
            <a:r>
              <a:rPr sz="1650" spc="-60" dirty="0">
                <a:solidFill>
                  <a:srgbClr val="0E0E0E"/>
                </a:solidFill>
                <a:latin typeface="Verdana"/>
                <a:cs typeface="Verdana"/>
              </a:rPr>
              <a:t>FiVate </a:t>
            </a:r>
            <a:r>
              <a:rPr sz="1700" spc="-185" dirty="0">
                <a:latin typeface="Verdana"/>
                <a:cs typeface="Verdana"/>
              </a:rPr>
              <a:t>subnet</a:t>
            </a:r>
            <a:r>
              <a:rPr sz="1700" spc="-35" dirty="0">
                <a:latin typeface="Verdana"/>
                <a:cs typeface="Verdana"/>
              </a:rPr>
              <a:t> </a:t>
            </a:r>
            <a:r>
              <a:rPr sz="1700" spc="-200" dirty="0">
                <a:solidFill>
                  <a:srgbClr val="313131"/>
                </a:solidFill>
                <a:latin typeface="Verdana"/>
                <a:cs typeface="Verdana"/>
              </a:rPr>
              <a:t>has</a:t>
            </a:r>
            <a:r>
              <a:rPr sz="1700" spc="-25" dirty="0">
                <a:solidFill>
                  <a:srgbClr val="313131"/>
                </a:solidFill>
                <a:latin typeface="Verdana"/>
                <a:cs typeface="Verdana"/>
              </a:rPr>
              <a:t> </a:t>
            </a:r>
            <a:r>
              <a:rPr sz="1700" spc="-200" dirty="0">
                <a:solidFill>
                  <a:srgbClr val="0E0E0E"/>
                </a:solidFill>
                <a:latin typeface="Verdana"/>
                <a:cs typeface="Verdana"/>
              </a:rPr>
              <a:t>an</a:t>
            </a:r>
            <a:r>
              <a:rPr sz="1700" spc="-150" dirty="0">
                <a:solidFill>
                  <a:srgbClr val="0E0E0E"/>
                </a:solidFill>
                <a:latin typeface="Verdana"/>
                <a:cs typeface="Verdana"/>
              </a:rPr>
              <a:t> </a:t>
            </a:r>
            <a:r>
              <a:rPr sz="1700" spc="-260" dirty="0">
                <a:solidFill>
                  <a:srgbClr val="111111"/>
                </a:solidFill>
                <a:latin typeface="Verdana"/>
                <a:cs typeface="Verdana"/>
              </a:rPr>
              <a:t>RDS</a:t>
            </a:r>
            <a:r>
              <a:rPr sz="1700" spc="-25" dirty="0">
                <a:solidFill>
                  <a:srgbClr val="111111"/>
                </a:solidFill>
                <a:latin typeface="Verdana"/>
                <a:cs typeface="Verdana"/>
              </a:rPr>
              <a:t> </a:t>
            </a:r>
            <a:r>
              <a:rPr sz="1700" spc="-180" dirty="0">
                <a:latin typeface="Verdana"/>
                <a:cs typeface="Verdana"/>
              </a:rPr>
              <a:t>instance</a:t>
            </a:r>
            <a:r>
              <a:rPr sz="1700" spc="15" dirty="0">
                <a:latin typeface="Verdana"/>
                <a:cs typeface="Verdana"/>
              </a:rPr>
              <a:t> </a:t>
            </a:r>
            <a:r>
              <a:rPr sz="1700" spc="-150" dirty="0">
                <a:latin typeface="Verdana"/>
                <a:cs typeface="Verdana"/>
              </a:rPr>
              <a:t>that</a:t>
            </a:r>
            <a:r>
              <a:rPr sz="1700" spc="-65" dirty="0">
                <a:latin typeface="Verdana"/>
                <a:cs typeface="Verdana"/>
              </a:rPr>
              <a:t> </a:t>
            </a:r>
            <a:r>
              <a:rPr sz="1700" spc="-165" dirty="0">
                <a:latin typeface="Verdana"/>
                <a:cs typeface="Verdana"/>
              </a:rPr>
              <a:t>is</a:t>
            </a:r>
            <a:r>
              <a:rPr sz="1700" spc="-130" dirty="0">
                <a:latin typeface="Verdana"/>
                <a:cs typeface="Verdana"/>
              </a:rPr>
              <a:t> </a:t>
            </a:r>
            <a:r>
              <a:rPr sz="1700" spc="-160" dirty="0">
                <a:latin typeface="Verdana"/>
                <a:cs typeface="Verdana"/>
              </a:rPr>
              <a:t>protected</a:t>
            </a:r>
            <a:r>
              <a:rPr sz="1700" spc="50" dirty="0">
                <a:latin typeface="Verdana"/>
                <a:cs typeface="Verdana"/>
              </a:rPr>
              <a:t> </a:t>
            </a:r>
            <a:r>
              <a:rPr sz="1700" spc="-150" dirty="0">
                <a:latin typeface="Verdana"/>
                <a:cs typeface="Verdana"/>
              </a:rPr>
              <a:t>from</a:t>
            </a:r>
            <a:r>
              <a:rPr sz="1700" spc="-125" dirty="0">
                <a:latin typeface="Verdana"/>
                <a:cs typeface="Verdana"/>
              </a:rPr>
              <a:t> </a:t>
            </a:r>
            <a:r>
              <a:rPr sz="1700" spc="-10" dirty="0">
                <a:latin typeface="Verdana"/>
                <a:cs typeface="Verdana"/>
              </a:rPr>
              <a:t>direct </a:t>
            </a:r>
            <a:r>
              <a:rPr sz="1650" spc="-185" dirty="0">
                <a:latin typeface="Verdana"/>
                <a:cs typeface="Verdana"/>
              </a:rPr>
              <a:t>access</a:t>
            </a:r>
            <a:r>
              <a:rPr sz="1650" spc="-45" dirty="0">
                <a:latin typeface="Verdana"/>
                <a:cs typeface="Verdana"/>
              </a:rPr>
              <a:t> </a:t>
            </a:r>
            <a:r>
              <a:rPr sz="1650" spc="-75" dirty="0">
                <a:solidFill>
                  <a:srgbClr val="282828"/>
                </a:solidFill>
                <a:latin typeface="Verdana"/>
                <a:cs typeface="Verdana"/>
              </a:rPr>
              <a:t>to</a:t>
            </a:r>
            <a:r>
              <a:rPr sz="1650" spc="-70" dirty="0">
                <a:solidFill>
                  <a:srgbClr val="282828"/>
                </a:solidFill>
                <a:latin typeface="Verdana"/>
                <a:cs typeface="Verdana"/>
              </a:rPr>
              <a:t> </a:t>
            </a:r>
            <a:r>
              <a:rPr sz="1650" spc="-140" dirty="0">
                <a:solidFill>
                  <a:srgbClr val="0C0C0C"/>
                </a:solidFill>
                <a:latin typeface="Verdana"/>
                <a:cs typeface="Verdana"/>
              </a:rPr>
              <a:t>the</a:t>
            </a:r>
            <a:r>
              <a:rPr sz="1650" spc="-120" dirty="0">
                <a:solidFill>
                  <a:srgbClr val="0C0C0C"/>
                </a:solidFill>
                <a:latin typeface="Verdana"/>
                <a:cs typeface="Verdana"/>
              </a:rPr>
              <a:t> </a:t>
            </a:r>
            <a:r>
              <a:rPr sz="1650" spc="-20" dirty="0">
                <a:latin typeface="Verdana"/>
                <a:cs typeface="Verdana"/>
              </a:rPr>
              <a:t>internet.</a:t>
            </a:r>
            <a:endParaRPr sz="1650">
              <a:latin typeface="Verdana"/>
              <a:cs typeface="Verdana"/>
            </a:endParaRPr>
          </a:p>
        </p:txBody>
      </p:sp>
      <p:sp>
        <p:nvSpPr>
          <p:cNvPr id="7" name="object 7"/>
          <p:cNvSpPr txBox="1"/>
          <p:nvPr/>
        </p:nvSpPr>
        <p:spPr>
          <a:xfrm>
            <a:off x="7623133" y="3653233"/>
            <a:ext cx="520700" cy="163195"/>
          </a:xfrm>
          <a:prstGeom prst="rect">
            <a:avLst/>
          </a:prstGeom>
        </p:spPr>
        <p:txBody>
          <a:bodyPr vert="horz" wrap="square" lIns="0" tIns="12700" rIns="0" bIns="0" rtlCol="0">
            <a:spAutoFit/>
          </a:bodyPr>
          <a:lstStyle/>
          <a:p>
            <a:pPr marL="12700">
              <a:lnSpc>
                <a:spcPct val="100000"/>
              </a:lnSpc>
              <a:spcBef>
                <a:spcPts val="100"/>
              </a:spcBef>
            </a:pPr>
            <a:r>
              <a:rPr sz="900" dirty="0">
                <a:solidFill>
                  <a:srgbClr val="808080"/>
                </a:solidFill>
                <a:latin typeface="Courier New"/>
                <a:cs typeface="Courier New"/>
              </a:rPr>
              <a:t>0</a:t>
            </a:r>
            <a:r>
              <a:rPr sz="900" spc="-400" dirty="0">
                <a:solidFill>
                  <a:srgbClr val="808080"/>
                </a:solidFill>
                <a:latin typeface="Courier New"/>
                <a:cs typeface="Courier New"/>
              </a:rPr>
              <a:t> </a:t>
            </a:r>
            <a:r>
              <a:rPr sz="900" spc="-110" dirty="0">
                <a:solidFill>
                  <a:srgbClr val="6B6B6B"/>
                </a:solidFill>
                <a:latin typeface="Courier New"/>
                <a:cs typeface="Courier New"/>
              </a:rPr>
              <a:t>O</a:t>
            </a:r>
            <a:r>
              <a:rPr sz="900" spc="-320" dirty="0">
                <a:solidFill>
                  <a:srgbClr val="6B6B6B"/>
                </a:solidFill>
                <a:latin typeface="Courier New"/>
                <a:cs typeface="Courier New"/>
              </a:rPr>
              <a:t> </a:t>
            </a:r>
            <a:r>
              <a:rPr sz="900" spc="-60" dirty="0">
                <a:solidFill>
                  <a:srgbClr val="464646"/>
                </a:solidFill>
                <a:latin typeface="Courier New"/>
                <a:cs typeface="Courier New"/>
              </a:rPr>
              <a:t>'0.</a:t>
            </a:r>
            <a:r>
              <a:rPr sz="900" spc="-20" dirty="0">
                <a:solidFill>
                  <a:srgbClr val="464646"/>
                </a:solidFill>
                <a:latin typeface="Courier New"/>
                <a:cs typeface="Courier New"/>
              </a:rPr>
              <a:t> </a:t>
            </a:r>
            <a:r>
              <a:rPr sz="900" spc="-50" dirty="0">
                <a:solidFill>
                  <a:srgbClr val="1C1C1C"/>
                </a:solidFill>
                <a:latin typeface="Courier New"/>
                <a:cs typeface="Courier New"/>
              </a:rPr>
              <a:t>4</a:t>
            </a:r>
            <a:endParaRPr sz="900">
              <a:latin typeface="Courier New"/>
              <a:cs typeface="Courier New"/>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365885" y="365125"/>
            <a:ext cx="9459341" cy="5306059"/>
          </a:xfrm>
          <a:prstGeom prst="rect">
            <a:avLst/>
          </a:prstGeom>
        </p:spPr>
      </p:pic>
      <p:sp>
        <p:nvSpPr>
          <p:cNvPr id="3" name="object 3"/>
          <p:cNvSpPr txBox="1"/>
          <p:nvPr/>
        </p:nvSpPr>
        <p:spPr>
          <a:xfrm>
            <a:off x="1694558" y="5412392"/>
            <a:ext cx="1019175" cy="132715"/>
          </a:xfrm>
          <a:prstGeom prst="rect">
            <a:avLst/>
          </a:prstGeom>
        </p:spPr>
        <p:txBody>
          <a:bodyPr vert="horz" wrap="square" lIns="0" tIns="12700" rIns="0" bIns="0" rtlCol="0">
            <a:spAutoFit/>
          </a:bodyPr>
          <a:lstStyle/>
          <a:p>
            <a:pPr marL="12700">
              <a:lnSpc>
                <a:spcPct val="100000"/>
              </a:lnSpc>
              <a:spcBef>
                <a:spcPts val="100"/>
              </a:spcBef>
            </a:pPr>
            <a:r>
              <a:rPr sz="700" spc="95" dirty="0">
                <a:solidFill>
                  <a:srgbClr val="626262"/>
                </a:solidFill>
                <a:latin typeface="Arial MT"/>
                <a:cs typeface="Arial MT"/>
              </a:rPr>
              <a:t>thuy</a:t>
            </a:r>
            <a:r>
              <a:rPr sz="700" spc="-105" dirty="0">
                <a:solidFill>
                  <a:srgbClr val="626262"/>
                </a:solidFill>
                <a:latin typeface="Arial MT"/>
                <a:cs typeface="Arial MT"/>
              </a:rPr>
              <a:t> </a:t>
            </a:r>
            <a:r>
              <a:rPr sz="700" spc="114" dirty="0">
                <a:solidFill>
                  <a:srgbClr val="828282"/>
                </a:solidFill>
                <a:latin typeface="Arial MT"/>
                <a:cs typeface="Arial MT"/>
              </a:rPr>
              <a:t>1</a:t>
            </a:r>
            <a:r>
              <a:rPr sz="700" spc="-100" dirty="0">
                <a:solidFill>
                  <a:srgbClr val="828282"/>
                </a:solidFill>
                <a:latin typeface="Arial MT"/>
                <a:cs typeface="Arial MT"/>
              </a:rPr>
              <a:t> </a:t>
            </a:r>
            <a:r>
              <a:rPr sz="700" spc="-10" dirty="0">
                <a:solidFill>
                  <a:srgbClr val="5D5D5D"/>
                </a:solidFill>
                <a:latin typeface="Arial MT"/>
                <a:cs typeface="Arial MT"/>
              </a:rPr>
              <a:t>Amazon</a:t>
            </a:r>
            <a:r>
              <a:rPr sz="700" spc="-40" dirty="0">
                <a:solidFill>
                  <a:srgbClr val="5D5D5D"/>
                </a:solidFill>
                <a:latin typeface="Arial MT"/>
                <a:cs typeface="Arial MT"/>
              </a:rPr>
              <a:t> </a:t>
            </a:r>
            <a:r>
              <a:rPr sz="700" spc="-10" dirty="0">
                <a:solidFill>
                  <a:srgbClr val="838383"/>
                </a:solidFill>
                <a:latin typeface="Arial MT"/>
                <a:cs typeface="Arial MT"/>
              </a:rPr>
              <a:t>Web</a:t>
            </a:r>
            <a:r>
              <a:rPr sz="700" spc="-25" dirty="0">
                <a:solidFill>
                  <a:srgbClr val="838383"/>
                </a:solidFill>
                <a:latin typeface="Arial MT"/>
                <a:cs typeface="Arial MT"/>
              </a:rPr>
              <a:t> </a:t>
            </a:r>
            <a:r>
              <a:rPr sz="700" spc="-25" dirty="0">
                <a:solidFill>
                  <a:srgbClr val="7C7C7C"/>
                </a:solidFill>
                <a:latin typeface="Arial MT"/>
                <a:cs typeface="Arial MT"/>
              </a:rPr>
              <a:t>Ans</a:t>
            </a:r>
            <a:endParaRPr sz="700">
              <a:latin typeface="Arial MT"/>
              <a:cs typeface="Arial MT"/>
            </a:endParaRPr>
          </a:p>
        </p:txBody>
      </p:sp>
      <p:sp>
        <p:nvSpPr>
          <p:cNvPr id="4" name="object 4"/>
          <p:cNvSpPr txBox="1"/>
          <p:nvPr/>
        </p:nvSpPr>
        <p:spPr>
          <a:xfrm>
            <a:off x="2900022" y="5412392"/>
            <a:ext cx="1459230" cy="132715"/>
          </a:xfrm>
          <a:prstGeom prst="rect">
            <a:avLst/>
          </a:prstGeom>
        </p:spPr>
        <p:txBody>
          <a:bodyPr vert="horz" wrap="square" lIns="0" tIns="12700" rIns="0" bIns="0" rtlCol="0">
            <a:spAutoFit/>
          </a:bodyPr>
          <a:lstStyle/>
          <a:p>
            <a:pPr marL="12700">
              <a:lnSpc>
                <a:spcPct val="100000"/>
              </a:lnSpc>
              <a:spcBef>
                <a:spcPts val="100"/>
              </a:spcBef>
            </a:pPr>
            <a:r>
              <a:rPr sz="700" spc="-10" dirty="0">
                <a:solidFill>
                  <a:srgbClr val="7E7E7E"/>
                </a:solidFill>
                <a:latin typeface="Arial MT"/>
                <a:cs typeface="Arial MT"/>
              </a:rPr>
              <a:t>inc.</a:t>
            </a:r>
            <a:r>
              <a:rPr sz="700" spc="10" dirty="0">
                <a:solidFill>
                  <a:srgbClr val="7E7E7E"/>
                </a:solidFill>
                <a:latin typeface="Arial MT"/>
                <a:cs typeface="Arial MT"/>
              </a:rPr>
              <a:t> </a:t>
            </a:r>
            <a:r>
              <a:rPr sz="700" dirty="0">
                <a:solidFill>
                  <a:srgbClr val="828282"/>
                </a:solidFill>
                <a:latin typeface="Arial MT"/>
                <a:cs typeface="Arial MT"/>
              </a:rPr>
              <a:t>or</a:t>
            </a:r>
            <a:r>
              <a:rPr sz="700" spc="-10" dirty="0">
                <a:solidFill>
                  <a:srgbClr val="828282"/>
                </a:solidFill>
                <a:latin typeface="Arial MT"/>
                <a:cs typeface="Arial MT"/>
              </a:rPr>
              <a:t> </a:t>
            </a:r>
            <a:r>
              <a:rPr sz="700" spc="-65" dirty="0">
                <a:solidFill>
                  <a:srgbClr val="505050"/>
                </a:solidFill>
                <a:latin typeface="Arial MT"/>
                <a:cs typeface="Arial MT"/>
              </a:rPr>
              <a:t>iLs </a:t>
            </a:r>
            <a:r>
              <a:rPr sz="700" spc="-10" dirty="0">
                <a:solidFill>
                  <a:srgbClr val="626262"/>
                </a:solidFill>
                <a:latin typeface="Arial MT"/>
                <a:cs typeface="Arial MT"/>
              </a:rPr>
              <a:t>affiliates.</a:t>
            </a:r>
            <a:r>
              <a:rPr sz="700" spc="10" dirty="0">
                <a:solidFill>
                  <a:srgbClr val="626262"/>
                </a:solidFill>
                <a:latin typeface="Arial MT"/>
                <a:cs typeface="Arial MT"/>
              </a:rPr>
              <a:t> </a:t>
            </a:r>
            <a:r>
              <a:rPr sz="700" spc="-140" dirty="0">
                <a:solidFill>
                  <a:srgbClr val="B1B1B1"/>
                </a:solidFill>
                <a:latin typeface="Arial MT"/>
                <a:cs typeface="Arial MT"/>
              </a:rPr>
              <a:t>AO</a:t>
            </a:r>
            <a:r>
              <a:rPr sz="700" spc="-25" dirty="0">
                <a:solidFill>
                  <a:srgbClr val="B1B1B1"/>
                </a:solidFill>
                <a:latin typeface="Arial MT"/>
                <a:cs typeface="Arial MT"/>
              </a:rPr>
              <a:t> </a:t>
            </a:r>
            <a:r>
              <a:rPr sz="700" spc="55" dirty="0">
                <a:solidFill>
                  <a:srgbClr val="6D6D6D"/>
                </a:solidFill>
                <a:latin typeface="Arial MT"/>
                <a:cs typeface="Arial MT"/>
              </a:rPr>
              <a:t>nghu</a:t>
            </a:r>
            <a:r>
              <a:rPr sz="700" spc="-50" dirty="0">
                <a:solidFill>
                  <a:srgbClr val="6D6D6D"/>
                </a:solidFill>
                <a:latin typeface="Arial MT"/>
                <a:cs typeface="Arial MT"/>
              </a:rPr>
              <a:t> </a:t>
            </a:r>
            <a:r>
              <a:rPr sz="700" spc="-10" dirty="0">
                <a:solidFill>
                  <a:srgbClr val="575757"/>
                </a:solidFill>
                <a:latin typeface="Arial MT"/>
                <a:cs typeface="Arial MT"/>
              </a:rPr>
              <a:t>reserved</a:t>
            </a:r>
            <a:endParaRPr sz="700">
              <a:latin typeface="Arial MT"/>
              <a:cs typeface="Arial MT"/>
            </a:endParaRPr>
          </a:p>
        </p:txBody>
      </p:sp>
      <p:sp>
        <p:nvSpPr>
          <p:cNvPr id="5" name="object 5" descr="$PPTXTitle"/>
          <p:cNvSpPr txBox="1">
            <a:spLocks noGrp="1"/>
          </p:cNvSpPr>
          <p:nvPr>
            <p:ph type="title"/>
          </p:nvPr>
        </p:nvSpPr>
        <p:spPr>
          <a:xfrm>
            <a:off x="4810217" y="1375009"/>
            <a:ext cx="5410835" cy="581025"/>
          </a:xfrm>
          <a:prstGeom prst="rect">
            <a:avLst/>
          </a:prstGeom>
        </p:spPr>
        <p:txBody>
          <a:bodyPr vert="horz" wrap="square" lIns="0" tIns="47625" rIns="0" bIns="0" rtlCol="0">
            <a:spAutoFit/>
          </a:bodyPr>
          <a:lstStyle/>
          <a:p>
            <a:pPr marL="12700">
              <a:lnSpc>
                <a:spcPct val="100000"/>
              </a:lnSpc>
              <a:spcBef>
                <a:spcPts val="375"/>
              </a:spcBef>
            </a:pPr>
            <a:r>
              <a:rPr sz="1650" spc="-60" dirty="0">
                <a:latin typeface="Arial MT"/>
                <a:cs typeface="Arial MT"/>
              </a:rPr>
              <a:t>Choose</a:t>
            </a:r>
            <a:r>
              <a:rPr sz="1650" spc="20" dirty="0">
                <a:latin typeface="Arial MT"/>
                <a:cs typeface="Arial MT"/>
              </a:rPr>
              <a:t> </a:t>
            </a:r>
            <a:r>
              <a:rPr sz="1650" spc="-55" dirty="0">
                <a:solidFill>
                  <a:srgbClr val="111111"/>
                </a:solidFill>
                <a:latin typeface="Arial MT"/>
                <a:cs typeface="Arial MT"/>
              </a:rPr>
              <a:t>each</a:t>
            </a:r>
            <a:r>
              <a:rPr sz="1650" spc="-30" dirty="0">
                <a:solidFill>
                  <a:srgbClr val="111111"/>
                </a:solidFill>
                <a:latin typeface="Arial MT"/>
                <a:cs typeface="Arial MT"/>
              </a:rPr>
              <a:t> </a:t>
            </a:r>
            <a:r>
              <a:rPr sz="1650" dirty="0">
                <a:latin typeface="Arial MT"/>
                <a:cs typeface="Arial MT"/>
              </a:rPr>
              <a:t>button</a:t>
            </a:r>
            <a:r>
              <a:rPr sz="1650" spc="55" dirty="0">
                <a:latin typeface="Arial MT"/>
                <a:cs typeface="Arial MT"/>
              </a:rPr>
              <a:t> </a:t>
            </a:r>
            <a:r>
              <a:rPr sz="1650" spc="55" dirty="0">
                <a:solidFill>
                  <a:srgbClr val="0C0C0C"/>
                </a:solidFill>
                <a:latin typeface="Arial MT"/>
                <a:cs typeface="Arial MT"/>
              </a:rPr>
              <a:t>to</a:t>
            </a:r>
            <a:r>
              <a:rPr sz="1650" spc="-25" dirty="0">
                <a:solidFill>
                  <a:srgbClr val="0C0C0C"/>
                </a:solidFill>
                <a:latin typeface="Arial MT"/>
                <a:cs typeface="Arial MT"/>
              </a:rPr>
              <a:t> </a:t>
            </a:r>
            <a:r>
              <a:rPr sz="1650" spc="-20" dirty="0">
                <a:latin typeface="Arial MT"/>
                <a:cs typeface="Arial MT"/>
              </a:rPr>
              <a:t>learn</a:t>
            </a:r>
            <a:r>
              <a:rPr sz="1650" spc="-100" dirty="0">
                <a:latin typeface="Arial MT"/>
                <a:cs typeface="Arial MT"/>
              </a:rPr>
              <a:t> </a:t>
            </a:r>
            <a:r>
              <a:rPr sz="1650" spc="-70" dirty="0">
                <a:solidFill>
                  <a:srgbClr val="1A1A1A"/>
                </a:solidFill>
                <a:latin typeface="Arial MT"/>
                <a:cs typeface="Arial MT"/>
              </a:rPr>
              <a:t>mOre</a:t>
            </a:r>
            <a:r>
              <a:rPr sz="1650" spc="10" dirty="0">
                <a:solidFill>
                  <a:srgbClr val="1A1A1A"/>
                </a:solidFill>
                <a:latin typeface="Arial MT"/>
                <a:cs typeface="Arial MT"/>
              </a:rPr>
              <a:t> </a:t>
            </a:r>
            <a:r>
              <a:rPr sz="1650" spc="-45" dirty="0">
                <a:latin typeface="Arial MT"/>
                <a:cs typeface="Arial MT"/>
              </a:rPr>
              <a:t>abOut</a:t>
            </a:r>
            <a:r>
              <a:rPr sz="1650" spc="50" dirty="0">
                <a:latin typeface="Arial MT"/>
                <a:cs typeface="Arial MT"/>
              </a:rPr>
              <a:t> </a:t>
            </a:r>
            <a:r>
              <a:rPr sz="1650" spc="-55" dirty="0">
                <a:latin typeface="Arial MT"/>
                <a:cs typeface="Arial MT"/>
              </a:rPr>
              <a:t>ways</a:t>
            </a:r>
            <a:r>
              <a:rPr sz="1650" spc="45" dirty="0">
                <a:latin typeface="Arial MT"/>
                <a:cs typeface="Arial MT"/>
              </a:rPr>
              <a:t> </a:t>
            </a:r>
            <a:r>
              <a:rPr sz="1650" dirty="0">
                <a:solidFill>
                  <a:srgbClr val="0C0C0C"/>
                </a:solidFill>
                <a:latin typeface="Arial MT"/>
                <a:cs typeface="Arial MT"/>
              </a:rPr>
              <a:t>you </a:t>
            </a:r>
            <a:r>
              <a:rPr sz="1650" spc="-35" dirty="0">
                <a:latin typeface="Arial MT"/>
                <a:cs typeface="Arial MT"/>
              </a:rPr>
              <a:t>can</a:t>
            </a:r>
            <a:r>
              <a:rPr sz="1650" spc="-50" dirty="0">
                <a:latin typeface="Arial MT"/>
                <a:cs typeface="Arial MT"/>
              </a:rPr>
              <a:t> </a:t>
            </a:r>
            <a:r>
              <a:rPr sz="1650" spc="-25" dirty="0">
                <a:latin typeface="Arial MT"/>
                <a:cs typeface="Arial MT"/>
              </a:rPr>
              <a:t>use</a:t>
            </a:r>
            <a:endParaRPr sz="1650">
              <a:latin typeface="Arial MT"/>
              <a:cs typeface="Arial MT"/>
            </a:endParaRPr>
          </a:p>
          <a:p>
            <a:pPr marL="13335">
              <a:lnSpc>
                <a:spcPct val="100000"/>
              </a:lnSpc>
              <a:spcBef>
                <a:spcPts val="254"/>
              </a:spcBef>
            </a:pPr>
            <a:r>
              <a:rPr sz="1550" spc="-10" dirty="0">
                <a:latin typeface="Arial MT"/>
                <a:cs typeface="Arial MT"/>
              </a:rPr>
              <a:t>AmazOn</a:t>
            </a:r>
            <a:r>
              <a:rPr sz="1550" spc="-65" dirty="0">
                <a:latin typeface="Arial MT"/>
                <a:cs typeface="Arial MT"/>
              </a:rPr>
              <a:t> </a:t>
            </a:r>
            <a:r>
              <a:rPr sz="1550" spc="-20" dirty="0">
                <a:latin typeface="Arial MT"/>
                <a:cs typeface="Arial MT"/>
              </a:rPr>
              <a:t>VPC.</a:t>
            </a:r>
            <a:endParaRPr sz="1550">
              <a:latin typeface="Arial MT"/>
              <a:cs typeface="Arial MT"/>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614257" y="2136987"/>
            <a:ext cx="2991172" cy="743038"/>
          </a:xfrm>
          <a:prstGeom prst="rect">
            <a:avLst/>
          </a:prstGeom>
        </p:spPr>
      </p:pic>
      <p:pic>
        <p:nvPicPr>
          <p:cNvPr id="3" name="object 3"/>
          <p:cNvPicPr/>
          <p:nvPr/>
        </p:nvPicPr>
        <p:blipFill>
          <a:blip r:embed="rId3" cstate="print"/>
          <a:stretch>
            <a:fillRect/>
          </a:stretch>
        </p:blipFill>
        <p:spPr>
          <a:xfrm>
            <a:off x="7738794" y="2136987"/>
            <a:ext cx="1447956" cy="733512"/>
          </a:xfrm>
          <a:prstGeom prst="rect">
            <a:avLst/>
          </a:prstGeom>
        </p:spPr>
      </p:pic>
      <p:sp>
        <p:nvSpPr>
          <p:cNvPr id="4" name="object 4"/>
          <p:cNvSpPr/>
          <p:nvPr/>
        </p:nvSpPr>
        <p:spPr>
          <a:xfrm>
            <a:off x="1384935" y="365125"/>
            <a:ext cx="9411970" cy="924560"/>
          </a:xfrm>
          <a:custGeom>
            <a:avLst/>
            <a:gdLst/>
            <a:ahLst/>
            <a:cxnLst/>
            <a:rect l="l" t="t" r="r" b="b"/>
            <a:pathLst>
              <a:path w="9411970" h="924560">
                <a:moveTo>
                  <a:pt x="9410700" y="923925"/>
                </a:moveTo>
                <a:lnTo>
                  <a:pt x="0" y="923925"/>
                </a:lnTo>
                <a:lnTo>
                  <a:pt x="0" y="0"/>
                </a:lnTo>
                <a:lnTo>
                  <a:pt x="9410700" y="0"/>
                </a:lnTo>
                <a:lnTo>
                  <a:pt x="9410700" y="923925"/>
                </a:lnTo>
                <a:close/>
              </a:path>
            </a:pathLst>
          </a:custGeom>
          <a:solidFill>
            <a:srgbClr val="BFEBF0"/>
          </a:solidFill>
        </p:spPr>
        <p:txBody>
          <a:bodyPr wrap="square" lIns="0" tIns="0" rIns="0" bIns="0" rtlCol="0"/>
          <a:lstStyle/>
          <a:p>
            <a:endParaRPr/>
          </a:p>
        </p:txBody>
      </p:sp>
      <p:sp>
        <p:nvSpPr>
          <p:cNvPr id="5" name="object 5" descr="$PPTXTitle"/>
          <p:cNvSpPr txBox="1">
            <a:spLocks noGrp="1"/>
          </p:cNvSpPr>
          <p:nvPr>
            <p:ph type="title"/>
          </p:nvPr>
        </p:nvSpPr>
        <p:spPr>
          <a:prstGeom prst="rect">
            <a:avLst/>
          </a:prstGeom>
        </p:spPr>
        <p:txBody>
          <a:bodyPr vert="horz" wrap="square" lIns="0" tIns="12700" rIns="0" bIns="0" rtlCol="0">
            <a:spAutoFit/>
          </a:bodyPr>
          <a:lstStyle/>
          <a:p>
            <a:pPr marL="19050">
              <a:lnSpc>
                <a:spcPct val="100000"/>
              </a:lnSpc>
              <a:spcBef>
                <a:spcPts val="100"/>
              </a:spcBef>
            </a:pPr>
            <a:r>
              <a:rPr sz="3150" spc="-60" dirty="0">
                <a:solidFill>
                  <a:srgbClr val="66A595"/>
                </a:solidFill>
                <a:latin typeface="Arial MT"/>
                <a:cs typeface="Arial MT"/>
              </a:rPr>
              <a:t>Amazon</a:t>
            </a:r>
            <a:r>
              <a:rPr sz="3150" spc="-5" dirty="0">
                <a:solidFill>
                  <a:srgbClr val="66A595"/>
                </a:solidFill>
                <a:latin typeface="Arial MT"/>
                <a:cs typeface="Arial MT"/>
              </a:rPr>
              <a:t> </a:t>
            </a:r>
            <a:r>
              <a:rPr sz="3150" dirty="0">
                <a:solidFill>
                  <a:srgbClr val="3F8C85"/>
                </a:solidFill>
                <a:latin typeface="Arial MT"/>
                <a:cs typeface="Arial MT"/>
              </a:rPr>
              <a:t>Virtual</a:t>
            </a:r>
            <a:r>
              <a:rPr sz="3150" spc="-170" dirty="0">
                <a:solidFill>
                  <a:srgbClr val="3F8C85"/>
                </a:solidFill>
                <a:latin typeface="Arial MT"/>
                <a:cs typeface="Arial MT"/>
              </a:rPr>
              <a:t> </a:t>
            </a:r>
            <a:r>
              <a:rPr sz="3150" spc="-55" dirty="0">
                <a:solidFill>
                  <a:srgbClr val="427780"/>
                </a:solidFill>
                <a:latin typeface="Arial MT"/>
                <a:cs typeface="Arial MT"/>
              </a:rPr>
              <a:t>Private</a:t>
            </a:r>
            <a:r>
              <a:rPr sz="3150" spc="-20" dirty="0">
                <a:solidFill>
                  <a:srgbClr val="427780"/>
                </a:solidFill>
                <a:latin typeface="Arial MT"/>
                <a:cs typeface="Arial MT"/>
              </a:rPr>
              <a:t> </a:t>
            </a:r>
            <a:r>
              <a:rPr sz="3150" spc="-65" dirty="0">
                <a:solidFill>
                  <a:srgbClr val="C6EDF6"/>
                </a:solidFill>
                <a:latin typeface="Arial MT"/>
                <a:cs typeface="Arial MT"/>
              </a:rPr>
              <a:t>Cloud</a:t>
            </a:r>
            <a:r>
              <a:rPr sz="3150" spc="-75" dirty="0">
                <a:solidFill>
                  <a:srgbClr val="C6EDF6"/>
                </a:solidFill>
                <a:latin typeface="Arial MT"/>
                <a:cs typeface="Arial MT"/>
              </a:rPr>
              <a:t> </a:t>
            </a:r>
            <a:r>
              <a:rPr sz="3150" dirty="0">
                <a:solidFill>
                  <a:srgbClr val="347985"/>
                </a:solidFill>
                <a:latin typeface="Arial MT"/>
                <a:cs typeface="Arial MT"/>
              </a:rPr>
              <a:t>-</a:t>
            </a:r>
            <a:r>
              <a:rPr sz="3150" spc="-70" dirty="0">
                <a:solidFill>
                  <a:srgbClr val="347985"/>
                </a:solidFill>
                <a:latin typeface="Arial MT"/>
                <a:cs typeface="Arial MT"/>
              </a:rPr>
              <a:t> </a:t>
            </a:r>
            <a:r>
              <a:rPr sz="3150" spc="-400" dirty="0">
                <a:solidFill>
                  <a:srgbClr val="497782"/>
                </a:solidFill>
                <a:latin typeface="Arial MT"/>
                <a:cs typeface="Arial MT"/>
              </a:rPr>
              <a:t>VPC</a:t>
            </a:r>
            <a:endParaRPr sz="3150">
              <a:latin typeface="Arial MT"/>
              <a:cs typeface="Arial MT"/>
            </a:endParaRPr>
          </a:p>
        </p:txBody>
      </p:sp>
      <p:sp>
        <p:nvSpPr>
          <p:cNvPr id="6" name="object 6"/>
          <p:cNvSpPr txBox="1"/>
          <p:nvPr/>
        </p:nvSpPr>
        <p:spPr>
          <a:xfrm>
            <a:off x="9071124" y="565176"/>
            <a:ext cx="573405" cy="353695"/>
          </a:xfrm>
          <a:prstGeom prst="rect">
            <a:avLst/>
          </a:prstGeom>
        </p:spPr>
        <p:txBody>
          <a:bodyPr vert="horz" wrap="square" lIns="0" tIns="12700" rIns="0" bIns="0" rtlCol="0">
            <a:spAutoFit/>
          </a:bodyPr>
          <a:lstStyle/>
          <a:p>
            <a:pPr>
              <a:lnSpc>
                <a:spcPct val="100000"/>
              </a:lnSpc>
              <a:spcBef>
                <a:spcPts val="100"/>
              </a:spcBef>
            </a:pPr>
            <a:r>
              <a:rPr sz="1900" spc="-50" dirty="0">
                <a:solidFill>
                  <a:srgbClr val="F4F4F4"/>
                </a:solidFill>
                <a:latin typeface="Arial MT"/>
                <a:cs typeface="Arial MT"/>
              </a:rPr>
              <a:t>S</a:t>
            </a:r>
            <a:r>
              <a:rPr sz="3000" spc="-75" baseline="2777" dirty="0">
                <a:solidFill>
                  <a:srgbClr val="F4F4F4"/>
                </a:solidFill>
                <a:latin typeface="Arial MT"/>
                <a:cs typeface="Arial MT"/>
              </a:rPr>
              <a:t>W</a:t>
            </a:r>
            <a:r>
              <a:rPr sz="2150" spc="-50" dirty="0">
                <a:solidFill>
                  <a:srgbClr val="F4F4F4"/>
                </a:solidFill>
                <a:latin typeface="Arial MT"/>
                <a:cs typeface="Arial MT"/>
              </a:rPr>
              <a:t>S</a:t>
            </a:r>
            <a:endParaRPr sz="2150">
              <a:latin typeface="Arial MT"/>
              <a:cs typeface="Arial MT"/>
            </a:endParaRPr>
          </a:p>
        </p:txBody>
      </p:sp>
      <p:sp>
        <p:nvSpPr>
          <p:cNvPr id="7" name="object 7"/>
          <p:cNvSpPr txBox="1"/>
          <p:nvPr/>
        </p:nvSpPr>
        <p:spPr>
          <a:xfrm>
            <a:off x="9816936" y="581052"/>
            <a:ext cx="31115" cy="506095"/>
          </a:xfrm>
          <a:prstGeom prst="rect">
            <a:avLst/>
          </a:prstGeom>
        </p:spPr>
        <p:txBody>
          <a:bodyPr vert="horz" wrap="square" lIns="0" tIns="12700" rIns="0" bIns="0" rtlCol="0">
            <a:spAutoFit/>
          </a:bodyPr>
          <a:lstStyle/>
          <a:p>
            <a:pPr>
              <a:lnSpc>
                <a:spcPct val="100000"/>
              </a:lnSpc>
              <a:spcBef>
                <a:spcPts val="100"/>
              </a:spcBef>
            </a:pPr>
            <a:r>
              <a:rPr sz="3150" spc="-509" dirty="0">
                <a:solidFill>
                  <a:srgbClr val="4695AA"/>
                </a:solidFill>
                <a:latin typeface="Arial MT"/>
                <a:cs typeface="Arial MT"/>
              </a:rPr>
              <a:t>'</a:t>
            </a:r>
            <a:endParaRPr sz="3150">
              <a:latin typeface="Arial MT"/>
              <a:cs typeface="Arial MT"/>
            </a:endParaRPr>
          </a:p>
        </p:txBody>
      </p:sp>
      <p:grpSp>
        <p:nvGrpSpPr>
          <p:cNvPr id="8" name="object 8"/>
          <p:cNvGrpSpPr/>
          <p:nvPr/>
        </p:nvGrpSpPr>
        <p:grpSpPr>
          <a:xfrm>
            <a:off x="1384935" y="1384421"/>
            <a:ext cx="3153410" cy="3953510"/>
            <a:chOff x="1384935" y="1384421"/>
            <a:chExt cx="3153410" cy="3953510"/>
          </a:xfrm>
        </p:grpSpPr>
        <p:pic>
          <p:nvPicPr>
            <p:cNvPr id="9" name="object 9"/>
            <p:cNvPicPr/>
            <p:nvPr/>
          </p:nvPicPr>
          <p:blipFill>
            <a:blip r:embed="rId4" cstate="print"/>
            <a:stretch>
              <a:fillRect/>
            </a:stretch>
          </p:blipFill>
          <p:spPr>
            <a:xfrm>
              <a:off x="1384935" y="4213684"/>
              <a:ext cx="3153115" cy="1124084"/>
            </a:xfrm>
            <a:prstGeom prst="rect">
              <a:avLst/>
            </a:prstGeom>
          </p:spPr>
        </p:pic>
        <p:pic>
          <p:nvPicPr>
            <p:cNvPr id="10" name="object 10"/>
            <p:cNvPicPr/>
            <p:nvPr/>
          </p:nvPicPr>
          <p:blipFill>
            <a:blip r:embed="rId5" cstate="print"/>
            <a:stretch>
              <a:fillRect/>
            </a:stretch>
          </p:blipFill>
          <p:spPr>
            <a:xfrm>
              <a:off x="1384935" y="1384421"/>
              <a:ext cx="3153115" cy="2257694"/>
            </a:xfrm>
            <a:prstGeom prst="rect">
              <a:avLst/>
            </a:prstGeom>
          </p:spPr>
        </p:pic>
        <p:sp>
          <p:nvSpPr>
            <p:cNvPr id="11" name="object 11"/>
            <p:cNvSpPr/>
            <p:nvPr/>
          </p:nvSpPr>
          <p:spPr>
            <a:xfrm>
              <a:off x="1384935" y="1384421"/>
              <a:ext cx="3143885" cy="3943985"/>
            </a:xfrm>
            <a:custGeom>
              <a:avLst/>
              <a:gdLst/>
              <a:ahLst/>
              <a:cxnLst/>
              <a:rect l="l" t="t" r="r" b="b"/>
              <a:pathLst>
                <a:path w="3143885" h="3943985">
                  <a:moveTo>
                    <a:pt x="3143250" y="3943350"/>
                  </a:moveTo>
                  <a:lnTo>
                    <a:pt x="0" y="3943350"/>
                  </a:lnTo>
                  <a:lnTo>
                    <a:pt x="0" y="0"/>
                  </a:lnTo>
                  <a:lnTo>
                    <a:pt x="3143250" y="0"/>
                  </a:lnTo>
                  <a:lnTo>
                    <a:pt x="3143250" y="3943350"/>
                  </a:lnTo>
                  <a:close/>
                </a:path>
              </a:pathLst>
            </a:custGeom>
            <a:solidFill>
              <a:srgbClr val="99D6D1"/>
            </a:solidFill>
          </p:spPr>
          <p:txBody>
            <a:bodyPr wrap="square" lIns="0" tIns="0" rIns="0" bIns="0" rtlCol="0"/>
            <a:lstStyle/>
            <a:p>
              <a:endParaRPr/>
            </a:p>
          </p:txBody>
        </p:sp>
      </p:grpSp>
      <p:sp>
        <p:nvSpPr>
          <p:cNvPr id="12" name="object 12"/>
          <p:cNvSpPr txBox="1"/>
          <p:nvPr/>
        </p:nvSpPr>
        <p:spPr>
          <a:xfrm>
            <a:off x="1384935" y="1384421"/>
            <a:ext cx="3143885" cy="3943985"/>
          </a:xfrm>
          <a:prstGeom prst="rect">
            <a:avLst/>
          </a:prstGeom>
        </p:spPr>
        <p:txBody>
          <a:bodyPr vert="horz" wrap="square" lIns="0" tIns="18415" rIns="0" bIns="0" rtlCol="0">
            <a:spAutoFit/>
          </a:bodyPr>
          <a:lstStyle/>
          <a:p>
            <a:pPr marL="254000" marR="268605" algn="ctr">
              <a:lnSpc>
                <a:spcPts val="3379"/>
              </a:lnSpc>
              <a:spcBef>
                <a:spcPts val="145"/>
              </a:spcBef>
            </a:pPr>
            <a:r>
              <a:rPr sz="1950" spc="-195" dirty="0">
                <a:solidFill>
                  <a:srgbClr val="529A9E"/>
                </a:solidFill>
                <a:latin typeface="Arial MT"/>
                <a:cs typeface="Arial MT"/>
              </a:rPr>
              <a:t>What</a:t>
            </a:r>
            <a:r>
              <a:rPr sz="1950" spc="-25" dirty="0">
                <a:solidFill>
                  <a:srgbClr val="529A9E"/>
                </a:solidFill>
                <a:latin typeface="Arial MT"/>
                <a:cs typeface="Arial MT"/>
              </a:rPr>
              <a:t> </a:t>
            </a:r>
            <a:r>
              <a:rPr sz="1950" spc="-204" dirty="0">
                <a:solidFill>
                  <a:srgbClr val="419593"/>
                </a:solidFill>
                <a:latin typeface="Arial MT"/>
                <a:cs typeface="Arial MT"/>
              </a:rPr>
              <a:t>does</a:t>
            </a:r>
            <a:r>
              <a:rPr sz="1950" spc="-80" dirty="0">
                <a:solidFill>
                  <a:srgbClr val="419593"/>
                </a:solidFill>
                <a:latin typeface="Arial MT"/>
                <a:cs typeface="Arial MT"/>
              </a:rPr>
              <a:t> </a:t>
            </a:r>
            <a:r>
              <a:rPr sz="1950" spc="-240" dirty="0">
                <a:solidFill>
                  <a:srgbClr val="2F9382"/>
                </a:solidFill>
                <a:latin typeface="Arial MT"/>
                <a:cs typeface="Arial MT"/>
              </a:rPr>
              <a:t>Amazon</a:t>
            </a:r>
            <a:r>
              <a:rPr sz="1950" spc="80" dirty="0">
                <a:solidFill>
                  <a:srgbClr val="2F9382"/>
                </a:solidFill>
                <a:latin typeface="Arial MT"/>
                <a:cs typeface="Arial MT"/>
              </a:rPr>
              <a:t> </a:t>
            </a:r>
            <a:r>
              <a:rPr sz="1950" spc="-229" dirty="0">
                <a:solidFill>
                  <a:srgbClr val="3B9599"/>
                </a:solidFill>
                <a:latin typeface="Arial MT"/>
                <a:cs typeface="Arial MT"/>
              </a:rPr>
              <a:t>\/PC</a:t>
            </a:r>
            <a:r>
              <a:rPr sz="1950" spc="-50" dirty="0">
                <a:solidFill>
                  <a:srgbClr val="3B9599"/>
                </a:solidFill>
                <a:latin typeface="Arial MT"/>
                <a:cs typeface="Arial MT"/>
              </a:rPr>
              <a:t> </a:t>
            </a:r>
            <a:r>
              <a:rPr sz="1950" spc="-285" dirty="0">
                <a:solidFill>
                  <a:srgbClr val="50A7A5"/>
                </a:solidFill>
                <a:latin typeface="Arial MT"/>
                <a:cs typeface="Arial MT"/>
              </a:rPr>
              <a:t>do? </a:t>
            </a:r>
            <a:r>
              <a:rPr sz="1950" spc="-204" dirty="0">
                <a:solidFill>
                  <a:srgbClr val="2D8E87"/>
                </a:solidFill>
                <a:latin typeface="Arial MT"/>
                <a:cs typeface="Arial MT"/>
              </a:rPr>
              <a:t>What</a:t>
            </a:r>
            <a:r>
              <a:rPr sz="1950" spc="-55" dirty="0">
                <a:solidFill>
                  <a:srgbClr val="2D8E87"/>
                </a:solidFill>
                <a:latin typeface="Arial MT"/>
                <a:cs typeface="Arial MT"/>
              </a:rPr>
              <a:t> </a:t>
            </a:r>
            <a:r>
              <a:rPr sz="1950" spc="-160" dirty="0">
                <a:solidFill>
                  <a:srgbClr val="2F8A85"/>
                </a:solidFill>
                <a:latin typeface="Arial MT"/>
                <a:cs typeface="Arial MT"/>
              </a:rPr>
              <a:t>problem</a:t>
            </a:r>
            <a:r>
              <a:rPr sz="1950" spc="75" dirty="0">
                <a:solidFill>
                  <a:srgbClr val="2F8A85"/>
                </a:solidFill>
                <a:latin typeface="Arial MT"/>
                <a:cs typeface="Arial MT"/>
              </a:rPr>
              <a:t> </a:t>
            </a:r>
            <a:r>
              <a:rPr sz="1950" spc="-220" dirty="0">
                <a:solidFill>
                  <a:srgbClr val="26978E"/>
                </a:solidFill>
                <a:latin typeface="Arial MT"/>
                <a:cs typeface="Arial MT"/>
              </a:rPr>
              <a:t>does</a:t>
            </a:r>
            <a:r>
              <a:rPr sz="1950" spc="-60" dirty="0">
                <a:solidFill>
                  <a:srgbClr val="26978E"/>
                </a:solidFill>
                <a:latin typeface="Arial MT"/>
                <a:cs typeface="Arial MT"/>
              </a:rPr>
              <a:t> </a:t>
            </a:r>
            <a:r>
              <a:rPr sz="1950" spc="-210" dirty="0">
                <a:solidFill>
                  <a:srgbClr val="A1FFFF"/>
                </a:solidFill>
                <a:latin typeface="Arial MT"/>
                <a:cs typeface="Arial MT"/>
              </a:rPr>
              <a:t>Amazon</a:t>
            </a:r>
            <a:endParaRPr sz="1950">
              <a:latin typeface="Arial MT"/>
              <a:cs typeface="Arial MT"/>
            </a:endParaRPr>
          </a:p>
          <a:p>
            <a:pPr marR="14604" algn="ctr">
              <a:lnSpc>
                <a:spcPts val="1770"/>
              </a:lnSpc>
            </a:pPr>
            <a:r>
              <a:rPr sz="1750" spc="-215" dirty="0">
                <a:solidFill>
                  <a:srgbClr val="339593"/>
                </a:solidFill>
                <a:latin typeface="Arial MT"/>
                <a:cs typeface="Arial MT"/>
              </a:rPr>
              <a:t>VPC</a:t>
            </a:r>
            <a:r>
              <a:rPr sz="1750" spc="-45" dirty="0">
                <a:solidFill>
                  <a:srgbClr val="339593"/>
                </a:solidFill>
                <a:latin typeface="Arial MT"/>
                <a:cs typeface="Arial MT"/>
              </a:rPr>
              <a:t> </a:t>
            </a:r>
            <a:r>
              <a:rPr sz="1750" spc="-10" dirty="0">
                <a:solidFill>
                  <a:srgbClr val="60BCB8"/>
                </a:solidFill>
                <a:latin typeface="Arial MT"/>
                <a:cs typeface="Arial MT"/>
              </a:rPr>
              <a:t>solve*</a:t>
            </a:r>
            <a:endParaRPr sz="1750">
              <a:latin typeface="Arial MT"/>
              <a:cs typeface="Arial MT"/>
            </a:endParaRPr>
          </a:p>
          <a:p>
            <a:pPr marR="16510" algn="ctr">
              <a:lnSpc>
                <a:spcPts val="2205"/>
              </a:lnSpc>
              <a:spcBef>
                <a:spcPts val="75"/>
              </a:spcBef>
            </a:pPr>
            <a:r>
              <a:rPr sz="1900" spc="-155" dirty="0">
                <a:solidFill>
                  <a:srgbClr val="3B908C"/>
                </a:solidFill>
                <a:latin typeface="Arial MT"/>
                <a:cs typeface="Arial MT"/>
              </a:rPr>
              <a:t>What</a:t>
            </a:r>
            <a:r>
              <a:rPr sz="1900" spc="-25" dirty="0">
                <a:solidFill>
                  <a:srgbClr val="3B908C"/>
                </a:solidFill>
                <a:latin typeface="Arial MT"/>
                <a:cs typeface="Arial MT"/>
              </a:rPr>
              <a:t> </a:t>
            </a:r>
            <a:r>
              <a:rPr sz="1900" spc="-180" dirty="0">
                <a:solidFill>
                  <a:srgbClr val="48978E"/>
                </a:solidFill>
                <a:latin typeface="Arial MT"/>
                <a:cs typeface="Arial MT"/>
              </a:rPr>
              <a:t>are</a:t>
            </a:r>
            <a:r>
              <a:rPr sz="1900" spc="-95" dirty="0">
                <a:solidFill>
                  <a:srgbClr val="48978E"/>
                </a:solidFill>
                <a:latin typeface="Arial MT"/>
                <a:cs typeface="Arial MT"/>
              </a:rPr>
              <a:t> </a:t>
            </a:r>
            <a:r>
              <a:rPr sz="1900" spc="-110" dirty="0">
                <a:solidFill>
                  <a:srgbClr val="95E4E4"/>
                </a:solidFill>
                <a:latin typeface="Arial MT"/>
                <a:cs typeface="Arial MT"/>
              </a:rPr>
              <a:t>the</a:t>
            </a:r>
            <a:r>
              <a:rPr sz="1900" spc="-45" dirty="0">
                <a:solidFill>
                  <a:srgbClr val="95E4E4"/>
                </a:solidFill>
                <a:latin typeface="Arial MT"/>
                <a:cs typeface="Arial MT"/>
              </a:rPr>
              <a:t> </a:t>
            </a:r>
            <a:r>
              <a:rPr sz="1900" spc="-114" dirty="0">
                <a:solidFill>
                  <a:srgbClr val="1F8587"/>
                </a:solidFill>
                <a:latin typeface="Arial MT"/>
                <a:cs typeface="Arial MT"/>
              </a:rPr>
              <a:t>benefits</a:t>
            </a:r>
            <a:r>
              <a:rPr sz="1900" spc="5" dirty="0">
                <a:solidFill>
                  <a:srgbClr val="1F8587"/>
                </a:solidFill>
                <a:latin typeface="Arial MT"/>
                <a:cs typeface="Arial MT"/>
              </a:rPr>
              <a:t> </a:t>
            </a:r>
            <a:r>
              <a:rPr sz="1900" spc="-25" dirty="0">
                <a:solidFill>
                  <a:srgbClr val="26938E"/>
                </a:solidFill>
                <a:latin typeface="Arial MT"/>
                <a:cs typeface="Arial MT"/>
              </a:rPr>
              <a:t>of</a:t>
            </a:r>
            <a:endParaRPr sz="1900">
              <a:latin typeface="Arial MT"/>
              <a:cs typeface="Arial MT"/>
            </a:endParaRPr>
          </a:p>
          <a:p>
            <a:pPr marR="14604" algn="ctr">
              <a:lnSpc>
                <a:spcPts val="2085"/>
              </a:lnSpc>
            </a:pPr>
            <a:r>
              <a:rPr sz="1800" spc="-114" dirty="0">
                <a:solidFill>
                  <a:srgbClr val="418A8C"/>
                </a:solidFill>
                <a:latin typeface="Arial MT"/>
                <a:cs typeface="Arial MT"/>
              </a:rPr>
              <a:t>Amazon</a:t>
            </a:r>
            <a:r>
              <a:rPr sz="1800" spc="5" dirty="0">
                <a:solidFill>
                  <a:srgbClr val="418A8C"/>
                </a:solidFill>
                <a:latin typeface="Arial MT"/>
                <a:cs typeface="Arial MT"/>
              </a:rPr>
              <a:t> </a:t>
            </a:r>
            <a:r>
              <a:rPr sz="1800" spc="-10" dirty="0">
                <a:solidFill>
                  <a:srgbClr val="5BAFAA"/>
                </a:solidFill>
                <a:latin typeface="Arial MT"/>
                <a:cs typeface="Arial MT"/>
              </a:rPr>
              <a:t>\/PC*</a:t>
            </a:r>
            <a:endParaRPr sz="1800">
              <a:latin typeface="Arial MT"/>
              <a:cs typeface="Arial MT"/>
            </a:endParaRPr>
          </a:p>
          <a:p>
            <a:pPr marR="15875" algn="ctr">
              <a:lnSpc>
                <a:spcPct val="100000"/>
              </a:lnSpc>
              <a:spcBef>
                <a:spcPts val="114"/>
              </a:spcBef>
            </a:pPr>
            <a:r>
              <a:rPr sz="1850" spc="-145" dirty="0">
                <a:solidFill>
                  <a:srgbClr val="44908A"/>
                </a:solidFill>
                <a:latin typeface="Arial MT"/>
                <a:cs typeface="Arial MT"/>
              </a:rPr>
              <a:t>How</a:t>
            </a:r>
            <a:r>
              <a:rPr sz="1850" spc="-45" dirty="0">
                <a:solidFill>
                  <a:srgbClr val="44908A"/>
                </a:solidFill>
                <a:latin typeface="Arial MT"/>
                <a:cs typeface="Arial MT"/>
              </a:rPr>
              <a:t> </a:t>
            </a:r>
            <a:r>
              <a:rPr sz="1850" spc="-170" dirty="0">
                <a:solidFill>
                  <a:srgbClr val="369085"/>
                </a:solidFill>
                <a:latin typeface="Arial MT"/>
                <a:cs typeface="Arial MT"/>
              </a:rPr>
              <a:t>can</a:t>
            </a:r>
            <a:r>
              <a:rPr sz="1850" spc="-30" dirty="0">
                <a:solidFill>
                  <a:srgbClr val="369085"/>
                </a:solidFill>
                <a:latin typeface="Arial MT"/>
                <a:cs typeface="Arial MT"/>
              </a:rPr>
              <a:t> </a:t>
            </a:r>
            <a:r>
              <a:rPr sz="1850" spc="-90" dirty="0">
                <a:solidFill>
                  <a:srgbClr val="16998C"/>
                </a:solidFill>
                <a:latin typeface="Arial MT"/>
                <a:cs typeface="Arial MT"/>
              </a:rPr>
              <a:t>I</a:t>
            </a:r>
            <a:r>
              <a:rPr sz="1850" spc="-75" dirty="0">
                <a:solidFill>
                  <a:srgbClr val="16998C"/>
                </a:solidFill>
                <a:latin typeface="Arial MT"/>
                <a:cs typeface="Arial MT"/>
              </a:rPr>
              <a:t> </a:t>
            </a:r>
            <a:r>
              <a:rPr sz="1850" spc="-100" dirty="0">
                <a:solidFill>
                  <a:srgbClr val="2B9589"/>
                </a:solidFill>
                <a:latin typeface="Arial MT"/>
                <a:cs typeface="Arial MT"/>
              </a:rPr>
              <a:t>architect</a:t>
            </a:r>
            <a:r>
              <a:rPr sz="1850" spc="30" dirty="0">
                <a:solidFill>
                  <a:srgbClr val="2B9589"/>
                </a:solidFill>
                <a:latin typeface="Arial MT"/>
                <a:cs typeface="Arial MT"/>
              </a:rPr>
              <a:t> </a:t>
            </a:r>
            <a:r>
              <a:rPr sz="1850" spc="-180" dirty="0">
                <a:solidFill>
                  <a:srgbClr val="469190"/>
                </a:solidFill>
                <a:latin typeface="Arial MT"/>
                <a:cs typeface="Arial MT"/>
              </a:rPr>
              <a:t>a</a:t>
            </a:r>
            <a:r>
              <a:rPr sz="1850" spc="-85" dirty="0">
                <a:solidFill>
                  <a:srgbClr val="469190"/>
                </a:solidFill>
                <a:latin typeface="Arial MT"/>
                <a:cs typeface="Arial MT"/>
              </a:rPr>
              <a:t> </a:t>
            </a:r>
            <a:r>
              <a:rPr sz="1850" spc="-10" dirty="0">
                <a:solidFill>
                  <a:srgbClr val="468C95"/>
                </a:solidFill>
                <a:latin typeface="Arial MT"/>
                <a:cs typeface="Arial MT"/>
              </a:rPr>
              <a:t>cloud</a:t>
            </a:r>
            <a:endParaRPr sz="1850">
              <a:latin typeface="Arial MT"/>
              <a:cs typeface="Arial MT"/>
            </a:endParaRPr>
          </a:p>
          <a:p>
            <a:pPr marR="7620" algn="ctr">
              <a:lnSpc>
                <a:spcPct val="100000"/>
              </a:lnSpc>
              <a:spcBef>
                <a:spcPts val="30"/>
              </a:spcBef>
            </a:pPr>
            <a:r>
              <a:rPr sz="1700" spc="-10" dirty="0">
                <a:solidFill>
                  <a:srgbClr val="188C82"/>
                </a:solidFill>
                <a:latin typeface="Arial MT"/>
                <a:cs typeface="Arial MT"/>
              </a:rPr>
              <a:t>solution</a:t>
            </a:r>
            <a:r>
              <a:rPr sz="1700" spc="-80" dirty="0">
                <a:solidFill>
                  <a:srgbClr val="188C82"/>
                </a:solidFill>
                <a:latin typeface="Arial MT"/>
                <a:cs typeface="Arial MT"/>
              </a:rPr>
              <a:t> </a:t>
            </a:r>
            <a:r>
              <a:rPr sz="1700" spc="-25" dirty="0">
                <a:solidFill>
                  <a:srgbClr val="89D1C6"/>
                </a:solidFill>
                <a:latin typeface="Arial MT"/>
                <a:cs typeface="Arial MT"/>
              </a:rPr>
              <a:t>using</a:t>
            </a:r>
            <a:r>
              <a:rPr sz="1700" spc="-75" dirty="0">
                <a:solidFill>
                  <a:srgbClr val="89D1C6"/>
                </a:solidFill>
                <a:latin typeface="Arial MT"/>
                <a:cs typeface="Arial MT"/>
              </a:rPr>
              <a:t> </a:t>
            </a:r>
            <a:r>
              <a:rPr sz="1700" spc="-70" dirty="0">
                <a:solidFill>
                  <a:srgbClr val="168077"/>
                </a:solidFill>
                <a:latin typeface="Arial MT"/>
                <a:cs typeface="Arial MT"/>
              </a:rPr>
              <a:t>Amazon</a:t>
            </a:r>
            <a:r>
              <a:rPr sz="1700" spc="-50" dirty="0">
                <a:solidFill>
                  <a:srgbClr val="168077"/>
                </a:solidFill>
                <a:latin typeface="Arial MT"/>
                <a:cs typeface="Arial MT"/>
              </a:rPr>
              <a:t> </a:t>
            </a:r>
            <a:r>
              <a:rPr sz="1700" spc="-20" dirty="0">
                <a:solidFill>
                  <a:srgbClr val="46A0A8"/>
                </a:solidFill>
                <a:latin typeface="Arial MT"/>
                <a:cs typeface="Arial MT"/>
              </a:rPr>
              <a:t>VPC?</a:t>
            </a:r>
            <a:endParaRPr sz="1700">
              <a:latin typeface="Arial MT"/>
              <a:cs typeface="Arial MT"/>
            </a:endParaRPr>
          </a:p>
          <a:p>
            <a:pPr marR="12065" algn="ctr">
              <a:lnSpc>
                <a:spcPct val="100000"/>
              </a:lnSpc>
              <a:spcBef>
                <a:spcPts val="1410"/>
              </a:spcBef>
            </a:pPr>
            <a:r>
              <a:rPr sz="1700" spc="-20" dirty="0">
                <a:solidFill>
                  <a:srgbClr val="FFBDFF"/>
                </a:solidFill>
                <a:latin typeface="Arial MT"/>
                <a:cs typeface="Arial MT"/>
              </a:rPr>
              <a:t>How</a:t>
            </a:r>
            <a:r>
              <a:rPr sz="1700" spc="-95" dirty="0">
                <a:solidFill>
                  <a:srgbClr val="FFBDFF"/>
                </a:solidFill>
                <a:latin typeface="Arial MT"/>
                <a:cs typeface="Arial MT"/>
              </a:rPr>
              <a:t> </a:t>
            </a:r>
            <a:r>
              <a:rPr sz="1700" spc="-85" dirty="0">
                <a:solidFill>
                  <a:srgbClr val="C32ACC"/>
                </a:solidFill>
                <a:latin typeface="Arial MT"/>
                <a:cs typeface="Arial MT"/>
              </a:rPr>
              <a:t>can</a:t>
            </a:r>
            <a:r>
              <a:rPr sz="1700" spc="-35" dirty="0">
                <a:solidFill>
                  <a:srgbClr val="C32ACC"/>
                </a:solidFill>
                <a:latin typeface="Arial MT"/>
                <a:cs typeface="Arial MT"/>
              </a:rPr>
              <a:t> </a:t>
            </a:r>
            <a:r>
              <a:rPr sz="1700" dirty="0">
                <a:solidFill>
                  <a:srgbClr val="BF36C1"/>
                </a:solidFill>
                <a:latin typeface="Arial MT"/>
                <a:cs typeface="Arial MT"/>
              </a:rPr>
              <a:t>I</a:t>
            </a:r>
            <a:r>
              <a:rPr sz="1700" spc="-100" dirty="0">
                <a:solidFill>
                  <a:srgbClr val="BF36C1"/>
                </a:solidFill>
                <a:latin typeface="Arial MT"/>
                <a:cs typeface="Arial MT"/>
              </a:rPr>
              <a:t> </a:t>
            </a:r>
            <a:r>
              <a:rPr sz="1700" spc="-90" dirty="0">
                <a:solidFill>
                  <a:srgbClr val="BF33CD"/>
                </a:solidFill>
                <a:latin typeface="Arial MT"/>
                <a:cs typeface="Arial MT"/>
              </a:rPr>
              <a:t>use</a:t>
            </a:r>
            <a:r>
              <a:rPr sz="1700" spc="40" dirty="0">
                <a:solidFill>
                  <a:srgbClr val="BF33CD"/>
                </a:solidFill>
                <a:latin typeface="Arial MT"/>
                <a:cs typeface="Arial MT"/>
              </a:rPr>
              <a:t> </a:t>
            </a:r>
            <a:r>
              <a:rPr sz="1700" spc="-85" dirty="0">
                <a:solidFill>
                  <a:srgbClr val="C43BC6"/>
                </a:solidFill>
                <a:latin typeface="Arial MT"/>
                <a:cs typeface="Arial MT"/>
              </a:rPr>
              <a:t>Amazon</a:t>
            </a:r>
            <a:r>
              <a:rPr sz="1700" spc="-5" dirty="0">
                <a:solidFill>
                  <a:srgbClr val="C43BC6"/>
                </a:solidFill>
                <a:latin typeface="Arial MT"/>
                <a:cs typeface="Arial MT"/>
              </a:rPr>
              <a:t> </a:t>
            </a:r>
            <a:r>
              <a:rPr sz="1700" spc="50" dirty="0">
                <a:solidFill>
                  <a:srgbClr val="DF41DF"/>
                </a:solidFill>
                <a:latin typeface="Arial MT"/>
                <a:cs typeface="Arial MT"/>
              </a:rPr>
              <a:t>VPN</a:t>
            </a:r>
            <a:endParaRPr sz="1700">
              <a:latin typeface="Arial MT"/>
              <a:cs typeface="Arial MT"/>
            </a:endParaRPr>
          </a:p>
          <a:p>
            <a:pPr marL="101600" marR="114300" algn="ctr">
              <a:lnSpc>
                <a:spcPts val="1950"/>
              </a:lnSpc>
              <a:spcBef>
                <a:spcPts val="1475"/>
              </a:spcBef>
            </a:pPr>
            <a:r>
              <a:rPr sz="1900" spc="-190" dirty="0">
                <a:solidFill>
                  <a:srgbClr val="448A89"/>
                </a:solidFill>
                <a:latin typeface="Arial MT"/>
                <a:cs typeface="Arial MT"/>
              </a:rPr>
              <a:t>What</a:t>
            </a:r>
            <a:r>
              <a:rPr sz="1900" spc="30" dirty="0">
                <a:solidFill>
                  <a:srgbClr val="448A89"/>
                </a:solidFill>
                <a:latin typeface="Arial MT"/>
                <a:cs typeface="Arial MT"/>
              </a:rPr>
              <a:t> </a:t>
            </a:r>
            <a:r>
              <a:rPr sz="1900" spc="-180" dirty="0">
                <a:solidFill>
                  <a:srgbClr val="97DBD1"/>
                </a:solidFill>
                <a:latin typeface="Arial MT"/>
                <a:cs typeface="Arial MT"/>
              </a:rPr>
              <a:t>else</a:t>
            </a:r>
            <a:r>
              <a:rPr sz="1900" spc="-95" dirty="0">
                <a:solidFill>
                  <a:srgbClr val="97DBD1"/>
                </a:solidFill>
                <a:latin typeface="Arial MT"/>
                <a:cs typeface="Arial MT"/>
              </a:rPr>
              <a:t> </a:t>
            </a:r>
            <a:r>
              <a:rPr sz="1900" spc="-140" dirty="0">
                <a:solidFill>
                  <a:srgbClr val="2A9089"/>
                </a:solidFill>
                <a:latin typeface="Arial MT"/>
                <a:cs typeface="Arial MT"/>
              </a:rPr>
              <a:t>should</a:t>
            </a:r>
            <a:r>
              <a:rPr sz="1900" spc="-105" dirty="0">
                <a:solidFill>
                  <a:srgbClr val="2A9089"/>
                </a:solidFill>
                <a:latin typeface="Arial MT"/>
                <a:cs typeface="Arial MT"/>
              </a:rPr>
              <a:t> </a:t>
            </a:r>
            <a:r>
              <a:rPr sz="1900" spc="-100" dirty="0">
                <a:solidFill>
                  <a:srgbClr val="2D8C8E"/>
                </a:solidFill>
                <a:latin typeface="Arial MT"/>
                <a:cs typeface="Arial MT"/>
              </a:rPr>
              <a:t>I</a:t>
            </a:r>
            <a:r>
              <a:rPr sz="1900" spc="-60" dirty="0">
                <a:solidFill>
                  <a:srgbClr val="2D8C8E"/>
                </a:solidFill>
                <a:latin typeface="Arial MT"/>
                <a:cs typeface="Arial MT"/>
              </a:rPr>
              <a:t> </a:t>
            </a:r>
            <a:r>
              <a:rPr sz="1900" spc="-210" dirty="0">
                <a:solidFill>
                  <a:srgbClr val="4D8990"/>
                </a:solidFill>
                <a:latin typeface="Arial MT"/>
                <a:cs typeface="Arial MT"/>
              </a:rPr>
              <a:t>keep</a:t>
            </a:r>
            <a:r>
              <a:rPr sz="1900" spc="15" dirty="0">
                <a:solidFill>
                  <a:srgbClr val="4D8990"/>
                </a:solidFill>
                <a:latin typeface="Arial MT"/>
                <a:cs typeface="Arial MT"/>
              </a:rPr>
              <a:t> </a:t>
            </a:r>
            <a:r>
              <a:rPr sz="1900" spc="-90" dirty="0">
                <a:solidFill>
                  <a:srgbClr val="389589"/>
                </a:solidFill>
                <a:latin typeface="Arial MT"/>
                <a:cs typeface="Arial MT"/>
              </a:rPr>
              <a:t>in</a:t>
            </a:r>
            <a:r>
              <a:rPr sz="1900" spc="-120" dirty="0">
                <a:solidFill>
                  <a:srgbClr val="389589"/>
                </a:solidFill>
                <a:latin typeface="Arial MT"/>
                <a:cs typeface="Arial MT"/>
              </a:rPr>
              <a:t> </a:t>
            </a:r>
            <a:r>
              <a:rPr sz="1900" spc="-75" dirty="0">
                <a:solidFill>
                  <a:srgbClr val="4D9393"/>
                </a:solidFill>
                <a:latin typeface="Arial MT"/>
                <a:cs typeface="Arial MT"/>
              </a:rPr>
              <a:t>mind </a:t>
            </a:r>
            <a:r>
              <a:rPr sz="1900" spc="-170" dirty="0">
                <a:solidFill>
                  <a:srgbClr val="219A90"/>
                </a:solidFill>
                <a:latin typeface="Arial MT"/>
                <a:cs typeface="Arial MT"/>
              </a:rPr>
              <a:t>when</a:t>
            </a:r>
            <a:r>
              <a:rPr sz="1900" spc="-80" dirty="0">
                <a:solidFill>
                  <a:srgbClr val="219A90"/>
                </a:solidFill>
                <a:latin typeface="Arial MT"/>
                <a:cs typeface="Arial MT"/>
              </a:rPr>
              <a:t> </a:t>
            </a:r>
            <a:r>
              <a:rPr sz="1900" spc="-155" dirty="0">
                <a:solidFill>
                  <a:srgbClr val="2D958E"/>
                </a:solidFill>
                <a:latin typeface="Arial MT"/>
                <a:cs typeface="Arial MT"/>
              </a:rPr>
              <a:t>using</a:t>
            </a:r>
            <a:r>
              <a:rPr sz="1900" spc="75" dirty="0">
                <a:solidFill>
                  <a:srgbClr val="2D958E"/>
                </a:solidFill>
                <a:latin typeface="Arial MT"/>
                <a:cs typeface="Arial MT"/>
              </a:rPr>
              <a:t> </a:t>
            </a:r>
            <a:r>
              <a:rPr sz="1900" spc="-210" dirty="0">
                <a:solidFill>
                  <a:srgbClr val="318C87"/>
                </a:solidFill>
                <a:latin typeface="Arial MT"/>
                <a:cs typeface="Arial MT"/>
              </a:rPr>
              <a:t>Amazon</a:t>
            </a:r>
            <a:r>
              <a:rPr sz="1900" spc="-5" dirty="0">
                <a:solidFill>
                  <a:srgbClr val="318C87"/>
                </a:solidFill>
                <a:latin typeface="Arial MT"/>
                <a:cs typeface="Arial MT"/>
              </a:rPr>
              <a:t> </a:t>
            </a:r>
            <a:r>
              <a:rPr sz="1900" spc="-375" dirty="0">
                <a:solidFill>
                  <a:srgbClr val="6BA0AE"/>
                </a:solidFill>
                <a:latin typeface="Arial MT"/>
                <a:cs typeface="Arial MT"/>
              </a:rPr>
              <a:t>VPC?</a:t>
            </a:r>
            <a:endParaRPr sz="1900">
              <a:latin typeface="Arial MT"/>
              <a:cs typeface="Arial MT"/>
            </a:endParaRPr>
          </a:p>
          <a:p>
            <a:pPr marR="14604" algn="ctr">
              <a:lnSpc>
                <a:spcPts val="2075"/>
              </a:lnSpc>
              <a:spcBef>
                <a:spcPts val="235"/>
              </a:spcBef>
            </a:pPr>
            <a:r>
              <a:rPr sz="1850" spc="-140" dirty="0">
                <a:solidFill>
                  <a:srgbClr val="BFFFFF"/>
                </a:solidFill>
                <a:latin typeface="Arial MT"/>
                <a:cs typeface="Arial MT"/>
              </a:rPr>
              <a:t>How</a:t>
            </a:r>
            <a:r>
              <a:rPr sz="1850" spc="-90" dirty="0">
                <a:solidFill>
                  <a:srgbClr val="BFFFFF"/>
                </a:solidFill>
                <a:latin typeface="Arial MT"/>
                <a:cs typeface="Arial MT"/>
              </a:rPr>
              <a:t> </a:t>
            </a:r>
            <a:r>
              <a:rPr sz="1850" spc="-114" dirty="0">
                <a:solidFill>
                  <a:srgbClr val="288E85"/>
                </a:solidFill>
                <a:latin typeface="Arial MT"/>
                <a:cs typeface="Arial MT"/>
              </a:rPr>
              <a:t>much</a:t>
            </a:r>
            <a:r>
              <a:rPr sz="1850" spc="-55" dirty="0">
                <a:solidFill>
                  <a:srgbClr val="288E85"/>
                </a:solidFill>
                <a:latin typeface="Arial MT"/>
                <a:cs typeface="Arial MT"/>
              </a:rPr>
              <a:t> </a:t>
            </a:r>
            <a:r>
              <a:rPr sz="1850" spc="-20" dirty="0">
                <a:solidFill>
                  <a:srgbClr val="2B897E"/>
                </a:solidFill>
                <a:latin typeface="Arial MT"/>
                <a:cs typeface="Arial MT"/>
              </a:rPr>
              <a:t>does</a:t>
            </a:r>
            <a:endParaRPr sz="1850">
              <a:latin typeface="Arial MT"/>
              <a:cs typeface="Arial MT"/>
            </a:endParaRPr>
          </a:p>
          <a:p>
            <a:pPr marR="29845" algn="ctr">
              <a:lnSpc>
                <a:spcPts val="2195"/>
              </a:lnSpc>
            </a:pPr>
            <a:r>
              <a:rPr sz="1950" spc="-10" dirty="0">
                <a:solidFill>
                  <a:srgbClr val="1C8782"/>
                </a:solidFill>
                <a:latin typeface="Consolas"/>
                <a:cs typeface="Consolas"/>
              </a:rPr>
              <a:t>AmazonUPCcoH2</a:t>
            </a:r>
            <a:endParaRPr sz="1950">
              <a:latin typeface="Consolas"/>
              <a:cs typeface="Consolas"/>
            </a:endParaRPr>
          </a:p>
        </p:txBody>
      </p:sp>
      <p:grpSp>
        <p:nvGrpSpPr>
          <p:cNvPr id="13" name="object 13"/>
          <p:cNvGrpSpPr/>
          <p:nvPr/>
        </p:nvGrpSpPr>
        <p:grpSpPr>
          <a:xfrm>
            <a:off x="9291537" y="2117934"/>
            <a:ext cx="1505585" cy="772160"/>
            <a:chOff x="9291537" y="2117934"/>
            <a:chExt cx="1505585" cy="772160"/>
          </a:xfrm>
        </p:grpSpPr>
        <p:pic>
          <p:nvPicPr>
            <p:cNvPr id="14" name="object 14"/>
            <p:cNvPicPr/>
            <p:nvPr/>
          </p:nvPicPr>
          <p:blipFill>
            <a:blip r:embed="rId6" cstate="print"/>
            <a:stretch>
              <a:fillRect/>
            </a:stretch>
          </p:blipFill>
          <p:spPr>
            <a:xfrm>
              <a:off x="9291537" y="2117934"/>
              <a:ext cx="1505112" cy="771617"/>
            </a:xfrm>
            <a:prstGeom prst="rect">
              <a:avLst/>
            </a:prstGeom>
          </p:spPr>
        </p:pic>
        <p:pic>
          <p:nvPicPr>
            <p:cNvPr id="15" name="object 15"/>
            <p:cNvPicPr/>
            <p:nvPr/>
          </p:nvPicPr>
          <p:blipFill>
            <a:blip r:embed="rId7" cstate="print"/>
            <a:stretch>
              <a:fillRect/>
            </a:stretch>
          </p:blipFill>
          <p:spPr>
            <a:xfrm>
              <a:off x="9291537" y="2117934"/>
              <a:ext cx="1505112" cy="771617"/>
            </a:xfrm>
            <a:prstGeom prst="rect">
              <a:avLst/>
            </a:prstGeom>
          </p:spPr>
        </p:pic>
      </p:grpSp>
      <p:sp>
        <p:nvSpPr>
          <p:cNvPr id="16" name="object 16"/>
          <p:cNvSpPr txBox="1"/>
          <p:nvPr/>
        </p:nvSpPr>
        <p:spPr>
          <a:xfrm>
            <a:off x="4800375" y="1410142"/>
            <a:ext cx="5399405" cy="578485"/>
          </a:xfrm>
          <a:prstGeom prst="rect">
            <a:avLst/>
          </a:prstGeom>
        </p:spPr>
        <p:txBody>
          <a:bodyPr vert="horz" wrap="square" lIns="0" tIns="12700" rIns="0" bIns="0" rtlCol="0">
            <a:spAutoFit/>
          </a:bodyPr>
          <a:lstStyle/>
          <a:p>
            <a:pPr marL="13970" marR="5080" indent="-1905">
              <a:lnSpc>
                <a:spcPct val="106600"/>
              </a:lnSpc>
              <a:spcBef>
                <a:spcPts val="100"/>
              </a:spcBef>
            </a:pPr>
            <a:r>
              <a:rPr sz="1700" spc="-105" dirty="0">
                <a:latin typeface="Arial MT"/>
                <a:cs typeface="Arial MT"/>
              </a:rPr>
              <a:t>Choose</a:t>
            </a:r>
            <a:r>
              <a:rPr sz="1700" spc="15" dirty="0">
                <a:latin typeface="Arial MT"/>
                <a:cs typeface="Arial MT"/>
              </a:rPr>
              <a:t> </a:t>
            </a:r>
            <a:r>
              <a:rPr sz="1700" spc="-114" dirty="0">
                <a:latin typeface="Arial MT"/>
                <a:cs typeface="Arial MT"/>
              </a:rPr>
              <a:t>each</a:t>
            </a:r>
            <a:r>
              <a:rPr sz="1700" dirty="0">
                <a:latin typeface="Arial MT"/>
                <a:cs typeface="Arial MT"/>
              </a:rPr>
              <a:t> </a:t>
            </a:r>
            <a:r>
              <a:rPr sz="1700" dirty="0">
                <a:solidFill>
                  <a:srgbClr val="151515"/>
                </a:solidFill>
                <a:latin typeface="Arial MT"/>
                <a:cs typeface="Arial MT"/>
              </a:rPr>
              <a:t>button </a:t>
            </a:r>
            <a:r>
              <a:rPr sz="1700" dirty="0">
                <a:latin typeface="Arial MT"/>
                <a:cs typeface="Arial MT"/>
              </a:rPr>
              <a:t>to</a:t>
            </a:r>
            <a:r>
              <a:rPr sz="1700" spc="-80" dirty="0">
                <a:latin typeface="Arial MT"/>
                <a:cs typeface="Arial MT"/>
              </a:rPr>
              <a:t> </a:t>
            </a:r>
            <a:r>
              <a:rPr sz="1700" spc="-45" dirty="0">
                <a:latin typeface="Arial MT"/>
                <a:cs typeface="Arial MT"/>
              </a:rPr>
              <a:t>learn</a:t>
            </a:r>
            <a:r>
              <a:rPr sz="1700" spc="-5" dirty="0">
                <a:latin typeface="Arial MT"/>
                <a:cs typeface="Arial MT"/>
              </a:rPr>
              <a:t> </a:t>
            </a:r>
            <a:r>
              <a:rPr sz="1700" spc="-10" dirty="0">
                <a:solidFill>
                  <a:srgbClr val="242424"/>
                </a:solidFill>
                <a:latin typeface="Arial MT"/>
                <a:cs typeface="Arial MT"/>
              </a:rPr>
              <a:t>more</a:t>
            </a:r>
            <a:r>
              <a:rPr sz="1700" dirty="0">
                <a:solidFill>
                  <a:srgbClr val="242424"/>
                </a:solidFill>
                <a:latin typeface="Arial MT"/>
                <a:cs typeface="Arial MT"/>
              </a:rPr>
              <a:t> </a:t>
            </a:r>
            <a:r>
              <a:rPr sz="1700" dirty="0">
                <a:latin typeface="Arial MT"/>
                <a:cs typeface="Arial MT"/>
              </a:rPr>
              <a:t>about</a:t>
            </a:r>
            <a:r>
              <a:rPr sz="1700" spc="40" dirty="0">
                <a:latin typeface="Arial MT"/>
                <a:cs typeface="Arial MT"/>
              </a:rPr>
              <a:t> </a:t>
            </a:r>
            <a:r>
              <a:rPr sz="1700" spc="-114" dirty="0">
                <a:latin typeface="Arial MT"/>
                <a:cs typeface="Arial MT"/>
              </a:rPr>
              <a:t>ways</a:t>
            </a:r>
            <a:r>
              <a:rPr sz="1700" dirty="0">
                <a:latin typeface="Arial MT"/>
                <a:cs typeface="Arial MT"/>
              </a:rPr>
              <a:t> </a:t>
            </a:r>
            <a:r>
              <a:rPr sz="1700" spc="-20" dirty="0">
                <a:latin typeface="Arial MT"/>
                <a:cs typeface="Arial MT"/>
              </a:rPr>
              <a:t>you</a:t>
            </a:r>
            <a:r>
              <a:rPr sz="1700" spc="-55" dirty="0">
                <a:latin typeface="Arial MT"/>
                <a:cs typeface="Arial MT"/>
              </a:rPr>
              <a:t> </a:t>
            </a:r>
            <a:r>
              <a:rPr sz="1700" spc="-95" dirty="0">
                <a:solidFill>
                  <a:srgbClr val="0F0F0F"/>
                </a:solidFill>
                <a:latin typeface="Arial MT"/>
                <a:cs typeface="Arial MT"/>
              </a:rPr>
              <a:t>can</a:t>
            </a:r>
            <a:r>
              <a:rPr sz="1700" spc="-10" dirty="0">
                <a:solidFill>
                  <a:srgbClr val="0F0F0F"/>
                </a:solidFill>
                <a:latin typeface="Arial MT"/>
                <a:cs typeface="Arial MT"/>
              </a:rPr>
              <a:t> </a:t>
            </a:r>
            <a:r>
              <a:rPr sz="1700" spc="-25" dirty="0">
                <a:latin typeface="Arial MT"/>
                <a:cs typeface="Arial MT"/>
              </a:rPr>
              <a:t>use </a:t>
            </a:r>
            <a:r>
              <a:rPr sz="1700" spc="-65" dirty="0">
                <a:latin typeface="Arial MT"/>
                <a:cs typeface="Arial MT"/>
              </a:rPr>
              <a:t>Amazon</a:t>
            </a:r>
            <a:r>
              <a:rPr sz="1700" spc="30" dirty="0">
                <a:latin typeface="Arial MT"/>
                <a:cs typeface="Arial MT"/>
              </a:rPr>
              <a:t> </a:t>
            </a:r>
            <a:r>
              <a:rPr sz="1700" spc="-20" dirty="0">
                <a:latin typeface="Arial MT"/>
                <a:cs typeface="Arial MT"/>
              </a:rPr>
              <a:t>VPC.</a:t>
            </a:r>
            <a:endParaRPr sz="1700">
              <a:latin typeface="Arial MT"/>
              <a:cs typeface="Arial MT"/>
            </a:endParaRPr>
          </a:p>
        </p:txBody>
      </p:sp>
      <p:sp>
        <p:nvSpPr>
          <p:cNvPr id="17" name="object 17"/>
          <p:cNvSpPr txBox="1"/>
          <p:nvPr/>
        </p:nvSpPr>
        <p:spPr>
          <a:xfrm>
            <a:off x="4796100" y="3065786"/>
            <a:ext cx="5347335" cy="1136650"/>
          </a:xfrm>
          <a:prstGeom prst="rect">
            <a:avLst/>
          </a:prstGeom>
        </p:spPr>
        <p:txBody>
          <a:bodyPr vert="horz" wrap="square" lIns="0" tIns="26034" rIns="0" bIns="0" rtlCol="0">
            <a:spAutoFit/>
          </a:bodyPr>
          <a:lstStyle/>
          <a:p>
            <a:pPr marL="12700" marR="5080" indent="4445">
              <a:lnSpc>
                <a:spcPts val="2180"/>
              </a:lnSpc>
              <a:spcBef>
                <a:spcPts val="204"/>
              </a:spcBef>
            </a:pPr>
            <a:r>
              <a:rPr sz="1850" spc="-220" dirty="0">
                <a:solidFill>
                  <a:srgbClr val="0C0C0C"/>
                </a:solidFill>
                <a:latin typeface="Arial MT"/>
                <a:cs typeface="Arial MT"/>
              </a:rPr>
              <a:t>You</a:t>
            </a:r>
            <a:r>
              <a:rPr sz="1850" spc="-25" dirty="0">
                <a:solidFill>
                  <a:srgbClr val="0C0C0C"/>
                </a:solidFill>
                <a:latin typeface="Arial MT"/>
                <a:cs typeface="Arial MT"/>
              </a:rPr>
              <a:t> </a:t>
            </a:r>
            <a:r>
              <a:rPr sz="1850" spc="-190" dirty="0">
                <a:solidFill>
                  <a:srgbClr val="111111"/>
                </a:solidFill>
                <a:latin typeface="Arial MT"/>
                <a:cs typeface="Arial MT"/>
              </a:rPr>
              <a:t>can</a:t>
            </a:r>
            <a:r>
              <a:rPr sz="1850" spc="-10" dirty="0">
                <a:solidFill>
                  <a:srgbClr val="111111"/>
                </a:solidFill>
                <a:latin typeface="Arial MT"/>
                <a:cs typeface="Arial MT"/>
              </a:rPr>
              <a:t> </a:t>
            </a:r>
            <a:r>
              <a:rPr sz="1850" spc="-204" dirty="0">
                <a:latin typeface="Arial MT"/>
                <a:cs typeface="Arial MT"/>
              </a:rPr>
              <a:t>use</a:t>
            </a:r>
            <a:r>
              <a:rPr sz="1850" spc="75" dirty="0">
                <a:latin typeface="Arial MT"/>
                <a:cs typeface="Arial MT"/>
              </a:rPr>
              <a:t> </a:t>
            </a:r>
            <a:r>
              <a:rPr sz="1850" spc="-170" dirty="0">
                <a:latin typeface="Arial MT"/>
                <a:cs typeface="Arial MT"/>
              </a:rPr>
              <a:t>Amazon</a:t>
            </a:r>
            <a:r>
              <a:rPr sz="1850" spc="60" dirty="0">
                <a:latin typeface="Arial MT"/>
                <a:cs typeface="Arial MT"/>
              </a:rPr>
              <a:t> </a:t>
            </a:r>
            <a:r>
              <a:rPr sz="1850" spc="-335" dirty="0">
                <a:latin typeface="Arial MT"/>
                <a:cs typeface="Arial MT"/>
              </a:rPr>
              <a:t>VPC</a:t>
            </a:r>
            <a:r>
              <a:rPr sz="1850" spc="-20" dirty="0">
                <a:latin typeface="Arial MT"/>
                <a:cs typeface="Arial MT"/>
              </a:rPr>
              <a:t> </a:t>
            </a:r>
            <a:r>
              <a:rPr sz="1850" dirty="0">
                <a:solidFill>
                  <a:srgbClr val="0E0E0E"/>
                </a:solidFill>
                <a:latin typeface="Arial MT"/>
                <a:cs typeface="Arial MT"/>
              </a:rPr>
              <a:t>to</a:t>
            </a:r>
            <a:r>
              <a:rPr sz="1850" spc="-5" dirty="0">
                <a:solidFill>
                  <a:srgbClr val="0E0E0E"/>
                </a:solidFill>
                <a:latin typeface="Arial MT"/>
                <a:cs typeface="Arial MT"/>
              </a:rPr>
              <a:t> </a:t>
            </a:r>
            <a:r>
              <a:rPr sz="1850" spc="-114" dirty="0">
                <a:latin typeface="Arial MT"/>
                <a:cs typeface="Arial MT"/>
              </a:rPr>
              <a:t>host</a:t>
            </a:r>
            <a:r>
              <a:rPr sz="1850" spc="15" dirty="0">
                <a:latin typeface="Arial MT"/>
                <a:cs typeface="Arial MT"/>
              </a:rPr>
              <a:t> </a:t>
            </a:r>
            <a:r>
              <a:rPr sz="1850" spc="-270" dirty="0">
                <a:solidFill>
                  <a:srgbClr val="0A0A0A"/>
                </a:solidFill>
                <a:latin typeface="Arial MT"/>
                <a:cs typeface="Arial MT"/>
              </a:rPr>
              <a:t>a</a:t>
            </a:r>
            <a:r>
              <a:rPr sz="1850" spc="20" dirty="0">
                <a:solidFill>
                  <a:srgbClr val="0A0A0A"/>
                </a:solidFill>
                <a:latin typeface="Arial MT"/>
                <a:cs typeface="Arial MT"/>
              </a:rPr>
              <a:t> </a:t>
            </a:r>
            <a:r>
              <a:rPr sz="1850" spc="-155" dirty="0">
                <a:latin typeface="Arial MT"/>
                <a:cs typeface="Arial MT"/>
              </a:rPr>
              <a:t>basic</a:t>
            </a:r>
            <a:r>
              <a:rPr sz="1850" spc="70" dirty="0">
                <a:latin typeface="Arial MT"/>
                <a:cs typeface="Arial MT"/>
              </a:rPr>
              <a:t> </a:t>
            </a:r>
            <a:r>
              <a:rPr sz="1850" spc="-170" dirty="0">
                <a:latin typeface="Arial MT"/>
                <a:cs typeface="Arial MT"/>
              </a:rPr>
              <a:t>web</a:t>
            </a:r>
            <a:r>
              <a:rPr sz="1850" spc="-45" dirty="0">
                <a:latin typeface="Arial MT"/>
                <a:cs typeface="Arial MT"/>
              </a:rPr>
              <a:t> application, </a:t>
            </a:r>
            <a:r>
              <a:rPr sz="1850" spc="-195" dirty="0">
                <a:latin typeface="Arial MT"/>
                <a:cs typeface="Arial MT"/>
              </a:rPr>
              <a:t>such</a:t>
            </a:r>
            <a:r>
              <a:rPr sz="1850" spc="-15" dirty="0">
                <a:latin typeface="Arial MT"/>
                <a:cs typeface="Arial MT"/>
              </a:rPr>
              <a:t> </a:t>
            </a:r>
            <a:r>
              <a:rPr sz="1850" spc="-240" dirty="0">
                <a:latin typeface="Arial MT"/>
                <a:cs typeface="Arial MT"/>
              </a:rPr>
              <a:t>as</a:t>
            </a:r>
            <a:r>
              <a:rPr sz="1850" spc="25" dirty="0">
                <a:latin typeface="Arial MT"/>
                <a:cs typeface="Arial MT"/>
              </a:rPr>
              <a:t> </a:t>
            </a:r>
            <a:r>
              <a:rPr sz="1850" spc="-270" dirty="0">
                <a:latin typeface="Arial MT"/>
                <a:cs typeface="Arial MT"/>
              </a:rPr>
              <a:t>a</a:t>
            </a:r>
            <a:r>
              <a:rPr sz="1850" spc="-55" dirty="0">
                <a:latin typeface="Arial MT"/>
                <a:cs typeface="Arial MT"/>
              </a:rPr>
              <a:t> </a:t>
            </a:r>
            <a:r>
              <a:rPr sz="1850" spc="-60" dirty="0">
                <a:latin typeface="Arial MT"/>
                <a:cs typeface="Arial MT"/>
              </a:rPr>
              <a:t>blop</a:t>
            </a:r>
            <a:r>
              <a:rPr sz="1850" spc="-50" dirty="0">
                <a:latin typeface="Arial MT"/>
                <a:cs typeface="Arial MT"/>
              </a:rPr>
              <a:t> </a:t>
            </a:r>
            <a:r>
              <a:rPr sz="1850" spc="-85" dirty="0">
                <a:latin typeface="Arial MT"/>
                <a:cs typeface="Arial MT"/>
              </a:rPr>
              <a:t>or</a:t>
            </a:r>
            <a:r>
              <a:rPr sz="1850" spc="-15" dirty="0">
                <a:latin typeface="Arial MT"/>
                <a:cs typeface="Arial MT"/>
              </a:rPr>
              <a:t> </a:t>
            </a:r>
            <a:r>
              <a:rPr sz="1850" spc="-125" dirty="0">
                <a:latin typeface="Arial MT"/>
                <a:cs typeface="Arial MT"/>
              </a:rPr>
              <a:t>simple</a:t>
            </a:r>
            <a:r>
              <a:rPr sz="1850" spc="25" dirty="0">
                <a:latin typeface="Arial MT"/>
                <a:cs typeface="Arial MT"/>
              </a:rPr>
              <a:t> </a:t>
            </a:r>
            <a:r>
              <a:rPr sz="1850" spc="-125" dirty="0">
                <a:latin typeface="Arial MT"/>
                <a:cs typeface="Arial MT"/>
              </a:rPr>
              <a:t>website.</a:t>
            </a:r>
            <a:r>
              <a:rPr sz="1850" spc="80" dirty="0">
                <a:latin typeface="Arial MT"/>
                <a:cs typeface="Arial MT"/>
              </a:rPr>
              <a:t> </a:t>
            </a:r>
            <a:r>
              <a:rPr sz="1850" spc="-130" dirty="0">
                <a:latin typeface="Arial MT"/>
                <a:cs typeface="Arial MT"/>
              </a:rPr>
              <a:t>You‘ll</a:t>
            </a:r>
            <a:r>
              <a:rPr sz="1850" spc="-65" dirty="0">
                <a:latin typeface="Arial MT"/>
                <a:cs typeface="Arial MT"/>
              </a:rPr>
              <a:t> </a:t>
            </a:r>
            <a:r>
              <a:rPr sz="1850" spc="-125" dirty="0">
                <a:latin typeface="Arial MT"/>
                <a:cs typeface="Arial MT"/>
              </a:rPr>
              <a:t>gain</a:t>
            </a:r>
            <a:r>
              <a:rPr sz="1850" spc="10" dirty="0">
                <a:latin typeface="Arial MT"/>
                <a:cs typeface="Arial MT"/>
              </a:rPr>
              <a:t> </a:t>
            </a:r>
            <a:r>
              <a:rPr sz="1850" spc="-85" dirty="0">
                <a:latin typeface="Arial MT"/>
                <a:cs typeface="Arial MT"/>
              </a:rPr>
              <a:t>the</a:t>
            </a:r>
            <a:r>
              <a:rPr sz="1850" spc="-5" dirty="0">
                <a:latin typeface="Arial MT"/>
                <a:cs typeface="Arial MT"/>
              </a:rPr>
              <a:t> </a:t>
            </a:r>
            <a:r>
              <a:rPr sz="1850" spc="-65" dirty="0">
                <a:latin typeface="Arial MT"/>
                <a:cs typeface="Arial MT"/>
              </a:rPr>
              <a:t>additional </a:t>
            </a:r>
            <a:r>
              <a:rPr sz="1850" spc="-140" dirty="0">
                <a:latin typeface="Arial MT"/>
                <a:cs typeface="Arial MT"/>
              </a:rPr>
              <a:t>layers</a:t>
            </a:r>
            <a:r>
              <a:rPr sz="1850" spc="10" dirty="0">
                <a:latin typeface="Arial MT"/>
                <a:cs typeface="Arial MT"/>
              </a:rPr>
              <a:t> </a:t>
            </a:r>
            <a:r>
              <a:rPr sz="1850" spc="-50" dirty="0">
                <a:solidFill>
                  <a:srgbClr val="343434"/>
                </a:solidFill>
                <a:latin typeface="Arial MT"/>
                <a:cs typeface="Arial MT"/>
              </a:rPr>
              <a:t>of</a:t>
            </a:r>
            <a:r>
              <a:rPr sz="1850" spc="-80" dirty="0">
                <a:solidFill>
                  <a:srgbClr val="343434"/>
                </a:solidFill>
                <a:latin typeface="Arial MT"/>
                <a:cs typeface="Arial MT"/>
              </a:rPr>
              <a:t> </a:t>
            </a:r>
            <a:r>
              <a:rPr sz="1850" spc="-110" dirty="0">
                <a:latin typeface="Arial MT"/>
                <a:cs typeface="Arial MT"/>
              </a:rPr>
              <a:t>privacy</a:t>
            </a:r>
            <a:r>
              <a:rPr sz="1850" spc="-15" dirty="0">
                <a:latin typeface="Arial MT"/>
                <a:cs typeface="Arial MT"/>
              </a:rPr>
              <a:t> </a:t>
            </a:r>
            <a:r>
              <a:rPr sz="1850" spc="-170" dirty="0">
                <a:latin typeface="Arial MT"/>
                <a:cs typeface="Arial MT"/>
              </a:rPr>
              <a:t>and</a:t>
            </a:r>
            <a:r>
              <a:rPr sz="1850" spc="40" dirty="0">
                <a:latin typeface="Arial MT"/>
                <a:cs typeface="Arial MT"/>
              </a:rPr>
              <a:t> </a:t>
            </a:r>
            <a:r>
              <a:rPr sz="1850" spc="-120" dirty="0">
                <a:latin typeface="Arial MT"/>
                <a:cs typeface="Arial MT"/>
              </a:rPr>
              <a:t>security</a:t>
            </a:r>
            <a:r>
              <a:rPr sz="1850" spc="-10" dirty="0">
                <a:latin typeface="Arial MT"/>
                <a:cs typeface="Arial MT"/>
              </a:rPr>
              <a:t> </a:t>
            </a:r>
            <a:r>
              <a:rPr sz="1850" spc="-20" dirty="0">
                <a:solidFill>
                  <a:srgbClr val="0C0C0C"/>
                </a:solidFill>
                <a:latin typeface="Arial MT"/>
                <a:cs typeface="Arial MT"/>
              </a:rPr>
              <a:t>that</a:t>
            </a:r>
            <a:r>
              <a:rPr sz="1850" spc="-70" dirty="0">
                <a:solidFill>
                  <a:srgbClr val="0C0C0C"/>
                </a:solidFill>
                <a:latin typeface="Arial MT"/>
                <a:cs typeface="Arial MT"/>
              </a:rPr>
              <a:t> </a:t>
            </a:r>
            <a:r>
              <a:rPr sz="1850" spc="-50" dirty="0">
                <a:latin typeface="Arial MT"/>
                <a:cs typeface="Arial MT"/>
              </a:rPr>
              <a:t>the</a:t>
            </a:r>
            <a:r>
              <a:rPr sz="1850" dirty="0">
                <a:latin typeface="Arial MT"/>
                <a:cs typeface="Arial MT"/>
              </a:rPr>
              <a:t> </a:t>
            </a:r>
            <a:r>
              <a:rPr sz="1850" spc="-335" dirty="0">
                <a:latin typeface="Arial MT"/>
                <a:cs typeface="Arial MT"/>
              </a:rPr>
              <a:t>VPC</a:t>
            </a:r>
            <a:r>
              <a:rPr sz="1850" spc="15" dirty="0">
                <a:latin typeface="Arial MT"/>
                <a:cs typeface="Arial MT"/>
              </a:rPr>
              <a:t> </a:t>
            </a:r>
            <a:r>
              <a:rPr sz="1850" spc="-20" dirty="0">
                <a:latin typeface="Arial MT"/>
                <a:cs typeface="Arial MT"/>
              </a:rPr>
              <a:t>configuration </a:t>
            </a:r>
            <a:r>
              <a:rPr sz="1850" spc="-100" dirty="0">
                <a:latin typeface="Arial MT"/>
                <a:cs typeface="Arial MT"/>
              </a:rPr>
              <a:t>options</a:t>
            </a:r>
            <a:r>
              <a:rPr sz="1850" spc="10" dirty="0">
                <a:latin typeface="Arial MT"/>
                <a:cs typeface="Arial MT"/>
              </a:rPr>
              <a:t> </a:t>
            </a:r>
            <a:r>
              <a:rPr sz="1850" spc="-10" dirty="0">
                <a:latin typeface="Arial MT"/>
                <a:cs typeface="Arial MT"/>
              </a:rPr>
              <a:t>provide.</a:t>
            </a:r>
            <a:endParaRPr sz="1850">
              <a:latin typeface="Arial MT"/>
              <a:cs typeface="Arial MT"/>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403985" y="1374896"/>
            <a:ext cx="3115012" cy="3915245"/>
          </a:xfrm>
          <a:prstGeom prst="rect">
            <a:avLst/>
          </a:prstGeom>
        </p:spPr>
      </p:pic>
      <p:pic>
        <p:nvPicPr>
          <p:cNvPr id="3" name="object 3"/>
          <p:cNvPicPr/>
          <p:nvPr/>
        </p:nvPicPr>
        <p:blipFill>
          <a:blip r:embed="rId3" cstate="print"/>
          <a:stretch>
            <a:fillRect/>
          </a:stretch>
        </p:blipFill>
        <p:spPr>
          <a:xfrm>
            <a:off x="4604731" y="2108409"/>
            <a:ext cx="2991173" cy="743039"/>
          </a:xfrm>
          <a:prstGeom prst="rect">
            <a:avLst/>
          </a:prstGeom>
        </p:spPr>
      </p:pic>
      <p:pic>
        <p:nvPicPr>
          <p:cNvPr id="4" name="object 4"/>
          <p:cNvPicPr/>
          <p:nvPr/>
        </p:nvPicPr>
        <p:blipFill>
          <a:blip r:embed="rId4" cstate="print"/>
          <a:stretch>
            <a:fillRect/>
          </a:stretch>
        </p:blipFill>
        <p:spPr>
          <a:xfrm>
            <a:off x="7729269" y="2108409"/>
            <a:ext cx="1447956" cy="733513"/>
          </a:xfrm>
          <a:prstGeom prst="rect">
            <a:avLst/>
          </a:prstGeom>
        </p:spPr>
      </p:pic>
      <p:pic>
        <p:nvPicPr>
          <p:cNvPr id="5" name="object 5"/>
          <p:cNvPicPr/>
          <p:nvPr/>
        </p:nvPicPr>
        <p:blipFill>
          <a:blip r:embed="rId5" cstate="print"/>
          <a:stretch>
            <a:fillRect/>
          </a:stretch>
        </p:blipFill>
        <p:spPr>
          <a:xfrm>
            <a:off x="9062914" y="650909"/>
            <a:ext cx="1657529" cy="190522"/>
          </a:xfrm>
          <a:prstGeom prst="rect">
            <a:avLst/>
          </a:prstGeom>
        </p:spPr>
      </p:pic>
      <p:grpSp>
        <p:nvGrpSpPr>
          <p:cNvPr id="6" name="object 6"/>
          <p:cNvGrpSpPr/>
          <p:nvPr/>
        </p:nvGrpSpPr>
        <p:grpSpPr>
          <a:xfrm>
            <a:off x="1403985" y="365125"/>
            <a:ext cx="9383395" cy="895985"/>
            <a:chOff x="1403985" y="365125"/>
            <a:chExt cx="9383395" cy="895985"/>
          </a:xfrm>
        </p:grpSpPr>
        <p:pic>
          <p:nvPicPr>
            <p:cNvPr id="7" name="object 7"/>
            <p:cNvPicPr/>
            <p:nvPr/>
          </p:nvPicPr>
          <p:blipFill>
            <a:blip r:embed="rId6" cstate="print"/>
            <a:stretch>
              <a:fillRect/>
            </a:stretch>
          </p:blipFill>
          <p:spPr>
            <a:xfrm>
              <a:off x="1765974" y="669961"/>
              <a:ext cx="6115712" cy="323888"/>
            </a:xfrm>
            <a:prstGeom prst="rect">
              <a:avLst/>
            </a:prstGeom>
          </p:spPr>
        </p:pic>
        <p:pic>
          <p:nvPicPr>
            <p:cNvPr id="8" name="object 8"/>
            <p:cNvPicPr/>
            <p:nvPr/>
          </p:nvPicPr>
          <p:blipFill>
            <a:blip r:embed="rId7" cstate="print"/>
            <a:stretch>
              <a:fillRect/>
            </a:stretch>
          </p:blipFill>
          <p:spPr>
            <a:xfrm>
              <a:off x="1403985" y="365125"/>
              <a:ext cx="9383141" cy="895457"/>
            </a:xfrm>
            <a:prstGeom prst="rect">
              <a:avLst/>
            </a:prstGeom>
          </p:spPr>
        </p:pic>
      </p:grpSp>
      <p:pic>
        <p:nvPicPr>
          <p:cNvPr id="9" name="object 9"/>
          <p:cNvPicPr/>
          <p:nvPr/>
        </p:nvPicPr>
        <p:blipFill>
          <a:blip r:embed="rId8" cstate="print"/>
          <a:stretch>
            <a:fillRect/>
          </a:stretch>
        </p:blipFill>
        <p:spPr>
          <a:xfrm>
            <a:off x="1689765" y="5447323"/>
            <a:ext cx="2638710" cy="90498"/>
          </a:xfrm>
          <a:prstGeom prst="rect">
            <a:avLst/>
          </a:prstGeom>
        </p:spPr>
      </p:pic>
      <p:sp>
        <p:nvSpPr>
          <p:cNvPr id="10" name="object 10" descr="$PPTXTitle"/>
          <p:cNvSpPr txBox="1">
            <a:spLocks noGrp="1"/>
          </p:cNvSpPr>
          <p:nvPr>
            <p:ph type="title"/>
          </p:nvPr>
        </p:nvSpPr>
        <p:spPr>
          <a:xfrm>
            <a:off x="4790215" y="1390774"/>
            <a:ext cx="5409565" cy="300355"/>
          </a:xfrm>
          <a:prstGeom prst="rect">
            <a:avLst/>
          </a:prstGeom>
        </p:spPr>
        <p:txBody>
          <a:bodyPr vert="horz" wrap="square" lIns="0" tIns="12700" rIns="0" bIns="0" rtlCol="0">
            <a:spAutoFit/>
          </a:bodyPr>
          <a:lstStyle/>
          <a:p>
            <a:pPr marL="12700">
              <a:lnSpc>
                <a:spcPct val="100000"/>
              </a:lnSpc>
              <a:spcBef>
                <a:spcPts val="100"/>
              </a:spcBef>
            </a:pPr>
            <a:r>
              <a:rPr sz="1800" spc="-165" dirty="0">
                <a:latin typeface="Arial MT"/>
                <a:cs typeface="Arial MT"/>
              </a:rPr>
              <a:t>Choose</a:t>
            </a:r>
            <a:r>
              <a:rPr sz="1800" spc="-40" dirty="0">
                <a:latin typeface="Arial MT"/>
                <a:cs typeface="Arial MT"/>
              </a:rPr>
              <a:t> </a:t>
            </a:r>
            <a:r>
              <a:rPr sz="1800" spc="-140" dirty="0">
                <a:latin typeface="Arial MT"/>
                <a:cs typeface="Arial MT"/>
              </a:rPr>
              <a:t>each</a:t>
            </a:r>
            <a:r>
              <a:rPr sz="1800" spc="-40" dirty="0">
                <a:latin typeface="Arial MT"/>
                <a:cs typeface="Arial MT"/>
              </a:rPr>
              <a:t> </a:t>
            </a:r>
            <a:r>
              <a:rPr sz="1800" spc="-20" dirty="0">
                <a:latin typeface="Arial MT"/>
                <a:cs typeface="Arial MT"/>
              </a:rPr>
              <a:t>button</a:t>
            </a:r>
            <a:r>
              <a:rPr sz="1800" spc="-10" dirty="0">
                <a:latin typeface="Arial MT"/>
                <a:cs typeface="Arial MT"/>
              </a:rPr>
              <a:t> </a:t>
            </a:r>
            <a:r>
              <a:rPr sz="1800" dirty="0">
                <a:latin typeface="Arial MT"/>
                <a:cs typeface="Arial MT"/>
              </a:rPr>
              <a:t>to</a:t>
            </a:r>
            <a:r>
              <a:rPr sz="1800" spc="-50" dirty="0">
                <a:latin typeface="Arial MT"/>
                <a:cs typeface="Arial MT"/>
              </a:rPr>
              <a:t> </a:t>
            </a:r>
            <a:r>
              <a:rPr sz="1800" spc="-90" dirty="0">
                <a:latin typeface="Arial MT"/>
                <a:cs typeface="Arial MT"/>
              </a:rPr>
              <a:t>learn</a:t>
            </a:r>
            <a:r>
              <a:rPr sz="1800" spc="-45" dirty="0">
                <a:latin typeface="Arial MT"/>
                <a:cs typeface="Arial MT"/>
              </a:rPr>
              <a:t> </a:t>
            </a:r>
            <a:r>
              <a:rPr sz="1800" spc="-80" dirty="0">
                <a:solidFill>
                  <a:srgbClr val="2D2D2D"/>
                </a:solidFill>
                <a:latin typeface="Arial MT"/>
                <a:cs typeface="Arial MT"/>
              </a:rPr>
              <a:t>more</a:t>
            </a:r>
            <a:r>
              <a:rPr sz="1800" spc="-10" dirty="0">
                <a:solidFill>
                  <a:srgbClr val="2D2D2D"/>
                </a:solidFill>
                <a:latin typeface="Arial MT"/>
                <a:cs typeface="Arial MT"/>
              </a:rPr>
              <a:t> </a:t>
            </a:r>
            <a:r>
              <a:rPr sz="1800" spc="-55" dirty="0">
                <a:latin typeface="Arial MT"/>
                <a:cs typeface="Arial MT"/>
              </a:rPr>
              <a:t>about</a:t>
            </a:r>
            <a:r>
              <a:rPr sz="1800" spc="35" dirty="0">
                <a:latin typeface="Arial MT"/>
                <a:cs typeface="Arial MT"/>
              </a:rPr>
              <a:t> </a:t>
            </a:r>
            <a:r>
              <a:rPr sz="1800" spc="-170" dirty="0">
                <a:solidFill>
                  <a:srgbClr val="1A1A1A"/>
                </a:solidFill>
                <a:latin typeface="Arial MT"/>
                <a:cs typeface="Arial MT"/>
              </a:rPr>
              <a:t>ways</a:t>
            </a:r>
            <a:r>
              <a:rPr sz="1800" spc="20" dirty="0">
                <a:solidFill>
                  <a:srgbClr val="1A1A1A"/>
                </a:solidFill>
                <a:latin typeface="Arial MT"/>
                <a:cs typeface="Arial MT"/>
              </a:rPr>
              <a:t> </a:t>
            </a:r>
            <a:r>
              <a:rPr sz="1800" spc="-100" dirty="0">
                <a:solidFill>
                  <a:srgbClr val="131313"/>
                </a:solidFill>
                <a:latin typeface="Arial MT"/>
                <a:cs typeface="Arial MT"/>
              </a:rPr>
              <a:t>you</a:t>
            </a:r>
            <a:r>
              <a:rPr sz="1800" spc="-25" dirty="0">
                <a:solidFill>
                  <a:srgbClr val="131313"/>
                </a:solidFill>
                <a:latin typeface="Arial MT"/>
                <a:cs typeface="Arial MT"/>
              </a:rPr>
              <a:t> </a:t>
            </a:r>
            <a:r>
              <a:rPr sz="1800" spc="-135" dirty="0">
                <a:solidFill>
                  <a:srgbClr val="1A1A1A"/>
                </a:solidFill>
                <a:latin typeface="Arial MT"/>
                <a:cs typeface="Arial MT"/>
              </a:rPr>
              <a:t>can</a:t>
            </a:r>
            <a:r>
              <a:rPr sz="1800" spc="-60" dirty="0">
                <a:solidFill>
                  <a:srgbClr val="1A1A1A"/>
                </a:solidFill>
                <a:latin typeface="Arial MT"/>
                <a:cs typeface="Arial MT"/>
              </a:rPr>
              <a:t> </a:t>
            </a:r>
            <a:r>
              <a:rPr sz="1800" spc="-85" dirty="0">
                <a:latin typeface="Arial MT"/>
                <a:cs typeface="Arial MT"/>
              </a:rPr>
              <a:t>use</a:t>
            </a:r>
            <a:endParaRPr sz="1800">
              <a:latin typeface="Arial MT"/>
              <a:cs typeface="Arial MT"/>
            </a:endParaRPr>
          </a:p>
        </p:txBody>
      </p:sp>
      <p:sp>
        <p:nvSpPr>
          <p:cNvPr id="11" name="object 11"/>
          <p:cNvSpPr txBox="1"/>
          <p:nvPr/>
        </p:nvSpPr>
        <p:spPr>
          <a:xfrm>
            <a:off x="4783585" y="1681322"/>
            <a:ext cx="5730875" cy="3602354"/>
          </a:xfrm>
          <a:prstGeom prst="rect">
            <a:avLst/>
          </a:prstGeom>
        </p:spPr>
        <p:txBody>
          <a:bodyPr vert="horz" wrap="square" lIns="0" tIns="12700" rIns="0" bIns="0" rtlCol="0">
            <a:spAutoFit/>
          </a:bodyPr>
          <a:lstStyle/>
          <a:p>
            <a:pPr marL="20955">
              <a:lnSpc>
                <a:spcPct val="100000"/>
              </a:lnSpc>
              <a:spcBef>
                <a:spcPts val="100"/>
              </a:spcBef>
            </a:pPr>
            <a:r>
              <a:rPr sz="1650" spc="-90" dirty="0">
                <a:latin typeface="Arial MT"/>
                <a:cs typeface="Arial MT"/>
              </a:rPr>
              <a:t>AmazOn</a:t>
            </a:r>
            <a:r>
              <a:rPr sz="1650" dirty="0">
                <a:latin typeface="Arial MT"/>
                <a:cs typeface="Arial MT"/>
              </a:rPr>
              <a:t> </a:t>
            </a:r>
            <a:r>
              <a:rPr sz="1650" spc="-20" dirty="0">
                <a:latin typeface="Arial MT"/>
                <a:cs typeface="Arial MT"/>
              </a:rPr>
              <a:t>VPC.</a:t>
            </a:r>
            <a:endParaRPr sz="1650">
              <a:latin typeface="Arial MT"/>
              <a:cs typeface="Arial MT"/>
            </a:endParaRPr>
          </a:p>
          <a:p>
            <a:pPr marL="4770755" marR="5080" algn="ctr">
              <a:lnSpc>
                <a:spcPct val="101299"/>
              </a:lnSpc>
              <a:spcBef>
                <a:spcPts val="1360"/>
              </a:spcBef>
            </a:pPr>
            <a:r>
              <a:rPr sz="1400" spc="210" dirty="0">
                <a:solidFill>
                  <a:srgbClr val="447C9C"/>
                </a:solidFill>
                <a:latin typeface="Arial MT"/>
                <a:cs typeface="Arial MT"/>
              </a:rPr>
              <a:t>Mend</a:t>
            </a:r>
            <a:r>
              <a:rPr sz="1400" spc="-20" dirty="0">
                <a:solidFill>
                  <a:srgbClr val="447C9C"/>
                </a:solidFill>
                <a:latin typeface="Arial MT"/>
                <a:cs typeface="Arial MT"/>
              </a:rPr>
              <a:t> </a:t>
            </a:r>
            <a:r>
              <a:rPr sz="1400" spc="-20" dirty="0">
                <a:solidFill>
                  <a:srgbClr val="7EB3EB"/>
                </a:solidFill>
                <a:latin typeface="Arial MT"/>
                <a:cs typeface="Arial MT"/>
              </a:rPr>
              <a:t>your </a:t>
            </a:r>
            <a:r>
              <a:rPr sz="1500" spc="-10" dirty="0">
                <a:solidFill>
                  <a:srgbClr val="3B7091"/>
                </a:solidFill>
                <a:latin typeface="Arial MT"/>
                <a:cs typeface="Arial MT"/>
              </a:rPr>
              <a:t>corporate </a:t>
            </a:r>
            <a:r>
              <a:rPr sz="1550" spc="-10" dirty="0">
                <a:solidFill>
                  <a:srgbClr val="EDFFFF"/>
                </a:solidFill>
                <a:latin typeface="Arial MT"/>
                <a:cs typeface="Arial MT"/>
              </a:rPr>
              <a:t>network</a:t>
            </a:r>
            <a:endParaRPr sz="1550">
              <a:latin typeface="Arial MT"/>
              <a:cs typeface="Arial MT"/>
            </a:endParaRPr>
          </a:p>
          <a:p>
            <a:pPr>
              <a:lnSpc>
                <a:spcPct val="100000"/>
              </a:lnSpc>
              <a:spcBef>
                <a:spcPts val="345"/>
              </a:spcBef>
            </a:pPr>
            <a:endParaRPr sz="1500">
              <a:latin typeface="Arial MT"/>
              <a:cs typeface="Arial MT"/>
            </a:endParaRPr>
          </a:p>
          <a:p>
            <a:pPr marL="12700" marR="170180" indent="7620">
              <a:lnSpc>
                <a:spcPts val="2180"/>
              </a:lnSpc>
            </a:pPr>
            <a:r>
              <a:rPr sz="1850" spc="-220" dirty="0">
                <a:latin typeface="Arial MT"/>
                <a:cs typeface="Arial MT"/>
              </a:rPr>
              <a:t>You</a:t>
            </a:r>
            <a:r>
              <a:rPr sz="1850" spc="-25" dirty="0">
                <a:latin typeface="Arial MT"/>
                <a:cs typeface="Arial MT"/>
              </a:rPr>
              <a:t> </a:t>
            </a:r>
            <a:r>
              <a:rPr sz="1850" spc="-190" dirty="0">
                <a:solidFill>
                  <a:srgbClr val="131313"/>
                </a:solidFill>
                <a:latin typeface="Arial MT"/>
                <a:cs typeface="Arial MT"/>
              </a:rPr>
              <a:t>can</a:t>
            </a:r>
            <a:r>
              <a:rPr sz="1850" spc="-10" dirty="0">
                <a:solidFill>
                  <a:srgbClr val="131313"/>
                </a:solidFill>
                <a:latin typeface="Arial MT"/>
                <a:cs typeface="Arial MT"/>
              </a:rPr>
              <a:t> </a:t>
            </a:r>
            <a:r>
              <a:rPr sz="1850" spc="-200" dirty="0">
                <a:latin typeface="Arial MT"/>
                <a:cs typeface="Arial MT"/>
              </a:rPr>
              <a:t>use</a:t>
            </a:r>
            <a:r>
              <a:rPr sz="1850" spc="-30" dirty="0">
                <a:latin typeface="Arial MT"/>
                <a:cs typeface="Arial MT"/>
              </a:rPr>
              <a:t> </a:t>
            </a:r>
            <a:r>
              <a:rPr sz="1850" spc="-270" dirty="0">
                <a:latin typeface="Arial MT"/>
                <a:cs typeface="Arial MT"/>
              </a:rPr>
              <a:t>a</a:t>
            </a:r>
            <a:r>
              <a:rPr sz="1850" spc="55" dirty="0">
                <a:latin typeface="Arial MT"/>
                <a:cs typeface="Arial MT"/>
              </a:rPr>
              <a:t> </a:t>
            </a:r>
            <a:r>
              <a:rPr sz="1850" spc="-310" dirty="0">
                <a:latin typeface="Arial MT"/>
                <a:cs typeface="Arial MT"/>
              </a:rPr>
              <a:t>VPC</a:t>
            </a:r>
            <a:r>
              <a:rPr sz="1850" spc="-95" dirty="0">
                <a:latin typeface="Arial MT"/>
                <a:cs typeface="Arial MT"/>
              </a:rPr>
              <a:t> </a:t>
            </a:r>
            <a:r>
              <a:rPr sz="1850" dirty="0">
                <a:latin typeface="Arial MT"/>
                <a:cs typeface="Arial MT"/>
              </a:rPr>
              <a:t>to</a:t>
            </a:r>
            <a:r>
              <a:rPr sz="1850" spc="-75" dirty="0">
                <a:latin typeface="Arial MT"/>
                <a:cs typeface="Arial MT"/>
              </a:rPr>
              <a:t> </a:t>
            </a:r>
            <a:r>
              <a:rPr sz="1850" spc="-100" dirty="0">
                <a:latin typeface="Arial MT"/>
                <a:cs typeface="Arial MT"/>
              </a:rPr>
              <a:t>host</a:t>
            </a:r>
            <a:r>
              <a:rPr sz="1850" spc="-25" dirty="0">
                <a:latin typeface="Arial MT"/>
                <a:cs typeface="Arial MT"/>
              </a:rPr>
              <a:t> </a:t>
            </a:r>
            <a:r>
              <a:rPr sz="1850" spc="-45" dirty="0">
                <a:latin typeface="Arial MT"/>
                <a:cs typeface="Arial MT"/>
              </a:rPr>
              <a:t>multi-</a:t>
            </a:r>
            <a:r>
              <a:rPr sz="1850" dirty="0">
                <a:latin typeface="Arial MT"/>
                <a:cs typeface="Arial MT"/>
              </a:rPr>
              <a:t>tier</a:t>
            </a:r>
            <a:r>
              <a:rPr sz="1850" spc="65" dirty="0">
                <a:latin typeface="Arial MT"/>
                <a:cs typeface="Arial MT"/>
              </a:rPr>
              <a:t> </a:t>
            </a:r>
            <a:r>
              <a:rPr sz="1850" spc="-170" dirty="0">
                <a:latin typeface="Arial MT"/>
                <a:cs typeface="Arial MT"/>
              </a:rPr>
              <a:t>web</a:t>
            </a:r>
            <a:r>
              <a:rPr sz="1850" spc="-45" dirty="0">
                <a:latin typeface="Arial MT"/>
                <a:cs typeface="Arial MT"/>
              </a:rPr>
              <a:t> </a:t>
            </a:r>
            <a:r>
              <a:rPr sz="1850" spc="-100" dirty="0">
                <a:latin typeface="Arial MT"/>
                <a:cs typeface="Arial MT"/>
              </a:rPr>
              <a:t>applications</a:t>
            </a:r>
            <a:r>
              <a:rPr sz="1850" spc="40" dirty="0">
                <a:latin typeface="Arial MT"/>
                <a:cs typeface="Arial MT"/>
              </a:rPr>
              <a:t> </a:t>
            </a:r>
            <a:r>
              <a:rPr sz="1850" spc="-25" dirty="0">
                <a:latin typeface="Arial MT"/>
                <a:cs typeface="Arial MT"/>
              </a:rPr>
              <a:t>and </a:t>
            </a:r>
            <a:r>
              <a:rPr sz="1800" spc="-45" dirty="0">
                <a:solidFill>
                  <a:srgbClr val="0F0F0F"/>
                </a:solidFill>
                <a:latin typeface="Arial MT"/>
                <a:cs typeface="Arial MT"/>
              </a:rPr>
              <a:t>strictly</a:t>
            </a:r>
            <a:r>
              <a:rPr sz="1800" spc="-10" dirty="0">
                <a:solidFill>
                  <a:srgbClr val="0F0F0F"/>
                </a:solidFill>
                <a:latin typeface="Arial MT"/>
                <a:cs typeface="Arial MT"/>
              </a:rPr>
              <a:t> </a:t>
            </a:r>
            <a:r>
              <a:rPr sz="1800" spc="-100" dirty="0">
                <a:solidFill>
                  <a:srgbClr val="0E0E0E"/>
                </a:solidFill>
                <a:latin typeface="Arial MT"/>
                <a:cs typeface="Arial MT"/>
              </a:rPr>
              <a:t>enforce</a:t>
            </a:r>
            <a:r>
              <a:rPr sz="1800" spc="-15" dirty="0">
                <a:solidFill>
                  <a:srgbClr val="0E0E0E"/>
                </a:solidFill>
                <a:latin typeface="Arial MT"/>
                <a:cs typeface="Arial MT"/>
              </a:rPr>
              <a:t> </a:t>
            </a:r>
            <a:r>
              <a:rPr sz="1800" spc="-195" dirty="0">
                <a:latin typeface="Arial MT"/>
                <a:cs typeface="Arial MT"/>
              </a:rPr>
              <a:t>access</a:t>
            </a:r>
            <a:r>
              <a:rPr sz="1800" spc="40" dirty="0">
                <a:latin typeface="Arial MT"/>
                <a:cs typeface="Arial MT"/>
              </a:rPr>
              <a:t> </a:t>
            </a:r>
            <a:r>
              <a:rPr sz="1800" spc="-120" dirty="0">
                <a:solidFill>
                  <a:srgbClr val="1F1F1F"/>
                </a:solidFill>
                <a:latin typeface="Arial MT"/>
                <a:cs typeface="Arial MT"/>
              </a:rPr>
              <a:t>and</a:t>
            </a:r>
            <a:r>
              <a:rPr sz="1800" spc="-15" dirty="0">
                <a:solidFill>
                  <a:srgbClr val="1F1F1F"/>
                </a:solidFill>
                <a:latin typeface="Arial MT"/>
                <a:cs typeface="Arial MT"/>
              </a:rPr>
              <a:t> </a:t>
            </a:r>
            <a:r>
              <a:rPr sz="1800" spc="-100" dirty="0">
                <a:latin typeface="Arial MT"/>
                <a:cs typeface="Arial MT"/>
              </a:rPr>
              <a:t>security</a:t>
            </a:r>
            <a:r>
              <a:rPr sz="1800" spc="20" dirty="0">
                <a:latin typeface="Arial MT"/>
                <a:cs typeface="Arial MT"/>
              </a:rPr>
              <a:t> </a:t>
            </a:r>
            <a:r>
              <a:rPr sz="1800" spc="-65" dirty="0">
                <a:latin typeface="Arial MT"/>
                <a:cs typeface="Arial MT"/>
              </a:rPr>
              <a:t>restrictions</a:t>
            </a:r>
            <a:r>
              <a:rPr sz="1800" spc="50" dirty="0">
                <a:latin typeface="Arial MT"/>
                <a:cs typeface="Arial MT"/>
              </a:rPr>
              <a:t> </a:t>
            </a:r>
            <a:r>
              <a:rPr sz="1800" spc="-90" dirty="0">
                <a:solidFill>
                  <a:srgbClr val="0A0A0A"/>
                </a:solidFill>
                <a:latin typeface="Arial MT"/>
                <a:cs typeface="Arial MT"/>
              </a:rPr>
              <a:t>between</a:t>
            </a:r>
            <a:r>
              <a:rPr sz="1800" spc="-25" dirty="0">
                <a:solidFill>
                  <a:srgbClr val="0A0A0A"/>
                </a:solidFill>
                <a:latin typeface="Arial MT"/>
                <a:cs typeface="Arial MT"/>
              </a:rPr>
              <a:t> </a:t>
            </a:r>
            <a:r>
              <a:rPr sz="1800" spc="-25" dirty="0">
                <a:latin typeface="Arial MT"/>
                <a:cs typeface="Arial MT"/>
              </a:rPr>
              <a:t>your </a:t>
            </a:r>
            <a:r>
              <a:rPr sz="1850" spc="-160" dirty="0">
                <a:latin typeface="Arial MT"/>
                <a:cs typeface="Arial MT"/>
              </a:rPr>
              <a:t>web</a:t>
            </a:r>
            <a:r>
              <a:rPr sz="1850" spc="45" dirty="0">
                <a:latin typeface="Arial MT"/>
                <a:cs typeface="Arial MT"/>
              </a:rPr>
              <a:t> </a:t>
            </a:r>
            <a:r>
              <a:rPr sz="1850" spc="-170" dirty="0">
                <a:latin typeface="Arial MT"/>
                <a:cs typeface="Arial MT"/>
              </a:rPr>
              <a:t>servers,</a:t>
            </a:r>
            <a:r>
              <a:rPr sz="1850" spc="15" dirty="0">
                <a:latin typeface="Arial MT"/>
                <a:cs typeface="Arial MT"/>
              </a:rPr>
              <a:t> </a:t>
            </a:r>
            <a:r>
              <a:rPr sz="1850" spc="-90" dirty="0">
                <a:latin typeface="Arial MT"/>
                <a:cs typeface="Arial MT"/>
              </a:rPr>
              <a:t>application</a:t>
            </a:r>
            <a:r>
              <a:rPr sz="1850" spc="120" dirty="0">
                <a:latin typeface="Arial MT"/>
                <a:cs typeface="Arial MT"/>
              </a:rPr>
              <a:t> </a:t>
            </a:r>
            <a:r>
              <a:rPr sz="1850" spc="-160" dirty="0">
                <a:latin typeface="Arial MT"/>
                <a:cs typeface="Arial MT"/>
              </a:rPr>
              <a:t>servers,</a:t>
            </a:r>
            <a:r>
              <a:rPr sz="1850" spc="25" dirty="0">
                <a:latin typeface="Arial MT"/>
                <a:cs typeface="Arial MT"/>
              </a:rPr>
              <a:t> </a:t>
            </a:r>
            <a:r>
              <a:rPr sz="1850" spc="-150" dirty="0">
                <a:solidFill>
                  <a:srgbClr val="1F1F1F"/>
                </a:solidFill>
                <a:latin typeface="Arial MT"/>
                <a:cs typeface="Arial MT"/>
              </a:rPr>
              <a:t>and</a:t>
            </a:r>
            <a:r>
              <a:rPr sz="1850" spc="-5" dirty="0">
                <a:solidFill>
                  <a:srgbClr val="1F1F1F"/>
                </a:solidFill>
                <a:latin typeface="Arial MT"/>
                <a:cs typeface="Arial MT"/>
              </a:rPr>
              <a:t> </a:t>
            </a:r>
            <a:r>
              <a:rPr sz="1850" spc="-160" dirty="0">
                <a:latin typeface="Arial MT"/>
                <a:cs typeface="Arial MT"/>
              </a:rPr>
              <a:t>databases.</a:t>
            </a:r>
            <a:r>
              <a:rPr sz="1850" spc="-40" dirty="0">
                <a:latin typeface="Arial MT"/>
                <a:cs typeface="Arial MT"/>
              </a:rPr>
              <a:t> </a:t>
            </a:r>
            <a:r>
              <a:rPr sz="1850" spc="-160" dirty="0">
                <a:solidFill>
                  <a:srgbClr val="0A0A0A"/>
                </a:solidFill>
                <a:latin typeface="Arial MT"/>
                <a:cs typeface="Arial MT"/>
              </a:rPr>
              <a:t>To</a:t>
            </a:r>
            <a:r>
              <a:rPr sz="1850" spc="-65" dirty="0">
                <a:solidFill>
                  <a:srgbClr val="0A0A0A"/>
                </a:solidFill>
                <a:latin typeface="Arial MT"/>
                <a:cs typeface="Arial MT"/>
              </a:rPr>
              <a:t> </a:t>
            </a:r>
            <a:r>
              <a:rPr sz="1850" spc="-10" dirty="0">
                <a:latin typeface="Arial MT"/>
                <a:cs typeface="Arial MT"/>
              </a:rPr>
              <a:t>achieve </a:t>
            </a:r>
            <a:r>
              <a:rPr sz="1850" spc="-75" dirty="0">
                <a:latin typeface="Arial MT"/>
                <a:cs typeface="Arial MT"/>
              </a:rPr>
              <a:t>this</a:t>
            </a:r>
            <a:r>
              <a:rPr sz="1850" spc="-114" dirty="0">
                <a:latin typeface="Arial MT"/>
                <a:cs typeface="Arial MT"/>
              </a:rPr>
              <a:t> </a:t>
            </a:r>
            <a:r>
              <a:rPr sz="1850" spc="-110" dirty="0">
                <a:latin typeface="Arial MT"/>
                <a:cs typeface="Arial MT"/>
              </a:rPr>
              <a:t>result,</a:t>
            </a:r>
            <a:r>
              <a:rPr sz="1850" spc="-10" dirty="0">
                <a:latin typeface="Arial MT"/>
                <a:cs typeface="Arial MT"/>
              </a:rPr>
              <a:t> </a:t>
            </a:r>
            <a:r>
              <a:rPr sz="1850" spc="-100" dirty="0">
                <a:latin typeface="Arial MT"/>
                <a:cs typeface="Arial MT"/>
              </a:rPr>
              <a:t>you</a:t>
            </a:r>
            <a:r>
              <a:rPr sz="1850" spc="-90" dirty="0">
                <a:latin typeface="Arial MT"/>
                <a:cs typeface="Arial MT"/>
              </a:rPr>
              <a:t> </a:t>
            </a:r>
            <a:r>
              <a:rPr sz="1850" spc="-120" dirty="0">
                <a:latin typeface="Arial MT"/>
                <a:cs typeface="Arial MT"/>
              </a:rPr>
              <a:t>launch</a:t>
            </a:r>
            <a:r>
              <a:rPr sz="1850" spc="45" dirty="0">
                <a:latin typeface="Arial MT"/>
                <a:cs typeface="Arial MT"/>
              </a:rPr>
              <a:t> </a:t>
            </a:r>
            <a:r>
              <a:rPr sz="1850" spc="-160" dirty="0">
                <a:latin typeface="Arial MT"/>
                <a:cs typeface="Arial MT"/>
              </a:rPr>
              <a:t>web</a:t>
            </a:r>
            <a:r>
              <a:rPr sz="1850" spc="55" dirty="0">
                <a:latin typeface="Arial MT"/>
                <a:cs typeface="Arial MT"/>
              </a:rPr>
              <a:t> </a:t>
            </a:r>
            <a:r>
              <a:rPr sz="1850" spc="-155" dirty="0">
                <a:latin typeface="Arial MT"/>
                <a:cs typeface="Arial MT"/>
              </a:rPr>
              <a:t>servers</a:t>
            </a:r>
            <a:r>
              <a:rPr sz="1850" spc="-55" dirty="0">
                <a:latin typeface="Arial MT"/>
                <a:cs typeface="Arial MT"/>
              </a:rPr>
              <a:t> </a:t>
            </a:r>
            <a:r>
              <a:rPr sz="1850" spc="-55" dirty="0">
                <a:solidFill>
                  <a:srgbClr val="0A0A0A"/>
                </a:solidFill>
                <a:latin typeface="Arial MT"/>
                <a:cs typeface="Arial MT"/>
              </a:rPr>
              <a:t>in</a:t>
            </a:r>
            <a:r>
              <a:rPr sz="1850" spc="-65" dirty="0">
                <a:solidFill>
                  <a:srgbClr val="0A0A0A"/>
                </a:solidFill>
                <a:latin typeface="Arial MT"/>
                <a:cs typeface="Arial MT"/>
              </a:rPr>
              <a:t> </a:t>
            </a:r>
            <a:r>
              <a:rPr sz="1850" spc="-270" dirty="0">
                <a:solidFill>
                  <a:srgbClr val="080808"/>
                </a:solidFill>
                <a:latin typeface="Arial MT"/>
                <a:cs typeface="Arial MT"/>
              </a:rPr>
              <a:t>a</a:t>
            </a:r>
            <a:r>
              <a:rPr sz="1850" spc="25" dirty="0">
                <a:solidFill>
                  <a:srgbClr val="080808"/>
                </a:solidFill>
                <a:latin typeface="Arial MT"/>
                <a:cs typeface="Arial MT"/>
              </a:rPr>
              <a:t> </a:t>
            </a:r>
            <a:r>
              <a:rPr sz="1850" spc="-90" dirty="0">
                <a:latin typeface="Arial MT"/>
                <a:cs typeface="Arial MT"/>
              </a:rPr>
              <a:t>publicly</a:t>
            </a:r>
            <a:r>
              <a:rPr sz="1850" spc="50" dirty="0">
                <a:latin typeface="Arial MT"/>
                <a:cs typeface="Arial MT"/>
              </a:rPr>
              <a:t> </a:t>
            </a:r>
            <a:r>
              <a:rPr sz="1850" spc="-85" dirty="0">
                <a:latin typeface="Arial MT"/>
                <a:cs typeface="Arial MT"/>
              </a:rPr>
              <a:t>accessible </a:t>
            </a:r>
            <a:r>
              <a:rPr sz="1850" spc="-105" dirty="0">
                <a:latin typeface="Arial MT"/>
                <a:cs typeface="Arial MT"/>
              </a:rPr>
              <a:t>subnet</a:t>
            </a:r>
            <a:r>
              <a:rPr sz="1850" spc="-25" dirty="0">
                <a:latin typeface="Arial MT"/>
                <a:cs typeface="Arial MT"/>
              </a:rPr>
              <a:t> </a:t>
            </a:r>
            <a:r>
              <a:rPr sz="1850" spc="-100" dirty="0">
                <a:latin typeface="Arial MT"/>
                <a:cs typeface="Arial MT"/>
              </a:rPr>
              <a:t>while</a:t>
            </a:r>
            <a:r>
              <a:rPr sz="1850" spc="-30" dirty="0">
                <a:latin typeface="Arial MT"/>
                <a:cs typeface="Arial MT"/>
              </a:rPr>
              <a:t> </a:t>
            </a:r>
            <a:r>
              <a:rPr sz="1850" spc="-100" dirty="0">
                <a:latin typeface="Arial MT"/>
                <a:cs typeface="Arial MT"/>
              </a:rPr>
              <a:t>running</a:t>
            </a:r>
            <a:r>
              <a:rPr sz="1850" spc="-30" dirty="0">
                <a:latin typeface="Arial MT"/>
                <a:cs typeface="Arial MT"/>
              </a:rPr>
              <a:t> </a:t>
            </a:r>
            <a:r>
              <a:rPr sz="1850" spc="-90" dirty="0">
                <a:latin typeface="Arial MT"/>
                <a:cs typeface="Arial MT"/>
              </a:rPr>
              <a:t>your</a:t>
            </a:r>
            <a:r>
              <a:rPr sz="1850" spc="-40" dirty="0">
                <a:latin typeface="Arial MT"/>
                <a:cs typeface="Arial MT"/>
              </a:rPr>
              <a:t> </a:t>
            </a:r>
            <a:r>
              <a:rPr sz="1850" spc="-90" dirty="0">
                <a:latin typeface="Arial MT"/>
                <a:cs typeface="Arial MT"/>
              </a:rPr>
              <a:t>application</a:t>
            </a:r>
            <a:r>
              <a:rPr sz="1850" spc="40" dirty="0">
                <a:latin typeface="Arial MT"/>
                <a:cs typeface="Arial MT"/>
              </a:rPr>
              <a:t> </a:t>
            </a:r>
            <a:r>
              <a:rPr sz="1850" spc="-155" dirty="0">
                <a:latin typeface="Arial MT"/>
                <a:cs typeface="Arial MT"/>
              </a:rPr>
              <a:t>servers</a:t>
            </a:r>
            <a:r>
              <a:rPr sz="1850" spc="75" dirty="0">
                <a:latin typeface="Arial MT"/>
                <a:cs typeface="Arial MT"/>
              </a:rPr>
              <a:t> </a:t>
            </a:r>
            <a:r>
              <a:rPr sz="1850" spc="-150" dirty="0">
                <a:latin typeface="Arial MT"/>
                <a:cs typeface="Arial MT"/>
              </a:rPr>
              <a:t>and</a:t>
            </a:r>
            <a:r>
              <a:rPr sz="1850" spc="-15" dirty="0">
                <a:latin typeface="Arial MT"/>
                <a:cs typeface="Arial MT"/>
              </a:rPr>
              <a:t> </a:t>
            </a:r>
            <a:r>
              <a:rPr sz="1850" spc="-145" dirty="0">
                <a:latin typeface="Arial MT"/>
                <a:cs typeface="Arial MT"/>
              </a:rPr>
              <a:t>databases </a:t>
            </a:r>
            <a:r>
              <a:rPr sz="1800" spc="-45" dirty="0">
                <a:solidFill>
                  <a:srgbClr val="363636"/>
                </a:solidFill>
                <a:latin typeface="Arial MT"/>
                <a:cs typeface="Arial MT"/>
              </a:rPr>
              <a:t>in</a:t>
            </a:r>
            <a:r>
              <a:rPr sz="1800" spc="-95" dirty="0">
                <a:solidFill>
                  <a:srgbClr val="363636"/>
                </a:solidFill>
                <a:latin typeface="Arial MT"/>
                <a:cs typeface="Arial MT"/>
              </a:rPr>
              <a:t> </a:t>
            </a:r>
            <a:r>
              <a:rPr sz="1800" spc="-65" dirty="0">
                <a:latin typeface="Arial MT"/>
                <a:cs typeface="Arial MT"/>
              </a:rPr>
              <a:t>private</a:t>
            </a:r>
            <a:r>
              <a:rPr sz="1800" spc="10" dirty="0">
                <a:latin typeface="Arial MT"/>
                <a:cs typeface="Arial MT"/>
              </a:rPr>
              <a:t> </a:t>
            </a:r>
            <a:r>
              <a:rPr sz="1800" spc="-120" dirty="0">
                <a:latin typeface="Arial MT"/>
                <a:cs typeface="Arial MT"/>
              </a:rPr>
              <a:t>subnets.</a:t>
            </a:r>
            <a:r>
              <a:rPr sz="1800" spc="-5" dirty="0">
                <a:latin typeface="Arial MT"/>
                <a:cs typeface="Arial MT"/>
              </a:rPr>
              <a:t> </a:t>
            </a:r>
            <a:r>
              <a:rPr sz="1800" spc="-120" dirty="0">
                <a:solidFill>
                  <a:srgbClr val="0F0F0F"/>
                </a:solidFill>
                <a:latin typeface="Arial MT"/>
                <a:cs typeface="Arial MT"/>
              </a:rPr>
              <a:t>This</a:t>
            </a:r>
            <a:r>
              <a:rPr sz="1800" spc="-140" dirty="0">
                <a:solidFill>
                  <a:srgbClr val="0F0F0F"/>
                </a:solidFill>
                <a:latin typeface="Arial MT"/>
                <a:cs typeface="Arial MT"/>
              </a:rPr>
              <a:t> </a:t>
            </a:r>
            <a:r>
              <a:rPr sz="1800" spc="-70" dirty="0">
                <a:latin typeface="Arial MT"/>
                <a:cs typeface="Arial MT"/>
              </a:rPr>
              <a:t>technique</a:t>
            </a:r>
            <a:r>
              <a:rPr sz="1800" spc="15" dirty="0">
                <a:latin typeface="Arial MT"/>
                <a:cs typeface="Arial MT"/>
              </a:rPr>
              <a:t> </a:t>
            </a:r>
            <a:r>
              <a:rPr sz="1800" spc="-20" dirty="0">
                <a:latin typeface="Arial MT"/>
                <a:cs typeface="Arial MT"/>
              </a:rPr>
              <a:t>will</a:t>
            </a:r>
            <a:r>
              <a:rPr sz="1800" spc="-95" dirty="0">
                <a:latin typeface="Arial MT"/>
                <a:cs typeface="Arial MT"/>
              </a:rPr>
              <a:t> </a:t>
            </a:r>
            <a:r>
              <a:rPr sz="1800" spc="-140" dirty="0">
                <a:latin typeface="Arial MT"/>
                <a:cs typeface="Arial MT"/>
              </a:rPr>
              <a:t>ensure</a:t>
            </a:r>
            <a:r>
              <a:rPr sz="1800" spc="-10" dirty="0">
                <a:latin typeface="Arial MT"/>
                <a:cs typeface="Arial MT"/>
              </a:rPr>
              <a:t> </a:t>
            </a:r>
            <a:r>
              <a:rPr sz="1800" spc="-20" dirty="0">
                <a:latin typeface="Arial MT"/>
                <a:cs typeface="Arial MT"/>
              </a:rPr>
              <a:t>that</a:t>
            </a:r>
            <a:r>
              <a:rPr sz="1800" spc="500" dirty="0">
                <a:latin typeface="Arial MT"/>
                <a:cs typeface="Arial MT"/>
              </a:rPr>
              <a:t> </a:t>
            </a:r>
            <a:r>
              <a:rPr sz="1800" spc="-65" dirty="0">
                <a:latin typeface="Arial MT"/>
                <a:cs typeface="Arial MT"/>
              </a:rPr>
              <a:t>application</a:t>
            </a:r>
            <a:r>
              <a:rPr sz="1800" spc="-5" dirty="0">
                <a:latin typeface="Arial MT"/>
                <a:cs typeface="Arial MT"/>
              </a:rPr>
              <a:t> </a:t>
            </a:r>
            <a:r>
              <a:rPr sz="1800" spc="-130" dirty="0">
                <a:latin typeface="Arial MT"/>
                <a:cs typeface="Arial MT"/>
              </a:rPr>
              <a:t>servers</a:t>
            </a:r>
            <a:r>
              <a:rPr sz="1800" spc="5" dirty="0">
                <a:latin typeface="Arial MT"/>
                <a:cs typeface="Arial MT"/>
              </a:rPr>
              <a:t> </a:t>
            </a:r>
            <a:r>
              <a:rPr sz="1800" spc="-100" dirty="0">
                <a:latin typeface="Arial MT"/>
                <a:cs typeface="Arial MT"/>
              </a:rPr>
              <a:t>and</a:t>
            </a:r>
            <a:r>
              <a:rPr sz="1800" spc="-80" dirty="0">
                <a:latin typeface="Arial MT"/>
                <a:cs typeface="Arial MT"/>
              </a:rPr>
              <a:t> </a:t>
            </a:r>
            <a:r>
              <a:rPr sz="1800" spc="-125" dirty="0">
                <a:latin typeface="Arial MT"/>
                <a:cs typeface="Arial MT"/>
              </a:rPr>
              <a:t>databases</a:t>
            </a:r>
            <a:r>
              <a:rPr sz="1800" spc="35" dirty="0">
                <a:latin typeface="Arial MT"/>
                <a:cs typeface="Arial MT"/>
              </a:rPr>
              <a:t> </a:t>
            </a:r>
            <a:r>
              <a:rPr sz="1800" spc="-80" dirty="0">
                <a:latin typeface="Arial MT"/>
                <a:cs typeface="Arial MT"/>
              </a:rPr>
              <a:t>cannot</a:t>
            </a:r>
            <a:r>
              <a:rPr sz="1800" spc="-15" dirty="0">
                <a:latin typeface="Arial MT"/>
                <a:cs typeface="Arial MT"/>
              </a:rPr>
              <a:t> </a:t>
            </a:r>
            <a:r>
              <a:rPr sz="1800" spc="-80" dirty="0">
                <a:latin typeface="Arial MT"/>
                <a:cs typeface="Arial MT"/>
              </a:rPr>
              <a:t>be</a:t>
            </a:r>
            <a:r>
              <a:rPr sz="1800" spc="-15" dirty="0">
                <a:latin typeface="Arial MT"/>
                <a:cs typeface="Arial MT"/>
              </a:rPr>
              <a:t> </a:t>
            </a:r>
            <a:r>
              <a:rPr sz="1800" spc="-10" dirty="0">
                <a:latin typeface="Arial MT"/>
                <a:cs typeface="Arial MT"/>
              </a:rPr>
              <a:t>directly </a:t>
            </a:r>
            <a:r>
              <a:rPr sz="1850" spc="-204" dirty="0">
                <a:latin typeface="Arial MT"/>
                <a:cs typeface="Arial MT"/>
              </a:rPr>
              <a:t>accessed</a:t>
            </a:r>
            <a:r>
              <a:rPr sz="1850" spc="30" dirty="0">
                <a:latin typeface="Arial MT"/>
                <a:cs typeface="Arial MT"/>
              </a:rPr>
              <a:t> </a:t>
            </a:r>
            <a:r>
              <a:rPr sz="1850" spc="-50" dirty="0">
                <a:latin typeface="Arial MT"/>
                <a:cs typeface="Arial MT"/>
              </a:rPr>
              <a:t>from</a:t>
            </a:r>
            <a:r>
              <a:rPr sz="1850" spc="-5" dirty="0">
                <a:latin typeface="Arial MT"/>
                <a:cs typeface="Arial MT"/>
              </a:rPr>
              <a:t> </a:t>
            </a:r>
            <a:r>
              <a:rPr sz="1850" spc="-75" dirty="0">
                <a:solidFill>
                  <a:srgbClr val="1F1F1F"/>
                </a:solidFill>
                <a:latin typeface="Arial MT"/>
                <a:cs typeface="Arial MT"/>
              </a:rPr>
              <a:t>the</a:t>
            </a:r>
            <a:r>
              <a:rPr sz="1850" spc="-45" dirty="0">
                <a:solidFill>
                  <a:srgbClr val="1F1F1F"/>
                </a:solidFill>
                <a:latin typeface="Arial MT"/>
                <a:cs typeface="Arial MT"/>
              </a:rPr>
              <a:t> </a:t>
            </a:r>
            <a:r>
              <a:rPr sz="1850" spc="-10" dirty="0">
                <a:latin typeface="Arial MT"/>
                <a:cs typeface="Arial MT"/>
              </a:rPr>
              <a:t>internet.</a:t>
            </a:r>
            <a:endParaRPr sz="1850">
              <a:latin typeface="Arial MT"/>
              <a:cs typeface="Arial MT"/>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390014" y="1327266"/>
            <a:ext cx="3143589" cy="3915251"/>
          </a:xfrm>
          <a:prstGeom prst="rect">
            <a:avLst/>
          </a:prstGeom>
        </p:spPr>
      </p:pic>
      <p:pic>
        <p:nvPicPr>
          <p:cNvPr id="3" name="object 3"/>
          <p:cNvPicPr/>
          <p:nvPr/>
        </p:nvPicPr>
        <p:blipFill>
          <a:blip r:embed="rId3" cstate="print"/>
          <a:stretch>
            <a:fillRect/>
          </a:stretch>
        </p:blipFill>
        <p:spPr>
          <a:xfrm>
            <a:off x="4609812" y="2041729"/>
            <a:ext cx="3057855" cy="771618"/>
          </a:xfrm>
          <a:prstGeom prst="rect">
            <a:avLst/>
          </a:prstGeom>
        </p:spPr>
      </p:pic>
      <p:pic>
        <p:nvPicPr>
          <p:cNvPr id="4" name="object 4"/>
          <p:cNvPicPr/>
          <p:nvPr/>
        </p:nvPicPr>
        <p:blipFill>
          <a:blip r:embed="rId4" cstate="print"/>
          <a:stretch>
            <a:fillRect/>
          </a:stretch>
        </p:blipFill>
        <p:spPr>
          <a:xfrm>
            <a:off x="7743876" y="2060780"/>
            <a:ext cx="1447956" cy="733514"/>
          </a:xfrm>
          <a:prstGeom prst="rect">
            <a:avLst/>
          </a:prstGeom>
        </p:spPr>
      </p:pic>
      <p:pic>
        <p:nvPicPr>
          <p:cNvPr id="5" name="object 5"/>
          <p:cNvPicPr/>
          <p:nvPr/>
        </p:nvPicPr>
        <p:blipFill>
          <a:blip r:embed="rId5" cstate="print"/>
          <a:stretch>
            <a:fillRect/>
          </a:stretch>
        </p:blipFill>
        <p:spPr>
          <a:xfrm>
            <a:off x="9067994" y="603279"/>
            <a:ext cx="1657529" cy="190523"/>
          </a:xfrm>
          <a:prstGeom prst="rect">
            <a:avLst/>
          </a:prstGeom>
        </p:spPr>
      </p:pic>
      <p:grpSp>
        <p:nvGrpSpPr>
          <p:cNvPr id="6" name="object 6"/>
          <p:cNvGrpSpPr/>
          <p:nvPr/>
        </p:nvGrpSpPr>
        <p:grpSpPr>
          <a:xfrm>
            <a:off x="1390014" y="365125"/>
            <a:ext cx="9411970" cy="848360"/>
            <a:chOff x="1390014" y="365125"/>
            <a:chExt cx="9411970" cy="848360"/>
          </a:xfrm>
        </p:grpSpPr>
        <p:pic>
          <p:nvPicPr>
            <p:cNvPr id="7" name="object 7"/>
            <p:cNvPicPr/>
            <p:nvPr/>
          </p:nvPicPr>
          <p:blipFill>
            <a:blip r:embed="rId6" cstate="print"/>
            <a:stretch>
              <a:fillRect/>
            </a:stretch>
          </p:blipFill>
          <p:spPr>
            <a:xfrm>
              <a:off x="1809160" y="641384"/>
              <a:ext cx="6096657" cy="304837"/>
            </a:xfrm>
            <a:prstGeom prst="rect">
              <a:avLst/>
            </a:prstGeom>
          </p:spPr>
        </p:pic>
        <p:pic>
          <p:nvPicPr>
            <p:cNvPr id="8" name="object 8"/>
            <p:cNvPicPr/>
            <p:nvPr/>
          </p:nvPicPr>
          <p:blipFill>
            <a:blip r:embed="rId7" cstate="print"/>
            <a:stretch>
              <a:fillRect/>
            </a:stretch>
          </p:blipFill>
          <p:spPr>
            <a:xfrm>
              <a:off x="1390014" y="365125"/>
              <a:ext cx="9411716" cy="847828"/>
            </a:xfrm>
            <a:prstGeom prst="rect">
              <a:avLst/>
            </a:prstGeom>
          </p:spPr>
        </p:pic>
      </p:grpSp>
      <p:sp>
        <p:nvSpPr>
          <p:cNvPr id="9" name="object 9"/>
          <p:cNvSpPr txBox="1"/>
          <p:nvPr/>
        </p:nvSpPr>
        <p:spPr>
          <a:xfrm>
            <a:off x="4798002" y="1640044"/>
            <a:ext cx="5916295" cy="3458845"/>
          </a:xfrm>
          <a:prstGeom prst="rect">
            <a:avLst/>
          </a:prstGeom>
        </p:spPr>
        <p:txBody>
          <a:bodyPr vert="horz" wrap="square" lIns="0" tIns="12700" rIns="0" bIns="0" rtlCol="0">
            <a:spAutoFit/>
          </a:bodyPr>
          <a:lstStyle/>
          <a:p>
            <a:pPr marL="21590">
              <a:lnSpc>
                <a:spcPct val="100000"/>
              </a:lnSpc>
              <a:spcBef>
                <a:spcPts val="100"/>
              </a:spcBef>
            </a:pPr>
            <a:r>
              <a:rPr sz="1600" dirty="0">
                <a:latin typeface="Arial MT"/>
                <a:cs typeface="Arial MT"/>
              </a:rPr>
              <a:t>Amazon</a:t>
            </a:r>
            <a:r>
              <a:rPr sz="1600" spc="25" dirty="0">
                <a:latin typeface="Arial MT"/>
                <a:cs typeface="Arial MT"/>
              </a:rPr>
              <a:t> </a:t>
            </a:r>
            <a:r>
              <a:rPr sz="1600" spc="-20" dirty="0">
                <a:latin typeface="Arial MT"/>
                <a:cs typeface="Arial MT"/>
              </a:rPr>
              <a:t>VPC.</a:t>
            </a:r>
            <a:endParaRPr sz="1600">
              <a:latin typeface="Arial MT"/>
              <a:cs typeface="Arial MT"/>
            </a:endParaRPr>
          </a:p>
          <a:p>
            <a:pPr marL="4861560" marR="5080" indent="-399415">
              <a:lnSpc>
                <a:spcPts val="1800"/>
              </a:lnSpc>
              <a:spcBef>
                <a:spcPts val="1425"/>
              </a:spcBef>
            </a:pPr>
            <a:r>
              <a:rPr sz="1550" spc="670" dirty="0">
                <a:solidFill>
                  <a:srgbClr val="6EB1BA"/>
                </a:solidFill>
                <a:latin typeface="Arial MT"/>
                <a:cs typeface="Arial MT"/>
              </a:rPr>
              <a:t>”tend</a:t>
            </a:r>
            <a:r>
              <a:rPr sz="1550" spc="-200" dirty="0">
                <a:solidFill>
                  <a:srgbClr val="6EB1BA"/>
                </a:solidFill>
                <a:latin typeface="Arial MT"/>
                <a:cs typeface="Arial MT"/>
              </a:rPr>
              <a:t> </a:t>
            </a:r>
            <a:r>
              <a:rPr sz="1550" dirty="0">
                <a:solidFill>
                  <a:srgbClr val="2A82C6"/>
                </a:solidFill>
                <a:latin typeface="Arial MT"/>
                <a:cs typeface="Arial MT"/>
              </a:rPr>
              <a:t>your</a:t>
            </a:r>
            <a:r>
              <a:rPr sz="1550" spc="265" dirty="0">
                <a:solidFill>
                  <a:srgbClr val="2A82C6"/>
                </a:solidFill>
                <a:latin typeface="Arial MT"/>
                <a:cs typeface="Arial MT"/>
              </a:rPr>
              <a:t> </a:t>
            </a:r>
            <a:r>
              <a:rPr sz="1550" spc="-50" dirty="0">
                <a:solidFill>
                  <a:srgbClr val="F9F9F9"/>
                </a:solidFill>
                <a:latin typeface="Arial MT"/>
                <a:cs typeface="Arial MT"/>
              </a:rPr>
              <a:t>” </a:t>
            </a:r>
            <a:r>
              <a:rPr sz="1600" spc="-10" dirty="0">
                <a:solidFill>
                  <a:srgbClr val="36678A"/>
                </a:solidFill>
                <a:latin typeface="Arial MT"/>
                <a:cs typeface="Arial MT"/>
              </a:rPr>
              <a:t>corporate </a:t>
            </a:r>
            <a:r>
              <a:rPr sz="1450" spc="-10" dirty="0">
                <a:solidFill>
                  <a:srgbClr val="B1D8FD"/>
                </a:solidFill>
                <a:latin typeface="Arial MT"/>
                <a:cs typeface="Arial MT"/>
              </a:rPr>
              <a:t>network</a:t>
            </a:r>
            <a:endParaRPr sz="1450">
              <a:latin typeface="Arial MT"/>
              <a:cs typeface="Arial MT"/>
            </a:endParaRPr>
          </a:p>
          <a:p>
            <a:pPr>
              <a:lnSpc>
                <a:spcPct val="100000"/>
              </a:lnSpc>
              <a:spcBef>
                <a:spcPts val="130"/>
              </a:spcBef>
            </a:pPr>
            <a:endParaRPr sz="1550">
              <a:latin typeface="Arial MT"/>
              <a:cs typeface="Arial MT"/>
            </a:endParaRPr>
          </a:p>
          <a:p>
            <a:pPr marL="12700" marR="299720" indent="1905">
              <a:lnSpc>
                <a:spcPct val="100299"/>
              </a:lnSpc>
            </a:pPr>
            <a:r>
              <a:rPr sz="1700" spc="-225" dirty="0">
                <a:solidFill>
                  <a:srgbClr val="131313"/>
                </a:solidFill>
                <a:latin typeface="Arial MT"/>
                <a:cs typeface="Arial MT"/>
              </a:rPr>
              <a:t>By</a:t>
            </a:r>
            <a:r>
              <a:rPr sz="1700" dirty="0">
                <a:solidFill>
                  <a:srgbClr val="131313"/>
                </a:solidFill>
                <a:latin typeface="Arial MT"/>
                <a:cs typeface="Arial MT"/>
              </a:rPr>
              <a:t> </a:t>
            </a:r>
            <a:r>
              <a:rPr sz="1700" spc="-100" dirty="0">
                <a:solidFill>
                  <a:srgbClr val="212121"/>
                </a:solidFill>
                <a:latin typeface="Arial MT"/>
                <a:cs typeface="Arial MT"/>
              </a:rPr>
              <a:t>using</a:t>
            </a:r>
            <a:r>
              <a:rPr sz="1700" spc="-20" dirty="0">
                <a:solidFill>
                  <a:srgbClr val="212121"/>
                </a:solidFill>
                <a:latin typeface="Arial MT"/>
                <a:cs typeface="Arial MT"/>
              </a:rPr>
              <a:t> </a:t>
            </a:r>
            <a:r>
              <a:rPr sz="1700" spc="-140" dirty="0">
                <a:latin typeface="Arial MT"/>
                <a:cs typeface="Arial MT"/>
              </a:rPr>
              <a:t>Amazon</a:t>
            </a:r>
            <a:r>
              <a:rPr sz="1700" spc="40" dirty="0">
                <a:latin typeface="Arial MT"/>
                <a:cs typeface="Arial MT"/>
              </a:rPr>
              <a:t> </a:t>
            </a:r>
            <a:r>
              <a:rPr sz="1700" spc="-260" dirty="0">
                <a:latin typeface="Arial MT"/>
                <a:cs typeface="Arial MT"/>
              </a:rPr>
              <a:t>VPC</a:t>
            </a:r>
            <a:r>
              <a:rPr sz="1700" spc="-20" dirty="0">
                <a:latin typeface="Arial MT"/>
                <a:cs typeface="Arial MT"/>
              </a:rPr>
              <a:t> </a:t>
            </a:r>
            <a:r>
              <a:rPr sz="1700" spc="-10" dirty="0">
                <a:latin typeface="Arial MT"/>
                <a:cs typeface="Arial MT"/>
              </a:rPr>
              <a:t>for</a:t>
            </a:r>
            <a:r>
              <a:rPr sz="1700" spc="-35" dirty="0">
                <a:latin typeface="Arial MT"/>
                <a:cs typeface="Arial MT"/>
              </a:rPr>
              <a:t> </a:t>
            </a:r>
            <a:r>
              <a:rPr sz="1700" spc="-120" dirty="0">
                <a:latin typeface="Arial MT"/>
                <a:cs typeface="Arial MT"/>
              </a:rPr>
              <a:t>disaster</a:t>
            </a:r>
            <a:r>
              <a:rPr sz="1700" spc="85" dirty="0">
                <a:latin typeface="Arial MT"/>
                <a:cs typeface="Arial MT"/>
              </a:rPr>
              <a:t> </a:t>
            </a:r>
            <a:r>
              <a:rPr sz="1700" spc="-175" dirty="0">
                <a:latin typeface="Arial MT"/>
                <a:cs typeface="Arial MT"/>
              </a:rPr>
              <a:t>recOvery,</a:t>
            </a:r>
            <a:r>
              <a:rPr sz="1700" spc="80" dirty="0">
                <a:latin typeface="Arial MT"/>
                <a:cs typeface="Arial MT"/>
              </a:rPr>
              <a:t> </a:t>
            </a:r>
            <a:r>
              <a:rPr sz="1700" spc="-95" dirty="0">
                <a:latin typeface="Arial MT"/>
                <a:cs typeface="Arial MT"/>
              </a:rPr>
              <a:t>you</a:t>
            </a:r>
            <a:r>
              <a:rPr sz="1700" spc="-50" dirty="0">
                <a:latin typeface="Arial MT"/>
                <a:cs typeface="Arial MT"/>
              </a:rPr>
              <a:t> </a:t>
            </a:r>
            <a:r>
              <a:rPr sz="1700" spc="-145" dirty="0">
                <a:latin typeface="Arial MT"/>
                <a:cs typeface="Arial MT"/>
              </a:rPr>
              <a:t>receive</a:t>
            </a:r>
            <a:r>
              <a:rPr sz="1700" spc="-5" dirty="0">
                <a:latin typeface="Arial MT"/>
                <a:cs typeface="Arial MT"/>
              </a:rPr>
              <a:t> </a:t>
            </a:r>
            <a:r>
              <a:rPr sz="1700" spc="-30" dirty="0">
                <a:latin typeface="Arial MT"/>
                <a:cs typeface="Arial MT"/>
              </a:rPr>
              <a:t>all</a:t>
            </a:r>
            <a:r>
              <a:rPr sz="1700" spc="-140" dirty="0">
                <a:latin typeface="Arial MT"/>
                <a:cs typeface="Arial MT"/>
              </a:rPr>
              <a:t> </a:t>
            </a:r>
            <a:r>
              <a:rPr sz="1700" spc="-25" dirty="0">
                <a:solidFill>
                  <a:srgbClr val="0F0F0F"/>
                </a:solidFill>
                <a:latin typeface="Arial MT"/>
                <a:cs typeface="Arial MT"/>
              </a:rPr>
              <a:t>the </a:t>
            </a:r>
            <a:r>
              <a:rPr sz="1700" spc="-75" dirty="0">
                <a:latin typeface="Arial MT"/>
                <a:cs typeface="Arial MT"/>
              </a:rPr>
              <a:t>benefits</a:t>
            </a:r>
            <a:r>
              <a:rPr sz="1700" spc="-50" dirty="0">
                <a:latin typeface="Arial MT"/>
                <a:cs typeface="Arial MT"/>
              </a:rPr>
              <a:t> </a:t>
            </a:r>
            <a:r>
              <a:rPr sz="1700" dirty="0">
                <a:solidFill>
                  <a:srgbClr val="1F1F1F"/>
                </a:solidFill>
                <a:latin typeface="Arial MT"/>
                <a:cs typeface="Arial MT"/>
              </a:rPr>
              <a:t>of</a:t>
            </a:r>
            <a:r>
              <a:rPr sz="1700" spc="-114" dirty="0">
                <a:solidFill>
                  <a:srgbClr val="1F1F1F"/>
                </a:solidFill>
                <a:latin typeface="Arial MT"/>
                <a:cs typeface="Arial MT"/>
              </a:rPr>
              <a:t> </a:t>
            </a:r>
            <a:r>
              <a:rPr sz="1700" spc="-280" dirty="0">
                <a:solidFill>
                  <a:srgbClr val="232323"/>
                </a:solidFill>
                <a:latin typeface="Arial MT"/>
                <a:cs typeface="Arial MT"/>
              </a:rPr>
              <a:t>a</a:t>
            </a:r>
            <a:r>
              <a:rPr sz="1700" spc="50" dirty="0">
                <a:solidFill>
                  <a:srgbClr val="232323"/>
                </a:solidFill>
                <a:latin typeface="Arial MT"/>
                <a:cs typeface="Arial MT"/>
              </a:rPr>
              <a:t> </a:t>
            </a:r>
            <a:r>
              <a:rPr sz="1700" spc="-120" dirty="0">
                <a:latin typeface="Arial MT"/>
                <a:cs typeface="Arial MT"/>
              </a:rPr>
              <a:t>disaster</a:t>
            </a:r>
            <a:r>
              <a:rPr sz="1700" spc="75" dirty="0">
                <a:latin typeface="Arial MT"/>
                <a:cs typeface="Arial MT"/>
              </a:rPr>
              <a:t> </a:t>
            </a:r>
            <a:r>
              <a:rPr sz="1700" spc="-105" dirty="0">
                <a:latin typeface="Arial MT"/>
                <a:cs typeface="Arial MT"/>
              </a:rPr>
              <a:t>recovery</a:t>
            </a:r>
            <a:r>
              <a:rPr sz="1700" spc="100" dirty="0">
                <a:latin typeface="Arial MT"/>
                <a:cs typeface="Arial MT"/>
              </a:rPr>
              <a:t> </a:t>
            </a:r>
            <a:r>
              <a:rPr sz="1700" spc="-95" dirty="0">
                <a:latin typeface="Arial MT"/>
                <a:cs typeface="Arial MT"/>
              </a:rPr>
              <a:t>site</a:t>
            </a:r>
            <a:r>
              <a:rPr sz="1700" spc="-20" dirty="0">
                <a:latin typeface="Arial MT"/>
                <a:cs typeface="Arial MT"/>
              </a:rPr>
              <a:t> </a:t>
            </a:r>
            <a:r>
              <a:rPr sz="1700" spc="-65" dirty="0">
                <a:latin typeface="Arial MT"/>
                <a:cs typeface="Arial MT"/>
              </a:rPr>
              <a:t>at </a:t>
            </a:r>
            <a:r>
              <a:rPr sz="1700" spc="-190" dirty="0">
                <a:latin typeface="Arial MT"/>
                <a:cs typeface="Arial MT"/>
              </a:rPr>
              <a:t>a</a:t>
            </a:r>
            <a:r>
              <a:rPr sz="1700" spc="5" dirty="0">
                <a:latin typeface="Arial MT"/>
                <a:cs typeface="Arial MT"/>
              </a:rPr>
              <a:t> </a:t>
            </a:r>
            <a:r>
              <a:rPr sz="1700" spc="-70" dirty="0">
                <a:latin typeface="Arial MT"/>
                <a:cs typeface="Arial MT"/>
              </a:rPr>
              <a:t>fraction</a:t>
            </a:r>
            <a:r>
              <a:rPr sz="1700" spc="-40" dirty="0">
                <a:latin typeface="Arial MT"/>
                <a:cs typeface="Arial MT"/>
              </a:rPr>
              <a:t> </a:t>
            </a:r>
            <a:r>
              <a:rPr sz="1700" dirty="0">
                <a:latin typeface="Arial MT"/>
                <a:cs typeface="Arial MT"/>
              </a:rPr>
              <a:t>of</a:t>
            </a:r>
            <a:r>
              <a:rPr sz="1700" spc="-55" dirty="0">
                <a:latin typeface="Arial MT"/>
                <a:cs typeface="Arial MT"/>
              </a:rPr>
              <a:t> </a:t>
            </a:r>
            <a:r>
              <a:rPr sz="1700" spc="-45" dirty="0">
                <a:solidFill>
                  <a:srgbClr val="1F1F1F"/>
                </a:solidFill>
                <a:latin typeface="Arial MT"/>
                <a:cs typeface="Arial MT"/>
              </a:rPr>
              <a:t>the </a:t>
            </a:r>
            <a:r>
              <a:rPr sz="1700" spc="-105" dirty="0">
                <a:latin typeface="Arial MT"/>
                <a:cs typeface="Arial MT"/>
              </a:rPr>
              <a:t>cost.</a:t>
            </a:r>
            <a:r>
              <a:rPr sz="1700" spc="-80" dirty="0">
                <a:latin typeface="Arial MT"/>
                <a:cs typeface="Arial MT"/>
              </a:rPr>
              <a:t> </a:t>
            </a:r>
            <a:r>
              <a:rPr sz="1700" spc="-25" dirty="0">
                <a:latin typeface="Arial MT"/>
                <a:cs typeface="Arial MT"/>
              </a:rPr>
              <a:t>You </a:t>
            </a:r>
            <a:r>
              <a:rPr sz="1750" spc="-180" dirty="0">
                <a:solidFill>
                  <a:srgbClr val="181818"/>
                </a:solidFill>
                <a:latin typeface="Arial MT"/>
                <a:cs typeface="Arial MT"/>
              </a:rPr>
              <a:t>can</a:t>
            </a:r>
            <a:r>
              <a:rPr sz="1750" spc="-20" dirty="0">
                <a:solidFill>
                  <a:srgbClr val="181818"/>
                </a:solidFill>
                <a:latin typeface="Arial MT"/>
                <a:cs typeface="Arial MT"/>
              </a:rPr>
              <a:t> </a:t>
            </a:r>
            <a:r>
              <a:rPr sz="1750" spc="-145" dirty="0">
                <a:latin typeface="Arial MT"/>
                <a:cs typeface="Arial MT"/>
              </a:rPr>
              <a:t>periOdically</a:t>
            </a:r>
            <a:r>
              <a:rPr sz="1750" spc="30" dirty="0">
                <a:latin typeface="Arial MT"/>
                <a:cs typeface="Arial MT"/>
              </a:rPr>
              <a:t> </a:t>
            </a:r>
            <a:r>
              <a:rPr sz="1750" spc="-165" dirty="0">
                <a:latin typeface="Arial MT"/>
                <a:cs typeface="Arial MT"/>
              </a:rPr>
              <a:t>back</a:t>
            </a:r>
            <a:r>
              <a:rPr sz="1750" spc="-60" dirty="0">
                <a:latin typeface="Arial MT"/>
                <a:cs typeface="Arial MT"/>
              </a:rPr>
              <a:t> </a:t>
            </a:r>
            <a:r>
              <a:rPr sz="1750" spc="-95" dirty="0">
                <a:solidFill>
                  <a:srgbClr val="0C0C0C"/>
                </a:solidFill>
                <a:latin typeface="Arial MT"/>
                <a:cs typeface="Arial MT"/>
              </a:rPr>
              <a:t>up</a:t>
            </a:r>
            <a:r>
              <a:rPr sz="1750" spc="-55" dirty="0">
                <a:solidFill>
                  <a:srgbClr val="0C0C0C"/>
                </a:solidFill>
                <a:latin typeface="Arial MT"/>
                <a:cs typeface="Arial MT"/>
              </a:rPr>
              <a:t> </a:t>
            </a:r>
            <a:r>
              <a:rPr sz="1750" spc="-90" dirty="0">
                <a:latin typeface="Arial MT"/>
                <a:cs typeface="Arial MT"/>
              </a:rPr>
              <a:t>critical</a:t>
            </a:r>
            <a:r>
              <a:rPr sz="1750" spc="-110" dirty="0">
                <a:latin typeface="Arial MT"/>
                <a:cs typeface="Arial MT"/>
              </a:rPr>
              <a:t> </a:t>
            </a:r>
            <a:r>
              <a:rPr sz="1750" spc="-120" dirty="0">
                <a:latin typeface="Arial MT"/>
                <a:cs typeface="Arial MT"/>
              </a:rPr>
              <a:t>data</a:t>
            </a:r>
            <a:r>
              <a:rPr sz="1750" spc="45" dirty="0">
                <a:latin typeface="Arial MT"/>
                <a:cs typeface="Arial MT"/>
              </a:rPr>
              <a:t> </a:t>
            </a:r>
            <a:r>
              <a:rPr sz="1750" spc="-80" dirty="0">
                <a:latin typeface="Arial MT"/>
                <a:cs typeface="Arial MT"/>
              </a:rPr>
              <a:t>from</a:t>
            </a:r>
            <a:r>
              <a:rPr sz="1750" spc="-5" dirty="0">
                <a:latin typeface="Arial MT"/>
                <a:cs typeface="Arial MT"/>
              </a:rPr>
              <a:t> </a:t>
            </a:r>
            <a:r>
              <a:rPr sz="1750" spc="-130" dirty="0">
                <a:latin typeface="Arial MT"/>
                <a:cs typeface="Arial MT"/>
              </a:rPr>
              <a:t>your</a:t>
            </a:r>
            <a:r>
              <a:rPr sz="1750" spc="10" dirty="0">
                <a:latin typeface="Arial MT"/>
                <a:cs typeface="Arial MT"/>
              </a:rPr>
              <a:t> </a:t>
            </a:r>
            <a:r>
              <a:rPr sz="1750" spc="-125" dirty="0">
                <a:latin typeface="Arial MT"/>
                <a:cs typeface="Arial MT"/>
              </a:rPr>
              <a:t>data</a:t>
            </a:r>
            <a:r>
              <a:rPr sz="1750" spc="-5" dirty="0">
                <a:latin typeface="Arial MT"/>
                <a:cs typeface="Arial MT"/>
              </a:rPr>
              <a:t> </a:t>
            </a:r>
            <a:r>
              <a:rPr sz="1750" spc="-120" dirty="0">
                <a:latin typeface="Arial MT"/>
                <a:cs typeface="Arial MT"/>
              </a:rPr>
              <a:t>center</a:t>
            </a:r>
            <a:r>
              <a:rPr sz="1750" spc="70" dirty="0">
                <a:latin typeface="Arial MT"/>
                <a:cs typeface="Arial MT"/>
              </a:rPr>
              <a:t> </a:t>
            </a:r>
            <a:r>
              <a:rPr sz="1750" spc="-10" dirty="0">
                <a:latin typeface="Arial MT"/>
                <a:cs typeface="Arial MT"/>
              </a:rPr>
              <a:t>to</a:t>
            </a:r>
            <a:r>
              <a:rPr sz="1750" spc="-55" dirty="0">
                <a:latin typeface="Arial MT"/>
                <a:cs typeface="Arial MT"/>
              </a:rPr>
              <a:t> </a:t>
            </a:r>
            <a:r>
              <a:rPr sz="1750" spc="-355" dirty="0">
                <a:solidFill>
                  <a:srgbClr val="262626"/>
                </a:solidFill>
                <a:latin typeface="Arial MT"/>
                <a:cs typeface="Arial MT"/>
              </a:rPr>
              <a:t>a</a:t>
            </a:r>
            <a:r>
              <a:rPr sz="1750" spc="-60" dirty="0">
                <a:solidFill>
                  <a:srgbClr val="262626"/>
                </a:solidFill>
                <a:latin typeface="Arial MT"/>
                <a:cs typeface="Arial MT"/>
              </a:rPr>
              <a:t> </a:t>
            </a:r>
            <a:r>
              <a:rPr sz="1650" spc="-60" dirty="0">
                <a:latin typeface="Arial MT"/>
                <a:cs typeface="Arial MT"/>
              </a:rPr>
              <a:t>small</a:t>
            </a:r>
            <a:r>
              <a:rPr sz="1650" spc="-85" dirty="0">
                <a:latin typeface="Arial MT"/>
                <a:cs typeface="Arial MT"/>
              </a:rPr>
              <a:t> </a:t>
            </a:r>
            <a:r>
              <a:rPr sz="1650" spc="-65" dirty="0">
                <a:solidFill>
                  <a:srgbClr val="131313"/>
                </a:solidFill>
                <a:latin typeface="Arial MT"/>
                <a:cs typeface="Arial MT"/>
              </a:rPr>
              <a:t>number</a:t>
            </a:r>
            <a:r>
              <a:rPr sz="1650" spc="-35" dirty="0">
                <a:solidFill>
                  <a:srgbClr val="131313"/>
                </a:solidFill>
                <a:latin typeface="Arial MT"/>
                <a:cs typeface="Arial MT"/>
              </a:rPr>
              <a:t> </a:t>
            </a:r>
            <a:r>
              <a:rPr sz="1650" i="1" spc="-160" dirty="0">
                <a:latin typeface="Arial"/>
                <a:cs typeface="Arial"/>
              </a:rPr>
              <a:t>Ot</a:t>
            </a:r>
            <a:r>
              <a:rPr sz="1650" i="1" spc="-45" dirty="0">
                <a:latin typeface="Arial"/>
                <a:cs typeface="Arial"/>
              </a:rPr>
              <a:t> </a:t>
            </a:r>
            <a:r>
              <a:rPr sz="1650" spc="-190" dirty="0">
                <a:latin typeface="Arial MT"/>
                <a:cs typeface="Arial MT"/>
              </a:rPr>
              <a:t>AmaZOn</a:t>
            </a:r>
            <a:r>
              <a:rPr sz="1650" spc="10" dirty="0">
                <a:latin typeface="Arial MT"/>
                <a:cs typeface="Arial MT"/>
              </a:rPr>
              <a:t> </a:t>
            </a:r>
            <a:r>
              <a:rPr sz="1650" spc="-215" dirty="0">
                <a:solidFill>
                  <a:srgbClr val="0C0C0C"/>
                </a:solidFill>
                <a:latin typeface="Arial MT"/>
                <a:cs typeface="Arial MT"/>
              </a:rPr>
              <a:t>EC2</a:t>
            </a:r>
            <a:r>
              <a:rPr sz="1650" spc="35" dirty="0">
                <a:solidFill>
                  <a:srgbClr val="0C0C0C"/>
                </a:solidFill>
                <a:latin typeface="Arial MT"/>
                <a:cs typeface="Arial MT"/>
              </a:rPr>
              <a:t> </a:t>
            </a:r>
            <a:r>
              <a:rPr sz="1650" spc="-90" dirty="0">
                <a:latin typeface="Arial MT"/>
                <a:cs typeface="Arial MT"/>
              </a:rPr>
              <a:t>instances.</a:t>
            </a:r>
            <a:r>
              <a:rPr sz="1650" spc="90" dirty="0">
                <a:latin typeface="Arial MT"/>
                <a:cs typeface="Arial MT"/>
              </a:rPr>
              <a:t> </a:t>
            </a:r>
            <a:r>
              <a:rPr sz="1650" spc="-55" dirty="0">
                <a:latin typeface="Arial MT"/>
                <a:cs typeface="Arial MT"/>
              </a:rPr>
              <a:t>Aitematively,</a:t>
            </a:r>
            <a:r>
              <a:rPr sz="1650" spc="65" dirty="0">
                <a:latin typeface="Arial MT"/>
                <a:cs typeface="Arial MT"/>
              </a:rPr>
              <a:t> </a:t>
            </a:r>
            <a:r>
              <a:rPr sz="1650" spc="-65" dirty="0">
                <a:latin typeface="Arial MT"/>
                <a:cs typeface="Arial MT"/>
              </a:rPr>
              <a:t>you</a:t>
            </a:r>
            <a:r>
              <a:rPr sz="1650" spc="-50" dirty="0">
                <a:latin typeface="Arial MT"/>
                <a:cs typeface="Arial MT"/>
              </a:rPr>
              <a:t> </a:t>
            </a:r>
            <a:r>
              <a:rPr sz="1650" spc="-25" dirty="0">
                <a:solidFill>
                  <a:srgbClr val="0C0C0C"/>
                </a:solidFill>
                <a:latin typeface="Arial MT"/>
                <a:cs typeface="Arial MT"/>
              </a:rPr>
              <a:t>can </a:t>
            </a:r>
            <a:r>
              <a:rPr sz="1700" spc="-25" dirty="0">
                <a:solidFill>
                  <a:srgbClr val="161616"/>
                </a:solidFill>
                <a:latin typeface="Arial MT"/>
                <a:cs typeface="Arial MT"/>
              </a:rPr>
              <a:t>import</a:t>
            </a:r>
            <a:r>
              <a:rPr sz="1700" spc="-40" dirty="0">
                <a:solidFill>
                  <a:srgbClr val="161616"/>
                </a:solidFill>
                <a:latin typeface="Arial MT"/>
                <a:cs typeface="Arial MT"/>
              </a:rPr>
              <a:t> </a:t>
            </a:r>
            <a:r>
              <a:rPr sz="1700" spc="-80" dirty="0">
                <a:latin typeface="Arial MT"/>
                <a:cs typeface="Arial MT"/>
              </a:rPr>
              <a:t>your</a:t>
            </a:r>
            <a:r>
              <a:rPr sz="1700" spc="25" dirty="0">
                <a:latin typeface="Arial MT"/>
                <a:cs typeface="Arial MT"/>
              </a:rPr>
              <a:t> </a:t>
            </a:r>
            <a:r>
              <a:rPr sz="1700" spc="-55" dirty="0">
                <a:latin typeface="Arial MT"/>
                <a:cs typeface="Arial MT"/>
              </a:rPr>
              <a:t>virtual</a:t>
            </a:r>
            <a:r>
              <a:rPr sz="1700" spc="-100" dirty="0">
                <a:latin typeface="Arial MT"/>
                <a:cs typeface="Arial MT"/>
              </a:rPr>
              <a:t> </a:t>
            </a:r>
            <a:r>
              <a:rPr sz="1700" spc="-125" dirty="0">
                <a:latin typeface="Arial MT"/>
                <a:cs typeface="Arial MT"/>
              </a:rPr>
              <a:t>machine</a:t>
            </a:r>
            <a:r>
              <a:rPr sz="1700" spc="5" dirty="0">
                <a:latin typeface="Arial MT"/>
                <a:cs typeface="Arial MT"/>
              </a:rPr>
              <a:t> </a:t>
            </a:r>
            <a:r>
              <a:rPr sz="1700" spc="-130" dirty="0">
                <a:latin typeface="Arial MT"/>
                <a:cs typeface="Arial MT"/>
              </a:rPr>
              <a:t>images</a:t>
            </a:r>
            <a:r>
              <a:rPr sz="1700" spc="10" dirty="0">
                <a:latin typeface="Arial MT"/>
                <a:cs typeface="Arial MT"/>
              </a:rPr>
              <a:t> </a:t>
            </a:r>
            <a:r>
              <a:rPr sz="1700" dirty="0">
                <a:solidFill>
                  <a:srgbClr val="080808"/>
                </a:solidFill>
                <a:latin typeface="Arial MT"/>
                <a:cs typeface="Arial MT"/>
              </a:rPr>
              <a:t>to</a:t>
            </a:r>
            <a:r>
              <a:rPr sz="1700" spc="-70" dirty="0">
                <a:solidFill>
                  <a:srgbClr val="080808"/>
                </a:solidFill>
                <a:latin typeface="Arial MT"/>
                <a:cs typeface="Arial MT"/>
              </a:rPr>
              <a:t> </a:t>
            </a:r>
            <a:r>
              <a:rPr sz="1700" spc="-130" dirty="0">
                <a:latin typeface="Arial MT"/>
                <a:cs typeface="Arial MT"/>
              </a:rPr>
              <a:t>Amazon</a:t>
            </a:r>
            <a:r>
              <a:rPr sz="1700" spc="-85" dirty="0">
                <a:latin typeface="Arial MT"/>
                <a:cs typeface="Arial MT"/>
              </a:rPr>
              <a:t> </a:t>
            </a:r>
            <a:r>
              <a:rPr sz="1700" spc="-204" dirty="0">
                <a:latin typeface="Arial MT"/>
                <a:cs typeface="Arial MT"/>
              </a:rPr>
              <a:t>EC2.</a:t>
            </a:r>
            <a:r>
              <a:rPr sz="1700" spc="-100" dirty="0">
                <a:latin typeface="Arial MT"/>
                <a:cs typeface="Arial MT"/>
              </a:rPr>
              <a:t> </a:t>
            </a:r>
            <a:r>
              <a:rPr sz="1700" spc="-160" dirty="0">
                <a:solidFill>
                  <a:srgbClr val="1F1F1F"/>
                </a:solidFill>
                <a:latin typeface="Arial MT"/>
                <a:cs typeface="Arial MT"/>
              </a:rPr>
              <a:t>To</a:t>
            </a:r>
            <a:r>
              <a:rPr sz="1700" spc="-30" dirty="0">
                <a:solidFill>
                  <a:srgbClr val="1F1F1F"/>
                </a:solidFill>
                <a:latin typeface="Arial MT"/>
                <a:cs typeface="Arial MT"/>
              </a:rPr>
              <a:t> </a:t>
            </a:r>
            <a:r>
              <a:rPr sz="1700" spc="-10" dirty="0">
                <a:latin typeface="Arial MT"/>
                <a:cs typeface="Arial MT"/>
              </a:rPr>
              <a:t>ensure </a:t>
            </a:r>
            <a:r>
              <a:rPr sz="1700" spc="-204" dirty="0">
                <a:latin typeface="Arial MT"/>
                <a:cs typeface="Arial MT"/>
              </a:rPr>
              <a:t>bUsine5s</a:t>
            </a:r>
            <a:r>
              <a:rPr sz="1700" spc="45" dirty="0">
                <a:latin typeface="Arial MT"/>
                <a:cs typeface="Arial MT"/>
              </a:rPr>
              <a:t> </a:t>
            </a:r>
            <a:r>
              <a:rPr sz="1700" spc="-70" dirty="0">
                <a:latin typeface="Arial MT"/>
                <a:cs typeface="Arial MT"/>
              </a:rPr>
              <a:t>continuity,</a:t>
            </a:r>
            <a:r>
              <a:rPr sz="1700" spc="-5" dirty="0">
                <a:latin typeface="Arial MT"/>
                <a:cs typeface="Arial MT"/>
              </a:rPr>
              <a:t> </a:t>
            </a:r>
            <a:r>
              <a:rPr sz="1700" spc="-95" dirty="0">
                <a:solidFill>
                  <a:srgbClr val="1D1D1D"/>
                </a:solidFill>
                <a:latin typeface="Arial MT"/>
                <a:cs typeface="Arial MT"/>
              </a:rPr>
              <a:t>you</a:t>
            </a:r>
            <a:r>
              <a:rPr sz="1700" spc="-85" dirty="0">
                <a:solidFill>
                  <a:srgbClr val="1D1D1D"/>
                </a:solidFill>
                <a:latin typeface="Arial MT"/>
                <a:cs typeface="Arial MT"/>
              </a:rPr>
              <a:t> </a:t>
            </a:r>
            <a:r>
              <a:rPr sz="1700" spc="-150" dirty="0">
                <a:solidFill>
                  <a:srgbClr val="181818"/>
                </a:solidFill>
                <a:latin typeface="Arial MT"/>
                <a:cs typeface="Arial MT"/>
              </a:rPr>
              <a:t>can</a:t>
            </a:r>
            <a:r>
              <a:rPr sz="1700" spc="-25" dirty="0">
                <a:solidFill>
                  <a:srgbClr val="181818"/>
                </a:solidFill>
                <a:latin typeface="Arial MT"/>
                <a:cs typeface="Arial MT"/>
              </a:rPr>
              <a:t> </a:t>
            </a:r>
            <a:r>
              <a:rPr sz="1700" spc="-175" dirty="0">
                <a:latin typeface="Arial MT"/>
                <a:cs typeface="Arial MT"/>
              </a:rPr>
              <a:t>use</a:t>
            </a:r>
            <a:r>
              <a:rPr sz="1700" spc="-15" dirty="0">
                <a:latin typeface="Arial MT"/>
                <a:cs typeface="Arial MT"/>
              </a:rPr>
              <a:t> </a:t>
            </a:r>
            <a:r>
              <a:rPr sz="1700" spc="-140" dirty="0">
                <a:latin typeface="Arial MT"/>
                <a:cs typeface="Arial MT"/>
              </a:rPr>
              <a:t>Amazon</a:t>
            </a:r>
            <a:r>
              <a:rPr sz="1700" spc="85" dirty="0">
                <a:latin typeface="Arial MT"/>
                <a:cs typeface="Arial MT"/>
              </a:rPr>
              <a:t> </a:t>
            </a:r>
            <a:r>
              <a:rPr sz="1700" spc="-260" dirty="0">
                <a:latin typeface="Arial MT"/>
                <a:cs typeface="Arial MT"/>
              </a:rPr>
              <a:t>VPC</a:t>
            </a:r>
            <a:r>
              <a:rPr sz="1700" spc="-35" dirty="0">
                <a:latin typeface="Arial MT"/>
                <a:cs typeface="Arial MT"/>
              </a:rPr>
              <a:t> </a:t>
            </a:r>
            <a:r>
              <a:rPr sz="1700" spc="-30" dirty="0">
                <a:solidFill>
                  <a:srgbClr val="161616"/>
                </a:solidFill>
                <a:latin typeface="Arial MT"/>
                <a:cs typeface="Arial MT"/>
              </a:rPr>
              <a:t>to</a:t>
            </a:r>
            <a:r>
              <a:rPr sz="1700" spc="-40" dirty="0">
                <a:solidFill>
                  <a:srgbClr val="161616"/>
                </a:solidFill>
                <a:latin typeface="Arial MT"/>
                <a:cs typeface="Arial MT"/>
              </a:rPr>
              <a:t> </a:t>
            </a:r>
            <a:r>
              <a:rPr sz="1700" spc="-85" dirty="0">
                <a:latin typeface="Arial MT"/>
                <a:cs typeface="Arial MT"/>
              </a:rPr>
              <a:t>quickly</a:t>
            </a:r>
            <a:r>
              <a:rPr sz="1700" spc="15" dirty="0">
                <a:latin typeface="Arial MT"/>
                <a:cs typeface="Arial MT"/>
              </a:rPr>
              <a:t> </a:t>
            </a:r>
            <a:r>
              <a:rPr sz="1700" spc="-10" dirty="0">
                <a:latin typeface="Arial MT"/>
                <a:cs typeface="Arial MT"/>
              </a:rPr>
              <a:t>launch </a:t>
            </a:r>
            <a:r>
              <a:rPr sz="1700" spc="-100" dirty="0">
                <a:solidFill>
                  <a:srgbClr val="111111"/>
                </a:solidFill>
                <a:latin typeface="Arial MT"/>
                <a:cs typeface="Arial MT"/>
              </a:rPr>
              <a:t>replacement</a:t>
            </a:r>
            <a:r>
              <a:rPr sz="1700" spc="80" dirty="0">
                <a:solidFill>
                  <a:srgbClr val="111111"/>
                </a:solidFill>
                <a:latin typeface="Arial MT"/>
                <a:cs typeface="Arial MT"/>
              </a:rPr>
              <a:t> </a:t>
            </a:r>
            <a:r>
              <a:rPr sz="1700" spc="-105" dirty="0">
                <a:latin typeface="Arial MT"/>
                <a:cs typeface="Arial MT"/>
              </a:rPr>
              <a:t>compute</a:t>
            </a:r>
            <a:r>
              <a:rPr sz="1700" spc="-30" dirty="0">
                <a:latin typeface="Arial MT"/>
                <a:cs typeface="Arial MT"/>
              </a:rPr>
              <a:t> </a:t>
            </a:r>
            <a:r>
              <a:rPr sz="1700" spc="-105" dirty="0">
                <a:latin typeface="Arial MT"/>
                <a:cs typeface="Arial MT"/>
              </a:rPr>
              <a:t>capacity</a:t>
            </a:r>
            <a:r>
              <a:rPr sz="1700" spc="35" dirty="0">
                <a:latin typeface="Arial MT"/>
                <a:cs typeface="Arial MT"/>
              </a:rPr>
              <a:t> </a:t>
            </a:r>
            <a:r>
              <a:rPr sz="1700" spc="-10" dirty="0">
                <a:solidFill>
                  <a:srgbClr val="232323"/>
                </a:solidFill>
                <a:latin typeface="Arial MT"/>
                <a:cs typeface="Arial MT"/>
              </a:rPr>
              <a:t>in</a:t>
            </a:r>
            <a:r>
              <a:rPr sz="1700" spc="-120" dirty="0">
                <a:solidFill>
                  <a:srgbClr val="232323"/>
                </a:solidFill>
                <a:latin typeface="Arial MT"/>
                <a:cs typeface="Arial MT"/>
              </a:rPr>
              <a:t> </a:t>
            </a:r>
            <a:r>
              <a:rPr sz="1700" spc="-254" dirty="0">
                <a:solidFill>
                  <a:srgbClr val="131313"/>
                </a:solidFill>
                <a:latin typeface="Arial MT"/>
                <a:cs typeface="Arial MT"/>
              </a:rPr>
              <a:t>AWS.</a:t>
            </a:r>
            <a:r>
              <a:rPr sz="1700" spc="15" dirty="0">
                <a:solidFill>
                  <a:srgbClr val="131313"/>
                </a:solidFill>
                <a:latin typeface="Arial MT"/>
                <a:cs typeface="Arial MT"/>
              </a:rPr>
              <a:t> </a:t>
            </a:r>
            <a:r>
              <a:rPr sz="1700" spc="-145" dirty="0">
                <a:solidFill>
                  <a:srgbClr val="232323"/>
                </a:solidFill>
                <a:latin typeface="Arial MT"/>
                <a:cs typeface="Arial MT"/>
              </a:rPr>
              <a:t>When</a:t>
            </a:r>
            <a:r>
              <a:rPr sz="1700" spc="-10" dirty="0">
                <a:solidFill>
                  <a:srgbClr val="232323"/>
                </a:solidFill>
                <a:latin typeface="Arial MT"/>
                <a:cs typeface="Arial MT"/>
              </a:rPr>
              <a:t> </a:t>
            </a:r>
            <a:r>
              <a:rPr sz="1700" spc="-60" dirty="0">
                <a:latin typeface="Arial MT"/>
                <a:cs typeface="Arial MT"/>
              </a:rPr>
              <a:t>the</a:t>
            </a:r>
            <a:r>
              <a:rPr sz="1700" spc="-100" dirty="0">
                <a:latin typeface="Arial MT"/>
                <a:cs typeface="Arial MT"/>
              </a:rPr>
              <a:t> </a:t>
            </a:r>
            <a:r>
              <a:rPr sz="1700" spc="-110" dirty="0">
                <a:latin typeface="Arial MT"/>
                <a:cs typeface="Arial MT"/>
              </a:rPr>
              <a:t>disaster</a:t>
            </a:r>
            <a:r>
              <a:rPr sz="1700" spc="90" dirty="0">
                <a:latin typeface="Arial MT"/>
                <a:cs typeface="Arial MT"/>
              </a:rPr>
              <a:t> </a:t>
            </a:r>
            <a:r>
              <a:rPr sz="1700" spc="-105" dirty="0">
                <a:solidFill>
                  <a:srgbClr val="313131"/>
                </a:solidFill>
                <a:latin typeface="Arial MT"/>
                <a:cs typeface="Arial MT"/>
              </a:rPr>
              <a:t>is</a:t>
            </a:r>
            <a:r>
              <a:rPr sz="1700" spc="-100" dirty="0">
                <a:solidFill>
                  <a:srgbClr val="313131"/>
                </a:solidFill>
                <a:latin typeface="Arial MT"/>
                <a:cs typeface="Arial MT"/>
              </a:rPr>
              <a:t> </a:t>
            </a:r>
            <a:r>
              <a:rPr sz="1700" spc="-45" dirty="0">
                <a:solidFill>
                  <a:srgbClr val="181818"/>
                </a:solidFill>
                <a:latin typeface="Arial MT"/>
                <a:cs typeface="Arial MT"/>
              </a:rPr>
              <a:t>over, </a:t>
            </a:r>
            <a:r>
              <a:rPr sz="1700" spc="-95" dirty="0">
                <a:latin typeface="Arial MT"/>
                <a:cs typeface="Arial MT"/>
              </a:rPr>
              <a:t>you</a:t>
            </a:r>
            <a:r>
              <a:rPr sz="1700" spc="-75" dirty="0">
                <a:latin typeface="Arial MT"/>
                <a:cs typeface="Arial MT"/>
              </a:rPr>
              <a:t> </a:t>
            </a:r>
            <a:r>
              <a:rPr sz="1700" spc="-150" dirty="0">
                <a:solidFill>
                  <a:srgbClr val="0C0C0C"/>
                </a:solidFill>
                <a:latin typeface="Arial MT"/>
                <a:cs typeface="Arial MT"/>
              </a:rPr>
              <a:t>can</a:t>
            </a:r>
            <a:r>
              <a:rPr sz="1700" spc="-30" dirty="0">
                <a:solidFill>
                  <a:srgbClr val="0C0C0C"/>
                </a:solidFill>
                <a:latin typeface="Arial MT"/>
                <a:cs typeface="Arial MT"/>
              </a:rPr>
              <a:t> </a:t>
            </a:r>
            <a:r>
              <a:rPr sz="1700" spc="-150" dirty="0">
                <a:solidFill>
                  <a:srgbClr val="0F0F0F"/>
                </a:solidFill>
                <a:latin typeface="Arial MT"/>
                <a:cs typeface="Arial MT"/>
              </a:rPr>
              <a:t>send</a:t>
            </a:r>
            <a:r>
              <a:rPr sz="1700" spc="-10" dirty="0">
                <a:solidFill>
                  <a:srgbClr val="0F0F0F"/>
                </a:solidFill>
                <a:latin typeface="Arial MT"/>
                <a:cs typeface="Arial MT"/>
              </a:rPr>
              <a:t> </a:t>
            </a:r>
            <a:r>
              <a:rPr sz="1700" spc="-85" dirty="0">
                <a:solidFill>
                  <a:srgbClr val="1A1A1A"/>
                </a:solidFill>
                <a:latin typeface="Arial MT"/>
                <a:cs typeface="Arial MT"/>
              </a:rPr>
              <a:t>your</a:t>
            </a:r>
            <a:r>
              <a:rPr sz="1700" spc="-30" dirty="0">
                <a:solidFill>
                  <a:srgbClr val="1A1A1A"/>
                </a:solidFill>
                <a:latin typeface="Arial MT"/>
                <a:cs typeface="Arial MT"/>
              </a:rPr>
              <a:t> </a:t>
            </a:r>
            <a:r>
              <a:rPr sz="1700" spc="-85" dirty="0">
                <a:latin typeface="Arial MT"/>
                <a:cs typeface="Arial MT"/>
              </a:rPr>
              <a:t>mission-</a:t>
            </a:r>
            <a:r>
              <a:rPr sz="1700" spc="-65" dirty="0">
                <a:latin typeface="Arial MT"/>
                <a:cs typeface="Arial MT"/>
              </a:rPr>
              <a:t>critical</a:t>
            </a:r>
            <a:r>
              <a:rPr sz="1700" spc="-125" dirty="0">
                <a:latin typeface="Arial MT"/>
                <a:cs typeface="Arial MT"/>
              </a:rPr>
              <a:t> </a:t>
            </a:r>
            <a:r>
              <a:rPr sz="1700" spc="-85" dirty="0">
                <a:latin typeface="Arial MT"/>
                <a:cs typeface="Arial MT"/>
              </a:rPr>
              <a:t>data</a:t>
            </a:r>
            <a:r>
              <a:rPr sz="1700" spc="30" dirty="0">
                <a:latin typeface="Arial MT"/>
                <a:cs typeface="Arial MT"/>
              </a:rPr>
              <a:t> </a:t>
            </a:r>
            <a:r>
              <a:rPr sz="1700" spc="-160" dirty="0">
                <a:latin typeface="Arial MT"/>
                <a:cs typeface="Arial MT"/>
              </a:rPr>
              <a:t>back</a:t>
            </a:r>
            <a:r>
              <a:rPr sz="1700" spc="55" dirty="0">
                <a:latin typeface="Arial MT"/>
                <a:cs typeface="Arial MT"/>
              </a:rPr>
              <a:t> </a:t>
            </a:r>
            <a:r>
              <a:rPr sz="1700" dirty="0">
                <a:solidFill>
                  <a:srgbClr val="181818"/>
                </a:solidFill>
                <a:latin typeface="Arial MT"/>
                <a:cs typeface="Arial MT"/>
              </a:rPr>
              <a:t>to</a:t>
            </a:r>
            <a:r>
              <a:rPr sz="1700" spc="-80" dirty="0">
                <a:solidFill>
                  <a:srgbClr val="181818"/>
                </a:solidFill>
                <a:latin typeface="Arial MT"/>
                <a:cs typeface="Arial MT"/>
              </a:rPr>
              <a:t> </a:t>
            </a:r>
            <a:r>
              <a:rPr sz="1700" spc="-70" dirty="0">
                <a:solidFill>
                  <a:srgbClr val="1C1C1C"/>
                </a:solidFill>
                <a:latin typeface="Arial MT"/>
                <a:cs typeface="Arial MT"/>
              </a:rPr>
              <a:t>your</a:t>
            </a:r>
            <a:r>
              <a:rPr sz="1700" spc="25" dirty="0">
                <a:solidFill>
                  <a:srgbClr val="1C1C1C"/>
                </a:solidFill>
                <a:latin typeface="Arial MT"/>
                <a:cs typeface="Arial MT"/>
              </a:rPr>
              <a:t> </a:t>
            </a:r>
            <a:r>
              <a:rPr sz="1700" spc="-114" dirty="0">
                <a:latin typeface="Arial MT"/>
                <a:cs typeface="Arial MT"/>
              </a:rPr>
              <a:t>data</a:t>
            </a:r>
            <a:r>
              <a:rPr sz="1700" spc="-10" dirty="0">
                <a:latin typeface="Arial MT"/>
                <a:cs typeface="Arial MT"/>
              </a:rPr>
              <a:t> center.</a:t>
            </a:r>
            <a:endParaRPr sz="1700">
              <a:latin typeface="Arial MT"/>
              <a:cs typeface="Arial MT"/>
            </a:endParaRPr>
          </a:p>
        </p:txBody>
      </p:sp>
      <p:sp>
        <p:nvSpPr>
          <p:cNvPr id="10" name="object 10"/>
          <p:cNvSpPr txBox="1"/>
          <p:nvPr/>
        </p:nvSpPr>
        <p:spPr>
          <a:xfrm>
            <a:off x="1758867" y="5345720"/>
            <a:ext cx="2604770" cy="155575"/>
          </a:xfrm>
          <a:prstGeom prst="rect">
            <a:avLst/>
          </a:prstGeom>
        </p:spPr>
        <p:txBody>
          <a:bodyPr vert="horz" wrap="square" lIns="0" tIns="12700" rIns="0" bIns="0" rtlCol="0">
            <a:spAutoFit/>
          </a:bodyPr>
          <a:lstStyle/>
          <a:p>
            <a:pPr marL="12700">
              <a:lnSpc>
                <a:spcPct val="100000"/>
              </a:lnSpc>
              <a:spcBef>
                <a:spcPts val="100"/>
              </a:spcBef>
            </a:pPr>
            <a:r>
              <a:rPr sz="850" dirty="0">
                <a:solidFill>
                  <a:srgbClr val="545454"/>
                </a:solidFill>
                <a:latin typeface="Courier New"/>
                <a:cs typeface="Courier New"/>
              </a:rPr>
              <a:t>20JJAmamnlSsnmm</a:t>
            </a:r>
            <a:r>
              <a:rPr sz="850" spc="300" dirty="0">
                <a:solidFill>
                  <a:srgbClr val="545454"/>
                </a:solidFill>
                <a:latin typeface="Courier New"/>
                <a:cs typeface="Courier New"/>
              </a:rPr>
              <a:t>  </a:t>
            </a:r>
            <a:r>
              <a:rPr sz="850" spc="-20" dirty="0">
                <a:solidFill>
                  <a:srgbClr val="545454"/>
                </a:solidFill>
                <a:latin typeface="Courier New"/>
                <a:cs typeface="Courier New"/>
              </a:rPr>
              <a:t>zorba€4aniflnghaéaeved</a:t>
            </a:r>
            <a:endParaRPr sz="850">
              <a:latin typeface="Courier New"/>
              <a:cs typeface="Courier New"/>
            </a:endParaRPr>
          </a:p>
        </p:txBody>
      </p:sp>
      <p:sp>
        <p:nvSpPr>
          <p:cNvPr id="11" name="object 11" descr="$PPTXTitle"/>
          <p:cNvSpPr txBox="1">
            <a:spLocks noGrp="1"/>
          </p:cNvSpPr>
          <p:nvPr>
            <p:ph type="title"/>
          </p:nvPr>
        </p:nvSpPr>
        <p:spPr>
          <a:xfrm>
            <a:off x="4805771" y="1362197"/>
            <a:ext cx="5410835" cy="277495"/>
          </a:xfrm>
          <a:prstGeom prst="rect">
            <a:avLst/>
          </a:prstGeom>
        </p:spPr>
        <p:txBody>
          <a:bodyPr vert="horz" wrap="square" lIns="0" tIns="12700" rIns="0" bIns="0" rtlCol="0">
            <a:spAutoFit/>
          </a:bodyPr>
          <a:lstStyle/>
          <a:p>
            <a:pPr marL="12700">
              <a:lnSpc>
                <a:spcPct val="100000"/>
              </a:lnSpc>
              <a:spcBef>
                <a:spcPts val="100"/>
              </a:spcBef>
            </a:pPr>
            <a:r>
              <a:rPr sz="1650" spc="-130" dirty="0">
                <a:latin typeface="Arial MT"/>
                <a:cs typeface="Arial MT"/>
              </a:rPr>
              <a:t>ChoOse</a:t>
            </a:r>
            <a:r>
              <a:rPr sz="1650" spc="70" dirty="0">
                <a:latin typeface="Arial MT"/>
                <a:cs typeface="Arial MT"/>
              </a:rPr>
              <a:t> </a:t>
            </a:r>
            <a:r>
              <a:rPr sz="1650" spc="-55" dirty="0">
                <a:latin typeface="Arial MT"/>
                <a:cs typeface="Arial MT"/>
              </a:rPr>
              <a:t>each</a:t>
            </a:r>
            <a:r>
              <a:rPr sz="1650" spc="-10" dirty="0">
                <a:latin typeface="Arial MT"/>
                <a:cs typeface="Arial MT"/>
              </a:rPr>
              <a:t> </a:t>
            </a:r>
            <a:r>
              <a:rPr sz="1650" dirty="0">
                <a:latin typeface="Arial MT"/>
                <a:cs typeface="Arial MT"/>
              </a:rPr>
              <a:t>button</a:t>
            </a:r>
            <a:r>
              <a:rPr sz="1650" spc="80" dirty="0">
                <a:latin typeface="Arial MT"/>
                <a:cs typeface="Arial MT"/>
              </a:rPr>
              <a:t> </a:t>
            </a:r>
            <a:r>
              <a:rPr sz="1650" spc="55" dirty="0">
                <a:latin typeface="Arial MT"/>
                <a:cs typeface="Arial MT"/>
              </a:rPr>
              <a:t>to</a:t>
            </a:r>
            <a:r>
              <a:rPr sz="1650" spc="-5" dirty="0">
                <a:latin typeface="Arial MT"/>
                <a:cs typeface="Arial MT"/>
              </a:rPr>
              <a:t> </a:t>
            </a:r>
            <a:r>
              <a:rPr sz="1650" dirty="0">
                <a:latin typeface="Arial MT"/>
                <a:cs typeface="Arial MT"/>
              </a:rPr>
              <a:t>learn</a:t>
            </a:r>
            <a:r>
              <a:rPr sz="1650" spc="-10" dirty="0">
                <a:latin typeface="Arial MT"/>
                <a:cs typeface="Arial MT"/>
              </a:rPr>
              <a:t> </a:t>
            </a:r>
            <a:r>
              <a:rPr sz="1650" dirty="0">
                <a:latin typeface="Arial MT"/>
                <a:cs typeface="Arial MT"/>
              </a:rPr>
              <a:t>more</a:t>
            </a:r>
            <a:r>
              <a:rPr sz="1650" spc="-10" dirty="0">
                <a:latin typeface="Arial MT"/>
                <a:cs typeface="Arial MT"/>
              </a:rPr>
              <a:t> </a:t>
            </a:r>
            <a:r>
              <a:rPr sz="1650" dirty="0">
                <a:latin typeface="Arial MT"/>
                <a:cs typeface="Arial MT"/>
              </a:rPr>
              <a:t>about</a:t>
            </a:r>
            <a:r>
              <a:rPr sz="1650" spc="125" dirty="0">
                <a:latin typeface="Arial MT"/>
                <a:cs typeface="Arial MT"/>
              </a:rPr>
              <a:t> </a:t>
            </a:r>
            <a:r>
              <a:rPr sz="1650" spc="-55" dirty="0">
                <a:solidFill>
                  <a:srgbClr val="1F1F1F"/>
                </a:solidFill>
                <a:latin typeface="Arial MT"/>
                <a:cs typeface="Arial MT"/>
              </a:rPr>
              <a:t>ways</a:t>
            </a:r>
            <a:r>
              <a:rPr sz="1650" spc="-40" dirty="0">
                <a:solidFill>
                  <a:srgbClr val="1F1F1F"/>
                </a:solidFill>
                <a:latin typeface="Arial MT"/>
                <a:cs typeface="Arial MT"/>
              </a:rPr>
              <a:t> </a:t>
            </a:r>
            <a:r>
              <a:rPr sz="1650" dirty="0">
                <a:latin typeface="Arial MT"/>
                <a:cs typeface="Arial MT"/>
              </a:rPr>
              <a:t>you</a:t>
            </a:r>
            <a:r>
              <a:rPr sz="1650" spc="20" dirty="0">
                <a:latin typeface="Arial MT"/>
                <a:cs typeface="Arial MT"/>
              </a:rPr>
              <a:t> </a:t>
            </a:r>
            <a:r>
              <a:rPr sz="1650" spc="-35" dirty="0">
                <a:solidFill>
                  <a:srgbClr val="131313"/>
                </a:solidFill>
                <a:latin typeface="Arial MT"/>
                <a:cs typeface="Arial MT"/>
              </a:rPr>
              <a:t>can</a:t>
            </a:r>
            <a:r>
              <a:rPr sz="1650" spc="-30" dirty="0">
                <a:solidFill>
                  <a:srgbClr val="131313"/>
                </a:solidFill>
                <a:latin typeface="Arial MT"/>
                <a:cs typeface="Arial MT"/>
              </a:rPr>
              <a:t> </a:t>
            </a:r>
            <a:r>
              <a:rPr sz="1650" spc="-25" dirty="0">
                <a:latin typeface="Arial MT"/>
                <a:cs typeface="Arial MT"/>
              </a:rPr>
              <a:t>use</a:t>
            </a:r>
            <a:endParaRPr sz="1650">
              <a:latin typeface="Arial MT"/>
              <a:cs typeface="Arial MT"/>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365885" y="365125"/>
            <a:ext cx="9459341" cy="5248909"/>
          </a:xfrm>
          <a:prstGeom prst="rect">
            <a:avLst/>
          </a:prstGeom>
        </p:spPr>
      </p:pic>
      <p:sp>
        <p:nvSpPr>
          <p:cNvPr id="3" name="object 3"/>
          <p:cNvSpPr txBox="1"/>
          <p:nvPr/>
        </p:nvSpPr>
        <p:spPr>
          <a:xfrm>
            <a:off x="3623306" y="5383821"/>
            <a:ext cx="712470" cy="132715"/>
          </a:xfrm>
          <a:prstGeom prst="rect">
            <a:avLst/>
          </a:prstGeom>
        </p:spPr>
        <p:txBody>
          <a:bodyPr vert="horz" wrap="square" lIns="0" tIns="12700" rIns="0" bIns="0" rtlCol="0">
            <a:spAutoFit/>
          </a:bodyPr>
          <a:lstStyle/>
          <a:p>
            <a:pPr marL="12700">
              <a:lnSpc>
                <a:spcPct val="100000"/>
              </a:lnSpc>
              <a:spcBef>
                <a:spcPts val="100"/>
              </a:spcBef>
            </a:pPr>
            <a:r>
              <a:rPr sz="700" dirty="0">
                <a:solidFill>
                  <a:srgbClr val="545454"/>
                </a:solidFill>
                <a:latin typeface="Arial MT"/>
                <a:cs typeface="Arial MT"/>
              </a:rPr>
              <a:t>M</a:t>
            </a:r>
            <a:r>
              <a:rPr sz="700" spc="254" dirty="0">
                <a:solidFill>
                  <a:srgbClr val="545454"/>
                </a:solidFill>
                <a:latin typeface="Arial MT"/>
                <a:cs typeface="Arial MT"/>
              </a:rPr>
              <a:t> </a:t>
            </a:r>
            <a:r>
              <a:rPr sz="700" dirty="0">
                <a:solidFill>
                  <a:srgbClr val="606060"/>
                </a:solidFill>
                <a:latin typeface="Arial MT"/>
                <a:cs typeface="Arial MT"/>
              </a:rPr>
              <a:t>Mghs</a:t>
            </a:r>
            <a:r>
              <a:rPr sz="700" spc="-30" dirty="0">
                <a:solidFill>
                  <a:srgbClr val="606060"/>
                </a:solidFill>
                <a:latin typeface="Arial MT"/>
                <a:cs typeface="Arial MT"/>
              </a:rPr>
              <a:t> </a:t>
            </a:r>
            <a:r>
              <a:rPr sz="700" spc="-10" dirty="0">
                <a:solidFill>
                  <a:srgbClr val="7E7E7E"/>
                </a:solidFill>
                <a:latin typeface="Arial MT"/>
                <a:cs typeface="Arial MT"/>
              </a:rPr>
              <a:t>reserve</a:t>
            </a:r>
            <a:endParaRPr sz="700">
              <a:latin typeface="Arial MT"/>
              <a:cs typeface="Arial MT"/>
            </a:endParaRPr>
          </a:p>
        </p:txBody>
      </p:sp>
      <p:sp>
        <p:nvSpPr>
          <p:cNvPr id="4" name="object 4"/>
          <p:cNvSpPr txBox="1"/>
          <p:nvPr/>
        </p:nvSpPr>
        <p:spPr>
          <a:xfrm>
            <a:off x="4798649" y="1368548"/>
            <a:ext cx="5407025" cy="563880"/>
          </a:xfrm>
          <a:prstGeom prst="rect">
            <a:avLst/>
          </a:prstGeom>
        </p:spPr>
        <p:txBody>
          <a:bodyPr vert="horz" wrap="square" lIns="0" tIns="7620" rIns="0" bIns="0" rtlCol="0">
            <a:spAutoFit/>
          </a:bodyPr>
          <a:lstStyle/>
          <a:p>
            <a:pPr marL="12700" marR="5080" indent="-635">
              <a:lnSpc>
                <a:spcPct val="101800"/>
              </a:lnSpc>
              <a:spcBef>
                <a:spcPts val="60"/>
              </a:spcBef>
            </a:pPr>
            <a:r>
              <a:rPr sz="1750" spc="-215" dirty="0">
                <a:latin typeface="Verdana"/>
                <a:cs typeface="Verdana"/>
              </a:rPr>
              <a:t>Choose</a:t>
            </a:r>
            <a:r>
              <a:rPr sz="1750" spc="-55" dirty="0">
                <a:latin typeface="Verdana"/>
                <a:cs typeface="Verdana"/>
              </a:rPr>
              <a:t> </a:t>
            </a:r>
            <a:r>
              <a:rPr sz="1750" spc="-204" dirty="0">
                <a:latin typeface="Verdana"/>
                <a:cs typeface="Verdana"/>
              </a:rPr>
              <a:t>each</a:t>
            </a:r>
            <a:r>
              <a:rPr sz="1750" spc="-165" dirty="0">
                <a:latin typeface="Verdana"/>
                <a:cs typeface="Verdana"/>
              </a:rPr>
              <a:t> button</a:t>
            </a:r>
            <a:r>
              <a:rPr sz="1750" spc="-110" dirty="0">
                <a:latin typeface="Verdana"/>
                <a:cs typeface="Verdana"/>
              </a:rPr>
              <a:t> </a:t>
            </a:r>
            <a:r>
              <a:rPr sz="1750" spc="-90" dirty="0">
                <a:solidFill>
                  <a:srgbClr val="1F1F1F"/>
                </a:solidFill>
                <a:latin typeface="Verdana"/>
                <a:cs typeface="Verdana"/>
              </a:rPr>
              <a:t>to</a:t>
            </a:r>
            <a:r>
              <a:rPr sz="1750" spc="-190" dirty="0">
                <a:solidFill>
                  <a:srgbClr val="1F1F1F"/>
                </a:solidFill>
                <a:latin typeface="Verdana"/>
                <a:cs typeface="Verdana"/>
              </a:rPr>
              <a:t> </a:t>
            </a:r>
            <a:r>
              <a:rPr sz="1750" spc="-170" dirty="0">
                <a:latin typeface="Verdana"/>
                <a:cs typeface="Verdana"/>
              </a:rPr>
              <a:t>learn</a:t>
            </a:r>
            <a:r>
              <a:rPr sz="1750" spc="-160" dirty="0">
                <a:latin typeface="Verdana"/>
                <a:cs typeface="Verdana"/>
              </a:rPr>
              <a:t> </a:t>
            </a:r>
            <a:r>
              <a:rPr sz="1750" spc="-200" dirty="0">
                <a:latin typeface="Verdana"/>
                <a:cs typeface="Verdana"/>
              </a:rPr>
              <a:t>more</a:t>
            </a:r>
            <a:r>
              <a:rPr sz="1750" spc="-95" dirty="0">
                <a:latin typeface="Verdana"/>
                <a:cs typeface="Verdana"/>
              </a:rPr>
              <a:t> </a:t>
            </a:r>
            <a:r>
              <a:rPr sz="1750" spc="-170" dirty="0">
                <a:latin typeface="Verdana"/>
                <a:cs typeface="Verdana"/>
              </a:rPr>
              <a:t>about</a:t>
            </a:r>
            <a:r>
              <a:rPr sz="1750" spc="-120" dirty="0">
                <a:latin typeface="Verdana"/>
                <a:cs typeface="Verdana"/>
              </a:rPr>
              <a:t> </a:t>
            </a:r>
            <a:r>
              <a:rPr sz="1750" spc="-254" dirty="0">
                <a:latin typeface="Verdana"/>
                <a:cs typeface="Verdana"/>
              </a:rPr>
              <a:t>ways</a:t>
            </a:r>
            <a:r>
              <a:rPr sz="1750" spc="-85" dirty="0">
                <a:latin typeface="Verdana"/>
                <a:cs typeface="Verdana"/>
              </a:rPr>
              <a:t> </a:t>
            </a:r>
            <a:r>
              <a:rPr sz="1750" spc="-204" dirty="0">
                <a:latin typeface="Verdana"/>
                <a:cs typeface="Verdana"/>
              </a:rPr>
              <a:t>you</a:t>
            </a:r>
            <a:r>
              <a:rPr sz="1750" spc="-135" dirty="0">
                <a:latin typeface="Verdana"/>
                <a:cs typeface="Verdana"/>
              </a:rPr>
              <a:t> </a:t>
            </a:r>
            <a:r>
              <a:rPr sz="1750" spc="-195" dirty="0">
                <a:latin typeface="Verdana"/>
                <a:cs typeface="Verdana"/>
              </a:rPr>
              <a:t>can</a:t>
            </a:r>
            <a:r>
              <a:rPr sz="1750" spc="-204" dirty="0">
                <a:latin typeface="Verdana"/>
                <a:cs typeface="Verdana"/>
              </a:rPr>
              <a:t> </a:t>
            </a:r>
            <a:r>
              <a:rPr sz="1750" spc="-95" dirty="0">
                <a:solidFill>
                  <a:srgbClr val="131313"/>
                </a:solidFill>
                <a:latin typeface="Verdana"/>
                <a:cs typeface="Verdana"/>
              </a:rPr>
              <a:t>use </a:t>
            </a:r>
            <a:r>
              <a:rPr sz="1750" spc="-225" dirty="0">
                <a:latin typeface="Verdana"/>
                <a:cs typeface="Verdana"/>
              </a:rPr>
              <a:t>Amazon</a:t>
            </a:r>
            <a:r>
              <a:rPr sz="1750" spc="-25" dirty="0">
                <a:latin typeface="Verdana"/>
                <a:cs typeface="Verdana"/>
              </a:rPr>
              <a:t> </a:t>
            </a:r>
            <a:r>
              <a:rPr sz="1750" spc="-20" dirty="0">
                <a:latin typeface="Verdana"/>
                <a:cs typeface="Verdana"/>
              </a:rPr>
              <a:t>VPC.</a:t>
            </a:r>
            <a:endParaRPr sz="1750">
              <a:latin typeface="Verdana"/>
              <a:cs typeface="Verdana"/>
            </a:endParaRPr>
          </a:p>
        </p:txBody>
      </p:sp>
      <p:sp>
        <p:nvSpPr>
          <p:cNvPr id="5" name="object 5"/>
          <p:cNvSpPr txBox="1"/>
          <p:nvPr/>
        </p:nvSpPr>
        <p:spPr>
          <a:xfrm>
            <a:off x="4767026" y="3019747"/>
            <a:ext cx="5532755" cy="2232660"/>
          </a:xfrm>
          <a:prstGeom prst="rect">
            <a:avLst/>
          </a:prstGeom>
        </p:spPr>
        <p:txBody>
          <a:bodyPr vert="horz" wrap="square" lIns="0" tIns="12065" rIns="0" bIns="0" rtlCol="0">
            <a:spAutoFit/>
          </a:bodyPr>
          <a:lstStyle/>
          <a:p>
            <a:pPr marL="38100" marR="30480" indent="8255">
              <a:lnSpc>
                <a:spcPct val="100200"/>
              </a:lnSpc>
              <a:spcBef>
                <a:spcPts val="95"/>
              </a:spcBef>
            </a:pPr>
            <a:r>
              <a:rPr sz="1800" spc="-180" dirty="0">
                <a:latin typeface="Arial MT"/>
                <a:cs typeface="Arial MT"/>
              </a:rPr>
              <a:t>You</a:t>
            </a:r>
            <a:r>
              <a:rPr sz="1800" spc="-30" dirty="0">
                <a:latin typeface="Arial MT"/>
                <a:cs typeface="Arial MT"/>
              </a:rPr>
              <a:t> </a:t>
            </a:r>
            <a:r>
              <a:rPr sz="1800" spc="-165" dirty="0">
                <a:latin typeface="Arial MT"/>
                <a:cs typeface="Arial MT"/>
              </a:rPr>
              <a:t>can</a:t>
            </a:r>
            <a:r>
              <a:rPr sz="1800" spc="15" dirty="0">
                <a:latin typeface="Arial MT"/>
                <a:cs typeface="Arial MT"/>
              </a:rPr>
              <a:t> </a:t>
            </a:r>
            <a:r>
              <a:rPr sz="1800" spc="-165" dirty="0">
                <a:latin typeface="Arial MT"/>
                <a:cs typeface="Arial MT"/>
              </a:rPr>
              <a:t>use</a:t>
            </a:r>
            <a:r>
              <a:rPr sz="1800" spc="-40" dirty="0">
                <a:latin typeface="Arial MT"/>
                <a:cs typeface="Arial MT"/>
              </a:rPr>
              <a:t> </a:t>
            </a:r>
            <a:r>
              <a:rPr sz="1800" spc="-235" dirty="0">
                <a:latin typeface="Arial MT"/>
                <a:cs typeface="Arial MT"/>
              </a:rPr>
              <a:t>a</a:t>
            </a:r>
            <a:r>
              <a:rPr sz="1800" spc="60" dirty="0">
                <a:latin typeface="Arial MT"/>
                <a:cs typeface="Arial MT"/>
              </a:rPr>
              <a:t> </a:t>
            </a:r>
            <a:r>
              <a:rPr sz="1800" spc="-265" dirty="0">
                <a:solidFill>
                  <a:srgbClr val="151515"/>
                </a:solidFill>
                <a:latin typeface="Arial MT"/>
                <a:cs typeface="Arial MT"/>
              </a:rPr>
              <a:t>VPC</a:t>
            </a:r>
            <a:r>
              <a:rPr sz="1800" spc="-70" dirty="0">
                <a:solidFill>
                  <a:srgbClr val="151515"/>
                </a:solidFill>
                <a:latin typeface="Arial MT"/>
                <a:cs typeface="Arial MT"/>
              </a:rPr>
              <a:t> </a:t>
            </a:r>
            <a:r>
              <a:rPr sz="1800" dirty="0">
                <a:solidFill>
                  <a:srgbClr val="212121"/>
                </a:solidFill>
                <a:latin typeface="Arial MT"/>
                <a:cs typeface="Arial MT"/>
              </a:rPr>
              <a:t>to</a:t>
            </a:r>
            <a:r>
              <a:rPr sz="1800" spc="-65" dirty="0">
                <a:solidFill>
                  <a:srgbClr val="212121"/>
                </a:solidFill>
                <a:latin typeface="Arial MT"/>
                <a:cs typeface="Arial MT"/>
              </a:rPr>
              <a:t> </a:t>
            </a:r>
            <a:r>
              <a:rPr sz="1800" spc="-85" dirty="0">
                <a:latin typeface="Arial MT"/>
                <a:cs typeface="Arial MT"/>
              </a:rPr>
              <a:t>move</a:t>
            </a:r>
            <a:r>
              <a:rPr sz="1800" spc="40" dirty="0">
                <a:latin typeface="Arial MT"/>
                <a:cs typeface="Arial MT"/>
              </a:rPr>
              <a:t> </a:t>
            </a:r>
            <a:r>
              <a:rPr sz="1800" spc="-90" dirty="0">
                <a:latin typeface="Arial MT"/>
                <a:cs typeface="Arial MT"/>
              </a:rPr>
              <a:t>corporate</a:t>
            </a:r>
            <a:r>
              <a:rPr sz="1800" spc="10" dirty="0">
                <a:latin typeface="Arial MT"/>
                <a:cs typeface="Arial MT"/>
              </a:rPr>
              <a:t> </a:t>
            </a:r>
            <a:r>
              <a:rPr sz="1800" spc="-80" dirty="0">
                <a:latin typeface="Arial MT"/>
                <a:cs typeface="Arial MT"/>
              </a:rPr>
              <a:t>applications</a:t>
            </a:r>
            <a:r>
              <a:rPr sz="1800" spc="55" dirty="0">
                <a:latin typeface="Arial MT"/>
                <a:cs typeface="Arial MT"/>
              </a:rPr>
              <a:t> </a:t>
            </a:r>
            <a:r>
              <a:rPr sz="1800" dirty="0">
                <a:solidFill>
                  <a:srgbClr val="111111"/>
                </a:solidFill>
                <a:latin typeface="Arial MT"/>
                <a:cs typeface="Arial MT"/>
              </a:rPr>
              <a:t>to</a:t>
            </a:r>
            <a:r>
              <a:rPr sz="1800" spc="-55" dirty="0">
                <a:solidFill>
                  <a:srgbClr val="111111"/>
                </a:solidFill>
                <a:latin typeface="Arial MT"/>
                <a:cs typeface="Arial MT"/>
              </a:rPr>
              <a:t> </a:t>
            </a:r>
            <a:r>
              <a:rPr sz="1800" spc="-25" dirty="0">
                <a:solidFill>
                  <a:srgbClr val="151515"/>
                </a:solidFill>
                <a:latin typeface="Arial MT"/>
                <a:cs typeface="Arial MT"/>
              </a:rPr>
              <a:t>the </a:t>
            </a:r>
            <a:r>
              <a:rPr sz="1850" spc="-100" dirty="0">
                <a:latin typeface="Arial MT"/>
                <a:cs typeface="Arial MT"/>
              </a:rPr>
              <a:t>cloud</a:t>
            </a:r>
            <a:r>
              <a:rPr sz="1850" spc="-30" dirty="0">
                <a:latin typeface="Arial MT"/>
                <a:cs typeface="Arial MT"/>
              </a:rPr>
              <a:t> </a:t>
            </a:r>
            <a:r>
              <a:rPr sz="1850" spc="-65" dirty="0">
                <a:latin typeface="Arial MT"/>
                <a:cs typeface="Arial MT"/>
              </a:rPr>
              <a:t>or</a:t>
            </a:r>
            <a:r>
              <a:rPr sz="1850" spc="15" dirty="0">
                <a:latin typeface="Arial MT"/>
                <a:cs typeface="Arial MT"/>
              </a:rPr>
              <a:t> </a:t>
            </a:r>
            <a:r>
              <a:rPr sz="1850" spc="-130" dirty="0">
                <a:latin typeface="Arial MT"/>
                <a:cs typeface="Arial MT"/>
              </a:rPr>
              <a:t>launch</a:t>
            </a:r>
            <a:r>
              <a:rPr sz="1850" spc="20" dirty="0">
                <a:latin typeface="Arial MT"/>
                <a:cs typeface="Arial MT"/>
              </a:rPr>
              <a:t> </a:t>
            </a:r>
            <a:r>
              <a:rPr sz="1850" spc="-80" dirty="0">
                <a:latin typeface="Arial MT"/>
                <a:cs typeface="Arial MT"/>
              </a:rPr>
              <a:t>additional</a:t>
            </a:r>
            <a:r>
              <a:rPr sz="1850" spc="-5" dirty="0">
                <a:latin typeface="Arial MT"/>
                <a:cs typeface="Arial MT"/>
              </a:rPr>
              <a:t> </a:t>
            </a:r>
            <a:r>
              <a:rPr sz="1850" spc="-135" dirty="0">
                <a:solidFill>
                  <a:srgbClr val="151515"/>
                </a:solidFill>
                <a:latin typeface="Arial MT"/>
                <a:cs typeface="Arial MT"/>
              </a:rPr>
              <a:t>web</a:t>
            </a:r>
            <a:r>
              <a:rPr sz="1850" spc="-65" dirty="0">
                <a:solidFill>
                  <a:srgbClr val="151515"/>
                </a:solidFill>
                <a:latin typeface="Arial MT"/>
                <a:cs typeface="Arial MT"/>
              </a:rPr>
              <a:t> </a:t>
            </a:r>
            <a:r>
              <a:rPr sz="1850" spc="-150" dirty="0">
                <a:latin typeface="Arial MT"/>
                <a:cs typeface="Arial MT"/>
              </a:rPr>
              <a:t>servers.</a:t>
            </a:r>
            <a:r>
              <a:rPr sz="1850" spc="70" dirty="0">
                <a:latin typeface="Arial MT"/>
                <a:cs typeface="Arial MT"/>
              </a:rPr>
              <a:t> </a:t>
            </a:r>
            <a:r>
              <a:rPr sz="1850" spc="-240" dirty="0">
                <a:latin typeface="Arial MT"/>
                <a:cs typeface="Arial MT"/>
              </a:rPr>
              <a:t>You</a:t>
            </a:r>
            <a:r>
              <a:rPr sz="1850" spc="-35" dirty="0">
                <a:latin typeface="Arial MT"/>
                <a:cs typeface="Arial MT"/>
              </a:rPr>
              <a:t> </a:t>
            </a:r>
            <a:r>
              <a:rPr sz="1850" spc="-170" dirty="0">
                <a:latin typeface="Arial MT"/>
                <a:cs typeface="Arial MT"/>
              </a:rPr>
              <a:t>can</a:t>
            </a:r>
            <a:r>
              <a:rPr sz="1850" spc="-15" dirty="0">
                <a:latin typeface="Arial MT"/>
                <a:cs typeface="Arial MT"/>
              </a:rPr>
              <a:t> </a:t>
            </a:r>
            <a:r>
              <a:rPr sz="1850" spc="-155" dirty="0">
                <a:latin typeface="Arial MT"/>
                <a:cs typeface="Arial MT"/>
              </a:rPr>
              <a:t>also</a:t>
            </a:r>
            <a:r>
              <a:rPr sz="1850" spc="-10" dirty="0">
                <a:latin typeface="Arial MT"/>
                <a:cs typeface="Arial MT"/>
              </a:rPr>
              <a:t> </a:t>
            </a:r>
            <a:r>
              <a:rPr sz="1850" spc="-200" dirty="0">
                <a:solidFill>
                  <a:srgbClr val="131313"/>
                </a:solidFill>
                <a:latin typeface="Arial MT"/>
                <a:cs typeface="Arial MT"/>
              </a:rPr>
              <a:t>use</a:t>
            </a:r>
            <a:r>
              <a:rPr sz="1850" spc="-30" dirty="0">
                <a:solidFill>
                  <a:srgbClr val="131313"/>
                </a:solidFill>
                <a:latin typeface="Arial MT"/>
                <a:cs typeface="Arial MT"/>
              </a:rPr>
              <a:t> </a:t>
            </a:r>
            <a:r>
              <a:rPr sz="1850" spc="-320" dirty="0">
                <a:solidFill>
                  <a:srgbClr val="2D2D2D"/>
                </a:solidFill>
                <a:latin typeface="Arial MT"/>
                <a:cs typeface="Arial MT"/>
              </a:rPr>
              <a:t>a</a:t>
            </a:r>
            <a:r>
              <a:rPr sz="1850" spc="-290" dirty="0">
                <a:solidFill>
                  <a:srgbClr val="2D2D2D"/>
                </a:solidFill>
                <a:latin typeface="Arial MT"/>
                <a:cs typeface="Arial MT"/>
              </a:rPr>
              <a:t> </a:t>
            </a:r>
            <a:r>
              <a:rPr sz="1800" spc="-290" dirty="0">
                <a:latin typeface="Arial MT"/>
                <a:cs typeface="Arial MT"/>
              </a:rPr>
              <a:t>VPC</a:t>
            </a:r>
            <a:r>
              <a:rPr sz="1800" dirty="0">
                <a:latin typeface="Arial MT"/>
                <a:cs typeface="Arial MT"/>
              </a:rPr>
              <a:t> </a:t>
            </a:r>
            <a:r>
              <a:rPr sz="1800" dirty="0">
                <a:solidFill>
                  <a:srgbClr val="1A1A1A"/>
                </a:solidFill>
                <a:latin typeface="Arial MT"/>
                <a:cs typeface="Arial MT"/>
              </a:rPr>
              <a:t>to</a:t>
            </a:r>
            <a:r>
              <a:rPr sz="1800" spc="-95" dirty="0">
                <a:solidFill>
                  <a:srgbClr val="1A1A1A"/>
                </a:solidFill>
                <a:latin typeface="Arial MT"/>
                <a:cs typeface="Arial MT"/>
              </a:rPr>
              <a:t> </a:t>
            </a:r>
            <a:r>
              <a:rPr sz="1800" spc="-100" dirty="0">
                <a:solidFill>
                  <a:srgbClr val="131313"/>
                </a:solidFill>
                <a:latin typeface="Arial MT"/>
                <a:cs typeface="Arial MT"/>
              </a:rPr>
              <a:t>add</a:t>
            </a:r>
            <a:r>
              <a:rPr sz="1800" spc="-65" dirty="0">
                <a:solidFill>
                  <a:srgbClr val="131313"/>
                </a:solidFill>
                <a:latin typeface="Arial MT"/>
                <a:cs typeface="Arial MT"/>
              </a:rPr>
              <a:t> </a:t>
            </a:r>
            <a:r>
              <a:rPr sz="1800" spc="-85" dirty="0">
                <a:solidFill>
                  <a:srgbClr val="0F0F0F"/>
                </a:solidFill>
                <a:latin typeface="Arial MT"/>
                <a:cs typeface="Arial MT"/>
              </a:rPr>
              <a:t>more</a:t>
            </a:r>
            <a:r>
              <a:rPr sz="1800" spc="-30" dirty="0">
                <a:solidFill>
                  <a:srgbClr val="0F0F0F"/>
                </a:solidFill>
                <a:latin typeface="Arial MT"/>
                <a:cs typeface="Arial MT"/>
              </a:rPr>
              <a:t> </a:t>
            </a:r>
            <a:r>
              <a:rPr sz="1800" spc="-85" dirty="0">
                <a:latin typeface="Arial MT"/>
                <a:cs typeface="Arial MT"/>
              </a:rPr>
              <a:t>compute</a:t>
            </a:r>
            <a:r>
              <a:rPr sz="1800" spc="35" dirty="0">
                <a:latin typeface="Arial MT"/>
                <a:cs typeface="Arial MT"/>
              </a:rPr>
              <a:t> </a:t>
            </a:r>
            <a:r>
              <a:rPr sz="1800" spc="-100" dirty="0">
                <a:latin typeface="Arial MT"/>
                <a:cs typeface="Arial MT"/>
              </a:rPr>
              <a:t>capacity</a:t>
            </a:r>
            <a:r>
              <a:rPr sz="1800" spc="25" dirty="0">
                <a:latin typeface="Arial MT"/>
                <a:cs typeface="Arial MT"/>
              </a:rPr>
              <a:t> </a:t>
            </a:r>
            <a:r>
              <a:rPr sz="1800" dirty="0">
                <a:latin typeface="Arial MT"/>
                <a:cs typeface="Arial MT"/>
              </a:rPr>
              <a:t>to</a:t>
            </a:r>
            <a:r>
              <a:rPr sz="1800" spc="-55" dirty="0">
                <a:latin typeface="Arial MT"/>
                <a:cs typeface="Arial MT"/>
              </a:rPr>
              <a:t> </a:t>
            </a:r>
            <a:r>
              <a:rPr sz="1800" spc="-75" dirty="0">
                <a:latin typeface="Arial MT"/>
                <a:cs typeface="Arial MT"/>
              </a:rPr>
              <a:t>your</a:t>
            </a:r>
            <a:r>
              <a:rPr sz="1800" spc="5" dirty="0">
                <a:latin typeface="Arial MT"/>
                <a:cs typeface="Arial MT"/>
              </a:rPr>
              <a:t> </a:t>
            </a:r>
            <a:r>
              <a:rPr sz="1800" spc="-60" dirty="0">
                <a:latin typeface="Arial MT"/>
                <a:cs typeface="Arial MT"/>
              </a:rPr>
              <a:t>network</a:t>
            </a:r>
            <a:r>
              <a:rPr sz="1800" spc="5" dirty="0">
                <a:latin typeface="Arial MT"/>
                <a:cs typeface="Arial MT"/>
              </a:rPr>
              <a:t> </a:t>
            </a:r>
            <a:r>
              <a:rPr sz="1800" spc="-25" dirty="0">
                <a:latin typeface="Arial MT"/>
                <a:cs typeface="Arial MT"/>
              </a:rPr>
              <a:t>by </a:t>
            </a:r>
            <a:r>
              <a:rPr sz="1800" spc="-85" dirty="0">
                <a:latin typeface="Arial MT"/>
                <a:cs typeface="Arial MT"/>
              </a:rPr>
              <a:t>connecting</a:t>
            </a:r>
            <a:r>
              <a:rPr sz="1800" spc="-30" dirty="0">
                <a:latin typeface="Arial MT"/>
                <a:cs typeface="Arial MT"/>
              </a:rPr>
              <a:t> </a:t>
            </a:r>
            <a:r>
              <a:rPr sz="1800" spc="-65" dirty="0">
                <a:solidFill>
                  <a:srgbClr val="0E0E0E"/>
                </a:solidFill>
                <a:latin typeface="Arial MT"/>
                <a:cs typeface="Arial MT"/>
              </a:rPr>
              <a:t>your</a:t>
            </a:r>
            <a:r>
              <a:rPr sz="1800" spc="20" dirty="0">
                <a:solidFill>
                  <a:srgbClr val="0E0E0E"/>
                </a:solidFill>
                <a:latin typeface="Arial MT"/>
                <a:cs typeface="Arial MT"/>
              </a:rPr>
              <a:t> </a:t>
            </a:r>
            <a:r>
              <a:rPr sz="1800" spc="-265" dirty="0">
                <a:latin typeface="Arial MT"/>
                <a:cs typeface="Arial MT"/>
              </a:rPr>
              <a:t>VPC</a:t>
            </a:r>
            <a:r>
              <a:rPr sz="1800" dirty="0">
                <a:latin typeface="Arial MT"/>
                <a:cs typeface="Arial MT"/>
              </a:rPr>
              <a:t> </a:t>
            </a:r>
            <a:r>
              <a:rPr sz="1800" dirty="0">
                <a:solidFill>
                  <a:srgbClr val="131313"/>
                </a:solidFill>
                <a:latin typeface="Arial MT"/>
                <a:cs typeface="Arial MT"/>
              </a:rPr>
              <a:t>to</a:t>
            </a:r>
            <a:r>
              <a:rPr sz="1800" spc="-70" dirty="0">
                <a:solidFill>
                  <a:srgbClr val="131313"/>
                </a:solidFill>
                <a:latin typeface="Arial MT"/>
                <a:cs typeface="Arial MT"/>
              </a:rPr>
              <a:t> </a:t>
            </a:r>
            <a:r>
              <a:rPr sz="1800" spc="-85" dirty="0">
                <a:latin typeface="Arial MT"/>
                <a:cs typeface="Arial MT"/>
              </a:rPr>
              <a:t>your</a:t>
            </a:r>
            <a:r>
              <a:rPr sz="1800" spc="-40" dirty="0">
                <a:latin typeface="Arial MT"/>
                <a:cs typeface="Arial MT"/>
              </a:rPr>
              <a:t> </a:t>
            </a:r>
            <a:r>
              <a:rPr sz="1800" spc="-125" dirty="0">
                <a:latin typeface="Arial MT"/>
                <a:cs typeface="Arial MT"/>
              </a:rPr>
              <a:t>corpOrate</a:t>
            </a:r>
            <a:r>
              <a:rPr sz="1800" spc="45" dirty="0">
                <a:latin typeface="Arial MT"/>
                <a:cs typeface="Arial MT"/>
              </a:rPr>
              <a:t> </a:t>
            </a:r>
            <a:r>
              <a:rPr sz="1800" spc="-75" dirty="0">
                <a:latin typeface="Arial MT"/>
                <a:cs typeface="Arial MT"/>
              </a:rPr>
              <a:t>network.</a:t>
            </a:r>
            <a:r>
              <a:rPr sz="1800" spc="30" dirty="0">
                <a:latin typeface="Arial MT"/>
                <a:cs typeface="Arial MT"/>
              </a:rPr>
              <a:t> </a:t>
            </a:r>
            <a:r>
              <a:rPr sz="1800" spc="-55" dirty="0">
                <a:latin typeface="Arial MT"/>
                <a:cs typeface="Arial MT"/>
              </a:rPr>
              <a:t>Because </a:t>
            </a:r>
            <a:r>
              <a:rPr sz="1800" spc="-65" dirty="0">
                <a:solidFill>
                  <a:srgbClr val="0E0E0E"/>
                </a:solidFill>
                <a:latin typeface="Arial MT"/>
                <a:cs typeface="Arial MT"/>
              </a:rPr>
              <a:t>your</a:t>
            </a:r>
            <a:r>
              <a:rPr sz="1800" spc="-20" dirty="0">
                <a:solidFill>
                  <a:srgbClr val="0E0E0E"/>
                </a:solidFill>
                <a:latin typeface="Arial MT"/>
                <a:cs typeface="Arial MT"/>
              </a:rPr>
              <a:t> </a:t>
            </a:r>
            <a:r>
              <a:rPr sz="1800" spc="-265" dirty="0">
                <a:solidFill>
                  <a:srgbClr val="111111"/>
                </a:solidFill>
                <a:latin typeface="Arial MT"/>
                <a:cs typeface="Arial MT"/>
              </a:rPr>
              <a:t>VPC</a:t>
            </a:r>
            <a:r>
              <a:rPr sz="1800" spc="-40" dirty="0">
                <a:solidFill>
                  <a:srgbClr val="111111"/>
                </a:solidFill>
                <a:latin typeface="Arial MT"/>
                <a:cs typeface="Arial MT"/>
              </a:rPr>
              <a:t> </a:t>
            </a:r>
            <a:r>
              <a:rPr sz="1800" spc="-135" dirty="0">
                <a:solidFill>
                  <a:srgbClr val="131313"/>
                </a:solidFill>
                <a:latin typeface="Arial MT"/>
                <a:cs typeface="Arial MT"/>
              </a:rPr>
              <a:t>can</a:t>
            </a:r>
            <a:r>
              <a:rPr sz="1800" spc="-75" dirty="0">
                <a:solidFill>
                  <a:srgbClr val="131313"/>
                </a:solidFill>
                <a:latin typeface="Arial MT"/>
                <a:cs typeface="Arial MT"/>
              </a:rPr>
              <a:t> </a:t>
            </a:r>
            <a:r>
              <a:rPr sz="1800" spc="-120" dirty="0">
                <a:latin typeface="Arial MT"/>
                <a:cs typeface="Arial MT"/>
              </a:rPr>
              <a:t>be</a:t>
            </a:r>
            <a:r>
              <a:rPr sz="1800" spc="-35" dirty="0">
                <a:latin typeface="Arial MT"/>
                <a:cs typeface="Arial MT"/>
              </a:rPr>
              <a:t> </a:t>
            </a:r>
            <a:r>
              <a:rPr sz="1800" spc="-85" dirty="0">
                <a:latin typeface="Arial MT"/>
                <a:cs typeface="Arial MT"/>
              </a:rPr>
              <a:t>hosted</a:t>
            </a:r>
            <a:r>
              <a:rPr sz="1800" spc="20" dirty="0">
                <a:latin typeface="Arial MT"/>
                <a:cs typeface="Arial MT"/>
              </a:rPr>
              <a:t> </a:t>
            </a:r>
            <a:r>
              <a:rPr sz="1800" spc="-85" dirty="0">
                <a:latin typeface="Arial MT"/>
                <a:cs typeface="Arial MT"/>
              </a:rPr>
              <a:t>behind</a:t>
            </a:r>
            <a:r>
              <a:rPr sz="1800" spc="-25" dirty="0">
                <a:latin typeface="Arial MT"/>
                <a:cs typeface="Arial MT"/>
              </a:rPr>
              <a:t> </a:t>
            </a:r>
            <a:r>
              <a:rPr sz="1800" spc="-65" dirty="0">
                <a:latin typeface="Arial MT"/>
                <a:cs typeface="Arial MT"/>
              </a:rPr>
              <a:t>your</a:t>
            </a:r>
            <a:r>
              <a:rPr sz="1800" spc="-45" dirty="0">
                <a:latin typeface="Arial MT"/>
                <a:cs typeface="Arial MT"/>
              </a:rPr>
              <a:t> </a:t>
            </a:r>
            <a:r>
              <a:rPr sz="1800" spc="-130" dirty="0">
                <a:latin typeface="Arial MT"/>
                <a:cs typeface="Arial MT"/>
              </a:rPr>
              <a:t>Corporate</a:t>
            </a:r>
            <a:r>
              <a:rPr sz="1800" spc="100" dirty="0">
                <a:latin typeface="Arial MT"/>
                <a:cs typeface="Arial MT"/>
              </a:rPr>
              <a:t> </a:t>
            </a:r>
            <a:r>
              <a:rPr sz="1800" spc="-65" dirty="0">
                <a:latin typeface="Arial MT"/>
                <a:cs typeface="Arial MT"/>
              </a:rPr>
              <a:t>firewall,</a:t>
            </a:r>
            <a:r>
              <a:rPr sz="1800" spc="-55" dirty="0">
                <a:latin typeface="Arial MT"/>
                <a:cs typeface="Arial MT"/>
              </a:rPr>
              <a:t> </a:t>
            </a:r>
            <a:r>
              <a:rPr sz="1800" spc="-30" dirty="0">
                <a:solidFill>
                  <a:srgbClr val="0E0E0E"/>
                </a:solidFill>
                <a:latin typeface="Arial MT"/>
                <a:cs typeface="Arial MT"/>
              </a:rPr>
              <a:t>you </a:t>
            </a:r>
            <a:r>
              <a:rPr sz="1800" spc="-135" dirty="0">
                <a:solidFill>
                  <a:srgbClr val="111111"/>
                </a:solidFill>
                <a:latin typeface="Arial MT"/>
                <a:cs typeface="Arial MT"/>
              </a:rPr>
              <a:t>can</a:t>
            </a:r>
            <a:r>
              <a:rPr sz="1800" spc="-85" dirty="0">
                <a:solidFill>
                  <a:srgbClr val="111111"/>
                </a:solidFill>
                <a:latin typeface="Arial MT"/>
                <a:cs typeface="Arial MT"/>
              </a:rPr>
              <a:t> </a:t>
            </a:r>
            <a:r>
              <a:rPr sz="1800" spc="-130" dirty="0">
                <a:latin typeface="Arial MT"/>
                <a:cs typeface="Arial MT"/>
              </a:rPr>
              <a:t>seamlessly</a:t>
            </a:r>
            <a:r>
              <a:rPr sz="1800" spc="65" dirty="0">
                <a:latin typeface="Arial MT"/>
                <a:cs typeface="Arial MT"/>
              </a:rPr>
              <a:t> </a:t>
            </a:r>
            <a:r>
              <a:rPr sz="1800" spc="-95" dirty="0">
                <a:latin typeface="Arial MT"/>
                <a:cs typeface="Arial MT"/>
              </a:rPr>
              <a:t>move</a:t>
            </a:r>
            <a:r>
              <a:rPr sz="1800" dirty="0">
                <a:latin typeface="Arial MT"/>
                <a:cs typeface="Arial MT"/>
              </a:rPr>
              <a:t> </a:t>
            </a:r>
            <a:r>
              <a:rPr sz="1800" spc="-70" dirty="0">
                <a:latin typeface="Arial MT"/>
                <a:cs typeface="Arial MT"/>
              </a:rPr>
              <a:t>your</a:t>
            </a:r>
            <a:r>
              <a:rPr sz="1800" spc="15" dirty="0">
                <a:latin typeface="Arial MT"/>
                <a:cs typeface="Arial MT"/>
              </a:rPr>
              <a:t> </a:t>
            </a:r>
            <a:r>
              <a:rPr sz="1800" spc="-145" dirty="0">
                <a:solidFill>
                  <a:srgbClr val="0F0F0F"/>
                </a:solidFill>
                <a:latin typeface="Arial MT"/>
                <a:cs typeface="Arial MT"/>
              </a:rPr>
              <a:t>IT</a:t>
            </a:r>
            <a:r>
              <a:rPr sz="1800" spc="-70" dirty="0">
                <a:solidFill>
                  <a:srgbClr val="0F0F0F"/>
                </a:solidFill>
                <a:latin typeface="Arial MT"/>
                <a:cs typeface="Arial MT"/>
              </a:rPr>
              <a:t> </a:t>
            </a:r>
            <a:r>
              <a:rPr sz="1800" spc="-140" dirty="0">
                <a:latin typeface="Arial MT"/>
                <a:cs typeface="Arial MT"/>
              </a:rPr>
              <a:t>resources</a:t>
            </a:r>
            <a:r>
              <a:rPr sz="1800" spc="45" dirty="0">
                <a:latin typeface="Arial MT"/>
                <a:cs typeface="Arial MT"/>
              </a:rPr>
              <a:t> </a:t>
            </a:r>
            <a:r>
              <a:rPr sz="1800" spc="-135" dirty="0">
                <a:solidFill>
                  <a:srgbClr val="242424"/>
                </a:solidFill>
                <a:latin typeface="Arial MT"/>
                <a:cs typeface="Arial MT"/>
              </a:rPr>
              <a:t>intO</a:t>
            </a:r>
            <a:r>
              <a:rPr sz="1800" spc="-65" dirty="0">
                <a:solidFill>
                  <a:srgbClr val="242424"/>
                </a:solidFill>
                <a:latin typeface="Arial MT"/>
                <a:cs typeface="Arial MT"/>
              </a:rPr>
              <a:t> </a:t>
            </a:r>
            <a:r>
              <a:rPr sz="1800" spc="-10" dirty="0">
                <a:latin typeface="Arial MT"/>
                <a:cs typeface="Arial MT"/>
              </a:rPr>
              <a:t>the</a:t>
            </a:r>
            <a:r>
              <a:rPr sz="1800" spc="-80" dirty="0">
                <a:latin typeface="Arial MT"/>
                <a:cs typeface="Arial MT"/>
              </a:rPr>
              <a:t> </a:t>
            </a:r>
            <a:r>
              <a:rPr sz="1800" spc="-85" dirty="0">
                <a:latin typeface="Arial MT"/>
                <a:cs typeface="Arial MT"/>
              </a:rPr>
              <a:t>cloud.</a:t>
            </a:r>
            <a:r>
              <a:rPr sz="1800" spc="-40" dirty="0">
                <a:latin typeface="Arial MT"/>
                <a:cs typeface="Arial MT"/>
              </a:rPr>
              <a:t> </a:t>
            </a:r>
            <a:r>
              <a:rPr sz="1800" spc="-25" dirty="0">
                <a:latin typeface="Arial MT"/>
                <a:cs typeface="Arial MT"/>
              </a:rPr>
              <a:t>You </a:t>
            </a:r>
            <a:r>
              <a:rPr sz="1850" spc="-50" dirty="0">
                <a:solidFill>
                  <a:srgbClr val="151515"/>
                </a:solidFill>
                <a:latin typeface="Arial MT"/>
                <a:cs typeface="Arial MT"/>
              </a:rPr>
              <a:t>don't</a:t>
            </a:r>
            <a:r>
              <a:rPr sz="1850" spc="-114" dirty="0">
                <a:solidFill>
                  <a:srgbClr val="151515"/>
                </a:solidFill>
                <a:latin typeface="Arial MT"/>
                <a:cs typeface="Arial MT"/>
              </a:rPr>
              <a:t> </a:t>
            </a:r>
            <a:r>
              <a:rPr sz="1850" spc="-125" dirty="0">
                <a:latin typeface="Arial MT"/>
                <a:cs typeface="Arial MT"/>
              </a:rPr>
              <a:t>need</a:t>
            </a:r>
            <a:r>
              <a:rPr sz="1850" spc="-25" dirty="0">
                <a:latin typeface="Arial MT"/>
                <a:cs typeface="Arial MT"/>
              </a:rPr>
              <a:t> </a:t>
            </a:r>
            <a:r>
              <a:rPr sz="1850" dirty="0">
                <a:latin typeface="Arial MT"/>
                <a:cs typeface="Arial MT"/>
              </a:rPr>
              <a:t>to</a:t>
            </a:r>
            <a:r>
              <a:rPr sz="1850" spc="-10" dirty="0">
                <a:latin typeface="Arial MT"/>
                <a:cs typeface="Arial MT"/>
              </a:rPr>
              <a:t> </a:t>
            </a:r>
            <a:r>
              <a:rPr sz="2775" spc="-179" baseline="1501" dirty="0">
                <a:latin typeface="Arial MT"/>
                <a:cs typeface="Arial MT"/>
              </a:rPr>
              <a:t>chan</a:t>
            </a:r>
            <a:r>
              <a:rPr sz="2775" spc="-179" baseline="-7507" dirty="0">
                <a:latin typeface="Arial MT"/>
                <a:cs typeface="Arial MT"/>
              </a:rPr>
              <a:t>9</a:t>
            </a:r>
            <a:r>
              <a:rPr sz="2775" spc="-179" baseline="1501" dirty="0">
                <a:latin typeface="Arial MT"/>
                <a:cs typeface="Arial MT"/>
              </a:rPr>
              <a:t>e</a:t>
            </a:r>
            <a:r>
              <a:rPr sz="2775" spc="-419" baseline="1501" dirty="0">
                <a:latin typeface="Arial MT"/>
                <a:cs typeface="Arial MT"/>
              </a:rPr>
              <a:t> </a:t>
            </a:r>
            <a:r>
              <a:rPr sz="1850" spc="-95" dirty="0">
                <a:latin typeface="Arial MT"/>
                <a:cs typeface="Arial MT"/>
              </a:rPr>
              <a:t>how</a:t>
            </a:r>
            <a:r>
              <a:rPr sz="1850" spc="60" dirty="0">
                <a:latin typeface="Arial MT"/>
                <a:cs typeface="Arial MT"/>
              </a:rPr>
              <a:t> </a:t>
            </a:r>
            <a:r>
              <a:rPr sz="1850" spc="-130" dirty="0">
                <a:solidFill>
                  <a:srgbClr val="131313"/>
                </a:solidFill>
                <a:latin typeface="Arial MT"/>
                <a:cs typeface="Arial MT"/>
              </a:rPr>
              <a:t>your</a:t>
            </a:r>
            <a:r>
              <a:rPr sz="1850" spc="-10" dirty="0">
                <a:solidFill>
                  <a:srgbClr val="131313"/>
                </a:solidFill>
                <a:latin typeface="Arial MT"/>
                <a:cs typeface="Arial MT"/>
              </a:rPr>
              <a:t> </a:t>
            </a:r>
            <a:r>
              <a:rPr sz="1850" spc="-160" dirty="0">
                <a:latin typeface="Arial MT"/>
                <a:cs typeface="Arial MT"/>
              </a:rPr>
              <a:t>users</a:t>
            </a:r>
            <a:r>
              <a:rPr sz="1850" spc="-5" dirty="0">
                <a:latin typeface="Arial MT"/>
                <a:cs typeface="Arial MT"/>
              </a:rPr>
              <a:t> </a:t>
            </a:r>
            <a:r>
              <a:rPr sz="1850" spc="-229" dirty="0">
                <a:latin typeface="Arial MT"/>
                <a:cs typeface="Arial MT"/>
              </a:rPr>
              <a:t>access</a:t>
            </a:r>
            <a:r>
              <a:rPr sz="1850" spc="-25" dirty="0">
                <a:latin typeface="Arial MT"/>
                <a:cs typeface="Arial MT"/>
              </a:rPr>
              <a:t> </a:t>
            </a:r>
            <a:r>
              <a:rPr sz="1850" spc="-10" dirty="0">
                <a:latin typeface="Arial MT"/>
                <a:cs typeface="Arial MT"/>
              </a:rPr>
              <a:t>these </a:t>
            </a:r>
            <a:r>
              <a:rPr sz="1750" spc="-10" dirty="0">
                <a:latin typeface="Arial MT"/>
                <a:cs typeface="Arial MT"/>
              </a:rPr>
              <a:t>applications.</a:t>
            </a:r>
            <a:endParaRPr sz="1750">
              <a:latin typeface="Arial MT"/>
              <a:cs typeface="Arial MT"/>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394460" y="1403473"/>
            <a:ext cx="3115011" cy="3915242"/>
          </a:xfrm>
          <a:prstGeom prst="rect">
            <a:avLst/>
          </a:prstGeom>
        </p:spPr>
      </p:pic>
      <p:sp>
        <p:nvSpPr>
          <p:cNvPr id="3" name="object 3"/>
          <p:cNvSpPr/>
          <p:nvPr/>
        </p:nvSpPr>
        <p:spPr>
          <a:xfrm>
            <a:off x="1394460" y="365125"/>
            <a:ext cx="9392920" cy="915035"/>
          </a:xfrm>
          <a:custGeom>
            <a:avLst/>
            <a:gdLst/>
            <a:ahLst/>
            <a:cxnLst/>
            <a:rect l="l" t="t" r="r" b="b"/>
            <a:pathLst>
              <a:path w="9392920" h="915035">
                <a:moveTo>
                  <a:pt x="9391650" y="914400"/>
                </a:moveTo>
                <a:lnTo>
                  <a:pt x="0" y="914400"/>
                </a:lnTo>
                <a:lnTo>
                  <a:pt x="0" y="0"/>
                </a:lnTo>
                <a:lnTo>
                  <a:pt x="9391650" y="0"/>
                </a:lnTo>
                <a:lnTo>
                  <a:pt x="9391650" y="914400"/>
                </a:lnTo>
                <a:close/>
              </a:path>
            </a:pathLst>
          </a:custGeom>
          <a:solidFill>
            <a:srgbClr val="2F9390"/>
          </a:solidFill>
        </p:spPr>
        <p:txBody>
          <a:bodyPr wrap="square" lIns="0" tIns="0" rIns="0" bIns="0" rtlCol="0"/>
          <a:lstStyle/>
          <a:p>
            <a:endParaRPr/>
          </a:p>
        </p:txBody>
      </p:sp>
      <p:sp>
        <p:nvSpPr>
          <p:cNvPr id="4" name="object 4"/>
          <p:cNvSpPr txBox="1"/>
          <p:nvPr/>
        </p:nvSpPr>
        <p:spPr>
          <a:xfrm>
            <a:off x="1766534" y="600104"/>
            <a:ext cx="6104890" cy="483234"/>
          </a:xfrm>
          <a:prstGeom prst="rect">
            <a:avLst/>
          </a:prstGeom>
        </p:spPr>
        <p:txBody>
          <a:bodyPr vert="horz" wrap="square" lIns="0" tIns="12700" rIns="0" bIns="0" rtlCol="0">
            <a:spAutoFit/>
          </a:bodyPr>
          <a:lstStyle/>
          <a:p>
            <a:pPr>
              <a:lnSpc>
                <a:spcPct val="100000"/>
              </a:lnSpc>
              <a:spcBef>
                <a:spcPts val="100"/>
              </a:spcBef>
            </a:pPr>
            <a:r>
              <a:rPr sz="3000" dirty="0">
                <a:solidFill>
                  <a:srgbClr val="268E80"/>
                </a:solidFill>
                <a:latin typeface="Arial MT"/>
                <a:cs typeface="Arial MT"/>
              </a:rPr>
              <a:t>Amazon</a:t>
            </a:r>
            <a:r>
              <a:rPr sz="3000" spc="90" dirty="0">
                <a:solidFill>
                  <a:srgbClr val="268E80"/>
                </a:solidFill>
                <a:latin typeface="Arial MT"/>
                <a:cs typeface="Arial MT"/>
              </a:rPr>
              <a:t> </a:t>
            </a:r>
            <a:r>
              <a:rPr sz="3000" dirty="0">
                <a:solidFill>
                  <a:srgbClr val="8AC3CD"/>
                </a:solidFill>
                <a:latin typeface="Arial MT"/>
                <a:cs typeface="Arial MT"/>
              </a:rPr>
              <a:t>Vi</a:t>
            </a:r>
            <a:r>
              <a:rPr sz="3000" spc="280" dirty="0">
                <a:solidFill>
                  <a:srgbClr val="8AC3CD"/>
                </a:solidFill>
                <a:latin typeface="Arial MT"/>
                <a:cs typeface="Arial MT"/>
              </a:rPr>
              <a:t> </a:t>
            </a:r>
            <a:r>
              <a:rPr sz="3000" spc="90" dirty="0">
                <a:solidFill>
                  <a:srgbClr val="F9F9F9"/>
                </a:solidFill>
                <a:latin typeface="Arial MT"/>
                <a:cs typeface="Arial MT"/>
              </a:rPr>
              <a:t>tual</a:t>
            </a:r>
            <a:r>
              <a:rPr sz="3000" spc="-135" dirty="0">
                <a:solidFill>
                  <a:srgbClr val="F9F9F9"/>
                </a:solidFill>
                <a:latin typeface="Arial MT"/>
                <a:cs typeface="Arial MT"/>
              </a:rPr>
              <a:t> </a:t>
            </a:r>
            <a:r>
              <a:rPr sz="3000" dirty="0">
                <a:solidFill>
                  <a:srgbClr val="4F7C8C"/>
                </a:solidFill>
                <a:latin typeface="Arial MT"/>
                <a:cs typeface="Arial MT"/>
              </a:rPr>
              <a:t>Private</a:t>
            </a:r>
            <a:r>
              <a:rPr sz="3000" spc="145" dirty="0">
                <a:solidFill>
                  <a:srgbClr val="4F7C8C"/>
                </a:solidFill>
                <a:latin typeface="Arial MT"/>
                <a:cs typeface="Arial MT"/>
              </a:rPr>
              <a:t> </a:t>
            </a:r>
            <a:r>
              <a:rPr sz="3000" dirty="0">
                <a:solidFill>
                  <a:srgbClr val="387775"/>
                </a:solidFill>
                <a:latin typeface="Arial MT"/>
                <a:cs typeface="Arial MT"/>
              </a:rPr>
              <a:t>Cloud</a:t>
            </a:r>
            <a:r>
              <a:rPr sz="3000" spc="75" dirty="0">
                <a:solidFill>
                  <a:srgbClr val="387775"/>
                </a:solidFill>
                <a:latin typeface="Arial MT"/>
                <a:cs typeface="Arial MT"/>
              </a:rPr>
              <a:t> </a:t>
            </a:r>
            <a:r>
              <a:rPr sz="3000" dirty="0">
                <a:solidFill>
                  <a:srgbClr val="317B8C"/>
                </a:solidFill>
                <a:latin typeface="Arial MT"/>
                <a:cs typeface="Arial MT"/>
              </a:rPr>
              <a:t>-</a:t>
            </a:r>
            <a:r>
              <a:rPr sz="3000" spc="45" dirty="0">
                <a:solidFill>
                  <a:srgbClr val="317B8C"/>
                </a:solidFill>
                <a:latin typeface="Arial MT"/>
                <a:cs typeface="Arial MT"/>
              </a:rPr>
              <a:t> </a:t>
            </a:r>
            <a:r>
              <a:rPr sz="3000" spc="-320" dirty="0">
                <a:solidFill>
                  <a:srgbClr val="5D919C"/>
                </a:solidFill>
                <a:latin typeface="Arial MT"/>
                <a:cs typeface="Arial MT"/>
              </a:rPr>
              <a:t>VPC</a:t>
            </a:r>
            <a:endParaRPr sz="3000">
              <a:latin typeface="Arial MT"/>
              <a:cs typeface="Arial MT"/>
            </a:endParaRPr>
          </a:p>
        </p:txBody>
      </p:sp>
      <p:sp>
        <p:nvSpPr>
          <p:cNvPr id="5" name="object 5" descr="$PPTXTitle"/>
          <p:cNvSpPr txBox="1">
            <a:spLocks noGrp="1"/>
          </p:cNvSpPr>
          <p:nvPr>
            <p:ph type="title"/>
          </p:nvPr>
        </p:nvSpPr>
        <p:spPr>
          <a:xfrm>
            <a:off x="9025606" y="457211"/>
            <a:ext cx="622300" cy="483234"/>
          </a:xfrm>
          <a:prstGeom prst="rect">
            <a:avLst/>
          </a:prstGeom>
        </p:spPr>
        <p:txBody>
          <a:bodyPr vert="horz" wrap="square" lIns="0" tIns="12700" rIns="0" bIns="0" rtlCol="0">
            <a:spAutoFit/>
          </a:bodyPr>
          <a:lstStyle/>
          <a:p>
            <a:pPr marL="25400">
              <a:lnSpc>
                <a:spcPct val="100000"/>
              </a:lnSpc>
              <a:spcBef>
                <a:spcPts val="100"/>
              </a:spcBef>
            </a:pPr>
            <a:r>
              <a:rPr sz="4500" spc="-37" baseline="-21296" dirty="0">
                <a:solidFill>
                  <a:srgbClr val="A5D4E8"/>
                </a:solidFill>
                <a:latin typeface="Arial MT"/>
                <a:cs typeface="Arial MT"/>
              </a:rPr>
              <a:t>*</a:t>
            </a:r>
            <a:r>
              <a:rPr sz="3750" spc="-37" baseline="1111" dirty="0">
                <a:solidFill>
                  <a:srgbClr val="A5D4E8"/>
                </a:solidFill>
                <a:latin typeface="Arial MT"/>
                <a:cs typeface="Arial MT"/>
              </a:rPr>
              <a:t>w</a:t>
            </a:r>
            <a:r>
              <a:rPr sz="2000" spc="-25" dirty="0">
                <a:solidFill>
                  <a:srgbClr val="A5D4E8"/>
                </a:solidFill>
                <a:latin typeface="Arial MT"/>
                <a:cs typeface="Arial MT"/>
              </a:rPr>
              <a:t>S</a:t>
            </a:r>
            <a:endParaRPr sz="2000">
              <a:latin typeface="Arial MT"/>
              <a:cs typeface="Arial MT"/>
            </a:endParaRPr>
          </a:p>
        </p:txBody>
      </p:sp>
      <p:sp>
        <p:nvSpPr>
          <p:cNvPr id="6" name="object 6"/>
          <p:cNvSpPr txBox="1"/>
          <p:nvPr/>
        </p:nvSpPr>
        <p:spPr>
          <a:xfrm>
            <a:off x="1672247" y="5440969"/>
            <a:ext cx="1032510" cy="132715"/>
          </a:xfrm>
          <a:prstGeom prst="rect">
            <a:avLst/>
          </a:prstGeom>
        </p:spPr>
        <p:txBody>
          <a:bodyPr vert="horz" wrap="square" lIns="0" tIns="12700" rIns="0" bIns="0" rtlCol="0">
            <a:spAutoFit/>
          </a:bodyPr>
          <a:lstStyle/>
          <a:p>
            <a:pPr marL="12700">
              <a:lnSpc>
                <a:spcPct val="100000"/>
              </a:lnSpc>
              <a:spcBef>
                <a:spcPts val="100"/>
              </a:spcBef>
            </a:pPr>
            <a:r>
              <a:rPr sz="700" spc="-110" dirty="0">
                <a:solidFill>
                  <a:srgbClr val="747474"/>
                </a:solidFill>
                <a:latin typeface="Arial MT"/>
                <a:cs typeface="Arial MT"/>
              </a:rPr>
              <a:t>@âQ2</a:t>
            </a:r>
            <a:r>
              <a:rPr sz="700" spc="-100" dirty="0">
                <a:solidFill>
                  <a:srgbClr val="747474"/>
                </a:solidFill>
                <a:latin typeface="Arial MT"/>
                <a:cs typeface="Arial MT"/>
              </a:rPr>
              <a:t> </a:t>
            </a:r>
            <a:r>
              <a:rPr sz="700" dirty="0">
                <a:solidFill>
                  <a:srgbClr val="979797"/>
                </a:solidFill>
                <a:latin typeface="Arial MT"/>
                <a:cs typeface="Arial MT"/>
              </a:rPr>
              <a:t>1</a:t>
            </a:r>
            <a:r>
              <a:rPr sz="700" spc="105" dirty="0">
                <a:solidFill>
                  <a:srgbClr val="979797"/>
                </a:solidFill>
                <a:latin typeface="Arial MT"/>
                <a:cs typeface="Arial MT"/>
              </a:rPr>
              <a:t> </a:t>
            </a:r>
            <a:r>
              <a:rPr sz="700" spc="-40" dirty="0">
                <a:solidFill>
                  <a:srgbClr val="4B4B4B"/>
                </a:solidFill>
                <a:latin typeface="Arial MT"/>
                <a:cs typeface="Arial MT"/>
              </a:rPr>
              <a:t>Annas</a:t>
            </a:r>
            <a:r>
              <a:rPr sz="700" spc="-40" dirty="0">
                <a:solidFill>
                  <a:srgbClr val="777777"/>
                </a:solidFill>
                <a:latin typeface="Arial MT"/>
                <a:cs typeface="Arial MT"/>
              </a:rPr>
              <a:t>an</a:t>
            </a:r>
            <a:r>
              <a:rPr sz="700" spc="5" dirty="0">
                <a:solidFill>
                  <a:srgbClr val="777777"/>
                </a:solidFill>
                <a:latin typeface="Arial MT"/>
                <a:cs typeface="Arial MT"/>
              </a:rPr>
              <a:t> </a:t>
            </a:r>
            <a:r>
              <a:rPr sz="700" dirty="0">
                <a:solidFill>
                  <a:srgbClr val="5D5D5D"/>
                </a:solidFill>
                <a:latin typeface="Arial MT"/>
                <a:cs typeface="Arial MT"/>
              </a:rPr>
              <a:t>web</a:t>
            </a:r>
            <a:r>
              <a:rPr sz="700" spc="5" dirty="0">
                <a:solidFill>
                  <a:srgbClr val="5D5D5D"/>
                </a:solidFill>
                <a:latin typeface="Arial MT"/>
                <a:cs typeface="Arial MT"/>
              </a:rPr>
              <a:t> </a:t>
            </a:r>
            <a:r>
              <a:rPr sz="700" spc="-25" dirty="0">
                <a:solidFill>
                  <a:srgbClr val="939393"/>
                </a:solidFill>
                <a:latin typeface="Arial MT"/>
                <a:cs typeface="Arial MT"/>
              </a:rPr>
              <a:t>Sen</a:t>
            </a:r>
            <a:endParaRPr sz="700">
              <a:latin typeface="Arial MT"/>
              <a:cs typeface="Arial MT"/>
            </a:endParaRPr>
          </a:p>
        </p:txBody>
      </p:sp>
      <p:sp>
        <p:nvSpPr>
          <p:cNvPr id="7" name="object 7"/>
          <p:cNvSpPr txBox="1"/>
          <p:nvPr/>
        </p:nvSpPr>
        <p:spPr>
          <a:xfrm>
            <a:off x="2871441" y="5440969"/>
            <a:ext cx="1457325" cy="132715"/>
          </a:xfrm>
          <a:prstGeom prst="rect">
            <a:avLst/>
          </a:prstGeom>
        </p:spPr>
        <p:txBody>
          <a:bodyPr vert="horz" wrap="square" lIns="0" tIns="12700" rIns="0" bIns="0" rtlCol="0">
            <a:spAutoFit/>
          </a:bodyPr>
          <a:lstStyle/>
          <a:p>
            <a:pPr marL="12700">
              <a:lnSpc>
                <a:spcPct val="100000"/>
              </a:lnSpc>
              <a:spcBef>
                <a:spcPts val="100"/>
              </a:spcBef>
            </a:pPr>
            <a:r>
              <a:rPr sz="700" spc="-10" dirty="0">
                <a:solidFill>
                  <a:srgbClr val="8A8A8A"/>
                </a:solidFill>
                <a:latin typeface="Arial MT"/>
                <a:cs typeface="Arial MT"/>
              </a:rPr>
              <a:t>inc.</a:t>
            </a:r>
            <a:r>
              <a:rPr sz="700" spc="-5" dirty="0">
                <a:solidFill>
                  <a:srgbClr val="8A8A8A"/>
                </a:solidFill>
                <a:latin typeface="Arial MT"/>
                <a:cs typeface="Arial MT"/>
              </a:rPr>
              <a:t> </a:t>
            </a:r>
            <a:r>
              <a:rPr sz="700" dirty="0">
                <a:solidFill>
                  <a:srgbClr val="7B7B7B"/>
                </a:solidFill>
                <a:latin typeface="Arial MT"/>
                <a:cs typeface="Arial MT"/>
              </a:rPr>
              <a:t>or</a:t>
            </a:r>
            <a:r>
              <a:rPr sz="700" spc="15" dirty="0">
                <a:solidFill>
                  <a:srgbClr val="7B7B7B"/>
                </a:solidFill>
                <a:latin typeface="Arial MT"/>
                <a:cs typeface="Arial MT"/>
              </a:rPr>
              <a:t> </a:t>
            </a:r>
            <a:r>
              <a:rPr sz="700" spc="-20" dirty="0">
                <a:solidFill>
                  <a:srgbClr val="808080"/>
                </a:solidFill>
                <a:latin typeface="Arial MT"/>
                <a:cs typeface="Arial MT"/>
              </a:rPr>
              <a:t>fts</a:t>
            </a:r>
            <a:r>
              <a:rPr sz="700" spc="-85" dirty="0">
                <a:solidFill>
                  <a:srgbClr val="808080"/>
                </a:solidFill>
                <a:latin typeface="Arial MT"/>
                <a:cs typeface="Arial MT"/>
              </a:rPr>
              <a:t> </a:t>
            </a:r>
            <a:r>
              <a:rPr sz="700" spc="-10" dirty="0">
                <a:solidFill>
                  <a:srgbClr val="2B2B2B"/>
                </a:solidFill>
                <a:latin typeface="Arial MT"/>
                <a:cs typeface="Arial MT"/>
              </a:rPr>
              <a:t>aGiiares.</a:t>
            </a:r>
            <a:r>
              <a:rPr sz="700" spc="15" dirty="0">
                <a:solidFill>
                  <a:srgbClr val="2B2B2B"/>
                </a:solidFill>
                <a:latin typeface="Arial MT"/>
                <a:cs typeface="Arial MT"/>
              </a:rPr>
              <a:t> </a:t>
            </a:r>
            <a:r>
              <a:rPr sz="700" spc="-50" dirty="0">
                <a:solidFill>
                  <a:srgbClr val="9C9C9C"/>
                </a:solidFill>
                <a:latin typeface="Arial MT"/>
                <a:cs typeface="Arial MT"/>
              </a:rPr>
              <a:t>Ag </a:t>
            </a:r>
            <a:r>
              <a:rPr sz="700" spc="50" dirty="0">
                <a:solidFill>
                  <a:srgbClr val="6E6E6E"/>
                </a:solidFill>
                <a:latin typeface="Arial MT"/>
                <a:cs typeface="Arial MT"/>
              </a:rPr>
              <a:t>ngha</a:t>
            </a:r>
            <a:r>
              <a:rPr sz="700" spc="-40" dirty="0">
                <a:solidFill>
                  <a:srgbClr val="6E6E6E"/>
                </a:solidFill>
                <a:latin typeface="Arial MT"/>
                <a:cs typeface="Arial MT"/>
              </a:rPr>
              <a:t> </a:t>
            </a:r>
            <a:r>
              <a:rPr sz="700" spc="-25" dirty="0">
                <a:solidFill>
                  <a:srgbClr val="6E6E6E"/>
                </a:solidFill>
                <a:latin typeface="Arial MT"/>
                <a:cs typeface="Arial MT"/>
              </a:rPr>
              <a:t>resers'ed</a:t>
            </a:r>
            <a:endParaRPr sz="700">
              <a:latin typeface="Arial MT"/>
              <a:cs typeface="Arial MT"/>
            </a:endParaRPr>
          </a:p>
        </p:txBody>
      </p:sp>
      <p:sp>
        <p:nvSpPr>
          <p:cNvPr id="8" name="object 8"/>
          <p:cNvSpPr txBox="1"/>
          <p:nvPr/>
        </p:nvSpPr>
        <p:spPr>
          <a:xfrm>
            <a:off x="4767965" y="1425703"/>
            <a:ext cx="5628005" cy="2628900"/>
          </a:xfrm>
          <a:prstGeom prst="rect">
            <a:avLst/>
          </a:prstGeom>
        </p:spPr>
        <p:txBody>
          <a:bodyPr vert="horz" wrap="square" lIns="0" tIns="12700" rIns="0" bIns="0" rtlCol="0">
            <a:spAutoFit/>
          </a:bodyPr>
          <a:lstStyle/>
          <a:p>
            <a:pPr marL="24130">
              <a:lnSpc>
                <a:spcPts val="2090"/>
              </a:lnSpc>
              <a:spcBef>
                <a:spcPts val="100"/>
              </a:spcBef>
            </a:pPr>
            <a:r>
              <a:rPr sz="1750" spc="-120" dirty="0">
                <a:latin typeface="Arial MT"/>
                <a:cs typeface="Arial MT"/>
              </a:rPr>
              <a:t>When</a:t>
            </a:r>
            <a:r>
              <a:rPr sz="1750" spc="-5" dirty="0">
                <a:latin typeface="Arial MT"/>
                <a:cs typeface="Arial MT"/>
              </a:rPr>
              <a:t> </a:t>
            </a:r>
            <a:r>
              <a:rPr sz="1750" spc="-60" dirty="0">
                <a:solidFill>
                  <a:srgbClr val="111111"/>
                </a:solidFill>
                <a:latin typeface="Arial MT"/>
                <a:cs typeface="Arial MT"/>
              </a:rPr>
              <a:t>you</a:t>
            </a:r>
            <a:r>
              <a:rPr sz="1750" spc="-65" dirty="0">
                <a:solidFill>
                  <a:srgbClr val="111111"/>
                </a:solidFill>
                <a:latin typeface="Arial MT"/>
                <a:cs typeface="Arial MT"/>
              </a:rPr>
              <a:t> </a:t>
            </a:r>
            <a:r>
              <a:rPr sz="1750" spc="-90" dirty="0">
                <a:latin typeface="Arial MT"/>
                <a:cs typeface="Arial MT"/>
              </a:rPr>
              <a:t>create</a:t>
            </a:r>
            <a:r>
              <a:rPr sz="1750" spc="-30" dirty="0">
                <a:latin typeface="Arial MT"/>
                <a:cs typeface="Arial MT"/>
              </a:rPr>
              <a:t> </a:t>
            </a:r>
            <a:r>
              <a:rPr sz="1750" spc="-220" dirty="0">
                <a:solidFill>
                  <a:srgbClr val="131313"/>
                </a:solidFill>
                <a:latin typeface="Arial MT"/>
                <a:cs typeface="Arial MT"/>
              </a:rPr>
              <a:t>a</a:t>
            </a:r>
            <a:r>
              <a:rPr sz="1750" spc="40" dirty="0">
                <a:solidFill>
                  <a:srgbClr val="131313"/>
                </a:solidFill>
                <a:latin typeface="Arial MT"/>
                <a:cs typeface="Arial MT"/>
              </a:rPr>
              <a:t> </a:t>
            </a:r>
            <a:r>
              <a:rPr sz="1750" spc="-65" dirty="0">
                <a:solidFill>
                  <a:srgbClr val="111111"/>
                </a:solidFill>
                <a:latin typeface="Arial MT"/>
                <a:cs typeface="Arial MT"/>
              </a:rPr>
              <a:t>new</a:t>
            </a:r>
            <a:r>
              <a:rPr sz="1750" spc="-40" dirty="0">
                <a:solidFill>
                  <a:srgbClr val="111111"/>
                </a:solidFill>
                <a:latin typeface="Arial MT"/>
                <a:cs typeface="Arial MT"/>
              </a:rPr>
              <a:t> </a:t>
            </a:r>
            <a:r>
              <a:rPr sz="1750" spc="-185" dirty="0">
                <a:latin typeface="Arial MT"/>
                <a:cs typeface="Arial MT"/>
              </a:rPr>
              <a:t>AmazOn</a:t>
            </a:r>
            <a:r>
              <a:rPr sz="1750" spc="65" dirty="0">
                <a:latin typeface="Arial MT"/>
                <a:cs typeface="Arial MT"/>
              </a:rPr>
              <a:t> </a:t>
            </a:r>
            <a:r>
              <a:rPr sz="1750" spc="-215" dirty="0">
                <a:solidFill>
                  <a:srgbClr val="0C0C0C"/>
                </a:solidFill>
                <a:latin typeface="Arial MT"/>
                <a:cs typeface="Arial MT"/>
              </a:rPr>
              <a:t>VPC,</a:t>
            </a:r>
            <a:r>
              <a:rPr sz="1750" spc="-25" dirty="0">
                <a:solidFill>
                  <a:srgbClr val="0C0C0C"/>
                </a:solidFill>
                <a:latin typeface="Arial MT"/>
                <a:cs typeface="Arial MT"/>
              </a:rPr>
              <a:t> </a:t>
            </a:r>
            <a:r>
              <a:rPr sz="1750" spc="-50" dirty="0">
                <a:solidFill>
                  <a:srgbClr val="1F1F1F"/>
                </a:solidFill>
                <a:latin typeface="Arial MT"/>
                <a:cs typeface="Arial MT"/>
              </a:rPr>
              <a:t>you</a:t>
            </a:r>
            <a:r>
              <a:rPr sz="1750" spc="-25" dirty="0">
                <a:solidFill>
                  <a:srgbClr val="1F1F1F"/>
                </a:solidFill>
                <a:latin typeface="Arial MT"/>
                <a:cs typeface="Arial MT"/>
              </a:rPr>
              <a:t> </a:t>
            </a:r>
            <a:r>
              <a:rPr sz="1750" spc="-135" dirty="0">
                <a:latin typeface="Arial MT"/>
                <a:cs typeface="Arial MT"/>
              </a:rPr>
              <a:t>have</a:t>
            </a:r>
            <a:r>
              <a:rPr sz="1750" spc="20" dirty="0">
                <a:latin typeface="Arial MT"/>
                <a:cs typeface="Arial MT"/>
              </a:rPr>
              <a:t> </a:t>
            </a:r>
            <a:r>
              <a:rPr sz="1750" spc="-10" dirty="0">
                <a:solidFill>
                  <a:srgbClr val="0F0F0F"/>
                </a:solidFill>
                <a:latin typeface="Arial MT"/>
                <a:cs typeface="Arial MT"/>
              </a:rPr>
              <a:t>the</a:t>
            </a:r>
            <a:r>
              <a:rPr sz="1750" spc="-70" dirty="0">
                <a:solidFill>
                  <a:srgbClr val="0F0F0F"/>
                </a:solidFill>
                <a:latin typeface="Arial MT"/>
                <a:cs typeface="Arial MT"/>
              </a:rPr>
              <a:t> </a:t>
            </a:r>
            <a:r>
              <a:rPr sz="1750" spc="-20" dirty="0">
                <a:latin typeface="Arial MT"/>
                <a:cs typeface="Arial MT"/>
              </a:rPr>
              <a:t>option</a:t>
            </a:r>
            <a:r>
              <a:rPr sz="1750" spc="-55" dirty="0">
                <a:latin typeface="Arial MT"/>
                <a:cs typeface="Arial MT"/>
              </a:rPr>
              <a:t> </a:t>
            </a:r>
            <a:r>
              <a:rPr sz="1750" spc="-25" dirty="0">
                <a:latin typeface="Arial MT"/>
                <a:cs typeface="Arial MT"/>
              </a:rPr>
              <a:t>to</a:t>
            </a:r>
            <a:endParaRPr sz="1750">
              <a:latin typeface="Arial MT"/>
              <a:cs typeface="Arial MT"/>
            </a:endParaRPr>
          </a:p>
          <a:p>
            <a:pPr marL="17780">
              <a:lnSpc>
                <a:spcPts val="2210"/>
              </a:lnSpc>
            </a:pPr>
            <a:r>
              <a:rPr sz="1850" spc="-135" dirty="0">
                <a:latin typeface="Arial MT"/>
                <a:cs typeface="Arial MT"/>
              </a:rPr>
              <a:t>create</a:t>
            </a:r>
            <a:r>
              <a:rPr sz="1850" dirty="0">
                <a:latin typeface="Arial MT"/>
                <a:cs typeface="Arial MT"/>
              </a:rPr>
              <a:t> </a:t>
            </a:r>
            <a:r>
              <a:rPr sz="1850" spc="-114" dirty="0">
                <a:latin typeface="Arial MT"/>
                <a:cs typeface="Arial MT"/>
              </a:rPr>
              <a:t>one</a:t>
            </a:r>
            <a:r>
              <a:rPr sz="1850" spc="-130" dirty="0">
                <a:latin typeface="Arial MT"/>
                <a:cs typeface="Arial MT"/>
              </a:rPr>
              <a:t> </a:t>
            </a:r>
            <a:r>
              <a:rPr sz="1850" spc="-114" dirty="0">
                <a:latin typeface="Arial MT"/>
                <a:cs typeface="Arial MT"/>
              </a:rPr>
              <a:t>by</a:t>
            </a:r>
            <a:r>
              <a:rPr sz="1850" spc="-80" dirty="0">
                <a:latin typeface="Arial MT"/>
                <a:cs typeface="Arial MT"/>
              </a:rPr>
              <a:t> </a:t>
            </a:r>
            <a:r>
              <a:rPr sz="1850" spc="-125" dirty="0">
                <a:latin typeface="Arial MT"/>
                <a:cs typeface="Arial MT"/>
              </a:rPr>
              <a:t>using</a:t>
            </a:r>
            <a:r>
              <a:rPr sz="1850" spc="10" dirty="0">
                <a:latin typeface="Arial MT"/>
                <a:cs typeface="Arial MT"/>
              </a:rPr>
              <a:t> </a:t>
            </a:r>
            <a:r>
              <a:rPr sz="1850" spc="-270" dirty="0">
                <a:latin typeface="Arial MT"/>
                <a:cs typeface="Arial MT"/>
              </a:rPr>
              <a:t>a</a:t>
            </a:r>
            <a:r>
              <a:rPr sz="1850" spc="30" dirty="0">
                <a:latin typeface="Arial MT"/>
                <a:cs typeface="Arial MT"/>
              </a:rPr>
              <a:t> </a:t>
            </a:r>
            <a:r>
              <a:rPr sz="1850" spc="-90" dirty="0">
                <a:latin typeface="Arial MT"/>
                <a:cs typeface="Arial MT"/>
              </a:rPr>
              <a:t>template</a:t>
            </a:r>
            <a:r>
              <a:rPr sz="1850" spc="45" dirty="0">
                <a:latin typeface="Arial MT"/>
                <a:cs typeface="Arial MT"/>
              </a:rPr>
              <a:t> </a:t>
            </a:r>
            <a:r>
              <a:rPr sz="1850" spc="-95" dirty="0">
                <a:latin typeface="Arial MT"/>
                <a:cs typeface="Arial MT"/>
              </a:rPr>
              <a:t>or</a:t>
            </a:r>
            <a:r>
              <a:rPr sz="1850" spc="-5" dirty="0">
                <a:latin typeface="Arial MT"/>
                <a:cs typeface="Arial MT"/>
              </a:rPr>
              <a:t> </a:t>
            </a:r>
            <a:r>
              <a:rPr sz="1850" spc="-135" dirty="0">
                <a:latin typeface="Arial MT"/>
                <a:cs typeface="Arial MT"/>
              </a:rPr>
              <a:t>create</a:t>
            </a:r>
            <a:r>
              <a:rPr sz="1850" dirty="0">
                <a:latin typeface="Arial MT"/>
                <a:cs typeface="Arial MT"/>
              </a:rPr>
              <a:t> </a:t>
            </a:r>
            <a:r>
              <a:rPr sz="1850" spc="-145" dirty="0">
                <a:latin typeface="Arial MT"/>
                <a:cs typeface="Arial MT"/>
              </a:rPr>
              <a:t>one</a:t>
            </a:r>
            <a:r>
              <a:rPr sz="1850" spc="-5" dirty="0">
                <a:latin typeface="Arial MT"/>
                <a:cs typeface="Arial MT"/>
              </a:rPr>
              <a:t> </a:t>
            </a:r>
            <a:r>
              <a:rPr sz="1850" spc="-55" dirty="0">
                <a:latin typeface="Arial MT"/>
                <a:cs typeface="Arial MT"/>
              </a:rPr>
              <a:t>from</a:t>
            </a:r>
            <a:r>
              <a:rPr sz="1850" spc="-20" dirty="0">
                <a:latin typeface="Arial MT"/>
                <a:cs typeface="Arial MT"/>
              </a:rPr>
              <a:t> </a:t>
            </a:r>
            <a:r>
              <a:rPr sz="1850" spc="-10" dirty="0">
                <a:latin typeface="Arial MT"/>
                <a:cs typeface="Arial MT"/>
              </a:rPr>
              <a:t>scratch.</a:t>
            </a:r>
            <a:endParaRPr sz="1850">
              <a:latin typeface="Arial MT"/>
              <a:cs typeface="Arial MT"/>
            </a:endParaRPr>
          </a:p>
          <a:p>
            <a:pPr>
              <a:lnSpc>
                <a:spcPct val="100000"/>
              </a:lnSpc>
              <a:spcBef>
                <a:spcPts val="465"/>
              </a:spcBef>
            </a:pPr>
            <a:endParaRPr sz="1850">
              <a:latin typeface="Arial MT"/>
              <a:cs typeface="Arial MT"/>
            </a:endParaRPr>
          </a:p>
          <a:p>
            <a:pPr marL="12700" marR="370205" indent="11430">
              <a:lnSpc>
                <a:spcPct val="106600"/>
              </a:lnSpc>
            </a:pPr>
            <a:r>
              <a:rPr sz="1700" spc="-75" dirty="0">
                <a:latin typeface="Arial MT"/>
                <a:cs typeface="Arial MT"/>
              </a:rPr>
              <a:t>When</a:t>
            </a:r>
            <a:r>
              <a:rPr sz="1700" spc="-45" dirty="0">
                <a:latin typeface="Arial MT"/>
                <a:cs typeface="Arial MT"/>
              </a:rPr>
              <a:t> </a:t>
            </a:r>
            <a:r>
              <a:rPr sz="1700" spc="-20" dirty="0">
                <a:solidFill>
                  <a:srgbClr val="0F0F0F"/>
                </a:solidFill>
                <a:latin typeface="Arial MT"/>
                <a:cs typeface="Arial MT"/>
              </a:rPr>
              <a:t>you</a:t>
            </a:r>
            <a:r>
              <a:rPr sz="1700" spc="-100" dirty="0">
                <a:solidFill>
                  <a:srgbClr val="0F0F0F"/>
                </a:solidFill>
                <a:latin typeface="Arial MT"/>
                <a:cs typeface="Arial MT"/>
              </a:rPr>
              <a:t> </a:t>
            </a:r>
            <a:r>
              <a:rPr sz="1700" spc="-55" dirty="0">
                <a:latin typeface="Arial MT"/>
                <a:cs typeface="Arial MT"/>
              </a:rPr>
              <a:t>create</a:t>
            </a:r>
            <a:r>
              <a:rPr sz="1700" spc="-65" dirty="0">
                <a:latin typeface="Arial MT"/>
                <a:cs typeface="Arial MT"/>
              </a:rPr>
              <a:t> </a:t>
            </a:r>
            <a:r>
              <a:rPr sz="1700" spc="-30" dirty="0">
                <a:solidFill>
                  <a:srgbClr val="111111"/>
                </a:solidFill>
                <a:latin typeface="Arial MT"/>
                <a:cs typeface="Arial MT"/>
              </a:rPr>
              <a:t>one</a:t>
            </a:r>
            <a:r>
              <a:rPr sz="1700" spc="-60" dirty="0">
                <a:solidFill>
                  <a:srgbClr val="111111"/>
                </a:solidFill>
                <a:latin typeface="Arial MT"/>
                <a:cs typeface="Arial MT"/>
              </a:rPr>
              <a:t> </a:t>
            </a:r>
            <a:r>
              <a:rPr sz="1700" spc="-65" dirty="0">
                <a:solidFill>
                  <a:srgbClr val="0F0F0F"/>
                </a:solidFill>
                <a:latin typeface="Arial MT"/>
                <a:cs typeface="Arial MT"/>
              </a:rPr>
              <a:t>frOm</a:t>
            </a:r>
            <a:r>
              <a:rPr sz="1700" dirty="0">
                <a:solidFill>
                  <a:srgbClr val="0F0F0F"/>
                </a:solidFill>
                <a:latin typeface="Arial MT"/>
                <a:cs typeface="Arial MT"/>
              </a:rPr>
              <a:t> </a:t>
            </a:r>
            <a:r>
              <a:rPr sz="1700" spc="-75" dirty="0">
                <a:latin typeface="Arial MT"/>
                <a:cs typeface="Arial MT"/>
              </a:rPr>
              <a:t>scratch,</a:t>
            </a:r>
            <a:r>
              <a:rPr sz="1700" spc="-25" dirty="0">
                <a:latin typeface="Arial MT"/>
                <a:cs typeface="Arial MT"/>
              </a:rPr>
              <a:t> </a:t>
            </a:r>
            <a:r>
              <a:rPr sz="1700" spc="-30" dirty="0">
                <a:latin typeface="Arial MT"/>
                <a:cs typeface="Arial MT"/>
              </a:rPr>
              <a:t>automatically</a:t>
            </a:r>
            <a:r>
              <a:rPr sz="1700" spc="75" dirty="0">
                <a:latin typeface="Arial MT"/>
                <a:cs typeface="Arial MT"/>
              </a:rPr>
              <a:t> </a:t>
            </a:r>
            <a:r>
              <a:rPr sz="1700" dirty="0">
                <a:solidFill>
                  <a:srgbClr val="1F1F1F"/>
                </a:solidFill>
                <a:latin typeface="Arial MT"/>
                <a:cs typeface="Arial MT"/>
              </a:rPr>
              <a:t>it</a:t>
            </a:r>
            <a:r>
              <a:rPr sz="1700" spc="95" dirty="0">
                <a:solidFill>
                  <a:srgbClr val="1F1F1F"/>
                </a:solidFill>
                <a:latin typeface="Arial MT"/>
                <a:cs typeface="Arial MT"/>
              </a:rPr>
              <a:t> </a:t>
            </a:r>
            <a:r>
              <a:rPr sz="1700" spc="-20" dirty="0">
                <a:latin typeface="Arial MT"/>
                <a:cs typeface="Arial MT"/>
              </a:rPr>
              <a:t>will </a:t>
            </a:r>
            <a:r>
              <a:rPr sz="1700" spc="-65" dirty="0">
                <a:solidFill>
                  <a:srgbClr val="1A1A1A"/>
                </a:solidFill>
                <a:latin typeface="Arial MT"/>
                <a:cs typeface="Arial MT"/>
              </a:rPr>
              <a:t>create</a:t>
            </a:r>
            <a:r>
              <a:rPr sz="1700" spc="-55" dirty="0">
                <a:solidFill>
                  <a:srgbClr val="1A1A1A"/>
                </a:solidFill>
                <a:latin typeface="Arial MT"/>
                <a:cs typeface="Arial MT"/>
              </a:rPr>
              <a:t> </a:t>
            </a:r>
            <a:r>
              <a:rPr sz="1700" spc="-190" dirty="0">
                <a:latin typeface="Arial MT"/>
                <a:cs typeface="Arial MT"/>
              </a:rPr>
              <a:t>a</a:t>
            </a:r>
            <a:r>
              <a:rPr sz="1700" spc="60" dirty="0">
                <a:latin typeface="Arial MT"/>
                <a:cs typeface="Arial MT"/>
              </a:rPr>
              <a:t> </a:t>
            </a:r>
            <a:r>
              <a:rPr sz="1700" spc="-10" dirty="0">
                <a:latin typeface="Arial MT"/>
                <a:cs typeface="Arial MT"/>
              </a:rPr>
              <a:t>route</a:t>
            </a:r>
            <a:r>
              <a:rPr sz="1700" spc="-110" dirty="0">
                <a:latin typeface="Arial MT"/>
                <a:cs typeface="Arial MT"/>
              </a:rPr>
              <a:t> </a:t>
            </a:r>
            <a:r>
              <a:rPr sz="1700" spc="-25" dirty="0">
                <a:latin typeface="Arial MT"/>
                <a:cs typeface="Arial MT"/>
              </a:rPr>
              <a:t>table,</a:t>
            </a:r>
            <a:r>
              <a:rPr sz="1700" spc="-95" dirty="0">
                <a:latin typeface="Arial MT"/>
                <a:cs typeface="Arial MT"/>
              </a:rPr>
              <a:t> </a:t>
            </a:r>
            <a:r>
              <a:rPr sz="1700" spc="-190" dirty="0">
                <a:solidFill>
                  <a:srgbClr val="212121"/>
                </a:solidFill>
                <a:latin typeface="Arial MT"/>
                <a:cs typeface="Arial MT"/>
              </a:rPr>
              <a:t>a</a:t>
            </a:r>
            <a:r>
              <a:rPr sz="1700" spc="-15" dirty="0">
                <a:solidFill>
                  <a:srgbClr val="212121"/>
                </a:solidFill>
                <a:latin typeface="Arial MT"/>
                <a:cs typeface="Arial MT"/>
              </a:rPr>
              <a:t> </a:t>
            </a:r>
            <a:r>
              <a:rPr sz="1700" dirty="0">
                <a:latin typeface="Arial MT"/>
                <a:cs typeface="Arial MT"/>
              </a:rPr>
              <a:t>network</a:t>
            </a:r>
            <a:r>
              <a:rPr sz="1700" spc="-50" dirty="0">
                <a:latin typeface="Arial MT"/>
                <a:cs typeface="Arial MT"/>
              </a:rPr>
              <a:t> </a:t>
            </a:r>
            <a:r>
              <a:rPr sz="1700" spc="-180" dirty="0">
                <a:latin typeface="Arial MT"/>
                <a:cs typeface="Arial MT"/>
              </a:rPr>
              <a:t>ACL,</a:t>
            </a:r>
            <a:r>
              <a:rPr sz="1700" spc="5" dirty="0">
                <a:latin typeface="Arial MT"/>
                <a:cs typeface="Arial MT"/>
              </a:rPr>
              <a:t> </a:t>
            </a:r>
            <a:r>
              <a:rPr sz="1700" spc="-45" dirty="0">
                <a:solidFill>
                  <a:srgbClr val="0A0A0A"/>
                </a:solidFill>
                <a:latin typeface="Arial MT"/>
                <a:cs typeface="Arial MT"/>
              </a:rPr>
              <a:t>and </a:t>
            </a:r>
            <a:r>
              <a:rPr sz="1700" spc="-110" dirty="0">
                <a:solidFill>
                  <a:srgbClr val="1A1A1A"/>
                </a:solidFill>
                <a:latin typeface="Arial MT"/>
                <a:cs typeface="Arial MT"/>
              </a:rPr>
              <a:t>a</a:t>
            </a:r>
            <a:r>
              <a:rPr sz="1700" spc="-40" dirty="0">
                <a:solidFill>
                  <a:srgbClr val="1A1A1A"/>
                </a:solidFill>
                <a:latin typeface="Arial MT"/>
                <a:cs typeface="Arial MT"/>
              </a:rPr>
              <a:t> </a:t>
            </a:r>
            <a:r>
              <a:rPr sz="1700" spc="-40" dirty="0">
                <a:latin typeface="Arial MT"/>
                <a:cs typeface="Arial MT"/>
              </a:rPr>
              <a:t>security</a:t>
            </a:r>
            <a:r>
              <a:rPr sz="1700" spc="15" dirty="0">
                <a:latin typeface="Arial MT"/>
                <a:cs typeface="Arial MT"/>
              </a:rPr>
              <a:t> </a:t>
            </a:r>
            <a:r>
              <a:rPr sz="1700" spc="-10" dirty="0">
                <a:latin typeface="Arial MT"/>
                <a:cs typeface="Arial MT"/>
              </a:rPr>
              <a:t>group. </a:t>
            </a:r>
            <a:r>
              <a:rPr sz="1700" spc="-70" dirty="0">
                <a:solidFill>
                  <a:srgbClr val="0F0F0F"/>
                </a:solidFill>
                <a:latin typeface="Arial MT"/>
                <a:cs typeface="Arial MT"/>
              </a:rPr>
              <a:t>Then,</a:t>
            </a:r>
            <a:r>
              <a:rPr sz="1700" spc="-50" dirty="0">
                <a:solidFill>
                  <a:srgbClr val="0F0F0F"/>
                </a:solidFill>
                <a:latin typeface="Arial MT"/>
                <a:cs typeface="Arial MT"/>
              </a:rPr>
              <a:t> </a:t>
            </a:r>
            <a:r>
              <a:rPr sz="1700" spc="-20" dirty="0">
                <a:latin typeface="Arial MT"/>
                <a:cs typeface="Arial MT"/>
              </a:rPr>
              <a:t>you</a:t>
            </a:r>
            <a:r>
              <a:rPr sz="1700" spc="-65" dirty="0">
                <a:latin typeface="Arial MT"/>
                <a:cs typeface="Arial MT"/>
              </a:rPr>
              <a:t> </a:t>
            </a:r>
            <a:r>
              <a:rPr sz="1700" spc="-45" dirty="0">
                <a:latin typeface="Arial MT"/>
                <a:cs typeface="Arial MT"/>
              </a:rPr>
              <a:t>conñgure</a:t>
            </a:r>
            <a:r>
              <a:rPr sz="1700" spc="-10" dirty="0">
                <a:latin typeface="Arial MT"/>
                <a:cs typeface="Arial MT"/>
              </a:rPr>
              <a:t> </a:t>
            </a:r>
            <a:r>
              <a:rPr sz="1700" dirty="0">
                <a:latin typeface="Arial MT"/>
                <a:cs typeface="Arial MT"/>
              </a:rPr>
              <a:t>them</a:t>
            </a:r>
            <a:r>
              <a:rPr sz="1700" spc="-20" dirty="0">
                <a:latin typeface="Arial MT"/>
                <a:cs typeface="Arial MT"/>
              </a:rPr>
              <a:t> </a:t>
            </a:r>
            <a:r>
              <a:rPr sz="1700" spc="-60" dirty="0">
                <a:latin typeface="Arial MT"/>
                <a:cs typeface="Arial MT"/>
              </a:rPr>
              <a:t>according</a:t>
            </a:r>
            <a:r>
              <a:rPr sz="1700" spc="15" dirty="0">
                <a:latin typeface="Arial MT"/>
                <a:cs typeface="Arial MT"/>
              </a:rPr>
              <a:t> </a:t>
            </a:r>
            <a:r>
              <a:rPr sz="1700" dirty="0">
                <a:solidFill>
                  <a:srgbClr val="232323"/>
                </a:solidFill>
                <a:latin typeface="Arial MT"/>
                <a:cs typeface="Arial MT"/>
              </a:rPr>
              <a:t>to</a:t>
            </a:r>
            <a:r>
              <a:rPr sz="1700" spc="-65" dirty="0">
                <a:solidFill>
                  <a:srgbClr val="232323"/>
                </a:solidFill>
                <a:latin typeface="Arial MT"/>
                <a:cs typeface="Arial MT"/>
              </a:rPr>
              <a:t> </a:t>
            </a:r>
            <a:r>
              <a:rPr sz="1700" spc="-20" dirty="0">
                <a:latin typeface="Arial MT"/>
                <a:cs typeface="Arial MT"/>
              </a:rPr>
              <a:t>your </a:t>
            </a:r>
            <a:r>
              <a:rPr sz="1700" spc="-10" dirty="0">
                <a:latin typeface="Arial MT"/>
                <a:cs typeface="Arial MT"/>
              </a:rPr>
              <a:t>needs.</a:t>
            </a:r>
            <a:endParaRPr sz="1700">
              <a:latin typeface="Arial MT"/>
              <a:cs typeface="Arial MT"/>
            </a:endParaRPr>
          </a:p>
          <a:p>
            <a:pPr>
              <a:lnSpc>
                <a:spcPct val="100000"/>
              </a:lnSpc>
              <a:spcBef>
                <a:spcPts val="840"/>
              </a:spcBef>
            </a:pPr>
            <a:endParaRPr sz="1700">
              <a:latin typeface="Arial MT"/>
              <a:cs typeface="Arial MT"/>
            </a:endParaRPr>
          </a:p>
          <a:p>
            <a:pPr marL="14604" marR="163830" indent="5715">
              <a:lnSpc>
                <a:spcPts val="2180"/>
              </a:lnSpc>
            </a:pPr>
            <a:r>
              <a:rPr sz="1850" spc="-260" dirty="0">
                <a:solidFill>
                  <a:srgbClr val="282828"/>
                </a:solidFill>
                <a:latin typeface="Verdana"/>
                <a:cs typeface="Verdana"/>
              </a:rPr>
              <a:t>If</a:t>
            </a:r>
            <a:r>
              <a:rPr sz="1850" spc="-130" dirty="0">
                <a:solidFill>
                  <a:srgbClr val="282828"/>
                </a:solidFill>
                <a:latin typeface="Verdana"/>
                <a:cs typeface="Verdana"/>
              </a:rPr>
              <a:t> </a:t>
            </a:r>
            <a:r>
              <a:rPr sz="1850" spc="-254" dirty="0">
                <a:latin typeface="Verdana"/>
                <a:cs typeface="Verdana"/>
              </a:rPr>
              <a:t>you</a:t>
            </a:r>
            <a:r>
              <a:rPr sz="1850" spc="-275" dirty="0">
                <a:latin typeface="Verdana"/>
                <a:cs typeface="Verdana"/>
              </a:rPr>
              <a:t> </a:t>
            </a:r>
            <a:r>
              <a:rPr sz="1850" spc="-254" dirty="0">
                <a:latin typeface="Verdana"/>
                <a:cs typeface="Verdana"/>
              </a:rPr>
              <a:t>must</a:t>
            </a:r>
            <a:r>
              <a:rPr sz="1850" spc="-200" dirty="0">
                <a:latin typeface="Verdana"/>
                <a:cs typeface="Verdana"/>
              </a:rPr>
              <a:t> </a:t>
            </a:r>
            <a:r>
              <a:rPr sz="1850" spc="-215" dirty="0">
                <a:latin typeface="Verdana"/>
                <a:cs typeface="Verdana"/>
              </a:rPr>
              <a:t>delete</a:t>
            </a:r>
            <a:r>
              <a:rPr sz="1850" spc="-114" dirty="0">
                <a:latin typeface="Verdana"/>
                <a:cs typeface="Verdana"/>
              </a:rPr>
              <a:t> </a:t>
            </a:r>
            <a:r>
              <a:rPr sz="1850" spc="-270" dirty="0">
                <a:solidFill>
                  <a:srgbClr val="111111"/>
                </a:solidFill>
                <a:latin typeface="Verdana"/>
                <a:cs typeface="Verdana"/>
              </a:rPr>
              <a:t>a</a:t>
            </a:r>
            <a:r>
              <a:rPr sz="1850" spc="-145" dirty="0">
                <a:solidFill>
                  <a:srgbClr val="111111"/>
                </a:solidFill>
                <a:latin typeface="Verdana"/>
                <a:cs typeface="Verdana"/>
              </a:rPr>
              <a:t> </a:t>
            </a:r>
            <a:r>
              <a:rPr sz="1850" spc="-275" dirty="0">
                <a:latin typeface="Verdana"/>
                <a:cs typeface="Verdana"/>
              </a:rPr>
              <a:t>VPC,</a:t>
            </a:r>
            <a:r>
              <a:rPr sz="1850" spc="-204" dirty="0">
                <a:latin typeface="Verdana"/>
                <a:cs typeface="Verdana"/>
              </a:rPr>
              <a:t> </a:t>
            </a:r>
            <a:r>
              <a:rPr sz="1850" spc="-225" dirty="0">
                <a:solidFill>
                  <a:srgbClr val="0F0F0F"/>
                </a:solidFill>
                <a:latin typeface="Verdana"/>
                <a:cs typeface="Verdana"/>
              </a:rPr>
              <a:t>be</a:t>
            </a:r>
            <a:r>
              <a:rPr sz="1850" spc="-220" dirty="0">
                <a:solidFill>
                  <a:srgbClr val="0F0F0F"/>
                </a:solidFill>
                <a:latin typeface="Verdana"/>
                <a:cs typeface="Verdana"/>
              </a:rPr>
              <a:t> </a:t>
            </a:r>
            <a:r>
              <a:rPr sz="1850" spc="-270" dirty="0">
                <a:latin typeface="Verdana"/>
                <a:cs typeface="Verdana"/>
              </a:rPr>
              <a:t>sure</a:t>
            </a:r>
            <a:r>
              <a:rPr sz="1850" spc="-114" dirty="0">
                <a:latin typeface="Verdana"/>
                <a:cs typeface="Verdana"/>
              </a:rPr>
              <a:t> </a:t>
            </a:r>
            <a:r>
              <a:rPr sz="1850" spc="-175" dirty="0">
                <a:solidFill>
                  <a:srgbClr val="212121"/>
                </a:solidFill>
                <a:latin typeface="Verdana"/>
                <a:cs typeface="Verdana"/>
              </a:rPr>
              <a:t>to</a:t>
            </a:r>
            <a:r>
              <a:rPr sz="1850" spc="-204" dirty="0">
                <a:solidFill>
                  <a:srgbClr val="212121"/>
                </a:solidFill>
                <a:latin typeface="Verdana"/>
                <a:cs typeface="Verdana"/>
              </a:rPr>
              <a:t> </a:t>
            </a:r>
            <a:r>
              <a:rPr sz="1850" spc="-185" dirty="0">
                <a:latin typeface="Verdana"/>
                <a:cs typeface="Verdana"/>
              </a:rPr>
              <a:t>first</a:t>
            </a:r>
            <a:r>
              <a:rPr sz="1850" spc="-170" dirty="0">
                <a:latin typeface="Verdana"/>
                <a:cs typeface="Verdana"/>
              </a:rPr>
              <a:t> </a:t>
            </a:r>
            <a:r>
              <a:rPr sz="1850" spc="-245" dirty="0">
                <a:latin typeface="Verdana"/>
                <a:cs typeface="Verdana"/>
              </a:rPr>
              <a:t>terminate</a:t>
            </a:r>
            <a:r>
              <a:rPr sz="1850" spc="-50" dirty="0">
                <a:latin typeface="Verdana"/>
                <a:cs typeface="Verdana"/>
              </a:rPr>
              <a:t> </a:t>
            </a:r>
            <a:r>
              <a:rPr sz="1850" spc="-300" dirty="0">
                <a:latin typeface="Verdana"/>
                <a:cs typeface="Verdana"/>
              </a:rPr>
              <a:t>any</a:t>
            </a:r>
            <a:r>
              <a:rPr sz="1850" spc="-175" dirty="0">
                <a:latin typeface="Verdana"/>
                <a:cs typeface="Verdana"/>
              </a:rPr>
              <a:t> </a:t>
            </a:r>
            <a:r>
              <a:rPr sz="1850" spc="-310" dirty="0">
                <a:latin typeface="Verdana"/>
                <a:cs typeface="Verdana"/>
              </a:rPr>
              <a:t>EC2 </a:t>
            </a:r>
            <a:r>
              <a:rPr sz="1850" spc="-210" dirty="0">
                <a:latin typeface="Verdana"/>
                <a:cs typeface="Verdana"/>
              </a:rPr>
              <a:t>or</a:t>
            </a:r>
            <a:r>
              <a:rPr sz="1850" spc="-225" dirty="0">
                <a:latin typeface="Verdana"/>
                <a:cs typeface="Verdana"/>
              </a:rPr>
              <a:t> </a:t>
            </a:r>
            <a:r>
              <a:rPr sz="1850" spc="-335" dirty="0">
                <a:latin typeface="Verdana"/>
                <a:cs typeface="Verdana"/>
              </a:rPr>
              <a:t>RDS</a:t>
            </a:r>
            <a:r>
              <a:rPr sz="1850" spc="-135" dirty="0">
                <a:latin typeface="Verdana"/>
                <a:cs typeface="Verdana"/>
              </a:rPr>
              <a:t> </a:t>
            </a:r>
            <a:r>
              <a:rPr sz="1850" spc="-260" dirty="0">
                <a:latin typeface="Verdana"/>
                <a:cs typeface="Verdana"/>
              </a:rPr>
              <a:t>instances</a:t>
            </a:r>
            <a:r>
              <a:rPr sz="1850" spc="-50" dirty="0">
                <a:latin typeface="Verdana"/>
                <a:cs typeface="Verdana"/>
              </a:rPr>
              <a:t> </a:t>
            </a:r>
            <a:r>
              <a:rPr sz="1850" spc="-200" dirty="0">
                <a:latin typeface="Verdana"/>
                <a:cs typeface="Verdana"/>
              </a:rPr>
              <a:t>that</a:t>
            </a:r>
            <a:r>
              <a:rPr sz="1850" spc="-250" dirty="0">
                <a:latin typeface="Verdana"/>
                <a:cs typeface="Verdana"/>
              </a:rPr>
              <a:t> </a:t>
            </a:r>
            <a:r>
              <a:rPr sz="1850" spc="-229" dirty="0">
                <a:solidFill>
                  <a:srgbClr val="0F0F0F"/>
                </a:solidFill>
                <a:latin typeface="Verdana"/>
                <a:cs typeface="Verdana"/>
              </a:rPr>
              <a:t>you</a:t>
            </a:r>
            <a:r>
              <a:rPr sz="1850" spc="-265" dirty="0">
                <a:solidFill>
                  <a:srgbClr val="0F0F0F"/>
                </a:solidFill>
                <a:latin typeface="Verdana"/>
                <a:cs typeface="Verdana"/>
              </a:rPr>
              <a:t> </a:t>
            </a:r>
            <a:r>
              <a:rPr sz="1850" spc="-285" dirty="0">
                <a:latin typeface="Verdana"/>
                <a:cs typeface="Verdana"/>
              </a:rPr>
              <a:t>have</a:t>
            </a:r>
            <a:r>
              <a:rPr sz="1850" spc="-130" dirty="0">
                <a:latin typeface="Verdana"/>
                <a:cs typeface="Verdana"/>
              </a:rPr>
              <a:t> </a:t>
            </a:r>
            <a:r>
              <a:rPr sz="1850" spc="-254" dirty="0">
                <a:latin typeface="Verdana"/>
                <a:cs typeface="Verdana"/>
              </a:rPr>
              <a:t>provisioned</a:t>
            </a:r>
            <a:r>
              <a:rPr sz="1850" spc="40" dirty="0">
                <a:latin typeface="Verdana"/>
                <a:cs typeface="Verdana"/>
              </a:rPr>
              <a:t> </a:t>
            </a:r>
            <a:r>
              <a:rPr sz="1850" spc="-180" dirty="0">
                <a:solidFill>
                  <a:srgbClr val="111111"/>
                </a:solidFill>
                <a:latin typeface="Verdana"/>
                <a:cs typeface="Verdana"/>
              </a:rPr>
              <a:t>in</a:t>
            </a:r>
            <a:r>
              <a:rPr sz="1850" spc="-240" dirty="0">
                <a:solidFill>
                  <a:srgbClr val="111111"/>
                </a:solidFill>
                <a:latin typeface="Verdana"/>
                <a:cs typeface="Verdana"/>
              </a:rPr>
              <a:t> </a:t>
            </a:r>
            <a:r>
              <a:rPr sz="1850" spc="-215" dirty="0">
                <a:solidFill>
                  <a:srgbClr val="131313"/>
                </a:solidFill>
                <a:latin typeface="Verdana"/>
                <a:cs typeface="Verdana"/>
              </a:rPr>
              <a:t>the</a:t>
            </a:r>
            <a:r>
              <a:rPr sz="1850" spc="-120" dirty="0">
                <a:solidFill>
                  <a:srgbClr val="131313"/>
                </a:solidFill>
                <a:latin typeface="Verdana"/>
                <a:cs typeface="Verdana"/>
              </a:rPr>
              <a:t> </a:t>
            </a:r>
            <a:r>
              <a:rPr sz="1850" spc="-275" dirty="0">
                <a:latin typeface="Verdana"/>
                <a:cs typeface="Verdana"/>
              </a:rPr>
              <a:t>VPC.</a:t>
            </a:r>
            <a:endParaRPr sz="1850">
              <a:latin typeface="Verdana"/>
              <a:cs typeface="Verdana"/>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351914" y="1336791"/>
            <a:ext cx="3153112" cy="3915243"/>
          </a:xfrm>
          <a:prstGeom prst="rect">
            <a:avLst/>
          </a:prstGeom>
        </p:spPr>
      </p:pic>
      <p:sp>
        <p:nvSpPr>
          <p:cNvPr id="3" name="object 3"/>
          <p:cNvSpPr/>
          <p:nvPr/>
        </p:nvSpPr>
        <p:spPr>
          <a:xfrm>
            <a:off x="1351914" y="365125"/>
            <a:ext cx="9469120" cy="867410"/>
          </a:xfrm>
          <a:custGeom>
            <a:avLst/>
            <a:gdLst/>
            <a:ahLst/>
            <a:cxnLst/>
            <a:rect l="l" t="t" r="r" b="b"/>
            <a:pathLst>
              <a:path w="9469120" h="867410">
                <a:moveTo>
                  <a:pt x="9467850" y="866775"/>
                </a:moveTo>
                <a:lnTo>
                  <a:pt x="0" y="866775"/>
                </a:lnTo>
                <a:lnTo>
                  <a:pt x="0" y="0"/>
                </a:lnTo>
                <a:lnTo>
                  <a:pt x="9467850" y="0"/>
                </a:lnTo>
                <a:lnTo>
                  <a:pt x="9467850" y="866775"/>
                </a:lnTo>
                <a:close/>
              </a:path>
            </a:pathLst>
          </a:custGeom>
          <a:solidFill>
            <a:srgbClr val="B3EBE8"/>
          </a:solidFill>
        </p:spPr>
        <p:txBody>
          <a:bodyPr wrap="square" lIns="0" tIns="0" rIns="0" bIns="0" rtlCol="0"/>
          <a:lstStyle/>
          <a:p>
            <a:endParaRPr/>
          </a:p>
        </p:txBody>
      </p:sp>
      <p:sp>
        <p:nvSpPr>
          <p:cNvPr id="4" name="object 4"/>
          <p:cNvSpPr txBox="1"/>
          <p:nvPr/>
        </p:nvSpPr>
        <p:spPr>
          <a:xfrm>
            <a:off x="1762093" y="533421"/>
            <a:ext cx="6104890" cy="483234"/>
          </a:xfrm>
          <a:prstGeom prst="rect">
            <a:avLst/>
          </a:prstGeom>
        </p:spPr>
        <p:txBody>
          <a:bodyPr vert="horz" wrap="square" lIns="0" tIns="12700" rIns="0" bIns="0" rtlCol="0">
            <a:spAutoFit/>
          </a:bodyPr>
          <a:lstStyle/>
          <a:p>
            <a:pPr>
              <a:lnSpc>
                <a:spcPct val="100000"/>
              </a:lnSpc>
              <a:spcBef>
                <a:spcPts val="100"/>
              </a:spcBef>
            </a:pPr>
            <a:r>
              <a:rPr sz="3000" dirty="0">
                <a:solidFill>
                  <a:srgbClr val="368783"/>
                </a:solidFill>
                <a:latin typeface="Arial MT"/>
                <a:cs typeface="Arial MT"/>
              </a:rPr>
              <a:t>Amazon</a:t>
            </a:r>
            <a:r>
              <a:rPr sz="3000" spc="140" dirty="0">
                <a:solidFill>
                  <a:srgbClr val="368783"/>
                </a:solidFill>
                <a:latin typeface="Arial MT"/>
                <a:cs typeface="Arial MT"/>
              </a:rPr>
              <a:t> </a:t>
            </a:r>
            <a:r>
              <a:rPr sz="3000" spc="-315" dirty="0">
                <a:solidFill>
                  <a:srgbClr val="8EC3C6"/>
                </a:solidFill>
                <a:latin typeface="Arial MT"/>
                <a:cs typeface="Arial MT"/>
              </a:rPr>
              <a:t>Vî</a:t>
            </a:r>
            <a:r>
              <a:rPr sz="3000" spc="484" dirty="0">
                <a:solidFill>
                  <a:srgbClr val="8EC3C6"/>
                </a:solidFill>
                <a:latin typeface="Arial MT"/>
                <a:cs typeface="Arial MT"/>
              </a:rPr>
              <a:t> </a:t>
            </a:r>
            <a:r>
              <a:rPr sz="3000" spc="90" dirty="0">
                <a:solidFill>
                  <a:srgbClr val="448790"/>
                </a:solidFill>
                <a:latin typeface="Arial MT"/>
                <a:cs typeface="Arial MT"/>
              </a:rPr>
              <a:t>tual</a:t>
            </a:r>
            <a:r>
              <a:rPr sz="3000" spc="-100" dirty="0">
                <a:solidFill>
                  <a:srgbClr val="448790"/>
                </a:solidFill>
                <a:latin typeface="Arial MT"/>
                <a:cs typeface="Arial MT"/>
              </a:rPr>
              <a:t> </a:t>
            </a:r>
            <a:r>
              <a:rPr sz="3000" dirty="0">
                <a:solidFill>
                  <a:srgbClr val="EBEBEB"/>
                </a:solidFill>
                <a:latin typeface="Arial MT"/>
                <a:cs typeface="Arial MT"/>
              </a:rPr>
              <a:t>Private</a:t>
            </a:r>
            <a:r>
              <a:rPr sz="3000" spc="195" dirty="0">
                <a:solidFill>
                  <a:srgbClr val="EBEBEB"/>
                </a:solidFill>
                <a:latin typeface="Arial MT"/>
                <a:cs typeface="Arial MT"/>
              </a:rPr>
              <a:t> </a:t>
            </a:r>
            <a:r>
              <a:rPr sz="3000" dirty="0">
                <a:solidFill>
                  <a:srgbClr val="CAEDFF"/>
                </a:solidFill>
                <a:latin typeface="Arial MT"/>
                <a:cs typeface="Arial MT"/>
              </a:rPr>
              <a:t>Cloud</a:t>
            </a:r>
            <a:r>
              <a:rPr sz="3000" spc="130" dirty="0">
                <a:solidFill>
                  <a:srgbClr val="CAEDFF"/>
                </a:solidFill>
                <a:latin typeface="Arial MT"/>
                <a:cs typeface="Arial MT"/>
              </a:rPr>
              <a:t> </a:t>
            </a:r>
            <a:r>
              <a:rPr sz="3000" dirty="0">
                <a:solidFill>
                  <a:srgbClr val="BFFFFF"/>
                </a:solidFill>
                <a:latin typeface="Arial MT"/>
                <a:cs typeface="Arial MT"/>
              </a:rPr>
              <a:t>-</a:t>
            </a:r>
            <a:r>
              <a:rPr sz="3000" spc="85" dirty="0">
                <a:solidFill>
                  <a:srgbClr val="BFFFFF"/>
                </a:solidFill>
                <a:latin typeface="Arial MT"/>
                <a:cs typeface="Arial MT"/>
              </a:rPr>
              <a:t> </a:t>
            </a:r>
            <a:r>
              <a:rPr sz="3000" spc="-320" dirty="0">
                <a:solidFill>
                  <a:srgbClr val="4B878C"/>
                </a:solidFill>
                <a:latin typeface="Arial MT"/>
                <a:cs typeface="Arial MT"/>
              </a:rPr>
              <a:t>VPC</a:t>
            </a:r>
            <a:endParaRPr sz="3000">
              <a:latin typeface="Arial MT"/>
              <a:cs typeface="Arial MT"/>
            </a:endParaRPr>
          </a:p>
        </p:txBody>
      </p:sp>
      <p:sp>
        <p:nvSpPr>
          <p:cNvPr id="5" name="object 5" descr="$PPTXTitle"/>
          <p:cNvSpPr txBox="1">
            <a:spLocks noGrp="1"/>
          </p:cNvSpPr>
          <p:nvPr>
            <p:ph type="title"/>
          </p:nvPr>
        </p:nvSpPr>
        <p:spPr>
          <a:xfrm>
            <a:off x="9018775" y="390528"/>
            <a:ext cx="615315" cy="483234"/>
          </a:xfrm>
          <a:prstGeom prst="rect">
            <a:avLst/>
          </a:prstGeom>
        </p:spPr>
        <p:txBody>
          <a:bodyPr vert="horz" wrap="square" lIns="0" tIns="12700" rIns="0" bIns="0" rtlCol="0">
            <a:spAutoFit/>
          </a:bodyPr>
          <a:lstStyle/>
          <a:p>
            <a:pPr marL="25400">
              <a:lnSpc>
                <a:spcPct val="100000"/>
              </a:lnSpc>
              <a:spcBef>
                <a:spcPts val="100"/>
              </a:spcBef>
            </a:pPr>
            <a:r>
              <a:rPr sz="4500" spc="217" baseline="-21296" dirty="0">
                <a:solidFill>
                  <a:srgbClr val="ACD4DF"/>
                </a:solidFill>
                <a:latin typeface="Arial MT"/>
                <a:cs typeface="Arial MT"/>
              </a:rPr>
              <a:t>‘</a:t>
            </a:r>
            <a:r>
              <a:rPr sz="3750" spc="217" baseline="2222" dirty="0">
                <a:solidFill>
                  <a:srgbClr val="ACD4DF"/>
                </a:solidFill>
                <a:latin typeface="Arial MT"/>
                <a:cs typeface="Arial MT"/>
              </a:rPr>
              <a:t>w</a:t>
            </a:r>
            <a:r>
              <a:rPr sz="2000" spc="145" dirty="0">
                <a:solidFill>
                  <a:srgbClr val="ACD4DF"/>
                </a:solidFill>
                <a:latin typeface="Arial MT"/>
                <a:cs typeface="Arial MT"/>
              </a:rPr>
              <a:t>S</a:t>
            </a:r>
            <a:endParaRPr sz="2000">
              <a:latin typeface="Arial MT"/>
              <a:cs typeface="Arial MT"/>
            </a:endParaRPr>
          </a:p>
        </p:txBody>
      </p:sp>
      <p:sp>
        <p:nvSpPr>
          <p:cNvPr id="6" name="object 6"/>
          <p:cNvSpPr txBox="1"/>
          <p:nvPr/>
        </p:nvSpPr>
        <p:spPr>
          <a:xfrm>
            <a:off x="1657936" y="5367938"/>
            <a:ext cx="2669540" cy="140335"/>
          </a:xfrm>
          <a:prstGeom prst="rect">
            <a:avLst/>
          </a:prstGeom>
        </p:spPr>
        <p:txBody>
          <a:bodyPr vert="horz" wrap="square" lIns="0" tIns="12700" rIns="0" bIns="0" rtlCol="0">
            <a:spAutoFit/>
          </a:bodyPr>
          <a:lstStyle/>
          <a:p>
            <a:pPr marL="12700">
              <a:lnSpc>
                <a:spcPct val="100000"/>
              </a:lnSpc>
              <a:spcBef>
                <a:spcPts val="100"/>
              </a:spcBef>
            </a:pPr>
            <a:r>
              <a:rPr sz="750" spc="-65" dirty="0">
                <a:solidFill>
                  <a:srgbClr val="6B6B6B"/>
                </a:solidFill>
                <a:latin typeface="Arial MT"/>
                <a:cs typeface="Arial MT"/>
              </a:rPr>
              <a:t>@2UJ1</a:t>
            </a:r>
            <a:r>
              <a:rPr sz="750" spc="10" dirty="0">
                <a:solidFill>
                  <a:srgbClr val="6B6B6B"/>
                </a:solidFill>
                <a:latin typeface="Arial MT"/>
                <a:cs typeface="Arial MT"/>
              </a:rPr>
              <a:t> </a:t>
            </a:r>
            <a:r>
              <a:rPr sz="750" spc="-55" dirty="0">
                <a:solidFill>
                  <a:srgbClr val="626262"/>
                </a:solidFill>
                <a:latin typeface="Arial MT"/>
                <a:cs typeface="Arial MT"/>
              </a:rPr>
              <a:t>Amazon</a:t>
            </a:r>
            <a:r>
              <a:rPr sz="750" dirty="0">
                <a:solidFill>
                  <a:srgbClr val="626262"/>
                </a:solidFill>
                <a:latin typeface="Arial MT"/>
                <a:cs typeface="Arial MT"/>
              </a:rPr>
              <a:t> web</a:t>
            </a:r>
            <a:r>
              <a:rPr sz="750" spc="-20" dirty="0">
                <a:solidFill>
                  <a:srgbClr val="626262"/>
                </a:solidFill>
                <a:latin typeface="Arial MT"/>
                <a:cs typeface="Arial MT"/>
              </a:rPr>
              <a:t> </a:t>
            </a:r>
            <a:r>
              <a:rPr sz="750" spc="-25" dirty="0">
                <a:solidFill>
                  <a:srgbClr val="6E6E6E"/>
                </a:solidFill>
                <a:latin typeface="Arial MT"/>
                <a:cs typeface="Arial MT"/>
              </a:rPr>
              <a:t>tzr«tcea</a:t>
            </a:r>
            <a:r>
              <a:rPr sz="750" spc="-30" dirty="0">
                <a:solidFill>
                  <a:srgbClr val="6E6E6E"/>
                </a:solidFill>
                <a:latin typeface="Arial MT"/>
                <a:cs typeface="Arial MT"/>
              </a:rPr>
              <a:t> </a:t>
            </a:r>
            <a:r>
              <a:rPr sz="750" dirty="0">
                <a:solidFill>
                  <a:srgbClr val="838383"/>
                </a:solidFill>
                <a:latin typeface="Arial MT"/>
                <a:cs typeface="Arial MT"/>
              </a:rPr>
              <a:t>Inc</a:t>
            </a:r>
            <a:r>
              <a:rPr sz="750" spc="150" dirty="0">
                <a:solidFill>
                  <a:srgbClr val="838383"/>
                </a:solidFill>
                <a:latin typeface="Arial MT"/>
                <a:cs typeface="Arial MT"/>
              </a:rPr>
              <a:t> </a:t>
            </a:r>
            <a:r>
              <a:rPr sz="750" spc="-30" dirty="0">
                <a:solidFill>
                  <a:srgbClr val="7C7C7C"/>
                </a:solidFill>
                <a:latin typeface="Arial MT"/>
                <a:cs typeface="Arial MT"/>
              </a:rPr>
              <a:t>or</a:t>
            </a:r>
            <a:r>
              <a:rPr sz="750" spc="-20" dirty="0">
                <a:solidFill>
                  <a:srgbClr val="7C7C7C"/>
                </a:solidFill>
                <a:latin typeface="Arial MT"/>
                <a:cs typeface="Arial MT"/>
              </a:rPr>
              <a:t> </a:t>
            </a:r>
            <a:r>
              <a:rPr sz="750" dirty="0">
                <a:solidFill>
                  <a:srgbClr val="5B5B5B"/>
                </a:solidFill>
                <a:latin typeface="Arial MT"/>
                <a:cs typeface="Arial MT"/>
              </a:rPr>
              <a:t>is</a:t>
            </a:r>
            <a:r>
              <a:rPr sz="750" spc="140" dirty="0">
                <a:solidFill>
                  <a:srgbClr val="5B5B5B"/>
                </a:solidFill>
                <a:latin typeface="Arial MT"/>
                <a:cs typeface="Arial MT"/>
              </a:rPr>
              <a:t> </a:t>
            </a:r>
            <a:r>
              <a:rPr sz="750" spc="-25" dirty="0">
                <a:solidFill>
                  <a:srgbClr val="4F4F4F"/>
                </a:solidFill>
                <a:latin typeface="Arial MT"/>
                <a:cs typeface="Arial MT"/>
              </a:rPr>
              <a:t>affiliates.</a:t>
            </a:r>
            <a:r>
              <a:rPr sz="750" spc="20" dirty="0">
                <a:solidFill>
                  <a:srgbClr val="4F4F4F"/>
                </a:solidFill>
                <a:latin typeface="Arial MT"/>
                <a:cs typeface="Arial MT"/>
              </a:rPr>
              <a:t> </a:t>
            </a:r>
            <a:r>
              <a:rPr sz="750" spc="-160" dirty="0">
                <a:solidFill>
                  <a:srgbClr val="878787"/>
                </a:solidFill>
                <a:latin typeface="Arial MT"/>
                <a:cs typeface="Arial MT"/>
              </a:rPr>
              <a:t>AIT</a:t>
            </a:r>
            <a:r>
              <a:rPr sz="750" spc="-20" dirty="0">
                <a:solidFill>
                  <a:srgbClr val="878787"/>
                </a:solidFill>
                <a:latin typeface="Arial MT"/>
                <a:cs typeface="Arial MT"/>
              </a:rPr>
              <a:t> </a:t>
            </a:r>
            <a:r>
              <a:rPr sz="750" spc="-10" dirty="0">
                <a:solidFill>
                  <a:srgbClr val="676767"/>
                </a:solidFill>
                <a:latin typeface="Arial MT"/>
                <a:cs typeface="Arial MT"/>
              </a:rPr>
              <a:t>nghts</a:t>
            </a:r>
            <a:r>
              <a:rPr sz="750" spc="-30" dirty="0">
                <a:solidFill>
                  <a:srgbClr val="676767"/>
                </a:solidFill>
                <a:latin typeface="Arial MT"/>
                <a:cs typeface="Arial MT"/>
              </a:rPr>
              <a:t> </a:t>
            </a:r>
            <a:r>
              <a:rPr sz="750" spc="-10" dirty="0">
                <a:solidFill>
                  <a:srgbClr val="7C7C7C"/>
                </a:solidFill>
                <a:latin typeface="Arial MT"/>
                <a:cs typeface="Arial MT"/>
              </a:rPr>
              <a:t>reserved</a:t>
            </a:r>
            <a:endParaRPr sz="750">
              <a:latin typeface="Arial MT"/>
              <a:cs typeface="Arial MT"/>
            </a:endParaRPr>
          </a:p>
        </p:txBody>
      </p:sp>
      <p:sp>
        <p:nvSpPr>
          <p:cNvPr id="7" name="object 7"/>
          <p:cNvSpPr txBox="1"/>
          <p:nvPr/>
        </p:nvSpPr>
        <p:spPr>
          <a:xfrm>
            <a:off x="4762618" y="1336792"/>
            <a:ext cx="5605780" cy="3467735"/>
          </a:xfrm>
          <a:prstGeom prst="rect">
            <a:avLst/>
          </a:prstGeom>
        </p:spPr>
        <p:txBody>
          <a:bodyPr vert="horz" wrap="square" lIns="0" tIns="29845" rIns="0" bIns="0" rtlCol="0">
            <a:spAutoFit/>
          </a:bodyPr>
          <a:lstStyle/>
          <a:p>
            <a:pPr marL="12700" marR="165735" indent="15240">
              <a:lnSpc>
                <a:spcPct val="93800"/>
              </a:lnSpc>
              <a:spcBef>
                <a:spcPts val="235"/>
              </a:spcBef>
            </a:pPr>
            <a:r>
              <a:rPr sz="1850" spc="-170" dirty="0">
                <a:solidFill>
                  <a:srgbClr val="1A1A1A"/>
                </a:solidFill>
                <a:latin typeface="Arial MT"/>
                <a:cs typeface="Arial MT"/>
              </a:rPr>
              <a:t>An</a:t>
            </a:r>
            <a:r>
              <a:rPr sz="1850" spc="-55" dirty="0">
                <a:solidFill>
                  <a:srgbClr val="1A1A1A"/>
                </a:solidFill>
                <a:latin typeface="Arial MT"/>
                <a:cs typeface="Arial MT"/>
              </a:rPr>
              <a:t> </a:t>
            </a:r>
            <a:r>
              <a:rPr sz="1850" spc="-170" dirty="0">
                <a:latin typeface="Arial MT"/>
                <a:cs typeface="Arial MT"/>
              </a:rPr>
              <a:t>Amazon</a:t>
            </a:r>
            <a:r>
              <a:rPr sz="1850" spc="15" dirty="0">
                <a:latin typeface="Arial MT"/>
                <a:cs typeface="Arial MT"/>
              </a:rPr>
              <a:t> </a:t>
            </a:r>
            <a:r>
              <a:rPr sz="1850" spc="-310" dirty="0">
                <a:latin typeface="Arial MT"/>
                <a:cs typeface="Arial MT"/>
              </a:rPr>
              <a:t>VPC</a:t>
            </a:r>
            <a:r>
              <a:rPr sz="1850" spc="-40" dirty="0">
                <a:latin typeface="Arial MT"/>
                <a:cs typeface="Arial MT"/>
              </a:rPr>
              <a:t> </a:t>
            </a:r>
            <a:r>
              <a:rPr sz="1850" spc="-105" dirty="0">
                <a:latin typeface="Arial MT"/>
                <a:cs typeface="Arial MT"/>
              </a:rPr>
              <a:t>doesn‘t</a:t>
            </a:r>
            <a:r>
              <a:rPr sz="1850" spc="15" dirty="0">
                <a:latin typeface="Arial MT"/>
                <a:cs typeface="Arial MT"/>
              </a:rPr>
              <a:t> </a:t>
            </a:r>
            <a:r>
              <a:rPr sz="1850" spc="-125" dirty="0">
                <a:latin typeface="Arial MT"/>
                <a:cs typeface="Arial MT"/>
              </a:rPr>
              <a:t>cost</a:t>
            </a:r>
            <a:r>
              <a:rPr sz="1850" spc="-5" dirty="0">
                <a:latin typeface="Arial MT"/>
                <a:cs typeface="Arial MT"/>
              </a:rPr>
              <a:t> </a:t>
            </a:r>
            <a:r>
              <a:rPr sz="1850" spc="-125" dirty="0">
                <a:latin typeface="Arial MT"/>
                <a:cs typeface="Arial MT"/>
              </a:rPr>
              <a:t>you</a:t>
            </a:r>
            <a:r>
              <a:rPr sz="1850" spc="-25" dirty="0">
                <a:latin typeface="Arial MT"/>
                <a:cs typeface="Arial MT"/>
              </a:rPr>
              <a:t> </a:t>
            </a:r>
            <a:r>
              <a:rPr sz="1850" spc="-90" dirty="0">
                <a:solidFill>
                  <a:srgbClr val="181818"/>
                </a:solidFill>
                <a:latin typeface="Arial MT"/>
                <a:cs typeface="Arial MT"/>
              </a:rPr>
              <a:t>anything</a:t>
            </a:r>
            <a:r>
              <a:rPr sz="1850" spc="25" dirty="0">
                <a:solidFill>
                  <a:srgbClr val="181818"/>
                </a:solidFill>
                <a:latin typeface="Arial MT"/>
                <a:cs typeface="Arial MT"/>
              </a:rPr>
              <a:t> </a:t>
            </a:r>
            <a:r>
              <a:rPr sz="1850" spc="-65" dirty="0">
                <a:latin typeface="Arial MT"/>
                <a:cs typeface="Arial MT"/>
              </a:rPr>
              <a:t>at</a:t>
            </a:r>
            <a:r>
              <a:rPr sz="1850" spc="-25" dirty="0">
                <a:latin typeface="Arial MT"/>
                <a:cs typeface="Arial MT"/>
              </a:rPr>
              <a:t> </a:t>
            </a:r>
            <a:r>
              <a:rPr sz="1850" spc="-270" dirty="0">
                <a:latin typeface="Arial MT"/>
                <a:cs typeface="Arial MT"/>
              </a:rPr>
              <a:t>a</a:t>
            </a:r>
            <a:r>
              <a:rPr sz="1850" spc="30" dirty="0">
                <a:latin typeface="Arial MT"/>
                <a:cs typeface="Arial MT"/>
              </a:rPr>
              <a:t> </a:t>
            </a:r>
            <a:r>
              <a:rPr sz="1850" spc="-170" dirty="0">
                <a:latin typeface="Arial MT"/>
                <a:cs typeface="Arial MT"/>
              </a:rPr>
              <a:t>basic</a:t>
            </a:r>
            <a:r>
              <a:rPr sz="1850" spc="-30" dirty="0">
                <a:latin typeface="Arial MT"/>
                <a:cs typeface="Arial MT"/>
              </a:rPr>
              <a:t> </a:t>
            </a:r>
            <a:r>
              <a:rPr sz="1850" spc="-10" dirty="0">
                <a:latin typeface="Arial MT"/>
                <a:cs typeface="Arial MT"/>
              </a:rPr>
              <a:t>level. </a:t>
            </a:r>
            <a:r>
              <a:rPr sz="1850" spc="-60" dirty="0">
                <a:latin typeface="Arial MT"/>
                <a:cs typeface="Arial MT"/>
              </a:rPr>
              <a:t>In</a:t>
            </a:r>
            <a:r>
              <a:rPr sz="1850" spc="10" dirty="0">
                <a:latin typeface="Arial MT"/>
                <a:cs typeface="Arial MT"/>
              </a:rPr>
              <a:t> </a:t>
            </a:r>
            <a:r>
              <a:rPr sz="1850" spc="-90" dirty="0">
                <a:latin typeface="Arial MT"/>
                <a:cs typeface="Arial MT"/>
              </a:rPr>
              <a:t>fact,</a:t>
            </a:r>
            <a:r>
              <a:rPr sz="1850" spc="-70" dirty="0">
                <a:latin typeface="Arial MT"/>
                <a:cs typeface="Arial MT"/>
              </a:rPr>
              <a:t> </a:t>
            </a:r>
            <a:r>
              <a:rPr sz="1850" spc="-135" dirty="0">
                <a:latin typeface="Arial MT"/>
                <a:cs typeface="Arial MT"/>
              </a:rPr>
              <a:t>when</a:t>
            </a:r>
            <a:r>
              <a:rPr sz="1850" spc="-30" dirty="0">
                <a:latin typeface="Arial MT"/>
                <a:cs typeface="Arial MT"/>
              </a:rPr>
              <a:t> </a:t>
            </a:r>
            <a:r>
              <a:rPr sz="1850" spc="-130" dirty="0">
                <a:latin typeface="Arial MT"/>
                <a:cs typeface="Arial MT"/>
              </a:rPr>
              <a:t>you</a:t>
            </a:r>
            <a:r>
              <a:rPr sz="1850" dirty="0">
                <a:latin typeface="Arial MT"/>
                <a:cs typeface="Arial MT"/>
              </a:rPr>
              <a:t> </a:t>
            </a:r>
            <a:r>
              <a:rPr sz="1850" spc="-160" dirty="0">
                <a:solidFill>
                  <a:srgbClr val="151515"/>
                </a:solidFill>
                <a:latin typeface="Arial MT"/>
                <a:cs typeface="Arial MT"/>
              </a:rPr>
              <a:t>set</a:t>
            </a:r>
            <a:r>
              <a:rPr sz="1850" spc="45" dirty="0">
                <a:solidFill>
                  <a:srgbClr val="151515"/>
                </a:solidFill>
                <a:latin typeface="Arial MT"/>
                <a:cs typeface="Arial MT"/>
              </a:rPr>
              <a:t> </a:t>
            </a:r>
            <a:r>
              <a:rPr sz="1850" spc="-105" dirty="0">
                <a:solidFill>
                  <a:srgbClr val="0A0A0A"/>
                </a:solidFill>
                <a:latin typeface="Arial MT"/>
                <a:cs typeface="Arial MT"/>
              </a:rPr>
              <a:t>up</a:t>
            </a:r>
            <a:r>
              <a:rPr sz="1850" spc="-10" dirty="0">
                <a:solidFill>
                  <a:srgbClr val="0A0A0A"/>
                </a:solidFill>
                <a:latin typeface="Arial MT"/>
                <a:cs typeface="Arial MT"/>
              </a:rPr>
              <a:t> </a:t>
            </a:r>
            <a:r>
              <a:rPr sz="1850" spc="-229" dirty="0">
                <a:solidFill>
                  <a:srgbClr val="0F0F0F"/>
                </a:solidFill>
                <a:latin typeface="Arial MT"/>
                <a:cs typeface="Arial MT"/>
              </a:rPr>
              <a:t>yOur</a:t>
            </a:r>
            <a:r>
              <a:rPr sz="1850" spc="50" dirty="0">
                <a:solidFill>
                  <a:srgbClr val="0F0F0F"/>
                </a:solidFill>
                <a:latin typeface="Arial MT"/>
                <a:cs typeface="Arial MT"/>
              </a:rPr>
              <a:t> </a:t>
            </a:r>
            <a:r>
              <a:rPr sz="1850" spc="-330" dirty="0">
                <a:latin typeface="Arial MT"/>
                <a:cs typeface="Arial MT"/>
              </a:rPr>
              <a:t>AWS</a:t>
            </a:r>
            <a:r>
              <a:rPr sz="1850" spc="55" dirty="0">
                <a:latin typeface="Arial MT"/>
                <a:cs typeface="Arial MT"/>
              </a:rPr>
              <a:t> </a:t>
            </a:r>
            <a:r>
              <a:rPr sz="1850" spc="-145" dirty="0">
                <a:latin typeface="Arial MT"/>
                <a:cs typeface="Arial MT"/>
              </a:rPr>
              <a:t>account,</a:t>
            </a:r>
            <a:r>
              <a:rPr sz="1850" spc="-25" dirty="0">
                <a:latin typeface="Arial MT"/>
                <a:cs typeface="Arial MT"/>
              </a:rPr>
              <a:t> </a:t>
            </a:r>
            <a:r>
              <a:rPr sz="1850" spc="-125" dirty="0">
                <a:latin typeface="Arial MT"/>
                <a:cs typeface="Arial MT"/>
              </a:rPr>
              <a:t>you</a:t>
            </a:r>
            <a:r>
              <a:rPr sz="1850" spc="-10" dirty="0">
                <a:latin typeface="Arial MT"/>
                <a:cs typeface="Arial MT"/>
              </a:rPr>
              <a:t> </a:t>
            </a:r>
            <a:r>
              <a:rPr sz="1850" spc="-155" dirty="0">
                <a:solidFill>
                  <a:srgbClr val="0E0E0E"/>
                </a:solidFill>
                <a:latin typeface="Arial MT"/>
                <a:cs typeface="Arial MT"/>
              </a:rPr>
              <a:t>are</a:t>
            </a:r>
            <a:r>
              <a:rPr sz="1850" spc="-35" dirty="0">
                <a:solidFill>
                  <a:srgbClr val="0E0E0E"/>
                </a:solidFill>
                <a:latin typeface="Arial MT"/>
                <a:cs typeface="Arial MT"/>
              </a:rPr>
              <a:t> </a:t>
            </a:r>
            <a:r>
              <a:rPr sz="1850" spc="-125" dirty="0">
                <a:latin typeface="Arial MT"/>
                <a:cs typeface="Arial MT"/>
              </a:rPr>
              <a:t>given</a:t>
            </a:r>
            <a:r>
              <a:rPr sz="1850" dirty="0">
                <a:latin typeface="Arial MT"/>
                <a:cs typeface="Arial MT"/>
              </a:rPr>
              <a:t> </a:t>
            </a:r>
            <a:r>
              <a:rPr sz="1850" spc="-320" dirty="0">
                <a:solidFill>
                  <a:srgbClr val="181818"/>
                </a:solidFill>
                <a:latin typeface="Arial MT"/>
                <a:cs typeface="Arial MT"/>
              </a:rPr>
              <a:t>a</a:t>
            </a:r>
            <a:r>
              <a:rPr sz="1850" spc="-50" dirty="0">
                <a:solidFill>
                  <a:srgbClr val="181818"/>
                </a:solidFill>
                <a:latin typeface="Arial MT"/>
                <a:cs typeface="Arial MT"/>
              </a:rPr>
              <a:t> </a:t>
            </a:r>
            <a:r>
              <a:rPr sz="1850" spc="-50" dirty="0">
                <a:latin typeface="Arial MT"/>
                <a:cs typeface="Arial MT"/>
              </a:rPr>
              <a:t>default</a:t>
            </a:r>
            <a:r>
              <a:rPr sz="1850" spc="-35" dirty="0">
                <a:latin typeface="Arial MT"/>
                <a:cs typeface="Arial MT"/>
              </a:rPr>
              <a:t> </a:t>
            </a:r>
            <a:r>
              <a:rPr sz="1850" spc="-275" dirty="0">
                <a:latin typeface="Arial MT"/>
                <a:cs typeface="Arial MT"/>
              </a:rPr>
              <a:t>VPC.</a:t>
            </a:r>
            <a:r>
              <a:rPr sz="1850" spc="-35" dirty="0">
                <a:latin typeface="Arial MT"/>
                <a:cs typeface="Arial MT"/>
              </a:rPr>
              <a:t> </a:t>
            </a:r>
            <a:r>
              <a:rPr sz="1850" spc="-300" dirty="0">
                <a:solidFill>
                  <a:srgbClr val="4D4D4D"/>
                </a:solidFill>
                <a:latin typeface="Arial MT"/>
                <a:cs typeface="Arial MT"/>
              </a:rPr>
              <a:t>A</a:t>
            </a:r>
            <a:r>
              <a:rPr sz="1850" spc="-50" dirty="0">
                <a:solidFill>
                  <a:srgbClr val="4D4D4D"/>
                </a:solidFill>
                <a:latin typeface="Arial MT"/>
                <a:cs typeface="Arial MT"/>
              </a:rPr>
              <a:t> </a:t>
            </a:r>
            <a:r>
              <a:rPr sz="1850" spc="-310" dirty="0">
                <a:latin typeface="Arial MT"/>
                <a:cs typeface="Arial MT"/>
              </a:rPr>
              <a:t>VPC</a:t>
            </a:r>
            <a:r>
              <a:rPr sz="1850" spc="15" dirty="0">
                <a:latin typeface="Arial MT"/>
                <a:cs typeface="Arial MT"/>
              </a:rPr>
              <a:t> </a:t>
            </a:r>
            <a:r>
              <a:rPr sz="1850" spc="-145" dirty="0">
                <a:latin typeface="Arial MT"/>
                <a:cs typeface="Arial MT"/>
              </a:rPr>
              <a:t>consists</a:t>
            </a:r>
            <a:r>
              <a:rPr sz="1850" spc="20" dirty="0">
                <a:latin typeface="Arial MT"/>
                <a:cs typeface="Arial MT"/>
              </a:rPr>
              <a:t> </a:t>
            </a:r>
            <a:r>
              <a:rPr sz="1850" spc="-50" dirty="0">
                <a:solidFill>
                  <a:srgbClr val="282828"/>
                </a:solidFill>
                <a:latin typeface="Arial MT"/>
                <a:cs typeface="Arial MT"/>
              </a:rPr>
              <a:t>of</a:t>
            </a:r>
            <a:r>
              <a:rPr sz="1850" spc="-40" dirty="0">
                <a:solidFill>
                  <a:srgbClr val="282828"/>
                </a:solidFill>
                <a:latin typeface="Arial MT"/>
                <a:cs typeface="Arial MT"/>
              </a:rPr>
              <a:t> </a:t>
            </a:r>
            <a:r>
              <a:rPr sz="1850" spc="-150" dirty="0">
                <a:solidFill>
                  <a:srgbClr val="0F0F0F"/>
                </a:solidFill>
                <a:latin typeface="Arial MT"/>
                <a:cs typeface="Arial MT"/>
              </a:rPr>
              <a:t>many</a:t>
            </a:r>
            <a:r>
              <a:rPr sz="1850" spc="20" dirty="0">
                <a:solidFill>
                  <a:srgbClr val="0F0F0F"/>
                </a:solidFill>
                <a:latin typeface="Arial MT"/>
                <a:cs typeface="Arial MT"/>
              </a:rPr>
              <a:t> </a:t>
            </a:r>
            <a:r>
              <a:rPr sz="1850" spc="-120" dirty="0">
                <a:latin typeface="Arial MT"/>
                <a:cs typeface="Arial MT"/>
              </a:rPr>
              <a:t>components</a:t>
            </a:r>
            <a:r>
              <a:rPr sz="1850" dirty="0">
                <a:latin typeface="Arial MT"/>
                <a:cs typeface="Arial MT"/>
              </a:rPr>
              <a:t> </a:t>
            </a:r>
            <a:r>
              <a:rPr sz="1850" dirty="0">
                <a:solidFill>
                  <a:srgbClr val="181818"/>
                </a:solidFill>
                <a:latin typeface="Arial MT"/>
                <a:cs typeface="Arial MT"/>
              </a:rPr>
              <a:t>that</a:t>
            </a:r>
            <a:r>
              <a:rPr sz="1850" spc="-90" dirty="0">
                <a:solidFill>
                  <a:srgbClr val="181818"/>
                </a:solidFill>
                <a:latin typeface="Arial MT"/>
                <a:cs typeface="Arial MT"/>
              </a:rPr>
              <a:t> </a:t>
            </a:r>
            <a:r>
              <a:rPr sz="1850" spc="-330" dirty="0">
                <a:solidFill>
                  <a:srgbClr val="0F0F0F"/>
                </a:solidFill>
                <a:latin typeface="Arial MT"/>
                <a:cs typeface="Arial MT"/>
              </a:rPr>
              <a:t>dO</a:t>
            </a:r>
            <a:r>
              <a:rPr sz="1850" spc="-30" dirty="0">
                <a:solidFill>
                  <a:srgbClr val="0F0F0F"/>
                </a:solidFill>
                <a:latin typeface="Arial MT"/>
                <a:cs typeface="Arial MT"/>
              </a:rPr>
              <a:t> </a:t>
            </a:r>
            <a:r>
              <a:rPr sz="1850" spc="-30" dirty="0">
                <a:latin typeface="Arial MT"/>
                <a:cs typeface="Arial MT"/>
              </a:rPr>
              <a:t>not</a:t>
            </a:r>
            <a:r>
              <a:rPr sz="1850" spc="-100" dirty="0">
                <a:latin typeface="Arial MT"/>
                <a:cs typeface="Arial MT"/>
              </a:rPr>
              <a:t> </a:t>
            </a:r>
            <a:r>
              <a:rPr sz="1850" spc="-125" dirty="0">
                <a:latin typeface="Arial MT"/>
                <a:cs typeface="Arial MT"/>
              </a:rPr>
              <a:t>cost</a:t>
            </a:r>
            <a:r>
              <a:rPr sz="1850" spc="70" dirty="0">
                <a:latin typeface="Arial MT"/>
                <a:cs typeface="Arial MT"/>
              </a:rPr>
              <a:t> </a:t>
            </a:r>
            <a:r>
              <a:rPr sz="1850" spc="-125" dirty="0">
                <a:latin typeface="Arial MT"/>
                <a:cs typeface="Arial MT"/>
              </a:rPr>
              <a:t>you</a:t>
            </a:r>
            <a:r>
              <a:rPr sz="1850" spc="-20" dirty="0">
                <a:latin typeface="Arial MT"/>
                <a:cs typeface="Arial MT"/>
              </a:rPr>
              <a:t> </a:t>
            </a:r>
            <a:r>
              <a:rPr sz="1850" spc="-105" dirty="0">
                <a:latin typeface="Arial MT"/>
                <a:cs typeface="Arial MT"/>
              </a:rPr>
              <a:t>anything,</a:t>
            </a:r>
            <a:r>
              <a:rPr sz="1850" spc="35" dirty="0">
                <a:latin typeface="Arial MT"/>
                <a:cs typeface="Arial MT"/>
              </a:rPr>
              <a:t> </a:t>
            </a:r>
            <a:r>
              <a:rPr sz="1850" spc="-175" dirty="0">
                <a:latin typeface="Arial MT"/>
                <a:cs typeface="Arial MT"/>
              </a:rPr>
              <a:t>such</a:t>
            </a:r>
            <a:r>
              <a:rPr sz="1850" spc="-10" dirty="0">
                <a:latin typeface="Arial MT"/>
                <a:cs typeface="Arial MT"/>
              </a:rPr>
              <a:t> </a:t>
            </a:r>
            <a:r>
              <a:rPr sz="1850" spc="-195" dirty="0">
                <a:solidFill>
                  <a:srgbClr val="0E0E0E"/>
                </a:solidFill>
                <a:latin typeface="Arial MT"/>
                <a:cs typeface="Arial MT"/>
              </a:rPr>
              <a:t>as</a:t>
            </a:r>
            <a:r>
              <a:rPr sz="1850" spc="-130" dirty="0">
                <a:solidFill>
                  <a:srgbClr val="0E0E0E"/>
                </a:solidFill>
                <a:latin typeface="Arial MT"/>
                <a:cs typeface="Arial MT"/>
              </a:rPr>
              <a:t> </a:t>
            </a:r>
            <a:r>
              <a:rPr sz="1850" spc="-135" dirty="0">
                <a:latin typeface="Arial MT"/>
                <a:cs typeface="Arial MT"/>
              </a:rPr>
              <a:t>subnets,</a:t>
            </a:r>
            <a:r>
              <a:rPr sz="1850" spc="-45" dirty="0">
                <a:latin typeface="Arial MT"/>
                <a:cs typeface="Arial MT"/>
              </a:rPr>
              <a:t> </a:t>
            </a:r>
            <a:r>
              <a:rPr sz="1850" spc="-85" dirty="0">
                <a:latin typeface="Arial MT"/>
                <a:cs typeface="Arial MT"/>
              </a:rPr>
              <a:t>route</a:t>
            </a:r>
            <a:r>
              <a:rPr sz="1850" spc="-55" dirty="0">
                <a:latin typeface="Arial MT"/>
                <a:cs typeface="Arial MT"/>
              </a:rPr>
              <a:t> </a:t>
            </a:r>
            <a:r>
              <a:rPr sz="1850" spc="-10" dirty="0">
                <a:latin typeface="Arial MT"/>
                <a:cs typeface="Arial MT"/>
              </a:rPr>
              <a:t>tables, </a:t>
            </a:r>
            <a:r>
              <a:rPr sz="1850" spc="-65" dirty="0">
                <a:latin typeface="Arial MT"/>
                <a:cs typeface="Arial MT"/>
              </a:rPr>
              <a:t>network</a:t>
            </a:r>
            <a:r>
              <a:rPr sz="1850" spc="-40" dirty="0">
                <a:latin typeface="Arial MT"/>
                <a:cs typeface="Arial MT"/>
              </a:rPr>
              <a:t> </a:t>
            </a:r>
            <a:r>
              <a:rPr sz="1850" spc="-260" dirty="0">
                <a:latin typeface="Arial MT"/>
                <a:cs typeface="Arial MT"/>
              </a:rPr>
              <a:t>ACLs,</a:t>
            </a:r>
            <a:r>
              <a:rPr sz="1850" dirty="0">
                <a:latin typeface="Arial MT"/>
                <a:cs typeface="Arial MT"/>
              </a:rPr>
              <a:t> </a:t>
            </a:r>
            <a:r>
              <a:rPr sz="1850" spc="-114" dirty="0">
                <a:latin typeface="Arial MT"/>
                <a:cs typeface="Arial MT"/>
              </a:rPr>
              <a:t>security</a:t>
            </a:r>
            <a:r>
              <a:rPr sz="1850" spc="25" dirty="0">
                <a:latin typeface="Arial MT"/>
                <a:cs typeface="Arial MT"/>
              </a:rPr>
              <a:t> </a:t>
            </a:r>
            <a:r>
              <a:rPr sz="1850" spc="-140" dirty="0">
                <a:latin typeface="Arial MT"/>
                <a:cs typeface="Arial MT"/>
              </a:rPr>
              <a:t>groups,</a:t>
            </a:r>
            <a:r>
              <a:rPr sz="1850" spc="10" dirty="0">
                <a:latin typeface="Arial MT"/>
                <a:cs typeface="Arial MT"/>
              </a:rPr>
              <a:t> </a:t>
            </a:r>
            <a:r>
              <a:rPr sz="1850" spc="-155" dirty="0">
                <a:latin typeface="Arial MT"/>
                <a:cs typeface="Arial MT"/>
              </a:rPr>
              <a:t>and</a:t>
            </a:r>
            <a:r>
              <a:rPr sz="1850" spc="-20" dirty="0">
                <a:latin typeface="Arial MT"/>
                <a:cs typeface="Arial MT"/>
              </a:rPr>
              <a:t> </a:t>
            </a:r>
            <a:r>
              <a:rPr sz="1850" spc="-145" dirty="0">
                <a:latin typeface="Arial MT"/>
                <a:cs typeface="Arial MT"/>
              </a:rPr>
              <a:t>an</a:t>
            </a:r>
            <a:r>
              <a:rPr sz="1850" spc="-110" dirty="0">
                <a:latin typeface="Arial MT"/>
                <a:cs typeface="Arial MT"/>
              </a:rPr>
              <a:t> </a:t>
            </a:r>
            <a:r>
              <a:rPr sz="1850" spc="-55" dirty="0">
                <a:latin typeface="Arial MT"/>
                <a:cs typeface="Arial MT"/>
              </a:rPr>
              <a:t>internet</a:t>
            </a:r>
            <a:r>
              <a:rPr sz="1850" spc="45" dirty="0">
                <a:latin typeface="Arial MT"/>
                <a:cs typeface="Arial MT"/>
              </a:rPr>
              <a:t> </a:t>
            </a:r>
            <a:r>
              <a:rPr sz="1850" spc="-20" dirty="0">
                <a:latin typeface="Arial MT"/>
                <a:cs typeface="Arial MT"/>
              </a:rPr>
              <a:t>gateway.</a:t>
            </a:r>
            <a:endParaRPr sz="1850">
              <a:latin typeface="Arial MT"/>
              <a:cs typeface="Arial MT"/>
            </a:endParaRPr>
          </a:p>
          <a:p>
            <a:pPr marL="13335" marR="369570" indent="5715">
              <a:lnSpc>
                <a:spcPct val="95500"/>
              </a:lnSpc>
              <a:spcBef>
                <a:spcPts val="2055"/>
              </a:spcBef>
            </a:pPr>
            <a:r>
              <a:rPr sz="1800" spc="-125" dirty="0">
                <a:latin typeface="Arial MT"/>
                <a:cs typeface="Arial MT"/>
              </a:rPr>
              <a:t>However,</a:t>
            </a:r>
            <a:r>
              <a:rPr sz="1800" spc="55" dirty="0">
                <a:latin typeface="Arial MT"/>
                <a:cs typeface="Arial MT"/>
              </a:rPr>
              <a:t> </a:t>
            </a:r>
            <a:r>
              <a:rPr sz="1800" spc="-100" dirty="0">
                <a:solidFill>
                  <a:srgbClr val="181818"/>
                </a:solidFill>
                <a:latin typeface="Arial MT"/>
                <a:cs typeface="Arial MT"/>
              </a:rPr>
              <a:t>you</a:t>
            </a:r>
            <a:r>
              <a:rPr sz="1800" spc="-35" dirty="0">
                <a:solidFill>
                  <a:srgbClr val="181818"/>
                </a:solidFill>
                <a:latin typeface="Arial MT"/>
                <a:cs typeface="Arial MT"/>
              </a:rPr>
              <a:t> </a:t>
            </a:r>
            <a:r>
              <a:rPr sz="1800" spc="-165" dirty="0">
                <a:latin typeface="Arial MT"/>
                <a:cs typeface="Arial MT"/>
              </a:rPr>
              <a:t>can</a:t>
            </a:r>
            <a:r>
              <a:rPr sz="1800" spc="-10" dirty="0">
                <a:latin typeface="Arial MT"/>
                <a:cs typeface="Arial MT"/>
              </a:rPr>
              <a:t> </a:t>
            </a:r>
            <a:r>
              <a:rPr sz="1800" spc="-114" dirty="0">
                <a:latin typeface="Arial MT"/>
                <a:cs typeface="Arial MT"/>
              </a:rPr>
              <a:t>also</a:t>
            </a:r>
            <a:r>
              <a:rPr sz="1800" spc="15" dirty="0">
                <a:latin typeface="Arial MT"/>
                <a:cs typeface="Arial MT"/>
              </a:rPr>
              <a:t> </a:t>
            </a:r>
            <a:r>
              <a:rPr sz="1800" spc="-120" dirty="0">
                <a:latin typeface="Arial MT"/>
                <a:cs typeface="Arial MT"/>
              </a:rPr>
              <a:t>add</a:t>
            </a:r>
            <a:r>
              <a:rPr sz="1800" spc="-50" dirty="0">
                <a:latin typeface="Arial MT"/>
                <a:cs typeface="Arial MT"/>
              </a:rPr>
              <a:t> </a:t>
            </a:r>
            <a:r>
              <a:rPr sz="1800" spc="-75" dirty="0">
                <a:solidFill>
                  <a:srgbClr val="1C1C1C"/>
                </a:solidFill>
                <a:latin typeface="Arial MT"/>
                <a:cs typeface="Arial MT"/>
              </a:rPr>
              <a:t>features</a:t>
            </a:r>
            <a:r>
              <a:rPr sz="1800" spc="-15" dirty="0">
                <a:solidFill>
                  <a:srgbClr val="1C1C1C"/>
                </a:solidFill>
                <a:latin typeface="Arial MT"/>
                <a:cs typeface="Arial MT"/>
              </a:rPr>
              <a:t> </a:t>
            </a:r>
            <a:r>
              <a:rPr sz="1800" dirty="0">
                <a:latin typeface="Arial MT"/>
                <a:cs typeface="Arial MT"/>
              </a:rPr>
              <a:t>to</a:t>
            </a:r>
            <a:r>
              <a:rPr sz="1800" spc="-65" dirty="0">
                <a:latin typeface="Arial MT"/>
                <a:cs typeface="Arial MT"/>
              </a:rPr>
              <a:t> </a:t>
            </a:r>
            <a:r>
              <a:rPr sz="1800" spc="-85" dirty="0">
                <a:latin typeface="Arial MT"/>
                <a:cs typeface="Arial MT"/>
              </a:rPr>
              <a:t>your</a:t>
            </a:r>
            <a:r>
              <a:rPr sz="1800" spc="-40" dirty="0">
                <a:latin typeface="Arial MT"/>
                <a:cs typeface="Arial MT"/>
              </a:rPr>
              <a:t> </a:t>
            </a:r>
            <a:r>
              <a:rPr sz="1800" spc="-114" dirty="0">
                <a:latin typeface="Arial MT"/>
                <a:cs typeface="Arial MT"/>
              </a:rPr>
              <a:t>Amazon</a:t>
            </a:r>
            <a:r>
              <a:rPr sz="1800" spc="40" dirty="0">
                <a:latin typeface="Arial MT"/>
                <a:cs typeface="Arial MT"/>
              </a:rPr>
              <a:t> </a:t>
            </a:r>
            <a:r>
              <a:rPr sz="1800" spc="-290" dirty="0">
                <a:latin typeface="Arial MT"/>
                <a:cs typeface="Arial MT"/>
              </a:rPr>
              <a:t>VPC </a:t>
            </a:r>
            <a:r>
              <a:rPr sz="2700" spc="-225" baseline="1543" dirty="0">
                <a:latin typeface="Arial MT"/>
                <a:cs typeface="Arial MT"/>
              </a:rPr>
              <a:t>such</a:t>
            </a:r>
            <a:r>
              <a:rPr sz="2700" spc="7" baseline="1543" dirty="0">
                <a:latin typeface="Arial MT"/>
                <a:cs typeface="Arial MT"/>
              </a:rPr>
              <a:t> </a:t>
            </a:r>
            <a:r>
              <a:rPr sz="2700" spc="-254" baseline="1543" dirty="0">
                <a:latin typeface="Arial MT"/>
                <a:cs typeface="Arial MT"/>
              </a:rPr>
              <a:t>as</a:t>
            </a:r>
            <a:r>
              <a:rPr sz="2700" spc="-82" baseline="1543" dirty="0">
                <a:latin typeface="Arial MT"/>
                <a:cs typeface="Arial MT"/>
              </a:rPr>
              <a:t> </a:t>
            </a:r>
            <a:r>
              <a:rPr sz="2700" spc="-345" baseline="1543" dirty="0">
                <a:solidFill>
                  <a:srgbClr val="282828"/>
                </a:solidFill>
                <a:latin typeface="Arial MT"/>
                <a:cs typeface="Arial MT"/>
              </a:rPr>
              <a:t>a</a:t>
            </a:r>
            <a:r>
              <a:rPr sz="2700" spc="7" baseline="1543" dirty="0">
                <a:solidFill>
                  <a:srgbClr val="282828"/>
                </a:solidFill>
                <a:latin typeface="Arial MT"/>
                <a:cs typeface="Arial MT"/>
              </a:rPr>
              <a:t> </a:t>
            </a:r>
            <a:r>
              <a:rPr sz="2700" spc="-337" baseline="1543" dirty="0">
                <a:latin typeface="Arial MT"/>
                <a:cs typeface="Arial MT"/>
              </a:rPr>
              <a:t>NAT</a:t>
            </a:r>
            <a:r>
              <a:rPr sz="2700" spc="-52" baseline="1543" dirty="0">
                <a:latin typeface="Arial MT"/>
                <a:cs typeface="Arial MT"/>
              </a:rPr>
              <a:t> </a:t>
            </a:r>
            <a:r>
              <a:rPr sz="2700" spc="-150" baseline="1543" dirty="0">
                <a:latin typeface="Arial MT"/>
                <a:cs typeface="Arial MT"/>
              </a:rPr>
              <a:t>gateway</a:t>
            </a:r>
            <a:r>
              <a:rPr sz="2700" spc="-37" baseline="1543" dirty="0">
                <a:latin typeface="Arial MT"/>
                <a:cs typeface="Arial MT"/>
              </a:rPr>
              <a:t> </a:t>
            </a:r>
            <a:r>
              <a:rPr sz="2700" spc="-172" baseline="1543" dirty="0">
                <a:solidFill>
                  <a:srgbClr val="1F1F1F"/>
                </a:solidFill>
                <a:latin typeface="Arial MT"/>
                <a:cs typeface="Arial MT"/>
              </a:rPr>
              <a:t>and</a:t>
            </a:r>
            <a:r>
              <a:rPr sz="2700" spc="-37" baseline="1543" dirty="0">
                <a:solidFill>
                  <a:srgbClr val="1F1F1F"/>
                </a:solidFill>
                <a:latin typeface="Arial MT"/>
                <a:cs typeface="Arial MT"/>
              </a:rPr>
              <a:t> </a:t>
            </a:r>
            <a:r>
              <a:rPr sz="1800" spc="-75" dirty="0">
                <a:latin typeface="Arial MT"/>
                <a:cs typeface="Arial MT"/>
              </a:rPr>
              <a:t>elasti</a:t>
            </a:r>
            <a:r>
              <a:rPr sz="2700" spc="-112" baseline="4629" dirty="0">
                <a:latin typeface="Arial MT"/>
                <a:cs typeface="Arial MT"/>
              </a:rPr>
              <a:t>c</a:t>
            </a:r>
            <a:r>
              <a:rPr sz="2700" spc="-112" baseline="1543" dirty="0">
                <a:latin typeface="Arial MT"/>
                <a:cs typeface="Arial MT"/>
              </a:rPr>
              <a:t>IPs </a:t>
            </a:r>
            <a:r>
              <a:rPr sz="2700" baseline="1543" dirty="0">
                <a:latin typeface="Arial MT"/>
                <a:cs typeface="Arial MT"/>
              </a:rPr>
              <a:t>that </a:t>
            </a:r>
            <a:r>
              <a:rPr sz="2700" spc="-60" baseline="1543" dirty="0">
                <a:latin typeface="Arial MT"/>
                <a:cs typeface="Arial MT"/>
              </a:rPr>
              <a:t>do</a:t>
            </a:r>
            <a:r>
              <a:rPr sz="2700" spc="-75" baseline="1543" dirty="0">
                <a:latin typeface="Arial MT"/>
                <a:cs typeface="Arial MT"/>
              </a:rPr>
              <a:t> </a:t>
            </a:r>
            <a:r>
              <a:rPr sz="2700" spc="-30" baseline="1543" dirty="0">
                <a:latin typeface="Arial MT"/>
                <a:cs typeface="Arial MT"/>
              </a:rPr>
              <a:t>have </a:t>
            </a:r>
            <a:r>
              <a:rPr sz="1800" spc="-254" dirty="0">
                <a:latin typeface="Consolas"/>
                <a:cs typeface="Consolas"/>
              </a:rPr>
              <a:t>associated</a:t>
            </a:r>
            <a:r>
              <a:rPr sz="1800" spc="-285" dirty="0">
                <a:latin typeface="Consolas"/>
                <a:cs typeface="Consolas"/>
              </a:rPr>
              <a:t> </a:t>
            </a:r>
            <a:r>
              <a:rPr sz="1800" spc="-70" dirty="0">
                <a:latin typeface="Consolas"/>
                <a:cs typeface="Consolas"/>
              </a:rPr>
              <a:t>tharges</a:t>
            </a:r>
            <a:endParaRPr sz="1800">
              <a:latin typeface="Consolas"/>
              <a:cs typeface="Consolas"/>
            </a:endParaRPr>
          </a:p>
          <a:p>
            <a:pPr marL="20955" marR="5080" indent="6985">
              <a:lnSpc>
                <a:spcPct val="99400"/>
              </a:lnSpc>
              <a:spcBef>
                <a:spcPts val="2055"/>
              </a:spcBef>
            </a:pPr>
            <a:r>
              <a:rPr sz="1800" spc="-140" dirty="0">
                <a:latin typeface="Arial MT"/>
                <a:cs typeface="Arial MT"/>
              </a:rPr>
              <a:t>Also,</a:t>
            </a:r>
            <a:r>
              <a:rPr sz="1800" spc="-25" dirty="0">
                <a:latin typeface="Arial MT"/>
                <a:cs typeface="Arial MT"/>
              </a:rPr>
              <a:t> </a:t>
            </a:r>
            <a:r>
              <a:rPr sz="1800" spc="-140" dirty="0">
                <a:solidFill>
                  <a:srgbClr val="1F1F1F"/>
                </a:solidFill>
                <a:latin typeface="Arial MT"/>
                <a:cs typeface="Arial MT"/>
              </a:rPr>
              <a:t>any</a:t>
            </a:r>
            <a:r>
              <a:rPr sz="1800" spc="10" dirty="0">
                <a:solidFill>
                  <a:srgbClr val="1F1F1F"/>
                </a:solidFill>
                <a:latin typeface="Arial MT"/>
                <a:cs typeface="Arial MT"/>
              </a:rPr>
              <a:t> </a:t>
            </a:r>
            <a:r>
              <a:rPr sz="1800" spc="-130" dirty="0">
                <a:latin typeface="Arial MT"/>
                <a:cs typeface="Arial MT"/>
              </a:rPr>
              <a:t>service</a:t>
            </a:r>
            <a:r>
              <a:rPr sz="1800" spc="5" dirty="0">
                <a:latin typeface="Arial MT"/>
                <a:cs typeface="Arial MT"/>
              </a:rPr>
              <a:t> </a:t>
            </a:r>
            <a:r>
              <a:rPr sz="1800" dirty="0">
                <a:latin typeface="Arial MT"/>
                <a:cs typeface="Arial MT"/>
              </a:rPr>
              <a:t>that</a:t>
            </a:r>
            <a:r>
              <a:rPr sz="1800" spc="-80" dirty="0">
                <a:latin typeface="Arial MT"/>
                <a:cs typeface="Arial MT"/>
              </a:rPr>
              <a:t> </a:t>
            </a:r>
            <a:r>
              <a:rPr sz="1800" spc="-100" dirty="0">
                <a:latin typeface="Arial MT"/>
                <a:cs typeface="Arial MT"/>
              </a:rPr>
              <a:t>you</a:t>
            </a:r>
            <a:r>
              <a:rPr sz="1800" spc="-85" dirty="0">
                <a:latin typeface="Arial MT"/>
                <a:cs typeface="Arial MT"/>
              </a:rPr>
              <a:t> </a:t>
            </a:r>
            <a:r>
              <a:rPr sz="1800" spc="-125" dirty="0">
                <a:latin typeface="Arial MT"/>
                <a:cs typeface="Arial MT"/>
              </a:rPr>
              <a:t>place</a:t>
            </a:r>
            <a:r>
              <a:rPr sz="1800" spc="-45" dirty="0">
                <a:latin typeface="Arial MT"/>
                <a:cs typeface="Arial MT"/>
              </a:rPr>
              <a:t> </a:t>
            </a:r>
            <a:r>
              <a:rPr sz="1800" dirty="0">
                <a:solidFill>
                  <a:srgbClr val="181818"/>
                </a:solidFill>
                <a:latin typeface="Arial MT"/>
                <a:cs typeface="Arial MT"/>
              </a:rPr>
              <a:t>in</a:t>
            </a:r>
            <a:r>
              <a:rPr sz="1800" spc="-35" dirty="0">
                <a:solidFill>
                  <a:srgbClr val="181818"/>
                </a:solidFill>
                <a:latin typeface="Arial MT"/>
                <a:cs typeface="Arial MT"/>
              </a:rPr>
              <a:t> </a:t>
            </a:r>
            <a:r>
              <a:rPr sz="1800" spc="-85" dirty="0">
                <a:latin typeface="Arial MT"/>
                <a:cs typeface="Arial MT"/>
              </a:rPr>
              <a:t>your</a:t>
            </a:r>
            <a:r>
              <a:rPr sz="1800" spc="40" dirty="0">
                <a:latin typeface="Arial MT"/>
                <a:cs typeface="Arial MT"/>
              </a:rPr>
              <a:t> </a:t>
            </a:r>
            <a:r>
              <a:rPr sz="1800" spc="-120" dirty="0">
                <a:latin typeface="Arial MT"/>
                <a:cs typeface="Arial MT"/>
              </a:rPr>
              <a:t>Amazon</a:t>
            </a:r>
            <a:r>
              <a:rPr sz="1800" spc="110" dirty="0">
                <a:latin typeface="Arial MT"/>
                <a:cs typeface="Arial MT"/>
              </a:rPr>
              <a:t> </a:t>
            </a:r>
            <a:r>
              <a:rPr sz="1800" spc="-260" dirty="0">
                <a:solidFill>
                  <a:srgbClr val="080808"/>
                </a:solidFill>
                <a:latin typeface="Arial MT"/>
                <a:cs typeface="Arial MT"/>
              </a:rPr>
              <a:t>VPC,</a:t>
            </a:r>
            <a:r>
              <a:rPr sz="1800" spc="10" dirty="0">
                <a:solidFill>
                  <a:srgbClr val="080808"/>
                </a:solidFill>
                <a:latin typeface="Arial MT"/>
                <a:cs typeface="Arial MT"/>
              </a:rPr>
              <a:t> </a:t>
            </a:r>
            <a:r>
              <a:rPr sz="1800" spc="-135" dirty="0">
                <a:latin typeface="Arial MT"/>
                <a:cs typeface="Arial MT"/>
              </a:rPr>
              <a:t>such</a:t>
            </a:r>
            <a:r>
              <a:rPr sz="1800" spc="-70" dirty="0">
                <a:latin typeface="Arial MT"/>
                <a:cs typeface="Arial MT"/>
              </a:rPr>
              <a:t> </a:t>
            </a:r>
            <a:r>
              <a:rPr sz="1800" spc="-90" dirty="0">
                <a:solidFill>
                  <a:srgbClr val="1C1C1C"/>
                </a:solidFill>
                <a:latin typeface="Arial MT"/>
                <a:cs typeface="Arial MT"/>
              </a:rPr>
              <a:t>as </a:t>
            </a:r>
            <a:r>
              <a:rPr sz="1700" spc="-65" dirty="0">
                <a:latin typeface="Arial MT"/>
                <a:cs typeface="Arial MT"/>
              </a:rPr>
              <a:t>Amazon</a:t>
            </a:r>
            <a:r>
              <a:rPr sz="1700" spc="50" dirty="0">
                <a:latin typeface="Arial MT"/>
                <a:cs typeface="Arial MT"/>
              </a:rPr>
              <a:t> </a:t>
            </a:r>
            <a:r>
              <a:rPr sz="1700" spc="-190" dirty="0">
                <a:latin typeface="Arial MT"/>
                <a:cs typeface="Arial MT"/>
              </a:rPr>
              <a:t>EC2,</a:t>
            </a:r>
            <a:r>
              <a:rPr sz="1700" spc="15" dirty="0">
                <a:latin typeface="Arial MT"/>
                <a:cs typeface="Arial MT"/>
              </a:rPr>
              <a:t> </a:t>
            </a:r>
            <a:r>
              <a:rPr sz="1700" dirty="0">
                <a:solidFill>
                  <a:srgbClr val="0C0C0C"/>
                </a:solidFill>
                <a:latin typeface="Arial MT"/>
                <a:cs typeface="Arial MT"/>
              </a:rPr>
              <a:t>will</a:t>
            </a:r>
            <a:r>
              <a:rPr sz="1700" spc="-90" dirty="0">
                <a:solidFill>
                  <a:srgbClr val="0C0C0C"/>
                </a:solidFill>
                <a:latin typeface="Arial MT"/>
                <a:cs typeface="Arial MT"/>
              </a:rPr>
              <a:t> </a:t>
            </a:r>
            <a:r>
              <a:rPr sz="1700" spc="-25" dirty="0">
                <a:latin typeface="Arial MT"/>
                <a:cs typeface="Arial MT"/>
              </a:rPr>
              <a:t>carry</a:t>
            </a:r>
            <a:r>
              <a:rPr sz="1700" spc="55" dirty="0">
                <a:latin typeface="Arial MT"/>
                <a:cs typeface="Arial MT"/>
              </a:rPr>
              <a:t> </a:t>
            </a:r>
            <a:r>
              <a:rPr sz="1700" dirty="0">
                <a:solidFill>
                  <a:srgbClr val="111111"/>
                </a:solidFill>
                <a:latin typeface="Arial MT"/>
                <a:cs typeface="Arial MT"/>
              </a:rPr>
              <a:t>with</a:t>
            </a:r>
            <a:r>
              <a:rPr sz="1700" spc="-50" dirty="0">
                <a:solidFill>
                  <a:srgbClr val="111111"/>
                </a:solidFill>
                <a:latin typeface="Arial MT"/>
                <a:cs typeface="Arial MT"/>
              </a:rPr>
              <a:t> </a:t>
            </a:r>
            <a:r>
              <a:rPr sz="1700" dirty="0">
                <a:solidFill>
                  <a:srgbClr val="2D2D2D"/>
                </a:solidFill>
                <a:latin typeface="Arial MT"/>
                <a:cs typeface="Arial MT"/>
              </a:rPr>
              <a:t>it</a:t>
            </a:r>
            <a:r>
              <a:rPr sz="1700" spc="5" dirty="0">
                <a:solidFill>
                  <a:srgbClr val="2D2D2D"/>
                </a:solidFill>
                <a:latin typeface="Arial MT"/>
                <a:cs typeface="Arial MT"/>
              </a:rPr>
              <a:t> </a:t>
            </a:r>
            <a:r>
              <a:rPr sz="1700" dirty="0">
                <a:latin typeface="Arial MT"/>
                <a:cs typeface="Arial MT"/>
              </a:rPr>
              <a:t>the</a:t>
            </a:r>
            <a:r>
              <a:rPr sz="1700" spc="-35" dirty="0">
                <a:latin typeface="Arial MT"/>
                <a:cs typeface="Arial MT"/>
              </a:rPr>
              <a:t> </a:t>
            </a:r>
            <a:r>
              <a:rPr sz="1700" spc="-75" dirty="0">
                <a:latin typeface="Arial MT"/>
                <a:cs typeface="Arial MT"/>
              </a:rPr>
              <a:t>associated</a:t>
            </a:r>
            <a:r>
              <a:rPr sz="1700" spc="75" dirty="0">
                <a:latin typeface="Arial MT"/>
                <a:cs typeface="Arial MT"/>
              </a:rPr>
              <a:t> </a:t>
            </a:r>
            <a:r>
              <a:rPr sz="1700" spc="-60" dirty="0">
                <a:latin typeface="Arial MT"/>
                <a:cs typeface="Arial MT"/>
              </a:rPr>
              <a:t>cost</a:t>
            </a:r>
            <a:r>
              <a:rPr sz="1700" spc="-45" dirty="0">
                <a:latin typeface="Arial MT"/>
                <a:cs typeface="Arial MT"/>
              </a:rPr>
              <a:t> </a:t>
            </a:r>
            <a:r>
              <a:rPr sz="1700" dirty="0">
                <a:latin typeface="Arial MT"/>
                <a:cs typeface="Arial MT"/>
              </a:rPr>
              <a:t>for </a:t>
            </a:r>
            <a:r>
              <a:rPr sz="1700" spc="-20" dirty="0">
                <a:solidFill>
                  <a:srgbClr val="131313"/>
                </a:solidFill>
                <a:latin typeface="Arial MT"/>
                <a:cs typeface="Arial MT"/>
              </a:rPr>
              <a:t>that </a:t>
            </a:r>
            <a:r>
              <a:rPr sz="1750" spc="-10" dirty="0">
                <a:latin typeface="Arial MT"/>
                <a:cs typeface="Arial MT"/>
              </a:rPr>
              <a:t>service.</a:t>
            </a:r>
            <a:endParaRPr sz="1750">
              <a:latin typeface="Arial MT"/>
              <a:cs typeface="Arial MT"/>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323339" y="365759"/>
            <a:ext cx="9545066" cy="5314950"/>
          </a:xfrm>
          <a:prstGeom prst="rect">
            <a:avLst/>
          </a:prstGeom>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365885" y="1355843"/>
            <a:ext cx="3143587" cy="3924770"/>
          </a:xfrm>
          <a:prstGeom prst="rect">
            <a:avLst/>
          </a:prstGeom>
        </p:spPr>
      </p:pic>
      <p:sp>
        <p:nvSpPr>
          <p:cNvPr id="3" name="object 3"/>
          <p:cNvSpPr/>
          <p:nvPr/>
        </p:nvSpPr>
        <p:spPr>
          <a:xfrm>
            <a:off x="1365885" y="365125"/>
            <a:ext cx="9450070" cy="886460"/>
          </a:xfrm>
          <a:custGeom>
            <a:avLst/>
            <a:gdLst/>
            <a:ahLst/>
            <a:cxnLst/>
            <a:rect l="l" t="t" r="r" b="b"/>
            <a:pathLst>
              <a:path w="9450070" h="886460">
                <a:moveTo>
                  <a:pt x="9448800" y="885825"/>
                </a:moveTo>
                <a:lnTo>
                  <a:pt x="0" y="885825"/>
                </a:lnTo>
                <a:lnTo>
                  <a:pt x="0" y="0"/>
                </a:lnTo>
                <a:lnTo>
                  <a:pt x="9448800" y="0"/>
                </a:lnTo>
                <a:lnTo>
                  <a:pt x="9448800" y="885825"/>
                </a:lnTo>
                <a:close/>
              </a:path>
            </a:pathLst>
          </a:custGeom>
          <a:solidFill>
            <a:srgbClr val="B6F2E8"/>
          </a:solidFill>
        </p:spPr>
        <p:txBody>
          <a:bodyPr wrap="square" lIns="0" tIns="0" rIns="0" bIns="0" rtlCol="0"/>
          <a:lstStyle/>
          <a:p>
            <a:endParaRPr/>
          </a:p>
        </p:txBody>
      </p:sp>
      <p:sp>
        <p:nvSpPr>
          <p:cNvPr id="4" name="object 4"/>
          <p:cNvSpPr txBox="1"/>
          <p:nvPr/>
        </p:nvSpPr>
        <p:spPr>
          <a:xfrm>
            <a:off x="1766556" y="549299"/>
            <a:ext cx="6408420" cy="498475"/>
          </a:xfrm>
          <a:prstGeom prst="rect">
            <a:avLst/>
          </a:prstGeom>
        </p:spPr>
        <p:txBody>
          <a:bodyPr vert="horz" wrap="square" lIns="0" tIns="12700" rIns="0" bIns="0" rtlCol="0">
            <a:spAutoFit/>
          </a:bodyPr>
          <a:lstStyle/>
          <a:p>
            <a:pPr>
              <a:lnSpc>
                <a:spcPct val="100000"/>
              </a:lnSpc>
              <a:spcBef>
                <a:spcPts val="100"/>
              </a:spcBef>
            </a:pPr>
            <a:r>
              <a:rPr sz="3100" spc="-55" dirty="0">
                <a:solidFill>
                  <a:srgbClr val="3F8985"/>
                </a:solidFill>
                <a:latin typeface="Arial MT"/>
                <a:cs typeface="Arial MT"/>
              </a:rPr>
              <a:t>Amazon</a:t>
            </a:r>
            <a:r>
              <a:rPr sz="3100" spc="-100" dirty="0">
                <a:solidFill>
                  <a:srgbClr val="3F8985"/>
                </a:solidFill>
                <a:latin typeface="Arial MT"/>
                <a:cs typeface="Arial MT"/>
              </a:rPr>
              <a:t> </a:t>
            </a:r>
            <a:r>
              <a:rPr sz="3100" spc="-620" dirty="0">
                <a:solidFill>
                  <a:srgbClr val="90AEB5"/>
                </a:solidFill>
                <a:latin typeface="Arial MT"/>
                <a:cs typeface="Arial MT"/>
              </a:rPr>
              <a:t>E</a:t>
            </a:r>
            <a:r>
              <a:rPr sz="3100" spc="-420" dirty="0">
                <a:solidFill>
                  <a:srgbClr val="90AEB5"/>
                </a:solidFill>
                <a:latin typeface="Arial MT"/>
                <a:cs typeface="Arial MT"/>
              </a:rPr>
              <a:t> </a:t>
            </a:r>
            <a:r>
              <a:rPr sz="3100" spc="-50" dirty="0">
                <a:solidFill>
                  <a:srgbClr val="468E8C"/>
                </a:solidFill>
                <a:latin typeface="Arial MT"/>
                <a:cs typeface="Arial MT"/>
              </a:rPr>
              <a:t>łastic</a:t>
            </a:r>
            <a:r>
              <a:rPr sz="3100" spc="-60" dirty="0">
                <a:solidFill>
                  <a:srgbClr val="468E8C"/>
                </a:solidFill>
                <a:latin typeface="Arial MT"/>
                <a:cs typeface="Arial MT"/>
              </a:rPr>
              <a:t> </a:t>
            </a:r>
            <a:r>
              <a:rPr sz="3100" spc="-25" dirty="0">
                <a:solidFill>
                  <a:srgbClr val="2A8A89"/>
                </a:solidFill>
                <a:latin typeface="Arial MT"/>
                <a:cs typeface="Arial MT"/>
              </a:rPr>
              <a:t>Compute</a:t>
            </a:r>
            <a:r>
              <a:rPr sz="3100" dirty="0">
                <a:solidFill>
                  <a:srgbClr val="2A8A89"/>
                </a:solidFill>
                <a:latin typeface="Arial MT"/>
                <a:cs typeface="Arial MT"/>
              </a:rPr>
              <a:t> </a:t>
            </a:r>
            <a:r>
              <a:rPr sz="3100" spc="-45" dirty="0">
                <a:solidFill>
                  <a:srgbClr val="2B8270"/>
                </a:solidFill>
                <a:latin typeface="Arial MT"/>
                <a:cs typeface="Arial MT"/>
              </a:rPr>
              <a:t>Cloud</a:t>
            </a:r>
            <a:r>
              <a:rPr sz="3100" spc="-5" dirty="0">
                <a:solidFill>
                  <a:srgbClr val="2B8270"/>
                </a:solidFill>
                <a:latin typeface="Arial MT"/>
                <a:cs typeface="Arial MT"/>
              </a:rPr>
              <a:t> </a:t>
            </a:r>
            <a:r>
              <a:rPr sz="3100" dirty="0">
                <a:solidFill>
                  <a:srgbClr val="31757C"/>
                </a:solidFill>
                <a:latin typeface="Arial MT"/>
                <a:cs typeface="Arial MT"/>
              </a:rPr>
              <a:t>-</a:t>
            </a:r>
            <a:r>
              <a:rPr sz="3100" spc="-204" dirty="0">
                <a:solidFill>
                  <a:srgbClr val="31757C"/>
                </a:solidFill>
                <a:latin typeface="Arial MT"/>
                <a:cs typeface="Arial MT"/>
              </a:rPr>
              <a:t> </a:t>
            </a:r>
            <a:r>
              <a:rPr sz="3100" spc="-375" dirty="0">
                <a:solidFill>
                  <a:srgbClr val="609AA7"/>
                </a:solidFill>
                <a:latin typeface="Arial MT"/>
                <a:cs typeface="Arial MT"/>
              </a:rPr>
              <a:t>EC2</a:t>
            </a:r>
            <a:endParaRPr sz="3100">
              <a:latin typeface="Arial MT"/>
              <a:cs typeface="Arial MT"/>
            </a:endParaRPr>
          </a:p>
        </p:txBody>
      </p:sp>
      <p:sp>
        <p:nvSpPr>
          <p:cNvPr id="5" name="object 5" descr="$PPTXTitle"/>
          <p:cNvSpPr txBox="1">
            <a:spLocks noGrp="1"/>
          </p:cNvSpPr>
          <p:nvPr>
            <p:ph type="title"/>
          </p:nvPr>
        </p:nvSpPr>
        <p:spPr>
          <a:xfrm>
            <a:off x="9027642" y="406406"/>
            <a:ext cx="604520" cy="498475"/>
          </a:xfrm>
          <a:prstGeom prst="rect">
            <a:avLst/>
          </a:prstGeom>
        </p:spPr>
        <p:txBody>
          <a:bodyPr vert="horz" wrap="square" lIns="0" tIns="12700" rIns="0" bIns="0" rtlCol="0">
            <a:spAutoFit/>
          </a:bodyPr>
          <a:lstStyle/>
          <a:p>
            <a:pPr marL="25400">
              <a:lnSpc>
                <a:spcPct val="100000"/>
              </a:lnSpc>
              <a:spcBef>
                <a:spcPts val="100"/>
              </a:spcBef>
            </a:pPr>
            <a:r>
              <a:rPr sz="2150" spc="-25" dirty="0">
                <a:solidFill>
                  <a:srgbClr val="A1C8D4"/>
                </a:solidFill>
                <a:latin typeface="Arial MT"/>
                <a:cs typeface="Arial MT"/>
              </a:rPr>
              <a:t>a</a:t>
            </a:r>
            <a:r>
              <a:rPr sz="3000" spc="-37" baseline="2777" dirty="0">
                <a:solidFill>
                  <a:srgbClr val="A1C8D4"/>
                </a:solidFill>
                <a:latin typeface="Arial MT"/>
                <a:cs typeface="Arial MT"/>
              </a:rPr>
              <a:t>W</a:t>
            </a:r>
            <a:r>
              <a:rPr sz="4650" spc="-37" baseline="-20609" dirty="0">
                <a:solidFill>
                  <a:srgbClr val="A1C8D4"/>
                </a:solidFill>
                <a:latin typeface="Arial MT"/>
                <a:cs typeface="Arial MT"/>
              </a:rPr>
              <a:t>*</a:t>
            </a:r>
            <a:endParaRPr sz="4650" baseline="-20609">
              <a:latin typeface="Arial MT"/>
              <a:cs typeface="Arial MT"/>
            </a:endParaRPr>
          </a:p>
        </p:txBody>
      </p:sp>
      <p:sp>
        <p:nvSpPr>
          <p:cNvPr id="6" name="object 6"/>
          <p:cNvSpPr txBox="1"/>
          <p:nvPr/>
        </p:nvSpPr>
        <p:spPr>
          <a:xfrm>
            <a:off x="1662380" y="5396517"/>
            <a:ext cx="851535" cy="140335"/>
          </a:xfrm>
          <a:prstGeom prst="rect">
            <a:avLst/>
          </a:prstGeom>
        </p:spPr>
        <p:txBody>
          <a:bodyPr vert="horz" wrap="square" lIns="0" tIns="12700" rIns="0" bIns="0" rtlCol="0">
            <a:spAutoFit/>
          </a:bodyPr>
          <a:lstStyle/>
          <a:p>
            <a:pPr marL="12700">
              <a:lnSpc>
                <a:spcPct val="100000"/>
              </a:lnSpc>
              <a:spcBef>
                <a:spcPts val="100"/>
              </a:spcBef>
            </a:pPr>
            <a:r>
              <a:rPr sz="750" spc="-50" dirty="0">
                <a:solidFill>
                  <a:srgbClr val="6D6D6D"/>
                </a:solidFill>
                <a:latin typeface="Arial MT"/>
                <a:cs typeface="Arial MT"/>
              </a:rPr>
              <a:t>@2021</a:t>
            </a:r>
            <a:r>
              <a:rPr sz="750" spc="25" dirty="0">
                <a:solidFill>
                  <a:srgbClr val="6D6D6D"/>
                </a:solidFill>
                <a:latin typeface="Arial MT"/>
                <a:cs typeface="Arial MT"/>
              </a:rPr>
              <a:t> </a:t>
            </a:r>
            <a:r>
              <a:rPr sz="750" spc="80" dirty="0">
                <a:solidFill>
                  <a:srgbClr val="939393"/>
                </a:solidFill>
                <a:latin typeface="Arial MT"/>
                <a:cs typeface="Arial MT"/>
              </a:rPr>
              <a:t>Amam</a:t>
            </a:r>
            <a:r>
              <a:rPr sz="750" spc="5" dirty="0">
                <a:solidFill>
                  <a:srgbClr val="939393"/>
                </a:solidFill>
                <a:latin typeface="Arial MT"/>
                <a:cs typeface="Arial MT"/>
              </a:rPr>
              <a:t> </a:t>
            </a:r>
            <a:r>
              <a:rPr sz="750" spc="-25" dirty="0">
                <a:solidFill>
                  <a:srgbClr val="747474"/>
                </a:solidFill>
                <a:latin typeface="Arial MT"/>
                <a:cs typeface="Arial MT"/>
              </a:rPr>
              <a:t>web</a:t>
            </a:r>
            <a:endParaRPr sz="750">
              <a:latin typeface="Arial MT"/>
              <a:cs typeface="Arial MT"/>
            </a:endParaRPr>
          </a:p>
        </p:txBody>
      </p:sp>
      <p:sp>
        <p:nvSpPr>
          <p:cNvPr id="7" name="object 7"/>
          <p:cNvSpPr txBox="1"/>
          <p:nvPr/>
        </p:nvSpPr>
        <p:spPr>
          <a:xfrm>
            <a:off x="2788172" y="5396517"/>
            <a:ext cx="1543685" cy="140335"/>
          </a:xfrm>
          <a:prstGeom prst="rect">
            <a:avLst/>
          </a:prstGeom>
        </p:spPr>
        <p:txBody>
          <a:bodyPr vert="horz" wrap="square" lIns="0" tIns="12700" rIns="0" bIns="0" rtlCol="0">
            <a:spAutoFit/>
          </a:bodyPr>
          <a:lstStyle/>
          <a:p>
            <a:pPr marL="12700">
              <a:lnSpc>
                <a:spcPct val="100000"/>
              </a:lnSpc>
              <a:spcBef>
                <a:spcPts val="100"/>
              </a:spcBef>
            </a:pPr>
            <a:r>
              <a:rPr sz="750" dirty="0">
                <a:solidFill>
                  <a:srgbClr val="9A9A9A"/>
                </a:solidFill>
                <a:latin typeface="Arial MT"/>
                <a:cs typeface="Arial MT"/>
              </a:rPr>
              <a:t>a</a:t>
            </a:r>
            <a:r>
              <a:rPr sz="750" spc="30" dirty="0">
                <a:solidFill>
                  <a:srgbClr val="9A9A9A"/>
                </a:solidFill>
                <a:latin typeface="Arial MT"/>
                <a:cs typeface="Arial MT"/>
              </a:rPr>
              <a:t> </a:t>
            </a:r>
            <a:r>
              <a:rPr sz="750" dirty="0">
                <a:solidFill>
                  <a:srgbClr val="898989"/>
                </a:solidFill>
                <a:latin typeface="Arial MT"/>
                <a:cs typeface="Arial MT"/>
              </a:rPr>
              <a:t>inc</a:t>
            </a:r>
            <a:r>
              <a:rPr sz="750" spc="105" dirty="0">
                <a:solidFill>
                  <a:srgbClr val="898989"/>
                </a:solidFill>
                <a:latin typeface="Arial MT"/>
                <a:cs typeface="Arial MT"/>
              </a:rPr>
              <a:t> </a:t>
            </a:r>
            <a:r>
              <a:rPr sz="750" spc="-30" dirty="0">
                <a:solidFill>
                  <a:srgbClr val="8A8A8A"/>
                </a:solidFill>
                <a:latin typeface="Arial MT"/>
                <a:cs typeface="Arial MT"/>
              </a:rPr>
              <a:t>or</a:t>
            </a:r>
            <a:r>
              <a:rPr sz="750" spc="15" dirty="0">
                <a:solidFill>
                  <a:srgbClr val="8A8A8A"/>
                </a:solidFill>
                <a:latin typeface="Arial MT"/>
                <a:cs typeface="Arial MT"/>
              </a:rPr>
              <a:t> </a:t>
            </a:r>
            <a:r>
              <a:rPr sz="750" spc="-10" dirty="0">
                <a:solidFill>
                  <a:srgbClr val="5D5D5D"/>
                </a:solidFill>
                <a:latin typeface="Arial MT"/>
                <a:cs typeface="Arial MT"/>
              </a:rPr>
              <a:t>its</a:t>
            </a:r>
            <a:r>
              <a:rPr sz="750" spc="-95" dirty="0">
                <a:solidFill>
                  <a:srgbClr val="5D5D5D"/>
                </a:solidFill>
                <a:latin typeface="Arial MT"/>
                <a:cs typeface="Arial MT"/>
              </a:rPr>
              <a:t> </a:t>
            </a:r>
            <a:r>
              <a:rPr sz="750" spc="-25" dirty="0">
                <a:solidFill>
                  <a:srgbClr val="282828"/>
                </a:solidFill>
                <a:latin typeface="Arial MT"/>
                <a:cs typeface="Arial MT"/>
              </a:rPr>
              <a:t>affiliates.</a:t>
            </a:r>
            <a:r>
              <a:rPr sz="750" spc="50" dirty="0">
                <a:solidFill>
                  <a:srgbClr val="282828"/>
                </a:solidFill>
                <a:latin typeface="Arial MT"/>
                <a:cs typeface="Arial MT"/>
              </a:rPr>
              <a:t> </a:t>
            </a:r>
            <a:r>
              <a:rPr sz="750" spc="-130" dirty="0">
                <a:solidFill>
                  <a:srgbClr val="939393"/>
                </a:solidFill>
                <a:latin typeface="Arial MT"/>
                <a:cs typeface="Arial MT"/>
              </a:rPr>
              <a:t>AI4</a:t>
            </a:r>
            <a:r>
              <a:rPr sz="750" spc="-20" dirty="0">
                <a:solidFill>
                  <a:srgbClr val="939393"/>
                </a:solidFill>
                <a:latin typeface="Arial MT"/>
                <a:cs typeface="Arial MT"/>
              </a:rPr>
              <a:t> </a:t>
            </a:r>
            <a:r>
              <a:rPr sz="750" dirty="0">
                <a:solidFill>
                  <a:srgbClr val="757575"/>
                </a:solidFill>
                <a:latin typeface="Arial MT"/>
                <a:cs typeface="Arial MT"/>
              </a:rPr>
              <a:t>nghs</a:t>
            </a:r>
            <a:r>
              <a:rPr sz="750" spc="-20" dirty="0">
                <a:solidFill>
                  <a:srgbClr val="757575"/>
                </a:solidFill>
                <a:latin typeface="Arial MT"/>
                <a:cs typeface="Arial MT"/>
              </a:rPr>
              <a:t> </a:t>
            </a:r>
            <a:r>
              <a:rPr sz="750" spc="-25" dirty="0">
                <a:solidFill>
                  <a:srgbClr val="828282"/>
                </a:solidFill>
                <a:latin typeface="Arial MT"/>
                <a:cs typeface="Arial MT"/>
              </a:rPr>
              <a:t>reserved</a:t>
            </a:r>
            <a:endParaRPr sz="750">
              <a:latin typeface="Arial MT"/>
              <a:cs typeface="Arial MT"/>
            </a:endParaRPr>
          </a:p>
        </p:txBody>
      </p:sp>
      <p:sp>
        <p:nvSpPr>
          <p:cNvPr id="8" name="object 8"/>
          <p:cNvSpPr txBox="1"/>
          <p:nvPr/>
        </p:nvSpPr>
        <p:spPr>
          <a:xfrm>
            <a:off x="4773870" y="1371722"/>
            <a:ext cx="5568950" cy="2146935"/>
          </a:xfrm>
          <a:prstGeom prst="rect">
            <a:avLst/>
          </a:prstGeom>
        </p:spPr>
        <p:txBody>
          <a:bodyPr vert="horz" wrap="square" lIns="0" tIns="20955" rIns="0" bIns="0" rtlCol="0">
            <a:spAutoFit/>
          </a:bodyPr>
          <a:lstStyle/>
          <a:p>
            <a:pPr marL="12700" marR="5080" indent="8890">
              <a:lnSpc>
                <a:spcPct val="96900"/>
              </a:lnSpc>
              <a:spcBef>
                <a:spcPts val="165"/>
              </a:spcBef>
            </a:pPr>
            <a:r>
              <a:rPr sz="1800" spc="-145" dirty="0">
                <a:latin typeface="Arial MT"/>
                <a:cs typeface="Arial MT"/>
              </a:rPr>
              <a:t>Amazon</a:t>
            </a:r>
            <a:r>
              <a:rPr sz="1800" spc="5" dirty="0">
                <a:latin typeface="Arial MT"/>
                <a:cs typeface="Arial MT"/>
              </a:rPr>
              <a:t> </a:t>
            </a:r>
            <a:r>
              <a:rPr sz="1800" spc="-105" dirty="0">
                <a:latin typeface="Arial MT"/>
                <a:cs typeface="Arial MT"/>
              </a:rPr>
              <a:t>Elastic</a:t>
            </a:r>
            <a:r>
              <a:rPr sz="1800" spc="25" dirty="0">
                <a:latin typeface="Arial MT"/>
                <a:cs typeface="Arial MT"/>
              </a:rPr>
              <a:t> </a:t>
            </a:r>
            <a:r>
              <a:rPr sz="1800" spc="-105" dirty="0">
                <a:latin typeface="Arial MT"/>
                <a:cs typeface="Arial MT"/>
              </a:rPr>
              <a:t>Compute</a:t>
            </a:r>
            <a:r>
              <a:rPr sz="1800" spc="140" dirty="0">
                <a:latin typeface="Arial MT"/>
                <a:cs typeface="Arial MT"/>
              </a:rPr>
              <a:t> </a:t>
            </a:r>
            <a:r>
              <a:rPr sz="1800" spc="-125" dirty="0">
                <a:latin typeface="Arial MT"/>
                <a:cs typeface="Arial MT"/>
              </a:rPr>
              <a:t>Cloud</a:t>
            </a:r>
            <a:r>
              <a:rPr sz="1800" spc="-75" dirty="0">
                <a:latin typeface="Arial MT"/>
                <a:cs typeface="Arial MT"/>
              </a:rPr>
              <a:t> </a:t>
            </a:r>
            <a:r>
              <a:rPr sz="1800" spc="-185" dirty="0">
                <a:latin typeface="Arial MT"/>
                <a:cs typeface="Arial MT"/>
              </a:rPr>
              <a:t>(AmazOn</a:t>
            </a:r>
            <a:r>
              <a:rPr sz="1800" spc="-10" dirty="0">
                <a:latin typeface="Arial MT"/>
                <a:cs typeface="Arial MT"/>
              </a:rPr>
              <a:t> </a:t>
            </a:r>
            <a:r>
              <a:rPr sz="1800" spc="-229" dirty="0">
                <a:latin typeface="Arial MT"/>
                <a:cs typeface="Arial MT"/>
              </a:rPr>
              <a:t>EC2)</a:t>
            </a:r>
            <a:r>
              <a:rPr sz="1800" spc="45" dirty="0">
                <a:latin typeface="Arial MT"/>
                <a:cs typeface="Arial MT"/>
              </a:rPr>
              <a:t> </a:t>
            </a:r>
            <a:r>
              <a:rPr sz="1800" spc="-105" dirty="0">
                <a:solidFill>
                  <a:srgbClr val="383838"/>
                </a:solidFill>
                <a:latin typeface="Arial MT"/>
                <a:cs typeface="Arial MT"/>
              </a:rPr>
              <a:t>is</a:t>
            </a:r>
            <a:r>
              <a:rPr sz="1800" spc="-135" dirty="0">
                <a:solidFill>
                  <a:srgbClr val="383838"/>
                </a:solidFill>
                <a:latin typeface="Arial MT"/>
                <a:cs typeface="Arial MT"/>
              </a:rPr>
              <a:t> </a:t>
            </a:r>
            <a:r>
              <a:rPr sz="1800" spc="-150" dirty="0">
                <a:solidFill>
                  <a:srgbClr val="232323"/>
                </a:solidFill>
                <a:latin typeface="Arial MT"/>
                <a:cs typeface="Arial MT"/>
              </a:rPr>
              <a:t>a</a:t>
            </a:r>
            <a:r>
              <a:rPr sz="1800" spc="-5" dirty="0">
                <a:solidFill>
                  <a:srgbClr val="232323"/>
                </a:solidFill>
                <a:latin typeface="Arial MT"/>
                <a:cs typeface="Arial MT"/>
              </a:rPr>
              <a:t> </a:t>
            </a:r>
            <a:r>
              <a:rPr sz="1800" spc="-25" dirty="0">
                <a:latin typeface="Arial MT"/>
                <a:cs typeface="Arial MT"/>
              </a:rPr>
              <a:t>web </a:t>
            </a:r>
            <a:r>
              <a:rPr sz="1800" spc="-125" dirty="0">
                <a:latin typeface="Arial MT"/>
                <a:cs typeface="Arial MT"/>
              </a:rPr>
              <a:t>service</a:t>
            </a:r>
            <a:r>
              <a:rPr sz="1800" spc="-55" dirty="0">
                <a:latin typeface="Arial MT"/>
                <a:cs typeface="Arial MT"/>
              </a:rPr>
              <a:t> </a:t>
            </a:r>
            <a:r>
              <a:rPr sz="1800" dirty="0">
                <a:latin typeface="Arial MT"/>
                <a:cs typeface="Arial MT"/>
              </a:rPr>
              <a:t>that</a:t>
            </a:r>
            <a:r>
              <a:rPr sz="1800" spc="-120" dirty="0">
                <a:latin typeface="Arial MT"/>
                <a:cs typeface="Arial MT"/>
              </a:rPr>
              <a:t> </a:t>
            </a:r>
            <a:r>
              <a:rPr sz="1800" spc="-90" dirty="0">
                <a:latin typeface="Arial MT"/>
                <a:cs typeface="Arial MT"/>
              </a:rPr>
              <a:t>provides</a:t>
            </a:r>
            <a:r>
              <a:rPr sz="1800" dirty="0">
                <a:latin typeface="Arial MT"/>
                <a:cs typeface="Arial MT"/>
              </a:rPr>
              <a:t> </a:t>
            </a:r>
            <a:r>
              <a:rPr sz="1800" spc="-150" dirty="0">
                <a:latin typeface="Arial MT"/>
                <a:cs typeface="Arial MT"/>
              </a:rPr>
              <a:t>secure,</a:t>
            </a:r>
            <a:r>
              <a:rPr sz="1800" spc="45" dirty="0">
                <a:latin typeface="Arial MT"/>
                <a:cs typeface="Arial MT"/>
              </a:rPr>
              <a:t> </a:t>
            </a:r>
            <a:r>
              <a:rPr sz="1800" spc="-120" dirty="0">
                <a:latin typeface="Arial MT"/>
                <a:cs typeface="Arial MT"/>
              </a:rPr>
              <a:t>resizable</a:t>
            </a:r>
            <a:r>
              <a:rPr sz="1800" spc="-5" dirty="0">
                <a:latin typeface="Arial MT"/>
                <a:cs typeface="Arial MT"/>
              </a:rPr>
              <a:t> </a:t>
            </a:r>
            <a:r>
              <a:rPr sz="1800" spc="-70" dirty="0">
                <a:latin typeface="Arial MT"/>
                <a:cs typeface="Arial MT"/>
              </a:rPr>
              <a:t>compute</a:t>
            </a:r>
            <a:r>
              <a:rPr sz="1800" spc="80" dirty="0">
                <a:latin typeface="Arial MT"/>
                <a:cs typeface="Arial MT"/>
              </a:rPr>
              <a:t> </a:t>
            </a:r>
            <a:r>
              <a:rPr sz="1800" spc="-100" dirty="0">
                <a:latin typeface="Arial MT"/>
                <a:cs typeface="Arial MT"/>
              </a:rPr>
              <a:t>capacity</a:t>
            </a:r>
            <a:r>
              <a:rPr sz="1800" spc="45" dirty="0">
                <a:latin typeface="Arial MT"/>
                <a:cs typeface="Arial MT"/>
              </a:rPr>
              <a:t> </a:t>
            </a:r>
            <a:r>
              <a:rPr sz="1800" spc="-25" dirty="0">
                <a:latin typeface="Arial MT"/>
                <a:cs typeface="Arial MT"/>
              </a:rPr>
              <a:t>in </a:t>
            </a:r>
            <a:r>
              <a:rPr sz="1800" spc="-45" dirty="0">
                <a:solidFill>
                  <a:srgbClr val="181818"/>
                </a:solidFill>
                <a:latin typeface="Arial MT"/>
                <a:cs typeface="Arial MT"/>
              </a:rPr>
              <a:t>the</a:t>
            </a:r>
            <a:r>
              <a:rPr sz="1800" spc="-70" dirty="0">
                <a:solidFill>
                  <a:srgbClr val="181818"/>
                </a:solidFill>
                <a:latin typeface="Arial MT"/>
                <a:cs typeface="Arial MT"/>
              </a:rPr>
              <a:t> </a:t>
            </a:r>
            <a:r>
              <a:rPr sz="1800" spc="-90" dirty="0">
                <a:latin typeface="Arial MT"/>
                <a:cs typeface="Arial MT"/>
              </a:rPr>
              <a:t>cloud.</a:t>
            </a:r>
            <a:r>
              <a:rPr sz="1800" spc="-110" dirty="0">
                <a:latin typeface="Arial MT"/>
                <a:cs typeface="Arial MT"/>
              </a:rPr>
              <a:t> </a:t>
            </a:r>
            <a:r>
              <a:rPr sz="1800" dirty="0">
                <a:latin typeface="Arial MT"/>
                <a:cs typeface="Arial MT"/>
              </a:rPr>
              <a:t>It</a:t>
            </a:r>
            <a:r>
              <a:rPr sz="1800" spc="-155" dirty="0">
                <a:latin typeface="Arial MT"/>
                <a:cs typeface="Arial MT"/>
              </a:rPr>
              <a:t> </a:t>
            </a:r>
            <a:r>
              <a:rPr sz="1800" spc="-135" dirty="0">
                <a:solidFill>
                  <a:srgbClr val="1A1A1A"/>
                </a:solidFill>
                <a:latin typeface="Arial MT"/>
                <a:cs typeface="Arial MT"/>
              </a:rPr>
              <a:t>Is</a:t>
            </a:r>
            <a:r>
              <a:rPr sz="1800" spc="-40" dirty="0">
                <a:solidFill>
                  <a:srgbClr val="1A1A1A"/>
                </a:solidFill>
                <a:latin typeface="Arial MT"/>
                <a:cs typeface="Arial MT"/>
              </a:rPr>
              <a:t> </a:t>
            </a:r>
            <a:r>
              <a:rPr sz="1800" spc="-120" dirty="0">
                <a:latin typeface="Arial MT"/>
                <a:cs typeface="Arial MT"/>
              </a:rPr>
              <a:t>designed</a:t>
            </a:r>
            <a:r>
              <a:rPr sz="1800" spc="5" dirty="0">
                <a:latin typeface="Arial MT"/>
                <a:cs typeface="Arial MT"/>
              </a:rPr>
              <a:t> </a:t>
            </a:r>
            <a:r>
              <a:rPr sz="1800" dirty="0">
                <a:solidFill>
                  <a:srgbClr val="161616"/>
                </a:solidFill>
                <a:latin typeface="Arial MT"/>
                <a:cs typeface="Arial MT"/>
              </a:rPr>
              <a:t>to</a:t>
            </a:r>
            <a:r>
              <a:rPr sz="1800" spc="-65" dirty="0">
                <a:solidFill>
                  <a:srgbClr val="161616"/>
                </a:solidFill>
                <a:latin typeface="Arial MT"/>
                <a:cs typeface="Arial MT"/>
              </a:rPr>
              <a:t> </a:t>
            </a:r>
            <a:r>
              <a:rPr sz="1800" spc="-155" dirty="0">
                <a:latin typeface="Arial MT"/>
                <a:cs typeface="Arial MT"/>
              </a:rPr>
              <a:t>make</a:t>
            </a:r>
            <a:r>
              <a:rPr sz="1800" spc="-15" dirty="0">
                <a:latin typeface="Arial MT"/>
                <a:cs typeface="Arial MT"/>
              </a:rPr>
              <a:t> </a:t>
            </a:r>
            <a:r>
              <a:rPr sz="1800" spc="-30" dirty="0">
                <a:latin typeface="Arial MT"/>
                <a:cs typeface="Arial MT"/>
              </a:rPr>
              <a:t>web</a:t>
            </a:r>
            <a:r>
              <a:rPr sz="1800" spc="200" dirty="0">
                <a:latin typeface="Arial MT"/>
                <a:cs typeface="Arial MT"/>
              </a:rPr>
              <a:t> </a:t>
            </a:r>
            <a:r>
              <a:rPr sz="1800" spc="-150" dirty="0">
                <a:latin typeface="Arial MT"/>
                <a:cs typeface="Arial MT"/>
              </a:rPr>
              <a:t>scale</a:t>
            </a:r>
            <a:r>
              <a:rPr sz="1800" spc="50" dirty="0">
                <a:latin typeface="Arial MT"/>
                <a:cs typeface="Arial MT"/>
              </a:rPr>
              <a:t> </a:t>
            </a:r>
            <a:r>
              <a:rPr sz="1800" spc="-90" dirty="0">
                <a:latin typeface="Arial MT"/>
                <a:cs typeface="Arial MT"/>
              </a:rPr>
              <a:t>cloud</a:t>
            </a:r>
            <a:r>
              <a:rPr sz="1800" spc="25" dirty="0">
                <a:latin typeface="Arial MT"/>
                <a:cs typeface="Arial MT"/>
              </a:rPr>
              <a:t> </a:t>
            </a:r>
            <a:r>
              <a:rPr sz="1800" spc="-50" dirty="0">
                <a:latin typeface="Arial MT"/>
                <a:cs typeface="Arial MT"/>
              </a:rPr>
              <a:t>computing </a:t>
            </a:r>
            <a:r>
              <a:rPr sz="1800" spc="-135" dirty="0">
                <a:solidFill>
                  <a:srgbClr val="0C0C0C"/>
                </a:solidFill>
                <a:latin typeface="Arial MT"/>
                <a:cs typeface="Arial MT"/>
              </a:rPr>
              <a:t>easier</a:t>
            </a:r>
            <a:r>
              <a:rPr sz="1800" spc="10" dirty="0">
                <a:solidFill>
                  <a:srgbClr val="0C0C0C"/>
                </a:solidFill>
                <a:latin typeface="Arial MT"/>
                <a:cs typeface="Arial MT"/>
              </a:rPr>
              <a:t> </a:t>
            </a:r>
            <a:r>
              <a:rPr sz="1800" dirty="0">
                <a:latin typeface="Arial MT"/>
                <a:cs typeface="Arial MT"/>
              </a:rPr>
              <a:t>for</a:t>
            </a:r>
            <a:r>
              <a:rPr sz="1800" spc="-75" dirty="0">
                <a:latin typeface="Arial MT"/>
                <a:cs typeface="Arial MT"/>
              </a:rPr>
              <a:t> </a:t>
            </a:r>
            <a:r>
              <a:rPr sz="1800" spc="-105" dirty="0">
                <a:latin typeface="Arial MT"/>
                <a:cs typeface="Arial MT"/>
              </a:rPr>
              <a:t>developers.</a:t>
            </a:r>
            <a:r>
              <a:rPr sz="1800" spc="80" dirty="0">
                <a:latin typeface="Arial MT"/>
                <a:cs typeface="Arial MT"/>
              </a:rPr>
              <a:t> </a:t>
            </a:r>
            <a:r>
              <a:rPr sz="1800" spc="-180" dirty="0">
                <a:latin typeface="Arial MT"/>
                <a:cs typeface="Arial MT"/>
              </a:rPr>
              <a:t>You</a:t>
            </a:r>
            <a:r>
              <a:rPr sz="1800" spc="-30" dirty="0">
                <a:latin typeface="Arial MT"/>
                <a:cs typeface="Arial MT"/>
              </a:rPr>
              <a:t> </a:t>
            </a:r>
            <a:r>
              <a:rPr sz="1800" spc="-135" dirty="0">
                <a:latin typeface="Arial MT"/>
                <a:cs typeface="Arial MT"/>
              </a:rPr>
              <a:t>can</a:t>
            </a:r>
            <a:r>
              <a:rPr sz="1800" spc="-70" dirty="0">
                <a:latin typeface="Arial MT"/>
                <a:cs typeface="Arial MT"/>
              </a:rPr>
              <a:t> </a:t>
            </a:r>
            <a:r>
              <a:rPr sz="1800" spc="-165" dirty="0">
                <a:latin typeface="Arial MT"/>
                <a:cs typeface="Arial MT"/>
              </a:rPr>
              <a:t>use</a:t>
            </a:r>
            <a:r>
              <a:rPr sz="1800" spc="-5" dirty="0">
                <a:latin typeface="Arial MT"/>
                <a:cs typeface="Arial MT"/>
              </a:rPr>
              <a:t> </a:t>
            </a:r>
            <a:r>
              <a:rPr sz="1800" spc="-40" dirty="0">
                <a:solidFill>
                  <a:srgbClr val="2A2A2A"/>
                </a:solidFill>
                <a:latin typeface="Arial MT"/>
                <a:cs typeface="Arial MT"/>
              </a:rPr>
              <a:t>the</a:t>
            </a:r>
            <a:r>
              <a:rPr sz="1800" spc="-65" dirty="0">
                <a:solidFill>
                  <a:srgbClr val="2A2A2A"/>
                </a:solidFill>
                <a:latin typeface="Arial MT"/>
                <a:cs typeface="Arial MT"/>
              </a:rPr>
              <a:t> </a:t>
            </a:r>
            <a:r>
              <a:rPr sz="1800" spc="-80" dirty="0">
                <a:latin typeface="Arial MT"/>
                <a:cs typeface="Arial MT"/>
              </a:rPr>
              <a:t>simple</a:t>
            </a:r>
            <a:r>
              <a:rPr sz="1800" spc="30" dirty="0">
                <a:latin typeface="Arial MT"/>
                <a:cs typeface="Arial MT"/>
              </a:rPr>
              <a:t> </a:t>
            </a:r>
            <a:r>
              <a:rPr sz="1800" spc="-130" dirty="0">
                <a:latin typeface="Arial MT"/>
                <a:cs typeface="Arial MT"/>
              </a:rPr>
              <a:t>web</a:t>
            </a:r>
            <a:r>
              <a:rPr sz="1800" spc="-30" dirty="0">
                <a:latin typeface="Arial MT"/>
                <a:cs typeface="Arial MT"/>
              </a:rPr>
              <a:t> </a:t>
            </a:r>
            <a:r>
              <a:rPr sz="1800" spc="-10" dirty="0">
                <a:latin typeface="Arial MT"/>
                <a:cs typeface="Arial MT"/>
              </a:rPr>
              <a:t>interface </a:t>
            </a:r>
            <a:r>
              <a:rPr sz="1750" dirty="0">
                <a:solidFill>
                  <a:srgbClr val="1D1D1D"/>
                </a:solidFill>
                <a:latin typeface="Arial MT"/>
                <a:cs typeface="Arial MT"/>
              </a:rPr>
              <a:t>of </a:t>
            </a:r>
            <a:r>
              <a:rPr sz="1750" spc="-114" dirty="0">
                <a:latin typeface="Arial MT"/>
                <a:cs typeface="Arial MT"/>
              </a:rPr>
              <a:t>Amazon</a:t>
            </a:r>
            <a:r>
              <a:rPr sz="1750" spc="-20" dirty="0">
                <a:latin typeface="Arial MT"/>
                <a:cs typeface="Arial MT"/>
              </a:rPr>
              <a:t> </a:t>
            </a:r>
            <a:r>
              <a:rPr sz="1750" spc="-204" dirty="0">
                <a:latin typeface="Arial MT"/>
                <a:cs typeface="Arial MT"/>
              </a:rPr>
              <a:t>EC2</a:t>
            </a:r>
            <a:r>
              <a:rPr sz="1750" spc="-55" dirty="0">
                <a:latin typeface="Arial MT"/>
                <a:cs typeface="Arial MT"/>
              </a:rPr>
              <a:t> </a:t>
            </a:r>
            <a:r>
              <a:rPr sz="1750" dirty="0">
                <a:solidFill>
                  <a:srgbClr val="232323"/>
                </a:solidFill>
                <a:latin typeface="Arial MT"/>
                <a:cs typeface="Arial MT"/>
              </a:rPr>
              <a:t>to</a:t>
            </a:r>
            <a:r>
              <a:rPr sz="1750" spc="-75" dirty="0">
                <a:solidFill>
                  <a:srgbClr val="232323"/>
                </a:solidFill>
                <a:latin typeface="Arial MT"/>
                <a:cs typeface="Arial MT"/>
              </a:rPr>
              <a:t> </a:t>
            </a:r>
            <a:r>
              <a:rPr sz="1750" spc="-25" dirty="0">
                <a:latin typeface="Arial MT"/>
                <a:cs typeface="Arial MT"/>
              </a:rPr>
              <a:t>obtain</a:t>
            </a:r>
            <a:r>
              <a:rPr sz="1750" spc="10" dirty="0">
                <a:latin typeface="Arial MT"/>
                <a:cs typeface="Arial MT"/>
              </a:rPr>
              <a:t> </a:t>
            </a:r>
            <a:r>
              <a:rPr sz="1750" spc="-100" dirty="0">
                <a:latin typeface="Arial MT"/>
                <a:cs typeface="Arial MT"/>
              </a:rPr>
              <a:t>and</a:t>
            </a:r>
            <a:r>
              <a:rPr sz="1750" spc="-15" dirty="0">
                <a:latin typeface="Arial MT"/>
                <a:cs typeface="Arial MT"/>
              </a:rPr>
              <a:t> </a:t>
            </a:r>
            <a:r>
              <a:rPr sz="1750" spc="-60" dirty="0">
                <a:solidFill>
                  <a:srgbClr val="0E0E0E"/>
                </a:solidFill>
                <a:latin typeface="Arial MT"/>
                <a:cs typeface="Arial MT"/>
              </a:rPr>
              <a:t>configure</a:t>
            </a:r>
            <a:r>
              <a:rPr sz="1750" spc="5" dirty="0">
                <a:solidFill>
                  <a:srgbClr val="0E0E0E"/>
                </a:solidFill>
                <a:latin typeface="Arial MT"/>
                <a:cs typeface="Arial MT"/>
              </a:rPr>
              <a:t> </a:t>
            </a:r>
            <a:r>
              <a:rPr sz="1750" spc="-70" dirty="0">
                <a:solidFill>
                  <a:srgbClr val="181818"/>
                </a:solidFill>
                <a:latin typeface="Arial MT"/>
                <a:cs typeface="Arial MT"/>
              </a:rPr>
              <a:t>capacity</a:t>
            </a:r>
            <a:r>
              <a:rPr sz="1750" spc="75" dirty="0">
                <a:solidFill>
                  <a:srgbClr val="181818"/>
                </a:solidFill>
                <a:latin typeface="Arial MT"/>
                <a:cs typeface="Arial MT"/>
              </a:rPr>
              <a:t> </a:t>
            </a:r>
            <a:r>
              <a:rPr sz="1750" spc="-20" dirty="0">
                <a:latin typeface="Arial MT"/>
                <a:cs typeface="Arial MT"/>
              </a:rPr>
              <a:t>with </a:t>
            </a:r>
            <a:r>
              <a:rPr sz="1800" spc="-60" dirty="0">
                <a:solidFill>
                  <a:srgbClr val="0F0F0F"/>
                </a:solidFill>
                <a:latin typeface="Arial MT"/>
                <a:cs typeface="Arial MT"/>
              </a:rPr>
              <a:t>minimal</a:t>
            </a:r>
            <a:r>
              <a:rPr sz="1800" spc="-75" dirty="0">
                <a:solidFill>
                  <a:srgbClr val="0F0F0F"/>
                </a:solidFill>
                <a:latin typeface="Arial MT"/>
                <a:cs typeface="Arial MT"/>
              </a:rPr>
              <a:t> </a:t>
            </a:r>
            <a:r>
              <a:rPr sz="1800" spc="-45" dirty="0">
                <a:latin typeface="Arial MT"/>
                <a:cs typeface="Arial MT"/>
              </a:rPr>
              <a:t>friction.</a:t>
            </a:r>
            <a:r>
              <a:rPr sz="1800" spc="-95" dirty="0">
                <a:latin typeface="Arial MT"/>
                <a:cs typeface="Arial MT"/>
              </a:rPr>
              <a:t> </a:t>
            </a:r>
            <a:r>
              <a:rPr sz="1800" dirty="0">
                <a:latin typeface="Arial MT"/>
                <a:cs typeface="Arial MT"/>
              </a:rPr>
              <a:t>It</a:t>
            </a:r>
            <a:r>
              <a:rPr sz="1800" spc="-114" dirty="0">
                <a:latin typeface="Arial MT"/>
                <a:cs typeface="Arial MT"/>
              </a:rPr>
              <a:t> </a:t>
            </a:r>
            <a:r>
              <a:rPr sz="1800" spc="-90" dirty="0">
                <a:latin typeface="Arial MT"/>
                <a:cs typeface="Arial MT"/>
              </a:rPr>
              <a:t>provides</a:t>
            </a:r>
            <a:r>
              <a:rPr sz="1800" spc="50" dirty="0">
                <a:latin typeface="Arial MT"/>
                <a:cs typeface="Arial MT"/>
              </a:rPr>
              <a:t> </a:t>
            </a:r>
            <a:r>
              <a:rPr sz="1800" spc="-100" dirty="0">
                <a:latin typeface="Arial MT"/>
                <a:cs typeface="Arial MT"/>
              </a:rPr>
              <a:t>you</a:t>
            </a:r>
            <a:r>
              <a:rPr sz="1800" spc="-45" dirty="0">
                <a:latin typeface="Arial MT"/>
                <a:cs typeface="Arial MT"/>
              </a:rPr>
              <a:t> </a:t>
            </a:r>
            <a:r>
              <a:rPr sz="1800" spc="-20" dirty="0">
                <a:latin typeface="Arial MT"/>
                <a:cs typeface="Arial MT"/>
              </a:rPr>
              <a:t>with</a:t>
            </a:r>
            <a:r>
              <a:rPr sz="1800" spc="-40" dirty="0">
                <a:latin typeface="Arial MT"/>
                <a:cs typeface="Arial MT"/>
              </a:rPr>
              <a:t> </a:t>
            </a:r>
            <a:r>
              <a:rPr sz="1800" spc="-80" dirty="0">
                <a:latin typeface="Arial MT"/>
                <a:cs typeface="Arial MT"/>
              </a:rPr>
              <a:t>complete</a:t>
            </a:r>
            <a:r>
              <a:rPr sz="1800" spc="50" dirty="0">
                <a:latin typeface="Arial MT"/>
                <a:cs typeface="Arial MT"/>
              </a:rPr>
              <a:t> </a:t>
            </a:r>
            <a:r>
              <a:rPr sz="1800" spc="-65" dirty="0">
                <a:latin typeface="Arial MT"/>
                <a:cs typeface="Arial MT"/>
              </a:rPr>
              <a:t>contro[</a:t>
            </a:r>
            <a:r>
              <a:rPr sz="1800" spc="5" dirty="0">
                <a:latin typeface="Arial MT"/>
                <a:cs typeface="Arial MT"/>
              </a:rPr>
              <a:t> </a:t>
            </a:r>
            <a:r>
              <a:rPr sz="1800" spc="-25" dirty="0">
                <a:solidFill>
                  <a:srgbClr val="1C1C1C"/>
                </a:solidFill>
                <a:latin typeface="Arial MT"/>
                <a:cs typeface="Arial MT"/>
              </a:rPr>
              <a:t>of </a:t>
            </a:r>
            <a:r>
              <a:rPr sz="1800" spc="-85" dirty="0">
                <a:latin typeface="Arial MT"/>
                <a:cs typeface="Arial MT"/>
              </a:rPr>
              <a:t>your</a:t>
            </a:r>
            <a:r>
              <a:rPr sz="1800" spc="-40" dirty="0">
                <a:latin typeface="Arial MT"/>
                <a:cs typeface="Arial MT"/>
              </a:rPr>
              <a:t> </a:t>
            </a:r>
            <a:r>
              <a:rPr sz="1800" spc="-65" dirty="0">
                <a:latin typeface="Arial MT"/>
                <a:cs typeface="Arial MT"/>
              </a:rPr>
              <a:t>computing</a:t>
            </a:r>
            <a:r>
              <a:rPr sz="1800" spc="45" dirty="0">
                <a:latin typeface="Arial MT"/>
                <a:cs typeface="Arial MT"/>
              </a:rPr>
              <a:t> </a:t>
            </a:r>
            <a:r>
              <a:rPr sz="1800" spc="-145" dirty="0">
                <a:solidFill>
                  <a:srgbClr val="0F0F0F"/>
                </a:solidFill>
                <a:latin typeface="Arial MT"/>
                <a:cs typeface="Arial MT"/>
              </a:rPr>
              <a:t>resources,</a:t>
            </a:r>
            <a:r>
              <a:rPr sz="1800" dirty="0">
                <a:solidFill>
                  <a:srgbClr val="0F0F0F"/>
                </a:solidFill>
                <a:latin typeface="Arial MT"/>
                <a:cs typeface="Arial MT"/>
              </a:rPr>
              <a:t> </a:t>
            </a:r>
            <a:r>
              <a:rPr sz="1800" spc="-100" dirty="0">
                <a:latin typeface="Arial MT"/>
                <a:cs typeface="Arial MT"/>
              </a:rPr>
              <a:t>and</a:t>
            </a:r>
            <a:r>
              <a:rPr sz="1800" spc="-50" dirty="0">
                <a:latin typeface="Arial MT"/>
                <a:cs typeface="Arial MT"/>
              </a:rPr>
              <a:t> </a:t>
            </a:r>
            <a:r>
              <a:rPr sz="1800" spc="-240" dirty="0">
                <a:latin typeface="Arial MT"/>
                <a:cs typeface="Arial MT"/>
              </a:rPr>
              <a:t>yOu</a:t>
            </a:r>
            <a:r>
              <a:rPr sz="1800" dirty="0">
                <a:latin typeface="Arial MT"/>
                <a:cs typeface="Arial MT"/>
              </a:rPr>
              <a:t> </a:t>
            </a:r>
            <a:r>
              <a:rPr sz="1800" spc="-135" dirty="0">
                <a:solidFill>
                  <a:srgbClr val="0C0C0C"/>
                </a:solidFill>
                <a:latin typeface="Arial MT"/>
                <a:cs typeface="Arial MT"/>
              </a:rPr>
              <a:t>can</a:t>
            </a:r>
            <a:r>
              <a:rPr sz="1800" spc="-75" dirty="0">
                <a:solidFill>
                  <a:srgbClr val="0C0C0C"/>
                </a:solidFill>
                <a:latin typeface="Arial MT"/>
                <a:cs typeface="Arial MT"/>
              </a:rPr>
              <a:t> </a:t>
            </a:r>
            <a:r>
              <a:rPr sz="1800" spc="-70" dirty="0">
                <a:solidFill>
                  <a:srgbClr val="262626"/>
                </a:solidFill>
                <a:latin typeface="Arial MT"/>
                <a:cs typeface="Arial MT"/>
              </a:rPr>
              <a:t>run</a:t>
            </a:r>
            <a:r>
              <a:rPr sz="1800" spc="-75" dirty="0">
                <a:solidFill>
                  <a:srgbClr val="262626"/>
                </a:solidFill>
                <a:latin typeface="Arial MT"/>
                <a:cs typeface="Arial MT"/>
              </a:rPr>
              <a:t> </a:t>
            </a:r>
            <a:r>
              <a:rPr sz="1800" dirty="0">
                <a:solidFill>
                  <a:srgbClr val="161616"/>
                </a:solidFill>
                <a:latin typeface="Arial MT"/>
                <a:cs typeface="Arial MT"/>
              </a:rPr>
              <a:t>it</a:t>
            </a:r>
            <a:r>
              <a:rPr sz="1800" spc="140" dirty="0">
                <a:solidFill>
                  <a:srgbClr val="161616"/>
                </a:solidFill>
                <a:latin typeface="Arial MT"/>
                <a:cs typeface="Arial MT"/>
              </a:rPr>
              <a:t> </a:t>
            </a:r>
            <a:r>
              <a:rPr sz="1800" spc="-80" dirty="0">
                <a:solidFill>
                  <a:srgbClr val="151515"/>
                </a:solidFill>
                <a:latin typeface="Arial MT"/>
                <a:cs typeface="Arial MT"/>
              </a:rPr>
              <a:t>on</a:t>
            </a:r>
            <a:r>
              <a:rPr sz="1800" spc="-85" dirty="0">
                <a:solidFill>
                  <a:srgbClr val="151515"/>
                </a:solidFill>
                <a:latin typeface="Arial MT"/>
                <a:cs typeface="Arial MT"/>
              </a:rPr>
              <a:t> </a:t>
            </a:r>
            <a:r>
              <a:rPr sz="1800" spc="-25" dirty="0">
                <a:solidFill>
                  <a:srgbClr val="181818"/>
                </a:solidFill>
                <a:latin typeface="Arial MT"/>
                <a:cs typeface="Arial MT"/>
              </a:rPr>
              <a:t>the</a:t>
            </a:r>
            <a:r>
              <a:rPr sz="1800" spc="-40" dirty="0">
                <a:solidFill>
                  <a:srgbClr val="181818"/>
                </a:solidFill>
                <a:latin typeface="Arial MT"/>
                <a:cs typeface="Arial MT"/>
              </a:rPr>
              <a:t> </a:t>
            </a:r>
            <a:r>
              <a:rPr sz="1800" spc="-10" dirty="0">
                <a:latin typeface="Arial MT"/>
                <a:cs typeface="Arial MT"/>
              </a:rPr>
              <a:t>proven </a:t>
            </a:r>
            <a:r>
              <a:rPr sz="1750" spc="-40" dirty="0">
                <a:latin typeface="Arial MT"/>
                <a:cs typeface="Arial MT"/>
              </a:rPr>
              <a:t>computing</a:t>
            </a:r>
            <a:r>
              <a:rPr sz="1750" spc="-80" dirty="0">
                <a:latin typeface="Arial MT"/>
                <a:cs typeface="Arial MT"/>
              </a:rPr>
              <a:t> </a:t>
            </a:r>
            <a:r>
              <a:rPr sz="1750" spc="-55" dirty="0">
                <a:latin typeface="Arial MT"/>
                <a:cs typeface="Arial MT"/>
              </a:rPr>
              <a:t>environment</a:t>
            </a:r>
            <a:r>
              <a:rPr sz="1750" spc="10" dirty="0">
                <a:latin typeface="Arial MT"/>
                <a:cs typeface="Arial MT"/>
              </a:rPr>
              <a:t> </a:t>
            </a:r>
            <a:r>
              <a:rPr sz="1750" i="1" spc="-105" dirty="0">
                <a:solidFill>
                  <a:srgbClr val="111111"/>
                </a:solidFill>
                <a:latin typeface="Arial"/>
                <a:cs typeface="Arial"/>
              </a:rPr>
              <a:t>Oi</a:t>
            </a:r>
            <a:r>
              <a:rPr sz="1750" i="1" spc="-10" dirty="0">
                <a:solidFill>
                  <a:srgbClr val="111111"/>
                </a:solidFill>
                <a:latin typeface="Arial"/>
                <a:cs typeface="Arial"/>
              </a:rPr>
              <a:t> </a:t>
            </a:r>
            <a:r>
              <a:rPr sz="1750" spc="-10" dirty="0">
                <a:latin typeface="Arial MT"/>
                <a:cs typeface="Arial MT"/>
              </a:rPr>
              <a:t>Amazon.</a:t>
            </a:r>
            <a:endParaRPr sz="1750">
              <a:latin typeface="Arial MT"/>
              <a:cs typeface="Arial MT"/>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390014" y="1327266"/>
            <a:ext cx="3105485" cy="3915248"/>
          </a:xfrm>
          <a:prstGeom prst="rect">
            <a:avLst/>
          </a:prstGeom>
        </p:spPr>
      </p:pic>
      <p:sp>
        <p:nvSpPr>
          <p:cNvPr id="3" name="object 3"/>
          <p:cNvSpPr/>
          <p:nvPr/>
        </p:nvSpPr>
        <p:spPr>
          <a:xfrm>
            <a:off x="1390014" y="365125"/>
            <a:ext cx="9402445" cy="838835"/>
          </a:xfrm>
          <a:custGeom>
            <a:avLst/>
            <a:gdLst/>
            <a:ahLst/>
            <a:cxnLst/>
            <a:rect l="l" t="t" r="r" b="b"/>
            <a:pathLst>
              <a:path w="9402445" h="838835">
                <a:moveTo>
                  <a:pt x="9401175" y="838200"/>
                </a:moveTo>
                <a:lnTo>
                  <a:pt x="0" y="838200"/>
                </a:lnTo>
                <a:lnTo>
                  <a:pt x="0" y="0"/>
                </a:lnTo>
                <a:lnTo>
                  <a:pt x="9401175" y="0"/>
                </a:lnTo>
                <a:lnTo>
                  <a:pt x="9401175" y="838200"/>
                </a:lnTo>
                <a:close/>
              </a:path>
            </a:pathLst>
          </a:custGeom>
          <a:solidFill>
            <a:srgbClr val="3B8E87"/>
          </a:solidFill>
        </p:spPr>
        <p:txBody>
          <a:bodyPr wrap="square" lIns="0" tIns="0" rIns="0" bIns="0" rtlCol="0"/>
          <a:lstStyle/>
          <a:p>
            <a:endParaRPr/>
          </a:p>
        </p:txBody>
      </p:sp>
      <p:sp>
        <p:nvSpPr>
          <p:cNvPr id="4" name="object 4" descr="$PPTXTitle"/>
          <p:cNvSpPr txBox="1">
            <a:spLocks noGrp="1"/>
          </p:cNvSpPr>
          <p:nvPr>
            <p:ph type="title"/>
          </p:nvPr>
        </p:nvSpPr>
        <p:spPr>
          <a:prstGeom prst="rect">
            <a:avLst/>
          </a:prstGeom>
        </p:spPr>
        <p:txBody>
          <a:bodyPr vert="horz" wrap="square" lIns="0" tIns="12700" rIns="0" bIns="0" rtlCol="0">
            <a:spAutoFit/>
          </a:bodyPr>
          <a:lstStyle/>
          <a:p>
            <a:pPr>
              <a:lnSpc>
                <a:spcPct val="100000"/>
              </a:lnSpc>
              <a:spcBef>
                <a:spcPts val="100"/>
              </a:spcBef>
            </a:pPr>
            <a:r>
              <a:rPr sz="3050" spc="-35" dirty="0">
                <a:solidFill>
                  <a:srgbClr val="3A8580"/>
                </a:solidFill>
                <a:latin typeface="Arial MT"/>
                <a:cs typeface="Arial MT"/>
              </a:rPr>
              <a:t>Amazon</a:t>
            </a:r>
            <a:r>
              <a:rPr sz="3050" spc="-80" dirty="0">
                <a:solidFill>
                  <a:srgbClr val="3A8580"/>
                </a:solidFill>
                <a:latin typeface="Arial MT"/>
                <a:cs typeface="Arial MT"/>
              </a:rPr>
              <a:t> </a:t>
            </a:r>
            <a:r>
              <a:rPr sz="3050" spc="-360" dirty="0">
                <a:solidFill>
                  <a:srgbClr val="97CFCC"/>
                </a:solidFill>
                <a:latin typeface="Arial MT"/>
                <a:cs typeface="Arial MT"/>
              </a:rPr>
              <a:t>E</a:t>
            </a:r>
            <a:r>
              <a:rPr sz="3050" spc="-360" dirty="0">
                <a:solidFill>
                  <a:srgbClr val="347C79"/>
                </a:solidFill>
                <a:latin typeface="Arial MT"/>
                <a:cs typeface="Arial MT"/>
              </a:rPr>
              <a:t>Castle</a:t>
            </a:r>
            <a:r>
              <a:rPr sz="3050" spc="150" dirty="0">
                <a:solidFill>
                  <a:srgbClr val="347C79"/>
                </a:solidFill>
                <a:latin typeface="Arial MT"/>
                <a:cs typeface="Arial MT"/>
              </a:rPr>
              <a:t> </a:t>
            </a:r>
            <a:r>
              <a:rPr sz="3050" dirty="0">
                <a:solidFill>
                  <a:srgbClr val="33808C"/>
                </a:solidFill>
                <a:latin typeface="Arial MT"/>
                <a:cs typeface="Arial MT"/>
              </a:rPr>
              <a:t>Compute</a:t>
            </a:r>
            <a:r>
              <a:rPr sz="3050" spc="114" dirty="0">
                <a:solidFill>
                  <a:srgbClr val="33808C"/>
                </a:solidFill>
                <a:latin typeface="Arial MT"/>
                <a:cs typeface="Arial MT"/>
              </a:rPr>
              <a:t> </a:t>
            </a:r>
            <a:r>
              <a:rPr sz="3050" spc="-10" dirty="0">
                <a:solidFill>
                  <a:srgbClr val="2B808A"/>
                </a:solidFill>
                <a:latin typeface="Arial MT"/>
                <a:cs typeface="Arial MT"/>
              </a:rPr>
              <a:t>Cloud</a:t>
            </a:r>
            <a:r>
              <a:rPr sz="3050" spc="25" dirty="0">
                <a:solidFill>
                  <a:srgbClr val="2B808A"/>
                </a:solidFill>
                <a:latin typeface="Arial MT"/>
                <a:cs typeface="Arial MT"/>
              </a:rPr>
              <a:t> </a:t>
            </a:r>
            <a:r>
              <a:rPr sz="3050" dirty="0">
                <a:solidFill>
                  <a:srgbClr val="368597"/>
                </a:solidFill>
                <a:latin typeface="Arial MT"/>
                <a:cs typeface="Arial MT"/>
              </a:rPr>
              <a:t>-</a:t>
            </a:r>
            <a:r>
              <a:rPr sz="3050" spc="-155" dirty="0">
                <a:solidFill>
                  <a:srgbClr val="368597"/>
                </a:solidFill>
                <a:latin typeface="Arial MT"/>
                <a:cs typeface="Arial MT"/>
              </a:rPr>
              <a:t> </a:t>
            </a:r>
            <a:r>
              <a:rPr sz="3050" spc="-350" dirty="0">
                <a:solidFill>
                  <a:srgbClr val="E2FFFF"/>
                </a:solidFill>
                <a:latin typeface="Arial MT"/>
                <a:cs typeface="Arial MT"/>
              </a:rPr>
              <a:t>EC2</a:t>
            </a:r>
            <a:endParaRPr sz="3050">
              <a:latin typeface="Arial MT"/>
              <a:cs typeface="Arial MT"/>
            </a:endParaRPr>
          </a:p>
        </p:txBody>
      </p:sp>
      <p:sp>
        <p:nvSpPr>
          <p:cNvPr id="5" name="object 5"/>
          <p:cNvSpPr txBox="1"/>
          <p:nvPr/>
        </p:nvSpPr>
        <p:spPr>
          <a:xfrm>
            <a:off x="9039760" y="508018"/>
            <a:ext cx="568960" cy="330835"/>
          </a:xfrm>
          <a:prstGeom prst="rect">
            <a:avLst/>
          </a:prstGeom>
        </p:spPr>
        <p:txBody>
          <a:bodyPr vert="horz" wrap="square" lIns="0" tIns="12700" rIns="0" bIns="0" rtlCol="0">
            <a:spAutoFit/>
          </a:bodyPr>
          <a:lstStyle/>
          <a:p>
            <a:pPr>
              <a:lnSpc>
                <a:spcPct val="100000"/>
              </a:lnSpc>
              <a:spcBef>
                <a:spcPts val="100"/>
              </a:spcBef>
            </a:pPr>
            <a:r>
              <a:rPr sz="2000" spc="120" dirty="0">
                <a:solidFill>
                  <a:srgbClr val="36798C"/>
                </a:solidFill>
                <a:latin typeface="Arial MT"/>
                <a:cs typeface="Arial MT"/>
              </a:rPr>
              <a:t>a</a:t>
            </a:r>
            <a:r>
              <a:rPr sz="2325" spc="179" baseline="3584" dirty="0">
                <a:solidFill>
                  <a:srgbClr val="36798C"/>
                </a:solidFill>
                <a:latin typeface="Arial MT"/>
                <a:cs typeface="Arial MT"/>
              </a:rPr>
              <a:t>W</a:t>
            </a:r>
            <a:r>
              <a:rPr sz="2000" spc="120" dirty="0">
                <a:solidFill>
                  <a:srgbClr val="36798C"/>
                </a:solidFill>
                <a:latin typeface="Arial MT"/>
                <a:cs typeface="Arial MT"/>
              </a:rPr>
              <a:t>S</a:t>
            </a:r>
            <a:endParaRPr sz="2000">
              <a:latin typeface="Arial MT"/>
              <a:cs typeface="Arial MT"/>
            </a:endParaRPr>
          </a:p>
        </p:txBody>
      </p:sp>
      <p:sp>
        <p:nvSpPr>
          <p:cNvPr id="6" name="object 6"/>
          <p:cNvSpPr txBox="1"/>
          <p:nvPr/>
        </p:nvSpPr>
        <p:spPr>
          <a:xfrm>
            <a:off x="1650227" y="5364769"/>
            <a:ext cx="2666365" cy="132715"/>
          </a:xfrm>
          <a:prstGeom prst="rect">
            <a:avLst/>
          </a:prstGeom>
        </p:spPr>
        <p:txBody>
          <a:bodyPr vert="horz" wrap="square" lIns="0" tIns="12700" rIns="0" bIns="0" rtlCol="0">
            <a:spAutoFit/>
          </a:bodyPr>
          <a:lstStyle/>
          <a:p>
            <a:pPr marL="12700">
              <a:lnSpc>
                <a:spcPct val="100000"/>
              </a:lnSpc>
              <a:spcBef>
                <a:spcPts val="100"/>
              </a:spcBef>
            </a:pPr>
            <a:r>
              <a:rPr sz="700" dirty="0">
                <a:solidFill>
                  <a:srgbClr val="707070"/>
                </a:solidFill>
                <a:latin typeface="Arial MT"/>
                <a:cs typeface="Arial MT"/>
              </a:rPr>
              <a:t>6202</a:t>
            </a:r>
            <a:r>
              <a:rPr sz="700" spc="-125" dirty="0">
                <a:solidFill>
                  <a:srgbClr val="707070"/>
                </a:solidFill>
                <a:latin typeface="Arial MT"/>
                <a:cs typeface="Arial MT"/>
              </a:rPr>
              <a:t> </a:t>
            </a:r>
            <a:r>
              <a:rPr sz="700" spc="50" dirty="0">
                <a:solidFill>
                  <a:srgbClr val="909090"/>
                </a:solidFill>
                <a:latin typeface="Arial MT"/>
                <a:cs typeface="Arial MT"/>
              </a:rPr>
              <a:t>1</a:t>
            </a:r>
            <a:r>
              <a:rPr sz="700" spc="-20" dirty="0">
                <a:solidFill>
                  <a:srgbClr val="909090"/>
                </a:solidFill>
                <a:latin typeface="Arial MT"/>
                <a:cs typeface="Arial MT"/>
              </a:rPr>
              <a:t> </a:t>
            </a:r>
            <a:r>
              <a:rPr sz="700" spc="55" dirty="0">
                <a:solidFill>
                  <a:srgbClr val="858585"/>
                </a:solidFill>
                <a:latin typeface="Arial MT"/>
                <a:cs typeface="Arial MT"/>
              </a:rPr>
              <a:t>A</a:t>
            </a:r>
            <a:r>
              <a:rPr sz="700" spc="55" dirty="0">
                <a:solidFill>
                  <a:srgbClr val="525252"/>
                </a:solidFill>
                <a:latin typeface="Arial MT"/>
                <a:cs typeface="Arial MT"/>
              </a:rPr>
              <a:t>maze</a:t>
            </a:r>
            <a:r>
              <a:rPr sz="700" spc="30" dirty="0">
                <a:solidFill>
                  <a:srgbClr val="525252"/>
                </a:solidFill>
                <a:latin typeface="Arial MT"/>
                <a:cs typeface="Arial MT"/>
              </a:rPr>
              <a:t> </a:t>
            </a:r>
            <a:r>
              <a:rPr sz="700" dirty="0">
                <a:solidFill>
                  <a:srgbClr val="5D5D5D"/>
                </a:solidFill>
                <a:latin typeface="Arial MT"/>
                <a:cs typeface="Arial MT"/>
              </a:rPr>
              <a:t>web</a:t>
            </a:r>
            <a:r>
              <a:rPr sz="700" spc="30" dirty="0">
                <a:solidFill>
                  <a:srgbClr val="5D5D5D"/>
                </a:solidFill>
                <a:latin typeface="Arial MT"/>
                <a:cs typeface="Arial MT"/>
              </a:rPr>
              <a:t> </a:t>
            </a:r>
            <a:r>
              <a:rPr sz="700" dirty="0">
                <a:solidFill>
                  <a:srgbClr val="7C7C7C"/>
                </a:solidFill>
                <a:latin typeface="Arial MT"/>
                <a:cs typeface="Arial MT"/>
              </a:rPr>
              <a:t>Wr</a:t>
            </a:r>
            <a:r>
              <a:rPr sz="700" spc="229" dirty="0">
                <a:solidFill>
                  <a:srgbClr val="7C7C7C"/>
                </a:solidFill>
                <a:latin typeface="Arial MT"/>
                <a:cs typeface="Arial MT"/>
              </a:rPr>
              <a:t> </a:t>
            </a:r>
            <a:r>
              <a:rPr sz="700" spc="-20" dirty="0">
                <a:solidFill>
                  <a:srgbClr val="7C7C7C"/>
                </a:solidFill>
                <a:latin typeface="Arial MT"/>
                <a:cs typeface="Arial MT"/>
              </a:rPr>
              <a:t>tée§</a:t>
            </a:r>
            <a:r>
              <a:rPr sz="700" spc="80" dirty="0">
                <a:solidFill>
                  <a:srgbClr val="7C7C7C"/>
                </a:solidFill>
                <a:latin typeface="Arial MT"/>
                <a:cs typeface="Arial MT"/>
              </a:rPr>
              <a:t> </a:t>
            </a:r>
            <a:r>
              <a:rPr sz="700" spc="-10" dirty="0">
                <a:solidFill>
                  <a:srgbClr val="878787"/>
                </a:solidFill>
                <a:latin typeface="Arial MT"/>
                <a:cs typeface="Arial MT"/>
              </a:rPr>
              <a:t>inc.</a:t>
            </a:r>
            <a:r>
              <a:rPr sz="700" spc="75" dirty="0">
                <a:solidFill>
                  <a:srgbClr val="878787"/>
                </a:solidFill>
                <a:latin typeface="Arial MT"/>
                <a:cs typeface="Arial MT"/>
              </a:rPr>
              <a:t> </a:t>
            </a:r>
            <a:r>
              <a:rPr sz="700" dirty="0">
                <a:solidFill>
                  <a:srgbClr val="838383"/>
                </a:solidFill>
                <a:latin typeface="Arial MT"/>
                <a:cs typeface="Arial MT"/>
              </a:rPr>
              <a:t>or</a:t>
            </a:r>
            <a:r>
              <a:rPr sz="700" spc="15" dirty="0">
                <a:solidFill>
                  <a:srgbClr val="838383"/>
                </a:solidFill>
                <a:latin typeface="Arial MT"/>
                <a:cs typeface="Arial MT"/>
              </a:rPr>
              <a:t> </a:t>
            </a:r>
            <a:r>
              <a:rPr sz="700" dirty="0">
                <a:solidFill>
                  <a:srgbClr val="676767"/>
                </a:solidFill>
                <a:latin typeface="Arial MT"/>
                <a:cs typeface="Arial MT"/>
              </a:rPr>
              <a:t>its</a:t>
            </a:r>
            <a:r>
              <a:rPr sz="700" spc="-85" dirty="0">
                <a:solidFill>
                  <a:srgbClr val="676767"/>
                </a:solidFill>
                <a:latin typeface="Arial MT"/>
                <a:cs typeface="Arial MT"/>
              </a:rPr>
              <a:t> </a:t>
            </a:r>
            <a:r>
              <a:rPr sz="700" spc="-25" dirty="0">
                <a:solidFill>
                  <a:srgbClr val="626262"/>
                </a:solidFill>
                <a:latin typeface="Arial MT"/>
                <a:cs typeface="Arial MT"/>
              </a:rPr>
              <a:t>afñliabzs.</a:t>
            </a:r>
            <a:r>
              <a:rPr sz="700" spc="65" dirty="0">
                <a:solidFill>
                  <a:srgbClr val="626262"/>
                </a:solidFill>
                <a:latin typeface="Arial MT"/>
                <a:cs typeface="Arial MT"/>
              </a:rPr>
              <a:t> </a:t>
            </a:r>
            <a:r>
              <a:rPr sz="700" spc="-45" dirty="0">
                <a:solidFill>
                  <a:srgbClr val="909090"/>
                </a:solidFill>
                <a:latin typeface="Arial MT"/>
                <a:cs typeface="Arial MT"/>
              </a:rPr>
              <a:t>Ak</a:t>
            </a:r>
            <a:r>
              <a:rPr sz="700" spc="15" dirty="0">
                <a:solidFill>
                  <a:srgbClr val="909090"/>
                </a:solidFill>
                <a:latin typeface="Arial MT"/>
                <a:cs typeface="Arial MT"/>
              </a:rPr>
              <a:t> </a:t>
            </a:r>
            <a:r>
              <a:rPr sz="700" dirty="0">
                <a:solidFill>
                  <a:srgbClr val="8C8C8C"/>
                </a:solidFill>
                <a:latin typeface="Arial MT"/>
                <a:cs typeface="Arial MT"/>
              </a:rPr>
              <a:t>rrgha</a:t>
            </a:r>
            <a:r>
              <a:rPr sz="700" spc="-15" dirty="0">
                <a:solidFill>
                  <a:srgbClr val="8C8C8C"/>
                </a:solidFill>
                <a:latin typeface="Arial MT"/>
                <a:cs typeface="Arial MT"/>
              </a:rPr>
              <a:t> </a:t>
            </a:r>
            <a:r>
              <a:rPr sz="700" spc="-10" dirty="0">
                <a:solidFill>
                  <a:srgbClr val="878787"/>
                </a:solidFill>
                <a:latin typeface="Arial MT"/>
                <a:cs typeface="Arial MT"/>
              </a:rPr>
              <a:t>r</a:t>
            </a:r>
            <a:r>
              <a:rPr sz="700" spc="-10" dirty="0">
                <a:solidFill>
                  <a:srgbClr val="797979"/>
                </a:solidFill>
                <a:latin typeface="Arial MT"/>
                <a:cs typeface="Arial MT"/>
              </a:rPr>
              <a:t>eserved</a:t>
            </a:r>
            <a:endParaRPr sz="700">
              <a:latin typeface="Arial MT"/>
              <a:cs typeface="Arial MT"/>
            </a:endParaRPr>
          </a:p>
        </p:txBody>
      </p:sp>
      <p:sp>
        <p:nvSpPr>
          <p:cNvPr id="7" name="object 7"/>
          <p:cNvSpPr txBox="1"/>
          <p:nvPr/>
        </p:nvSpPr>
        <p:spPr>
          <a:xfrm>
            <a:off x="4760146" y="1338698"/>
            <a:ext cx="5406390" cy="1407160"/>
          </a:xfrm>
          <a:prstGeom prst="rect">
            <a:avLst/>
          </a:prstGeom>
        </p:spPr>
        <p:txBody>
          <a:bodyPr vert="horz" wrap="square" lIns="0" tIns="12700" rIns="0" bIns="0" rtlCol="0">
            <a:spAutoFit/>
          </a:bodyPr>
          <a:lstStyle/>
          <a:p>
            <a:pPr marL="12700" marR="5080" indent="8255">
              <a:lnSpc>
                <a:spcPct val="106600"/>
              </a:lnSpc>
              <a:spcBef>
                <a:spcPts val="100"/>
              </a:spcBef>
            </a:pPr>
            <a:r>
              <a:rPr sz="1700" spc="-80" dirty="0">
                <a:latin typeface="Arial MT"/>
                <a:cs typeface="Arial MT"/>
              </a:rPr>
              <a:t>Amazon</a:t>
            </a:r>
            <a:r>
              <a:rPr sz="1700" spc="-40" dirty="0">
                <a:latin typeface="Arial MT"/>
                <a:cs typeface="Arial MT"/>
              </a:rPr>
              <a:t> </a:t>
            </a:r>
            <a:r>
              <a:rPr sz="1700" spc="-175" dirty="0">
                <a:latin typeface="Arial MT"/>
                <a:cs typeface="Arial MT"/>
              </a:rPr>
              <a:t>EC2</a:t>
            </a:r>
            <a:r>
              <a:rPr sz="1700" spc="-10" dirty="0">
                <a:latin typeface="Arial MT"/>
                <a:cs typeface="Arial MT"/>
              </a:rPr>
              <a:t> </a:t>
            </a:r>
            <a:r>
              <a:rPr sz="1700" spc="-85" dirty="0">
                <a:latin typeface="Arial MT"/>
                <a:cs typeface="Arial MT"/>
              </a:rPr>
              <a:t>solves</a:t>
            </a:r>
            <a:r>
              <a:rPr sz="1700" spc="-35" dirty="0">
                <a:latin typeface="Arial MT"/>
                <a:cs typeface="Arial MT"/>
              </a:rPr>
              <a:t> </a:t>
            </a:r>
            <a:r>
              <a:rPr sz="1700" dirty="0">
                <a:latin typeface="Arial MT"/>
                <a:cs typeface="Arial MT"/>
              </a:rPr>
              <a:t>the</a:t>
            </a:r>
            <a:r>
              <a:rPr sz="1700" spc="-120" dirty="0">
                <a:latin typeface="Arial MT"/>
                <a:cs typeface="Arial MT"/>
              </a:rPr>
              <a:t> </a:t>
            </a:r>
            <a:r>
              <a:rPr sz="1700" spc="-10" dirty="0">
                <a:latin typeface="Arial MT"/>
                <a:cs typeface="Arial MT"/>
              </a:rPr>
              <a:t>problem</a:t>
            </a:r>
            <a:r>
              <a:rPr sz="1700" spc="100" dirty="0">
                <a:latin typeface="Arial MT"/>
                <a:cs typeface="Arial MT"/>
              </a:rPr>
              <a:t> </a:t>
            </a:r>
            <a:r>
              <a:rPr sz="1700" dirty="0">
                <a:solidFill>
                  <a:srgbClr val="232323"/>
                </a:solidFill>
                <a:latin typeface="Arial MT"/>
                <a:cs typeface="Arial MT"/>
              </a:rPr>
              <a:t>of</a:t>
            </a:r>
            <a:r>
              <a:rPr sz="1700" spc="-5" dirty="0">
                <a:solidFill>
                  <a:srgbClr val="232323"/>
                </a:solidFill>
                <a:latin typeface="Arial MT"/>
                <a:cs typeface="Arial MT"/>
              </a:rPr>
              <a:t> </a:t>
            </a:r>
            <a:r>
              <a:rPr sz="1700" spc="-20" dirty="0">
                <a:solidFill>
                  <a:srgbClr val="0C0C0C"/>
                </a:solidFill>
                <a:latin typeface="Arial MT"/>
                <a:cs typeface="Arial MT"/>
              </a:rPr>
              <a:t>predicting</a:t>
            </a:r>
            <a:r>
              <a:rPr sz="1700" spc="70" dirty="0">
                <a:solidFill>
                  <a:srgbClr val="0C0C0C"/>
                </a:solidFill>
                <a:latin typeface="Arial MT"/>
                <a:cs typeface="Arial MT"/>
              </a:rPr>
              <a:t> </a:t>
            </a:r>
            <a:r>
              <a:rPr sz="1700" spc="-10" dirty="0">
                <a:latin typeface="Arial MT"/>
                <a:cs typeface="Arial MT"/>
              </a:rPr>
              <a:t>upfront </a:t>
            </a:r>
            <a:r>
              <a:rPr sz="1700" spc="-90" dirty="0">
                <a:latin typeface="Arial MT"/>
                <a:cs typeface="Arial MT"/>
              </a:rPr>
              <a:t>needs.</a:t>
            </a:r>
            <a:r>
              <a:rPr sz="1700" spc="-30" dirty="0">
                <a:latin typeface="Arial MT"/>
                <a:cs typeface="Arial MT"/>
              </a:rPr>
              <a:t> </a:t>
            </a:r>
            <a:r>
              <a:rPr sz="1700" spc="-60" dirty="0">
                <a:latin typeface="Arial MT"/>
                <a:cs typeface="Arial MT"/>
              </a:rPr>
              <a:t>Therefore, </a:t>
            </a:r>
            <a:r>
              <a:rPr sz="1700" dirty="0">
                <a:latin typeface="Arial MT"/>
                <a:cs typeface="Arial MT"/>
              </a:rPr>
              <a:t>you</a:t>
            </a:r>
            <a:r>
              <a:rPr sz="1700" spc="-75" dirty="0">
                <a:latin typeface="Arial MT"/>
                <a:cs typeface="Arial MT"/>
              </a:rPr>
              <a:t> </a:t>
            </a:r>
            <a:r>
              <a:rPr sz="1700" dirty="0">
                <a:latin typeface="Arial MT"/>
                <a:cs typeface="Arial MT"/>
              </a:rPr>
              <a:t>don't</a:t>
            </a:r>
            <a:r>
              <a:rPr sz="1700" spc="-65" dirty="0">
                <a:latin typeface="Arial MT"/>
                <a:cs typeface="Arial MT"/>
              </a:rPr>
              <a:t> </a:t>
            </a:r>
            <a:r>
              <a:rPr sz="1700" spc="-50" dirty="0">
                <a:latin typeface="Arial MT"/>
                <a:cs typeface="Arial MT"/>
              </a:rPr>
              <a:t>need</a:t>
            </a:r>
            <a:r>
              <a:rPr sz="1700" spc="-65" dirty="0">
                <a:latin typeface="Arial MT"/>
                <a:cs typeface="Arial MT"/>
              </a:rPr>
              <a:t> </a:t>
            </a:r>
            <a:r>
              <a:rPr sz="1700" dirty="0">
                <a:solidFill>
                  <a:srgbClr val="1D1D1D"/>
                </a:solidFill>
                <a:latin typeface="Arial MT"/>
                <a:cs typeface="Arial MT"/>
              </a:rPr>
              <a:t>to</a:t>
            </a:r>
            <a:r>
              <a:rPr sz="1700" spc="100" dirty="0">
                <a:solidFill>
                  <a:srgbClr val="1D1D1D"/>
                </a:solidFill>
                <a:latin typeface="Arial MT"/>
                <a:cs typeface="Arial MT"/>
              </a:rPr>
              <a:t> </a:t>
            </a:r>
            <a:r>
              <a:rPr sz="1700" spc="-10" dirty="0">
                <a:latin typeface="Arial MT"/>
                <a:cs typeface="Arial MT"/>
              </a:rPr>
              <a:t>know </a:t>
            </a:r>
            <a:r>
              <a:rPr sz="1700" dirty="0">
                <a:latin typeface="Arial MT"/>
                <a:cs typeface="Arial MT"/>
              </a:rPr>
              <a:t>how</a:t>
            </a:r>
            <a:r>
              <a:rPr sz="1700" spc="-70" dirty="0">
                <a:latin typeface="Arial MT"/>
                <a:cs typeface="Arial MT"/>
              </a:rPr>
              <a:t> </a:t>
            </a:r>
            <a:r>
              <a:rPr sz="1700" spc="-20" dirty="0">
                <a:latin typeface="Arial MT"/>
                <a:cs typeface="Arial MT"/>
              </a:rPr>
              <a:t>much compute</a:t>
            </a:r>
            <a:r>
              <a:rPr sz="1700" spc="-75" dirty="0">
                <a:latin typeface="Arial MT"/>
                <a:cs typeface="Arial MT"/>
              </a:rPr>
              <a:t> </a:t>
            </a:r>
            <a:r>
              <a:rPr sz="1700" spc="-50" dirty="0">
                <a:latin typeface="Arial MT"/>
                <a:cs typeface="Arial MT"/>
              </a:rPr>
              <a:t>capacity</a:t>
            </a:r>
            <a:r>
              <a:rPr sz="1700" spc="-45" dirty="0">
                <a:latin typeface="Arial MT"/>
                <a:cs typeface="Arial MT"/>
              </a:rPr>
              <a:t> </a:t>
            </a:r>
            <a:r>
              <a:rPr sz="1700" dirty="0">
                <a:latin typeface="Arial MT"/>
                <a:cs typeface="Arial MT"/>
              </a:rPr>
              <a:t>or</a:t>
            </a:r>
            <a:r>
              <a:rPr sz="1700" spc="-70" dirty="0">
                <a:latin typeface="Arial MT"/>
                <a:cs typeface="Arial MT"/>
              </a:rPr>
              <a:t> </a:t>
            </a:r>
            <a:r>
              <a:rPr sz="1700" dirty="0">
                <a:latin typeface="Arial MT"/>
                <a:cs typeface="Arial MT"/>
              </a:rPr>
              <a:t>how</a:t>
            </a:r>
            <a:r>
              <a:rPr sz="1700" spc="-80" dirty="0">
                <a:latin typeface="Arial MT"/>
                <a:cs typeface="Arial MT"/>
              </a:rPr>
              <a:t> </a:t>
            </a:r>
            <a:r>
              <a:rPr sz="1700" spc="-25" dirty="0">
                <a:latin typeface="Arial MT"/>
                <a:cs typeface="Arial MT"/>
              </a:rPr>
              <a:t>much</a:t>
            </a:r>
            <a:r>
              <a:rPr sz="1700" spc="-75" dirty="0">
                <a:latin typeface="Arial MT"/>
                <a:cs typeface="Arial MT"/>
              </a:rPr>
              <a:t> </a:t>
            </a:r>
            <a:r>
              <a:rPr sz="1700" spc="-35" dirty="0">
                <a:latin typeface="Arial MT"/>
                <a:cs typeface="Arial MT"/>
              </a:rPr>
              <a:t>hard</a:t>
            </a:r>
            <a:r>
              <a:rPr sz="1700" spc="-85" dirty="0">
                <a:latin typeface="Arial MT"/>
                <a:cs typeface="Arial MT"/>
              </a:rPr>
              <a:t> </a:t>
            </a:r>
            <a:r>
              <a:rPr sz="1700" spc="-25" dirty="0">
                <a:solidFill>
                  <a:srgbClr val="0C0C0C"/>
                </a:solidFill>
                <a:latin typeface="Arial MT"/>
                <a:cs typeface="Arial MT"/>
              </a:rPr>
              <a:t>drive</a:t>
            </a:r>
            <a:r>
              <a:rPr sz="1700" spc="-40" dirty="0">
                <a:solidFill>
                  <a:srgbClr val="0C0C0C"/>
                </a:solidFill>
                <a:latin typeface="Arial MT"/>
                <a:cs typeface="Arial MT"/>
              </a:rPr>
              <a:t> </a:t>
            </a:r>
            <a:r>
              <a:rPr sz="1700" spc="-30" dirty="0">
                <a:latin typeface="Arial MT"/>
                <a:cs typeface="Arial MT"/>
              </a:rPr>
              <a:t>volume</a:t>
            </a:r>
            <a:r>
              <a:rPr sz="1700" spc="-90" dirty="0">
                <a:latin typeface="Arial MT"/>
                <a:cs typeface="Arial MT"/>
              </a:rPr>
              <a:t> </a:t>
            </a:r>
            <a:r>
              <a:rPr sz="1700" dirty="0">
                <a:latin typeface="Arial MT"/>
                <a:cs typeface="Arial MT"/>
              </a:rPr>
              <a:t>you</a:t>
            </a:r>
            <a:r>
              <a:rPr sz="1700" spc="-85" dirty="0">
                <a:latin typeface="Arial MT"/>
                <a:cs typeface="Arial MT"/>
              </a:rPr>
              <a:t> </a:t>
            </a:r>
            <a:r>
              <a:rPr sz="1700" spc="-20" dirty="0">
                <a:latin typeface="Arial MT"/>
                <a:cs typeface="Arial MT"/>
              </a:rPr>
              <a:t>will </a:t>
            </a:r>
            <a:r>
              <a:rPr sz="1700" spc="-40" dirty="0">
                <a:solidFill>
                  <a:srgbClr val="0F0F0F"/>
                </a:solidFill>
                <a:latin typeface="Arial MT"/>
                <a:cs typeface="Arial MT"/>
              </a:rPr>
              <a:t>need</a:t>
            </a:r>
            <a:r>
              <a:rPr sz="1700" spc="-80" dirty="0">
                <a:solidFill>
                  <a:srgbClr val="0F0F0F"/>
                </a:solidFill>
                <a:latin typeface="Arial MT"/>
                <a:cs typeface="Arial MT"/>
              </a:rPr>
              <a:t> </a:t>
            </a:r>
            <a:r>
              <a:rPr sz="1700" spc="-25" dirty="0">
                <a:latin typeface="Arial MT"/>
                <a:cs typeface="Arial MT"/>
              </a:rPr>
              <a:t>when</a:t>
            </a:r>
            <a:r>
              <a:rPr sz="1700" spc="-90" dirty="0">
                <a:latin typeface="Arial MT"/>
                <a:cs typeface="Arial MT"/>
              </a:rPr>
              <a:t> </a:t>
            </a:r>
            <a:r>
              <a:rPr sz="1700" spc="-45" dirty="0">
                <a:latin typeface="Arial MT"/>
                <a:cs typeface="Arial MT"/>
              </a:rPr>
              <a:t>you</a:t>
            </a:r>
            <a:r>
              <a:rPr sz="1700" spc="-75" dirty="0">
                <a:latin typeface="Arial MT"/>
                <a:cs typeface="Arial MT"/>
              </a:rPr>
              <a:t> </a:t>
            </a:r>
            <a:r>
              <a:rPr sz="1700" spc="-10" dirty="0">
                <a:latin typeface="Arial MT"/>
                <a:cs typeface="Arial MT"/>
              </a:rPr>
              <a:t>set</a:t>
            </a:r>
            <a:r>
              <a:rPr sz="1700" spc="-80" dirty="0">
                <a:latin typeface="Arial MT"/>
                <a:cs typeface="Arial MT"/>
              </a:rPr>
              <a:t> </a:t>
            </a:r>
            <a:r>
              <a:rPr sz="1700" spc="-20" dirty="0">
                <a:latin typeface="Arial MT"/>
                <a:cs typeface="Arial MT"/>
              </a:rPr>
              <a:t>up</a:t>
            </a:r>
            <a:r>
              <a:rPr sz="1700" spc="-95" dirty="0">
                <a:latin typeface="Arial MT"/>
                <a:cs typeface="Arial MT"/>
              </a:rPr>
              <a:t> </a:t>
            </a:r>
            <a:r>
              <a:rPr sz="1700" spc="-120" dirty="0">
                <a:latin typeface="Arial MT"/>
                <a:cs typeface="Arial MT"/>
              </a:rPr>
              <a:t>yOur</a:t>
            </a:r>
            <a:r>
              <a:rPr sz="1700" dirty="0">
                <a:latin typeface="Arial MT"/>
                <a:cs typeface="Arial MT"/>
              </a:rPr>
              <a:t> </a:t>
            </a:r>
            <a:r>
              <a:rPr sz="1700" spc="-75" dirty="0">
                <a:latin typeface="Arial MT"/>
                <a:cs typeface="Arial MT"/>
              </a:rPr>
              <a:t>archKecture.</a:t>
            </a:r>
            <a:r>
              <a:rPr sz="1700" spc="125" dirty="0">
                <a:latin typeface="Arial MT"/>
                <a:cs typeface="Arial MT"/>
              </a:rPr>
              <a:t> </a:t>
            </a:r>
            <a:r>
              <a:rPr sz="1700" spc="-165" dirty="0">
                <a:latin typeface="Arial MT"/>
                <a:cs typeface="Arial MT"/>
              </a:rPr>
              <a:t>You</a:t>
            </a:r>
            <a:r>
              <a:rPr sz="1700" spc="15" dirty="0">
                <a:latin typeface="Arial MT"/>
                <a:cs typeface="Arial MT"/>
              </a:rPr>
              <a:t> </a:t>
            </a:r>
            <a:r>
              <a:rPr sz="1700" spc="-60" dirty="0">
                <a:latin typeface="Arial MT"/>
                <a:cs typeface="Arial MT"/>
              </a:rPr>
              <a:t>can</a:t>
            </a:r>
            <a:r>
              <a:rPr sz="1700" spc="-35" dirty="0">
                <a:latin typeface="Arial MT"/>
                <a:cs typeface="Arial MT"/>
              </a:rPr>
              <a:t> </a:t>
            </a:r>
            <a:r>
              <a:rPr sz="1700" spc="-100" dirty="0">
                <a:latin typeface="Arial MT"/>
                <a:cs typeface="Arial MT"/>
              </a:rPr>
              <a:t>scale</a:t>
            </a:r>
            <a:r>
              <a:rPr sz="1700" spc="-50" dirty="0">
                <a:latin typeface="Arial MT"/>
                <a:cs typeface="Arial MT"/>
              </a:rPr>
              <a:t> </a:t>
            </a:r>
            <a:r>
              <a:rPr sz="1700" spc="-25" dirty="0">
                <a:latin typeface="Arial MT"/>
                <a:cs typeface="Arial MT"/>
              </a:rPr>
              <a:t>up </a:t>
            </a:r>
            <a:r>
              <a:rPr sz="1700" spc="-10" dirty="0">
                <a:latin typeface="Arial MT"/>
                <a:cs typeface="Arial MT"/>
              </a:rPr>
              <a:t>and</a:t>
            </a:r>
            <a:r>
              <a:rPr sz="1700" spc="-110" dirty="0">
                <a:latin typeface="Arial MT"/>
                <a:cs typeface="Arial MT"/>
              </a:rPr>
              <a:t> </a:t>
            </a:r>
            <a:r>
              <a:rPr sz="1700" dirty="0">
                <a:latin typeface="Arial MT"/>
                <a:cs typeface="Arial MT"/>
              </a:rPr>
              <a:t>down</a:t>
            </a:r>
            <a:r>
              <a:rPr sz="1700" spc="-120" dirty="0">
                <a:latin typeface="Arial MT"/>
                <a:cs typeface="Arial MT"/>
              </a:rPr>
              <a:t> </a:t>
            </a:r>
            <a:r>
              <a:rPr sz="1700" spc="-170" dirty="0">
                <a:solidFill>
                  <a:srgbClr val="111111"/>
                </a:solidFill>
                <a:latin typeface="Arial MT"/>
                <a:cs typeface="Arial MT"/>
              </a:rPr>
              <a:t>as</a:t>
            </a:r>
            <a:r>
              <a:rPr sz="1700" spc="-55" dirty="0">
                <a:solidFill>
                  <a:srgbClr val="111111"/>
                </a:solidFill>
                <a:latin typeface="Arial MT"/>
                <a:cs typeface="Arial MT"/>
              </a:rPr>
              <a:t> </a:t>
            </a:r>
            <a:r>
              <a:rPr sz="1700" dirty="0">
                <a:latin typeface="Arial MT"/>
                <a:cs typeface="Arial MT"/>
              </a:rPr>
              <a:t>you</a:t>
            </a:r>
            <a:r>
              <a:rPr sz="1700" spc="-70" dirty="0">
                <a:latin typeface="Arial MT"/>
                <a:cs typeface="Arial MT"/>
              </a:rPr>
              <a:t> </a:t>
            </a:r>
            <a:r>
              <a:rPr sz="1700" spc="-50" dirty="0">
                <a:latin typeface="Arial MT"/>
                <a:cs typeface="Arial MT"/>
              </a:rPr>
              <a:t>need</a:t>
            </a:r>
            <a:r>
              <a:rPr sz="1700" spc="-40" dirty="0">
                <a:latin typeface="Arial MT"/>
                <a:cs typeface="Arial MT"/>
              </a:rPr>
              <a:t> </a:t>
            </a:r>
            <a:r>
              <a:rPr sz="1700" spc="-25" dirty="0">
                <a:latin typeface="Arial MT"/>
                <a:cs typeface="Arial MT"/>
              </a:rPr>
              <a:t>to.</a:t>
            </a:r>
            <a:endParaRPr sz="1700">
              <a:latin typeface="Arial MT"/>
              <a:cs typeface="Arial MT"/>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394460" y="1346318"/>
            <a:ext cx="3143589" cy="3915248"/>
          </a:xfrm>
          <a:prstGeom prst="rect">
            <a:avLst/>
          </a:prstGeom>
        </p:spPr>
      </p:pic>
      <p:sp>
        <p:nvSpPr>
          <p:cNvPr id="3" name="object 3"/>
          <p:cNvSpPr/>
          <p:nvPr/>
        </p:nvSpPr>
        <p:spPr>
          <a:xfrm>
            <a:off x="1394460" y="365125"/>
            <a:ext cx="9392920" cy="857885"/>
          </a:xfrm>
          <a:custGeom>
            <a:avLst/>
            <a:gdLst/>
            <a:ahLst/>
            <a:cxnLst/>
            <a:rect l="l" t="t" r="r" b="b"/>
            <a:pathLst>
              <a:path w="9392920" h="857885">
                <a:moveTo>
                  <a:pt x="9391650" y="857250"/>
                </a:moveTo>
                <a:lnTo>
                  <a:pt x="0" y="857250"/>
                </a:lnTo>
                <a:lnTo>
                  <a:pt x="0" y="0"/>
                </a:lnTo>
                <a:lnTo>
                  <a:pt x="9391650" y="0"/>
                </a:lnTo>
                <a:lnTo>
                  <a:pt x="9391650" y="857250"/>
                </a:lnTo>
                <a:close/>
              </a:path>
            </a:pathLst>
          </a:custGeom>
          <a:solidFill>
            <a:srgbClr val="3A9C8E"/>
          </a:solidFill>
        </p:spPr>
        <p:txBody>
          <a:bodyPr wrap="square" lIns="0" tIns="0" rIns="0" bIns="0" rtlCol="0"/>
          <a:lstStyle/>
          <a:p>
            <a:endParaRPr/>
          </a:p>
        </p:txBody>
      </p:sp>
      <p:sp>
        <p:nvSpPr>
          <p:cNvPr id="4" name="object 4"/>
          <p:cNvSpPr txBox="1"/>
          <p:nvPr/>
        </p:nvSpPr>
        <p:spPr>
          <a:xfrm>
            <a:off x="1785679" y="488965"/>
            <a:ext cx="6426835" cy="559435"/>
          </a:xfrm>
          <a:prstGeom prst="rect">
            <a:avLst/>
          </a:prstGeom>
        </p:spPr>
        <p:txBody>
          <a:bodyPr vert="horz" wrap="square" lIns="0" tIns="12700" rIns="0" bIns="0" rtlCol="0">
            <a:spAutoFit/>
          </a:bodyPr>
          <a:lstStyle/>
          <a:p>
            <a:pPr>
              <a:lnSpc>
                <a:spcPct val="100000"/>
              </a:lnSpc>
              <a:spcBef>
                <a:spcPts val="100"/>
              </a:spcBef>
            </a:pPr>
            <a:r>
              <a:rPr sz="3500" spc="-350" dirty="0">
                <a:solidFill>
                  <a:srgbClr val="629A99"/>
                </a:solidFill>
                <a:latin typeface="Arial MT"/>
                <a:cs typeface="Arial MT"/>
              </a:rPr>
              <a:t>Amazon</a:t>
            </a:r>
            <a:r>
              <a:rPr sz="3500" spc="55" dirty="0">
                <a:solidFill>
                  <a:srgbClr val="629A99"/>
                </a:solidFill>
                <a:latin typeface="Arial MT"/>
                <a:cs typeface="Arial MT"/>
              </a:rPr>
              <a:t> </a:t>
            </a:r>
            <a:r>
              <a:rPr sz="3500" spc="-295" dirty="0">
                <a:solidFill>
                  <a:srgbClr val="2A757E"/>
                </a:solidFill>
                <a:latin typeface="Arial MT"/>
                <a:cs typeface="Arial MT"/>
              </a:rPr>
              <a:t>Elastic</a:t>
            </a:r>
            <a:r>
              <a:rPr sz="3500" spc="65" dirty="0">
                <a:solidFill>
                  <a:srgbClr val="2A757E"/>
                </a:solidFill>
                <a:latin typeface="Arial MT"/>
                <a:cs typeface="Arial MT"/>
              </a:rPr>
              <a:t> </a:t>
            </a:r>
            <a:r>
              <a:rPr sz="3500" spc="-310" dirty="0">
                <a:solidFill>
                  <a:srgbClr val="3B7E87"/>
                </a:solidFill>
                <a:latin typeface="Arial MT"/>
                <a:cs typeface="Arial MT"/>
              </a:rPr>
              <a:t>Compute</a:t>
            </a:r>
            <a:r>
              <a:rPr sz="3500" spc="160" dirty="0">
                <a:solidFill>
                  <a:srgbClr val="3B7E87"/>
                </a:solidFill>
                <a:latin typeface="Arial MT"/>
                <a:cs typeface="Arial MT"/>
              </a:rPr>
              <a:t> </a:t>
            </a:r>
            <a:r>
              <a:rPr sz="3500" spc="-320" dirty="0">
                <a:solidFill>
                  <a:srgbClr val="447983"/>
                </a:solidFill>
                <a:latin typeface="Arial MT"/>
                <a:cs typeface="Arial MT"/>
              </a:rPr>
              <a:t>Cloud</a:t>
            </a:r>
            <a:r>
              <a:rPr sz="3500" spc="105" dirty="0">
                <a:solidFill>
                  <a:srgbClr val="447983"/>
                </a:solidFill>
                <a:latin typeface="Arial MT"/>
                <a:cs typeface="Arial MT"/>
              </a:rPr>
              <a:t> </a:t>
            </a:r>
            <a:r>
              <a:rPr sz="3500" dirty="0">
                <a:solidFill>
                  <a:srgbClr val="3B7B82"/>
                </a:solidFill>
                <a:latin typeface="Arial MT"/>
                <a:cs typeface="Arial MT"/>
              </a:rPr>
              <a:t>-</a:t>
            </a:r>
            <a:r>
              <a:rPr sz="3500" spc="-130" dirty="0">
                <a:solidFill>
                  <a:srgbClr val="3B7B82"/>
                </a:solidFill>
                <a:latin typeface="Arial MT"/>
                <a:cs typeface="Arial MT"/>
              </a:rPr>
              <a:t> </a:t>
            </a:r>
            <a:r>
              <a:rPr sz="3500" spc="-625" dirty="0">
                <a:solidFill>
                  <a:srgbClr val="D4FFFF"/>
                </a:solidFill>
                <a:latin typeface="Arial MT"/>
                <a:cs typeface="Arial MT"/>
              </a:rPr>
              <a:t>EC2</a:t>
            </a:r>
            <a:endParaRPr sz="3500">
              <a:latin typeface="Arial MT"/>
              <a:cs typeface="Arial MT"/>
            </a:endParaRPr>
          </a:p>
        </p:txBody>
      </p:sp>
      <p:sp>
        <p:nvSpPr>
          <p:cNvPr id="5" name="object 5" descr="$PPTXTitle"/>
          <p:cNvSpPr txBox="1">
            <a:spLocks noGrp="1"/>
          </p:cNvSpPr>
          <p:nvPr>
            <p:ph type="title"/>
          </p:nvPr>
        </p:nvSpPr>
        <p:spPr>
          <a:xfrm>
            <a:off x="9053927" y="336548"/>
            <a:ext cx="1096645" cy="559435"/>
          </a:xfrm>
          <a:prstGeom prst="rect">
            <a:avLst/>
          </a:prstGeom>
        </p:spPr>
        <p:txBody>
          <a:bodyPr vert="horz" wrap="square" lIns="0" tIns="12700" rIns="0" bIns="0" rtlCol="0">
            <a:spAutoFit/>
          </a:bodyPr>
          <a:lstStyle/>
          <a:p>
            <a:pPr marL="25400">
              <a:lnSpc>
                <a:spcPct val="100000"/>
              </a:lnSpc>
              <a:spcBef>
                <a:spcPts val="100"/>
              </a:spcBef>
            </a:pPr>
            <a:r>
              <a:rPr sz="2650" dirty="0">
                <a:solidFill>
                  <a:srgbClr val="8A9348"/>
                </a:solidFill>
                <a:latin typeface="Arial MT"/>
                <a:cs typeface="Arial MT"/>
              </a:rPr>
              <a:t>a</a:t>
            </a:r>
            <a:r>
              <a:rPr sz="2500" dirty="0">
                <a:solidFill>
                  <a:srgbClr val="8A9348"/>
                </a:solidFill>
                <a:latin typeface="Arial MT"/>
                <a:cs typeface="Arial MT"/>
              </a:rPr>
              <a:t>W</a:t>
            </a:r>
            <a:r>
              <a:rPr sz="2500" spc="195" dirty="0">
                <a:solidFill>
                  <a:srgbClr val="8A9348"/>
                </a:solidFill>
                <a:latin typeface="Arial MT"/>
                <a:cs typeface="Arial MT"/>
              </a:rPr>
              <a:t> </a:t>
            </a:r>
            <a:r>
              <a:rPr sz="5250" baseline="-19047" dirty="0">
                <a:solidFill>
                  <a:srgbClr val="23798C"/>
                </a:solidFill>
                <a:latin typeface="Arial MT"/>
                <a:cs typeface="Arial MT"/>
              </a:rPr>
              <a:t>"</a:t>
            </a:r>
            <a:r>
              <a:rPr sz="5250" spc="810" baseline="-19047" dirty="0">
                <a:solidFill>
                  <a:srgbClr val="23798C"/>
                </a:solidFill>
                <a:latin typeface="Arial MT"/>
                <a:cs typeface="Arial MT"/>
              </a:rPr>
              <a:t> </a:t>
            </a:r>
            <a:r>
              <a:rPr sz="5250" spc="-75" baseline="-19047" dirty="0">
                <a:solidFill>
                  <a:srgbClr val="16647B"/>
                </a:solidFill>
                <a:latin typeface="Arial MT"/>
                <a:cs typeface="Arial MT"/>
              </a:rPr>
              <a:t>'</a:t>
            </a:r>
            <a:endParaRPr sz="5250" baseline="-19047">
              <a:latin typeface="Arial MT"/>
              <a:cs typeface="Arial MT"/>
            </a:endParaRPr>
          </a:p>
        </p:txBody>
      </p:sp>
      <p:sp>
        <p:nvSpPr>
          <p:cNvPr id="6" name="object 6"/>
          <p:cNvSpPr txBox="1"/>
          <p:nvPr/>
        </p:nvSpPr>
        <p:spPr>
          <a:xfrm>
            <a:off x="4802299" y="1363784"/>
            <a:ext cx="5531485" cy="3795395"/>
          </a:xfrm>
          <a:prstGeom prst="rect">
            <a:avLst/>
          </a:prstGeom>
        </p:spPr>
        <p:txBody>
          <a:bodyPr vert="horz" wrap="square" lIns="0" tIns="12700" rIns="0" bIns="0" rtlCol="0">
            <a:spAutoFit/>
          </a:bodyPr>
          <a:lstStyle/>
          <a:p>
            <a:pPr marL="20955">
              <a:lnSpc>
                <a:spcPct val="100000"/>
              </a:lnSpc>
              <a:spcBef>
                <a:spcPts val="100"/>
              </a:spcBef>
            </a:pPr>
            <a:r>
              <a:rPr sz="1750" spc="-204" dirty="0">
                <a:solidFill>
                  <a:srgbClr val="0C0C0C"/>
                </a:solidFill>
                <a:latin typeface="Verdana"/>
                <a:cs typeface="Verdana"/>
              </a:rPr>
              <a:t>The</a:t>
            </a:r>
            <a:r>
              <a:rPr sz="1750" spc="-140" dirty="0">
                <a:solidFill>
                  <a:srgbClr val="0C0C0C"/>
                </a:solidFill>
                <a:latin typeface="Verdana"/>
                <a:cs typeface="Verdana"/>
              </a:rPr>
              <a:t> </a:t>
            </a:r>
            <a:r>
              <a:rPr sz="1750" spc="-135" dirty="0">
                <a:latin typeface="Verdana"/>
                <a:cs typeface="Verdana"/>
              </a:rPr>
              <a:t>following</a:t>
            </a:r>
            <a:r>
              <a:rPr sz="1750" spc="-130" dirty="0">
                <a:latin typeface="Verdana"/>
                <a:cs typeface="Verdana"/>
              </a:rPr>
              <a:t> list</a:t>
            </a:r>
            <a:r>
              <a:rPr sz="1750" spc="-114" dirty="0">
                <a:latin typeface="Verdana"/>
                <a:cs typeface="Verdana"/>
              </a:rPr>
              <a:t> </a:t>
            </a:r>
            <a:r>
              <a:rPr sz="1750" spc="-195" dirty="0">
                <a:latin typeface="Verdana"/>
                <a:cs typeface="Verdana"/>
              </a:rPr>
              <a:t>describes</a:t>
            </a:r>
            <a:r>
              <a:rPr sz="1750" spc="60" dirty="0">
                <a:latin typeface="Verdana"/>
                <a:cs typeface="Verdana"/>
              </a:rPr>
              <a:t> </a:t>
            </a:r>
            <a:r>
              <a:rPr sz="1750" spc="-295" dirty="0">
                <a:solidFill>
                  <a:srgbClr val="1A1A1A"/>
                </a:solidFill>
                <a:latin typeface="Verdana"/>
                <a:cs typeface="Verdana"/>
              </a:rPr>
              <a:t>a</a:t>
            </a:r>
            <a:r>
              <a:rPr sz="1750" spc="-110" dirty="0">
                <a:solidFill>
                  <a:srgbClr val="1A1A1A"/>
                </a:solidFill>
                <a:latin typeface="Verdana"/>
                <a:cs typeface="Verdana"/>
              </a:rPr>
              <a:t> </a:t>
            </a:r>
            <a:r>
              <a:rPr sz="1750" spc="-175" dirty="0">
                <a:latin typeface="Verdana"/>
                <a:cs typeface="Verdana"/>
              </a:rPr>
              <a:t>few</a:t>
            </a:r>
            <a:r>
              <a:rPr sz="1750" spc="-60" dirty="0">
                <a:latin typeface="Verdana"/>
                <a:cs typeface="Verdana"/>
              </a:rPr>
              <a:t> </a:t>
            </a:r>
            <a:r>
              <a:rPr sz="1750" spc="-135" dirty="0">
                <a:solidFill>
                  <a:srgbClr val="212121"/>
                </a:solidFill>
                <a:latin typeface="Verdana"/>
                <a:cs typeface="Verdana"/>
              </a:rPr>
              <a:t>of</a:t>
            </a:r>
            <a:r>
              <a:rPr sz="1750" spc="-95" dirty="0">
                <a:solidFill>
                  <a:srgbClr val="212121"/>
                </a:solidFill>
                <a:latin typeface="Verdana"/>
                <a:cs typeface="Verdana"/>
              </a:rPr>
              <a:t> </a:t>
            </a:r>
            <a:r>
              <a:rPr sz="1750" spc="-160" dirty="0">
                <a:solidFill>
                  <a:srgbClr val="181818"/>
                </a:solidFill>
                <a:latin typeface="Verdana"/>
                <a:cs typeface="Verdana"/>
              </a:rPr>
              <a:t>tne</a:t>
            </a:r>
            <a:r>
              <a:rPr sz="1750" spc="-145" dirty="0">
                <a:solidFill>
                  <a:srgbClr val="181818"/>
                </a:solidFill>
                <a:latin typeface="Verdana"/>
                <a:cs typeface="Verdana"/>
              </a:rPr>
              <a:t> </a:t>
            </a:r>
            <a:r>
              <a:rPr sz="1750" spc="-225" dirty="0">
                <a:latin typeface="Verdana"/>
                <a:cs typeface="Verdana"/>
              </a:rPr>
              <a:t>be'ne'fits</a:t>
            </a:r>
            <a:r>
              <a:rPr sz="1750" spc="-15" dirty="0">
                <a:latin typeface="Verdana"/>
                <a:cs typeface="Verdana"/>
              </a:rPr>
              <a:t> </a:t>
            </a:r>
            <a:r>
              <a:rPr sz="1750" spc="-20" dirty="0">
                <a:latin typeface="Verdana"/>
                <a:cs typeface="Verdana"/>
              </a:rPr>
              <a:t>that</a:t>
            </a:r>
            <a:endParaRPr sz="1750">
              <a:latin typeface="Verdana"/>
              <a:cs typeface="Verdana"/>
            </a:endParaRPr>
          </a:p>
          <a:p>
            <a:pPr marL="18415">
              <a:lnSpc>
                <a:spcPct val="100000"/>
              </a:lnSpc>
              <a:spcBef>
                <a:spcPts val="25"/>
              </a:spcBef>
            </a:pPr>
            <a:r>
              <a:rPr sz="1800" spc="-235" dirty="0">
                <a:latin typeface="Verdana"/>
                <a:cs typeface="Verdana"/>
              </a:rPr>
              <a:t>Amazon</a:t>
            </a:r>
            <a:r>
              <a:rPr sz="1800" spc="-114" dirty="0">
                <a:latin typeface="Verdana"/>
                <a:cs typeface="Verdana"/>
              </a:rPr>
              <a:t> </a:t>
            </a:r>
            <a:r>
              <a:rPr sz="1800" spc="-290" dirty="0">
                <a:latin typeface="Verdana"/>
                <a:cs typeface="Verdana"/>
              </a:rPr>
              <a:t>EC2</a:t>
            </a:r>
            <a:r>
              <a:rPr sz="1800" spc="-35" dirty="0">
                <a:latin typeface="Verdana"/>
                <a:cs typeface="Verdana"/>
              </a:rPr>
              <a:t> </a:t>
            </a:r>
            <a:r>
              <a:rPr sz="1800" spc="-70" dirty="0">
                <a:latin typeface="Verdana"/>
                <a:cs typeface="Verdana"/>
              </a:rPr>
              <a:t>offers.</a:t>
            </a:r>
            <a:endParaRPr sz="1800">
              <a:latin typeface="Verdana"/>
              <a:cs typeface="Verdana"/>
            </a:endParaRPr>
          </a:p>
          <a:p>
            <a:pPr>
              <a:lnSpc>
                <a:spcPct val="100000"/>
              </a:lnSpc>
              <a:spcBef>
                <a:spcPts val="625"/>
              </a:spcBef>
            </a:pPr>
            <a:endParaRPr sz="1800">
              <a:latin typeface="Verdana"/>
              <a:cs typeface="Verdana"/>
            </a:endParaRPr>
          </a:p>
          <a:p>
            <a:pPr marL="172720" marR="5080" indent="-159385">
              <a:lnSpc>
                <a:spcPct val="111200"/>
              </a:lnSpc>
              <a:buChar char="•"/>
              <a:tabLst>
                <a:tab pos="172720" algn="l"/>
                <a:tab pos="190500" algn="l"/>
              </a:tabLst>
            </a:pPr>
            <a:r>
              <a:rPr sz="1500" dirty="0">
                <a:latin typeface="Verdana"/>
                <a:cs typeface="Verdana"/>
              </a:rPr>
              <a:t>	</a:t>
            </a:r>
            <a:r>
              <a:rPr sz="1500" spc="-265" dirty="0">
                <a:latin typeface="Verdana"/>
                <a:cs typeface="Verdana"/>
              </a:rPr>
              <a:t>YDLJ</a:t>
            </a:r>
            <a:r>
              <a:rPr sz="1500" spc="-45" dirty="0">
                <a:latin typeface="Verdana"/>
                <a:cs typeface="Verdana"/>
              </a:rPr>
              <a:t> </a:t>
            </a:r>
            <a:r>
              <a:rPr sz="1500" spc="-165" dirty="0">
                <a:latin typeface="Verdana"/>
                <a:cs typeface="Verdana"/>
              </a:rPr>
              <a:t>Can</a:t>
            </a:r>
            <a:r>
              <a:rPr sz="1500" spc="-40" dirty="0">
                <a:latin typeface="Verdana"/>
                <a:cs typeface="Verdana"/>
              </a:rPr>
              <a:t> </a:t>
            </a:r>
            <a:r>
              <a:rPr sz="1500" spc="-175" dirty="0">
                <a:latin typeface="Verdana"/>
                <a:cs typeface="Verdana"/>
              </a:rPr>
              <a:t>pFOViSlOn</a:t>
            </a:r>
            <a:r>
              <a:rPr sz="1500" spc="40" dirty="0">
                <a:latin typeface="Verdana"/>
                <a:cs typeface="Verdana"/>
              </a:rPr>
              <a:t> </a:t>
            </a:r>
            <a:r>
              <a:rPr sz="1500" dirty="0">
                <a:latin typeface="Verdana"/>
                <a:cs typeface="Verdana"/>
              </a:rPr>
              <a:t>an</a:t>
            </a:r>
            <a:r>
              <a:rPr sz="1500" spc="-130" dirty="0">
                <a:latin typeface="Verdana"/>
                <a:cs typeface="Verdana"/>
              </a:rPr>
              <a:t> </a:t>
            </a:r>
            <a:r>
              <a:rPr sz="1500" spc="-80" dirty="0">
                <a:latin typeface="Verdana"/>
                <a:cs typeface="Verdana"/>
              </a:rPr>
              <a:t>EC2</a:t>
            </a:r>
            <a:r>
              <a:rPr sz="1500" spc="-50" dirty="0">
                <a:latin typeface="Verdana"/>
                <a:cs typeface="Verdana"/>
              </a:rPr>
              <a:t> </a:t>
            </a:r>
            <a:r>
              <a:rPr sz="1500" spc="-55" dirty="0">
                <a:latin typeface="Verdana"/>
                <a:cs typeface="Verdana"/>
              </a:rPr>
              <a:t>instance</a:t>
            </a:r>
            <a:r>
              <a:rPr sz="1500" spc="-50" dirty="0">
                <a:latin typeface="Verdana"/>
                <a:cs typeface="Verdana"/>
              </a:rPr>
              <a:t> </a:t>
            </a:r>
            <a:r>
              <a:rPr sz="1500" dirty="0">
                <a:solidFill>
                  <a:srgbClr val="232323"/>
                </a:solidFill>
                <a:latin typeface="Verdana"/>
                <a:cs typeface="Verdana"/>
              </a:rPr>
              <a:t>i</a:t>
            </a:r>
            <a:r>
              <a:rPr sz="1500" dirty="0">
                <a:solidFill>
                  <a:srgbClr val="4D4D4D"/>
                </a:solidFill>
                <a:latin typeface="Verdana"/>
                <a:cs typeface="Verdana"/>
              </a:rPr>
              <a:t>n</a:t>
            </a:r>
            <a:r>
              <a:rPr sz="1500" spc="-135" dirty="0">
                <a:solidFill>
                  <a:srgbClr val="4D4D4D"/>
                </a:solidFill>
                <a:latin typeface="Verdana"/>
                <a:cs typeface="Verdana"/>
              </a:rPr>
              <a:t> </a:t>
            </a:r>
            <a:r>
              <a:rPr sz="1500" spc="-105" dirty="0">
                <a:solidFill>
                  <a:srgbClr val="0E0E0E"/>
                </a:solidFill>
                <a:latin typeface="Verdana"/>
                <a:cs typeface="Verdana"/>
              </a:rPr>
              <a:t>as</a:t>
            </a:r>
            <a:r>
              <a:rPr sz="1500" spc="-80" dirty="0">
                <a:solidFill>
                  <a:srgbClr val="0E0E0E"/>
                </a:solidFill>
                <a:latin typeface="Verdana"/>
                <a:cs typeface="Verdana"/>
              </a:rPr>
              <a:t> </a:t>
            </a:r>
            <a:r>
              <a:rPr sz="1500" dirty="0">
                <a:latin typeface="Verdana"/>
                <a:cs typeface="Verdana"/>
              </a:rPr>
              <a:t>little</a:t>
            </a:r>
            <a:r>
              <a:rPr sz="1500" spc="-30" dirty="0">
                <a:latin typeface="Verdana"/>
                <a:cs typeface="Verdana"/>
              </a:rPr>
              <a:t> </a:t>
            </a:r>
            <a:r>
              <a:rPr sz="1500" spc="-105" dirty="0">
                <a:latin typeface="Verdana"/>
                <a:cs typeface="Verdana"/>
              </a:rPr>
              <a:t>as</a:t>
            </a:r>
            <a:r>
              <a:rPr sz="1500" spc="-80" dirty="0">
                <a:latin typeface="Verdana"/>
                <a:cs typeface="Verdana"/>
              </a:rPr>
              <a:t> </a:t>
            </a:r>
            <a:r>
              <a:rPr sz="1500" spc="-70" dirty="0">
                <a:latin typeface="Verdana"/>
                <a:cs typeface="Verdana"/>
              </a:rPr>
              <a:t>5</a:t>
            </a:r>
            <a:r>
              <a:rPr sz="1500" spc="-65" dirty="0">
                <a:latin typeface="Verdana"/>
                <a:cs typeface="Verdana"/>
              </a:rPr>
              <a:t> </a:t>
            </a:r>
            <a:r>
              <a:rPr sz="1500" spc="-10" dirty="0">
                <a:solidFill>
                  <a:srgbClr val="262626"/>
                </a:solidFill>
                <a:latin typeface="Verdana"/>
                <a:cs typeface="Verdana"/>
              </a:rPr>
              <a:t>m</a:t>
            </a:r>
            <a:r>
              <a:rPr sz="1500" spc="-10" dirty="0">
                <a:latin typeface="Verdana"/>
                <a:cs typeface="Verdana"/>
              </a:rPr>
              <a:t>inutes. </a:t>
            </a:r>
            <a:r>
              <a:rPr sz="1650" spc="-235" dirty="0">
                <a:latin typeface="Verdana"/>
                <a:cs typeface="Verdana"/>
              </a:rPr>
              <a:t>It</a:t>
            </a:r>
            <a:r>
              <a:rPr sz="1650" spc="-95" dirty="0">
                <a:latin typeface="Verdana"/>
                <a:cs typeface="Verdana"/>
              </a:rPr>
              <a:t> </a:t>
            </a:r>
            <a:r>
              <a:rPr sz="1650" spc="-165" dirty="0">
                <a:latin typeface="Verdana"/>
                <a:cs typeface="Verdana"/>
              </a:rPr>
              <a:t>gives</a:t>
            </a:r>
            <a:r>
              <a:rPr sz="1650" spc="-45" dirty="0">
                <a:latin typeface="Verdana"/>
                <a:cs typeface="Verdana"/>
              </a:rPr>
              <a:t> </a:t>
            </a:r>
            <a:r>
              <a:rPr sz="1650" spc="-140" dirty="0">
                <a:solidFill>
                  <a:srgbClr val="0F0F0F"/>
                </a:solidFill>
                <a:latin typeface="Verdana"/>
                <a:cs typeface="Verdana"/>
              </a:rPr>
              <a:t>you</a:t>
            </a:r>
            <a:r>
              <a:rPr sz="1650" spc="-75" dirty="0">
                <a:solidFill>
                  <a:srgbClr val="0F0F0F"/>
                </a:solidFill>
                <a:latin typeface="Verdana"/>
                <a:cs typeface="Verdana"/>
              </a:rPr>
              <a:t> </a:t>
            </a:r>
            <a:r>
              <a:rPr sz="1650" spc="-145" dirty="0">
                <a:latin typeface="Verdana"/>
                <a:cs typeface="Verdana"/>
              </a:rPr>
              <a:t>the</a:t>
            </a:r>
            <a:r>
              <a:rPr sz="1650" spc="-50" dirty="0">
                <a:latin typeface="Verdana"/>
                <a:cs typeface="Verdana"/>
              </a:rPr>
              <a:t> </a:t>
            </a:r>
            <a:r>
              <a:rPr sz="1650" spc="-105" dirty="0">
                <a:latin typeface="Verdana"/>
                <a:cs typeface="Verdana"/>
              </a:rPr>
              <a:t>options</a:t>
            </a:r>
            <a:r>
              <a:rPr sz="1650" spc="-45" dirty="0">
                <a:latin typeface="Verdana"/>
                <a:cs typeface="Verdana"/>
              </a:rPr>
              <a:t> </a:t>
            </a:r>
            <a:r>
              <a:rPr sz="1650" spc="-75" dirty="0">
                <a:latin typeface="Verdana"/>
                <a:cs typeface="Verdana"/>
              </a:rPr>
              <a:t>to</a:t>
            </a:r>
            <a:r>
              <a:rPr sz="1650" spc="-100" dirty="0">
                <a:latin typeface="Verdana"/>
                <a:cs typeface="Verdana"/>
              </a:rPr>
              <a:t> </a:t>
            </a:r>
            <a:r>
              <a:rPr sz="1650" spc="-135" dirty="0">
                <a:latin typeface="Verdana"/>
                <a:cs typeface="Verdana"/>
              </a:rPr>
              <a:t>select</a:t>
            </a:r>
            <a:r>
              <a:rPr sz="1650" spc="-100" dirty="0">
                <a:latin typeface="Verdana"/>
                <a:cs typeface="Verdana"/>
              </a:rPr>
              <a:t> </a:t>
            </a:r>
            <a:r>
              <a:rPr sz="1650" spc="-114" dirty="0">
                <a:latin typeface="Verdana"/>
                <a:cs typeface="Verdana"/>
              </a:rPr>
              <a:t>the</a:t>
            </a:r>
            <a:r>
              <a:rPr sz="1650" spc="-40" dirty="0">
                <a:latin typeface="Verdana"/>
                <a:cs typeface="Verdana"/>
              </a:rPr>
              <a:t> </a:t>
            </a:r>
            <a:r>
              <a:rPr sz="1650" spc="-114" dirty="0">
                <a:latin typeface="Verdana"/>
                <a:cs typeface="Verdana"/>
              </a:rPr>
              <a:t>right</a:t>
            </a:r>
            <a:r>
              <a:rPr sz="1650" spc="20" dirty="0">
                <a:latin typeface="Verdana"/>
                <a:cs typeface="Verdana"/>
              </a:rPr>
              <a:t> </a:t>
            </a:r>
            <a:r>
              <a:rPr sz="1650" spc="-190" dirty="0">
                <a:solidFill>
                  <a:srgbClr val="1F1F1F"/>
                </a:solidFill>
                <a:latin typeface="Verdana"/>
                <a:cs typeface="Verdana"/>
              </a:rPr>
              <a:t>CPU,</a:t>
            </a:r>
            <a:r>
              <a:rPr sz="1650" spc="-20" dirty="0">
                <a:solidFill>
                  <a:srgbClr val="1F1F1F"/>
                </a:solidFill>
                <a:latin typeface="Verdana"/>
                <a:cs typeface="Verdana"/>
              </a:rPr>
              <a:t> </a:t>
            </a:r>
            <a:r>
              <a:rPr sz="1650" spc="-10" dirty="0">
                <a:solidFill>
                  <a:srgbClr val="0C0C0C"/>
                </a:solidFill>
                <a:latin typeface="Verdana"/>
                <a:cs typeface="Verdana"/>
              </a:rPr>
              <a:t>storage, </a:t>
            </a:r>
            <a:r>
              <a:rPr sz="1650" spc="-135" dirty="0">
                <a:latin typeface="Verdana"/>
                <a:cs typeface="Verdana"/>
              </a:rPr>
              <a:t>and</a:t>
            </a:r>
            <a:r>
              <a:rPr sz="1650" spc="-55" dirty="0">
                <a:latin typeface="Verdana"/>
                <a:cs typeface="Verdana"/>
              </a:rPr>
              <a:t> </a:t>
            </a:r>
            <a:r>
              <a:rPr sz="1650" spc="-125" dirty="0">
                <a:latin typeface="Verdana"/>
                <a:cs typeface="Verdana"/>
              </a:rPr>
              <a:t>operating</a:t>
            </a:r>
            <a:r>
              <a:rPr sz="1650" spc="65" dirty="0">
                <a:latin typeface="Verdana"/>
                <a:cs typeface="Verdana"/>
              </a:rPr>
              <a:t> </a:t>
            </a:r>
            <a:r>
              <a:rPr sz="1650" spc="-180" dirty="0">
                <a:latin typeface="Verdana"/>
                <a:cs typeface="Verdana"/>
              </a:rPr>
              <a:t>system</a:t>
            </a:r>
            <a:r>
              <a:rPr sz="1650" spc="-50" dirty="0">
                <a:latin typeface="Verdana"/>
                <a:cs typeface="Verdana"/>
              </a:rPr>
              <a:t> </a:t>
            </a:r>
            <a:r>
              <a:rPr sz="1650" spc="-90" dirty="0">
                <a:solidFill>
                  <a:srgbClr val="282828"/>
                </a:solidFill>
                <a:latin typeface="Verdana"/>
                <a:cs typeface="Verdana"/>
              </a:rPr>
              <a:t>for</a:t>
            </a:r>
            <a:r>
              <a:rPr sz="1650" spc="-135" dirty="0">
                <a:solidFill>
                  <a:srgbClr val="282828"/>
                </a:solidFill>
                <a:latin typeface="Verdana"/>
                <a:cs typeface="Verdana"/>
              </a:rPr>
              <a:t> </a:t>
            </a:r>
            <a:r>
              <a:rPr sz="1650" spc="-140" dirty="0">
                <a:latin typeface="Verdana"/>
                <a:cs typeface="Verdana"/>
              </a:rPr>
              <a:t>your</a:t>
            </a:r>
            <a:r>
              <a:rPr sz="1650" spc="-70" dirty="0">
                <a:latin typeface="Verdana"/>
                <a:cs typeface="Verdana"/>
              </a:rPr>
              <a:t> </a:t>
            </a:r>
            <a:r>
              <a:rPr sz="1650" spc="-110" dirty="0">
                <a:latin typeface="Verdana"/>
                <a:cs typeface="Verdana"/>
              </a:rPr>
              <a:t>specific</a:t>
            </a:r>
            <a:r>
              <a:rPr sz="1650" spc="60" dirty="0">
                <a:latin typeface="Verdana"/>
                <a:cs typeface="Verdana"/>
              </a:rPr>
              <a:t> </a:t>
            </a:r>
            <a:r>
              <a:rPr sz="1650" spc="-10" dirty="0">
                <a:latin typeface="Verdana"/>
                <a:cs typeface="Verdana"/>
              </a:rPr>
              <a:t>needs.</a:t>
            </a:r>
            <a:endParaRPr sz="1650">
              <a:latin typeface="Verdana"/>
              <a:cs typeface="Verdana"/>
            </a:endParaRPr>
          </a:p>
          <a:p>
            <a:pPr>
              <a:lnSpc>
                <a:spcPct val="100000"/>
              </a:lnSpc>
              <a:spcBef>
                <a:spcPts val="965"/>
              </a:spcBef>
              <a:buFont typeface="Verdana"/>
              <a:buChar char="•"/>
            </a:pPr>
            <a:endParaRPr sz="1650">
              <a:latin typeface="Verdana"/>
              <a:cs typeface="Verdana"/>
            </a:endParaRPr>
          </a:p>
          <a:p>
            <a:pPr marL="173355" indent="-160020">
              <a:lnSpc>
                <a:spcPct val="100000"/>
              </a:lnSpc>
              <a:buChar char="•"/>
              <a:tabLst>
                <a:tab pos="173355" algn="l"/>
              </a:tabLst>
            </a:pPr>
            <a:r>
              <a:rPr sz="1500" dirty="0">
                <a:latin typeface="Verdana"/>
                <a:cs typeface="Verdana"/>
              </a:rPr>
              <a:t>With</a:t>
            </a:r>
            <a:r>
              <a:rPr sz="1500" spc="-135" dirty="0">
                <a:latin typeface="Verdana"/>
                <a:cs typeface="Verdana"/>
              </a:rPr>
              <a:t> </a:t>
            </a:r>
            <a:r>
              <a:rPr sz="1500" spc="-40" dirty="0">
                <a:latin typeface="Verdana"/>
                <a:cs typeface="Verdana"/>
              </a:rPr>
              <a:t>Amazon</a:t>
            </a:r>
            <a:r>
              <a:rPr sz="1500" spc="-90" dirty="0">
                <a:latin typeface="Verdana"/>
                <a:cs typeface="Verdana"/>
              </a:rPr>
              <a:t> </a:t>
            </a:r>
            <a:r>
              <a:rPr sz="1500" spc="-105" dirty="0">
                <a:latin typeface="Verdana"/>
                <a:cs typeface="Verdana"/>
              </a:rPr>
              <a:t>EC2,</a:t>
            </a:r>
            <a:r>
              <a:rPr sz="1500" spc="-25" dirty="0">
                <a:latin typeface="Verdana"/>
                <a:cs typeface="Verdana"/>
              </a:rPr>
              <a:t> </a:t>
            </a:r>
            <a:r>
              <a:rPr sz="1500" spc="-40" dirty="0">
                <a:solidFill>
                  <a:srgbClr val="111111"/>
                </a:solidFill>
                <a:latin typeface="Verdana"/>
                <a:cs typeface="Verdana"/>
              </a:rPr>
              <a:t>you</a:t>
            </a:r>
            <a:r>
              <a:rPr sz="1500" spc="-90" dirty="0">
                <a:solidFill>
                  <a:srgbClr val="111111"/>
                </a:solidFill>
                <a:latin typeface="Verdana"/>
                <a:cs typeface="Verdana"/>
              </a:rPr>
              <a:t> </a:t>
            </a:r>
            <a:r>
              <a:rPr sz="1500" spc="-40" dirty="0">
                <a:latin typeface="Verdana"/>
                <a:cs typeface="Verdana"/>
              </a:rPr>
              <a:t>can</a:t>
            </a:r>
            <a:r>
              <a:rPr sz="1500" spc="-60" dirty="0">
                <a:latin typeface="Verdana"/>
                <a:cs typeface="Verdana"/>
              </a:rPr>
              <a:t> </a:t>
            </a:r>
            <a:r>
              <a:rPr sz="1500" spc="-30" dirty="0">
                <a:solidFill>
                  <a:srgbClr val="0C0C0C"/>
                </a:solidFill>
                <a:latin typeface="Verdana"/>
                <a:cs typeface="Verdana"/>
              </a:rPr>
              <a:t>cnange</a:t>
            </a:r>
            <a:r>
              <a:rPr sz="1500" spc="10" dirty="0">
                <a:solidFill>
                  <a:srgbClr val="0C0C0C"/>
                </a:solidFill>
                <a:latin typeface="Verdana"/>
                <a:cs typeface="Verdana"/>
              </a:rPr>
              <a:t> </a:t>
            </a:r>
            <a:r>
              <a:rPr sz="1500" spc="-20" dirty="0">
                <a:solidFill>
                  <a:srgbClr val="0A0A0A"/>
                </a:solidFill>
                <a:latin typeface="Verdana"/>
                <a:cs typeface="Verdana"/>
              </a:rPr>
              <a:t>the</a:t>
            </a:r>
            <a:r>
              <a:rPr sz="1500" spc="-90" dirty="0">
                <a:solidFill>
                  <a:srgbClr val="0A0A0A"/>
                </a:solidFill>
                <a:latin typeface="Verdana"/>
                <a:cs typeface="Verdana"/>
              </a:rPr>
              <a:t> </a:t>
            </a:r>
            <a:r>
              <a:rPr sz="1500" spc="-110" dirty="0">
                <a:latin typeface="Verdana"/>
                <a:cs typeface="Verdana"/>
              </a:rPr>
              <a:t>Volume'</a:t>
            </a:r>
            <a:r>
              <a:rPr sz="1500" spc="-25" dirty="0">
                <a:latin typeface="Verdana"/>
                <a:cs typeface="Verdana"/>
              </a:rPr>
              <a:t> </a:t>
            </a:r>
            <a:r>
              <a:rPr sz="1500" spc="-210" dirty="0">
                <a:latin typeface="Verdana"/>
                <a:cs typeface="Verdana"/>
              </a:rPr>
              <a:t>SiZe</a:t>
            </a:r>
            <a:r>
              <a:rPr sz="1500" spc="15" dirty="0">
                <a:latin typeface="Verdana"/>
                <a:cs typeface="Verdana"/>
              </a:rPr>
              <a:t> </a:t>
            </a:r>
            <a:r>
              <a:rPr sz="1500" spc="-25" dirty="0">
                <a:latin typeface="Verdana"/>
                <a:cs typeface="Verdana"/>
              </a:rPr>
              <a:t>and</a:t>
            </a:r>
            <a:endParaRPr sz="1500">
              <a:latin typeface="Verdana"/>
              <a:cs typeface="Verdana"/>
            </a:endParaRPr>
          </a:p>
          <a:p>
            <a:pPr marL="167640">
              <a:lnSpc>
                <a:spcPct val="100000"/>
              </a:lnSpc>
              <a:spcBef>
                <a:spcPts val="275"/>
              </a:spcBef>
            </a:pPr>
            <a:r>
              <a:rPr sz="1600" spc="-80" dirty="0">
                <a:latin typeface="Verdana"/>
                <a:cs typeface="Verdana"/>
              </a:rPr>
              <a:t>the</a:t>
            </a:r>
            <a:r>
              <a:rPr sz="1600" spc="-114" dirty="0">
                <a:latin typeface="Verdana"/>
                <a:cs typeface="Verdana"/>
              </a:rPr>
              <a:t> </a:t>
            </a:r>
            <a:r>
              <a:rPr sz="1600" spc="-100" dirty="0">
                <a:latin typeface="Verdana"/>
                <a:cs typeface="Verdana"/>
              </a:rPr>
              <a:t>instance</a:t>
            </a:r>
            <a:r>
              <a:rPr sz="1600" spc="-35" dirty="0">
                <a:latin typeface="Verdana"/>
                <a:cs typeface="Verdana"/>
              </a:rPr>
              <a:t> </a:t>
            </a:r>
            <a:r>
              <a:rPr sz="1600" spc="-105" dirty="0">
                <a:solidFill>
                  <a:srgbClr val="0A0A0A"/>
                </a:solidFill>
                <a:latin typeface="Verdana"/>
                <a:cs typeface="Verdana"/>
              </a:rPr>
              <a:t>type</a:t>
            </a:r>
            <a:r>
              <a:rPr sz="1600" spc="-10" dirty="0">
                <a:solidFill>
                  <a:srgbClr val="0A0A0A"/>
                </a:solidFill>
                <a:latin typeface="Verdana"/>
                <a:cs typeface="Verdana"/>
              </a:rPr>
              <a:t> </a:t>
            </a:r>
            <a:r>
              <a:rPr sz="1600" spc="-80" dirty="0">
                <a:latin typeface="Verdana"/>
                <a:cs typeface="Verdana"/>
              </a:rPr>
              <a:t>without</a:t>
            </a:r>
            <a:r>
              <a:rPr sz="1600" spc="-10" dirty="0">
                <a:latin typeface="Verdana"/>
                <a:cs typeface="Verdana"/>
              </a:rPr>
              <a:t> </a:t>
            </a:r>
            <a:r>
              <a:rPr sz="1600" spc="-95" dirty="0">
                <a:latin typeface="Verdana"/>
                <a:cs typeface="Verdana"/>
              </a:rPr>
              <a:t>terminating</a:t>
            </a:r>
            <a:r>
              <a:rPr sz="1600" spc="70" dirty="0">
                <a:latin typeface="Verdana"/>
                <a:cs typeface="Verdana"/>
              </a:rPr>
              <a:t> </a:t>
            </a:r>
            <a:r>
              <a:rPr sz="1600" spc="-100" dirty="0">
                <a:latin typeface="Verdana"/>
                <a:cs typeface="Verdana"/>
              </a:rPr>
              <a:t>the</a:t>
            </a:r>
            <a:r>
              <a:rPr sz="1600" spc="-35" dirty="0">
                <a:latin typeface="Verdana"/>
                <a:cs typeface="Verdana"/>
              </a:rPr>
              <a:t> </a:t>
            </a:r>
            <a:r>
              <a:rPr sz="1600" spc="-20" dirty="0">
                <a:latin typeface="Verdana"/>
                <a:cs typeface="Verdana"/>
              </a:rPr>
              <a:t>instance.</a:t>
            </a:r>
            <a:endParaRPr sz="1600">
              <a:latin typeface="Verdana"/>
              <a:cs typeface="Verdana"/>
            </a:endParaRPr>
          </a:p>
          <a:p>
            <a:pPr>
              <a:lnSpc>
                <a:spcPct val="100000"/>
              </a:lnSpc>
              <a:spcBef>
                <a:spcPts val="844"/>
              </a:spcBef>
            </a:pPr>
            <a:endParaRPr sz="1600">
              <a:latin typeface="Verdana"/>
              <a:cs typeface="Verdana"/>
            </a:endParaRPr>
          </a:p>
          <a:p>
            <a:pPr marL="171450" marR="70485" indent="-159385">
              <a:lnSpc>
                <a:spcPct val="108600"/>
              </a:lnSpc>
              <a:buChar char="•"/>
              <a:tabLst>
                <a:tab pos="171450" algn="l"/>
                <a:tab pos="181610" algn="l"/>
              </a:tabLst>
            </a:pPr>
            <a:r>
              <a:rPr sz="1600" dirty="0">
                <a:latin typeface="Verdana"/>
                <a:cs typeface="Verdana"/>
              </a:rPr>
              <a:t>	</a:t>
            </a:r>
            <a:r>
              <a:rPr sz="1600" spc="-315" dirty="0">
                <a:latin typeface="Verdana"/>
                <a:cs typeface="Verdana"/>
              </a:rPr>
              <a:t>YDLJ</a:t>
            </a:r>
            <a:r>
              <a:rPr sz="1600" spc="-65" dirty="0">
                <a:latin typeface="Verdana"/>
                <a:cs typeface="Verdana"/>
              </a:rPr>
              <a:t> </a:t>
            </a:r>
            <a:r>
              <a:rPr sz="1600" spc="-225" dirty="0">
                <a:latin typeface="Verdana"/>
                <a:cs typeface="Verdana"/>
              </a:rPr>
              <a:t>Can</a:t>
            </a:r>
            <a:r>
              <a:rPr sz="1600" spc="-50" dirty="0">
                <a:latin typeface="Verdana"/>
                <a:cs typeface="Verdana"/>
              </a:rPr>
              <a:t> </a:t>
            </a:r>
            <a:r>
              <a:rPr sz="1600" spc="-130" dirty="0">
                <a:latin typeface="Verdana"/>
                <a:cs typeface="Verdana"/>
              </a:rPr>
              <a:t>use</a:t>
            </a:r>
            <a:r>
              <a:rPr sz="1600" spc="-50" dirty="0">
                <a:latin typeface="Verdana"/>
                <a:cs typeface="Verdana"/>
              </a:rPr>
              <a:t> </a:t>
            </a:r>
            <a:r>
              <a:rPr sz="1600" spc="-114" dirty="0">
                <a:latin typeface="Verdana"/>
                <a:cs typeface="Verdana"/>
              </a:rPr>
              <a:t>Amazon</a:t>
            </a:r>
            <a:r>
              <a:rPr sz="1600" spc="45" dirty="0">
                <a:latin typeface="Verdana"/>
                <a:cs typeface="Verdana"/>
              </a:rPr>
              <a:t> </a:t>
            </a:r>
            <a:r>
              <a:rPr sz="1600" spc="-150" dirty="0">
                <a:latin typeface="Verdana"/>
                <a:cs typeface="Verdana"/>
              </a:rPr>
              <a:t>EC2</a:t>
            </a:r>
            <a:r>
              <a:rPr sz="1600" dirty="0">
                <a:latin typeface="Verdana"/>
                <a:cs typeface="Verdana"/>
              </a:rPr>
              <a:t> </a:t>
            </a:r>
            <a:r>
              <a:rPr sz="1600" spc="-45" dirty="0">
                <a:solidFill>
                  <a:srgbClr val="0E0E0E"/>
                </a:solidFill>
                <a:latin typeface="Verdana"/>
                <a:cs typeface="Verdana"/>
              </a:rPr>
              <a:t>to</a:t>
            </a:r>
            <a:r>
              <a:rPr sz="1600" spc="-90" dirty="0">
                <a:solidFill>
                  <a:srgbClr val="0E0E0E"/>
                </a:solidFill>
                <a:latin typeface="Verdana"/>
                <a:cs typeface="Verdana"/>
              </a:rPr>
              <a:t> </a:t>
            </a:r>
            <a:r>
              <a:rPr sz="1600" spc="-130" dirty="0">
                <a:latin typeface="Verdana"/>
                <a:cs typeface="Verdana"/>
              </a:rPr>
              <a:t>scale</a:t>
            </a:r>
            <a:r>
              <a:rPr sz="1600" spc="-10" dirty="0">
                <a:latin typeface="Verdana"/>
                <a:cs typeface="Verdana"/>
              </a:rPr>
              <a:t> </a:t>
            </a:r>
            <a:r>
              <a:rPr sz="1600" spc="-120" dirty="0">
                <a:latin typeface="Verdana"/>
                <a:cs typeface="Verdana"/>
              </a:rPr>
              <a:t>up</a:t>
            </a:r>
            <a:r>
              <a:rPr sz="1600" spc="-60" dirty="0">
                <a:latin typeface="Verdana"/>
                <a:cs typeface="Verdana"/>
              </a:rPr>
              <a:t> </a:t>
            </a:r>
            <a:r>
              <a:rPr sz="1600" spc="-105" dirty="0">
                <a:latin typeface="Verdana"/>
                <a:cs typeface="Verdana"/>
              </a:rPr>
              <a:t>and</a:t>
            </a:r>
            <a:r>
              <a:rPr sz="1600" spc="-114" dirty="0">
                <a:latin typeface="Verdana"/>
                <a:cs typeface="Verdana"/>
              </a:rPr>
              <a:t> </a:t>
            </a:r>
            <a:r>
              <a:rPr sz="1600" spc="-80" dirty="0">
                <a:latin typeface="Verdana"/>
                <a:cs typeface="Verdana"/>
              </a:rPr>
              <a:t>down</a:t>
            </a:r>
            <a:r>
              <a:rPr sz="1600" spc="-50" dirty="0">
                <a:latin typeface="Verdana"/>
                <a:cs typeface="Verdana"/>
              </a:rPr>
              <a:t> </a:t>
            </a:r>
            <a:r>
              <a:rPr sz="1600" spc="-90" dirty="0">
                <a:solidFill>
                  <a:srgbClr val="232323"/>
                </a:solidFill>
                <a:latin typeface="Verdana"/>
                <a:cs typeface="Verdana"/>
              </a:rPr>
              <a:t>to</a:t>
            </a:r>
            <a:r>
              <a:rPr sz="1600" spc="-70" dirty="0">
                <a:solidFill>
                  <a:srgbClr val="232323"/>
                </a:solidFill>
                <a:latin typeface="Verdana"/>
                <a:cs typeface="Verdana"/>
              </a:rPr>
              <a:t> </a:t>
            </a:r>
            <a:r>
              <a:rPr sz="1600" spc="-20" dirty="0">
                <a:latin typeface="Verdana"/>
                <a:cs typeface="Verdana"/>
              </a:rPr>
              <a:t>meet </a:t>
            </a:r>
            <a:r>
              <a:rPr sz="1700" spc="-165" dirty="0">
                <a:latin typeface="Verdana"/>
                <a:cs typeface="Verdana"/>
              </a:rPr>
              <a:t>seasonal</a:t>
            </a:r>
            <a:r>
              <a:rPr sz="1700" spc="-100" dirty="0">
                <a:latin typeface="Verdana"/>
                <a:cs typeface="Verdana"/>
              </a:rPr>
              <a:t> </a:t>
            </a:r>
            <a:r>
              <a:rPr sz="1700" spc="-180" dirty="0">
                <a:latin typeface="Verdana"/>
                <a:cs typeface="Verdana"/>
              </a:rPr>
              <a:t>needs.</a:t>
            </a:r>
            <a:r>
              <a:rPr sz="1700" spc="-60" dirty="0">
                <a:latin typeface="Verdana"/>
                <a:cs typeface="Verdana"/>
              </a:rPr>
              <a:t> </a:t>
            </a:r>
            <a:r>
              <a:rPr sz="1700" spc="-240" dirty="0">
                <a:latin typeface="Verdana"/>
                <a:cs typeface="Verdana"/>
              </a:rPr>
              <a:t>Vou</a:t>
            </a:r>
            <a:r>
              <a:rPr sz="1700" spc="-25" dirty="0">
                <a:latin typeface="Verdana"/>
                <a:cs typeface="Verdana"/>
              </a:rPr>
              <a:t> </a:t>
            </a:r>
            <a:r>
              <a:rPr sz="1700" spc="-165" dirty="0">
                <a:latin typeface="Verdana"/>
                <a:cs typeface="Verdana"/>
              </a:rPr>
              <a:t>don't</a:t>
            </a:r>
            <a:r>
              <a:rPr sz="1700" spc="5" dirty="0">
                <a:latin typeface="Verdana"/>
                <a:cs typeface="Verdana"/>
              </a:rPr>
              <a:t> </a:t>
            </a:r>
            <a:r>
              <a:rPr sz="1700" spc="-190" dirty="0">
                <a:latin typeface="Verdana"/>
                <a:cs typeface="Verdana"/>
              </a:rPr>
              <a:t>need</a:t>
            </a:r>
            <a:r>
              <a:rPr sz="1700" spc="-65" dirty="0">
                <a:latin typeface="Verdana"/>
                <a:cs typeface="Verdana"/>
              </a:rPr>
              <a:t> </a:t>
            </a:r>
            <a:r>
              <a:rPr sz="1700" spc="-114" dirty="0">
                <a:latin typeface="Verdana"/>
                <a:cs typeface="Verdana"/>
              </a:rPr>
              <a:t>to</a:t>
            </a:r>
            <a:r>
              <a:rPr sz="1700" spc="-85" dirty="0">
                <a:latin typeface="Verdana"/>
                <a:cs typeface="Verdana"/>
              </a:rPr>
              <a:t> </a:t>
            </a:r>
            <a:r>
              <a:rPr sz="1700" spc="-204" dirty="0">
                <a:latin typeface="Verdana"/>
                <a:cs typeface="Verdana"/>
              </a:rPr>
              <a:t>have</a:t>
            </a:r>
            <a:r>
              <a:rPr sz="1700" spc="-15" dirty="0">
                <a:latin typeface="Verdana"/>
                <a:cs typeface="Verdana"/>
              </a:rPr>
              <a:t> </a:t>
            </a:r>
            <a:r>
              <a:rPr sz="1700" spc="-200" dirty="0">
                <a:latin typeface="Verdana"/>
                <a:cs typeface="Verdana"/>
              </a:rPr>
              <a:t>extra</a:t>
            </a:r>
            <a:r>
              <a:rPr sz="1700" spc="-70" dirty="0">
                <a:latin typeface="Verdana"/>
                <a:cs typeface="Verdana"/>
              </a:rPr>
              <a:t> </a:t>
            </a:r>
            <a:r>
              <a:rPr sz="1700" spc="-175" dirty="0">
                <a:latin typeface="Verdana"/>
                <a:cs typeface="Verdana"/>
              </a:rPr>
              <a:t>servers</a:t>
            </a:r>
            <a:r>
              <a:rPr sz="1700" spc="-80" dirty="0">
                <a:latin typeface="Verdana"/>
                <a:cs typeface="Verdana"/>
              </a:rPr>
              <a:t> </a:t>
            </a:r>
            <a:r>
              <a:rPr sz="1700" spc="-25" dirty="0">
                <a:solidFill>
                  <a:srgbClr val="383838"/>
                </a:solidFill>
                <a:latin typeface="Verdana"/>
                <a:cs typeface="Verdana"/>
              </a:rPr>
              <a:t>on </a:t>
            </a:r>
            <a:r>
              <a:rPr sz="1650" spc="-155" dirty="0">
                <a:latin typeface="Verdana"/>
                <a:cs typeface="Verdana"/>
              </a:rPr>
              <a:t>hand</a:t>
            </a:r>
            <a:r>
              <a:rPr sz="1650" spc="-65" dirty="0">
                <a:latin typeface="Verdana"/>
                <a:cs typeface="Verdana"/>
              </a:rPr>
              <a:t> </a:t>
            </a:r>
            <a:r>
              <a:rPr sz="1650" spc="-120" dirty="0">
                <a:solidFill>
                  <a:srgbClr val="151515"/>
                </a:solidFill>
                <a:latin typeface="Verdana"/>
                <a:cs typeface="Verdana"/>
              </a:rPr>
              <a:t>tnat</a:t>
            </a:r>
            <a:r>
              <a:rPr sz="1650" spc="-80" dirty="0">
                <a:solidFill>
                  <a:srgbClr val="151515"/>
                </a:solidFill>
                <a:latin typeface="Verdana"/>
                <a:cs typeface="Verdana"/>
              </a:rPr>
              <a:t> </a:t>
            </a:r>
            <a:r>
              <a:rPr sz="1650" spc="-170" dirty="0">
                <a:solidFill>
                  <a:srgbClr val="111111"/>
                </a:solidFill>
                <a:latin typeface="Verdana"/>
                <a:cs typeface="Verdana"/>
              </a:rPr>
              <a:t>are</a:t>
            </a:r>
            <a:r>
              <a:rPr sz="1650" spc="-40" dirty="0">
                <a:solidFill>
                  <a:srgbClr val="111111"/>
                </a:solidFill>
                <a:latin typeface="Verdana"/>
                <a:cs typeface="Verdana"/>
              </a:rPr>
              <a:t> </a:t>
            </a:r>
            <a:r>
              <a:rPr sz="1650" spc="-170" dirty="0">
                <a:latin typeface="Verdana"/>
                <a:cs typeface="Verdana"/>
              </a:rPr>
              <a:t>used</a:t>
            </a:r>
            <a:r>
              <a:rPr sz="1650" spc="-50" dirty="0">
                <a:latin typeface="Verdana"/>
                <a:cs typeface="Verdana"/>
              </a:rPr>
              <a:t> </a:t>
            </a:r>
            <a:r>
              <a:rPr sz="1650" spc="-200" dirty="0">
                <a:latin typeface="Verdana"/>
                <a:cs typeface="Verdana"/>
              </a:rPr>
              <a:t>fOr</a:t>
            </a:r>
            <a:r>
              <a:rPr sz="1650" spc="25" dirty="0">
                <a:latin typeface="Verdana"/>
                <a:cs typeface="Verdana"/>
              </a:rPr>
              <a:t> </a:t>
            </a:r>
            <a:r>
              <a:rPr sz="1650" spc="-140" dirty="0">
                <a:solidFill>
                  <a:srgbClr val="212121"/>
                </a:solidFill>
                <a:latin typeface="Verdana"/>
                <a:cs typeface="Verdana"/>
              </a:rPr>
              <a:t>only</a:t>
            </a:r>
            <a:r>
              <a:rPr sz="1650" spc="-20" dirty="0">
                <a:solidFill>
                  <a:srgbClr val="212121"/>
                </a:solidFill>
                <a:latin typeface="Verdana"/>
                <a:cs typeface="Verdana"/>
              </a:rPr>
              <a:t> </a:t>
            </a:r>
            <a:r>
              <a:rPr sz="1650" spc="-245" dirty="0">
                <a:latin typeface="Verdana"/>
                <a:cs typeface="Verdana"/>
              </a:rPr>
              <a:t>a</a:t>
            </a:r>
            <a:r>
              <a:rPr sz="1650" spc="-85" dirty="0">
                <a:latin typeface="Verdana"/>
                <a:cs typeface="Verdana"/>
              </a:rPr>
              <a:t> </a:t>
            </a:r>
            <a:r>
              <a:rPr sz="1650" spc="-185" dirty="0">
                <a:latin typeface="Verdana"/>
                <a:cs typeface="Verdana"/>
              </a:rPr>
              <a:t>feW</a:t>
            </a:r>
            <a:r>
              <a:rPr sz="1650" spc="40" dirty="0">
                <a:latin typeface="Verdana"/>
                <a:cs typeface="Verdana"/>
              </a:rPr>
              <a:t> </a:t>
            </a:r>
            <a:r>
              <a:rPr sz="1650" spc="-140" dirty="0">
                <a:latin typeface="Verdana"/>
                <a:cs typeface="Verdana"/>
              </a:rPr>
              <a:t>TDFlths</a:t>
            </a:r>
            <a:r>
              <a:rPr sz="1650" spc="-90" dirty="0">
                <a:latin typeface="Verdana"/>
                <a:cs typeface="Verdana"/>
              </a:rPr>
              <a:t> </a:t>
            </a:r>
            <a:r>
              <a:rPr sz="1650" spc="-125" dirty="0">
                <a:latin typeface="Verdana"/>
                <a:cs typeface="Verdana"/>
              </a:rPr>
              <a:t>out</a:t>
            </a:r>
            <a:r>
              <a:rPr sz="1650" spc="-5" dirty="0">
                <a:latin typeface="Verdana"/>
                <a:cs typeface="Verdana"/>
              </a:rPr>
              <a:t> </a:t>
            </a:r>
            <a:r>
              <a:rPr sz="1650" spc="-90" dirty="0">
                <a:solidFill>
                  <a:srgbClr val="181818"/>
                </a:solidFill>
                <a:latin typeface="Verdana"/>
                <a:cs typeface="Verdana"/>
              </a:rPr>
              <a:t>of</a:t>
            </a:r>
            <a:r>
              <a:rPr sz="1650" spc="-75" dirty="0">
                <a:solidFill>
                  <a:srgbClr val="181818"/>
                </a:solidFill>
                <a:latin typeface="Verdana"/>
                <a:cs typeface="Verdana"/>
              </a:rPr>
              <a:t> </a:t>
            </a:r>
            <a:r>
              <a:rPr sz="1650" spc="-120" dirty="0">
                <a:solidFill>
                  <a:srgbClr val="3A3A3A"/>
                </a:solidFill>
                <a:latin typeface="Verdana"/>
                <a:cs typeface="Verdana"/>
              </a:rPr>
              <a:t>tne</a:t>
            </a:r>
            <a:r>
              <a:rPr sz="1650" spc="-95" dirty="0">
                <a:solidFill>
                  <a:srgbClr val="3A3A3A"/>
                </a:solidFill>
                <a:latin typeface="Verdana"/>
                <a:cs typeface="Verdana"/>
              </a:rPr>
              <a:t> </a:t>
            </a:r>
            <a:r>
              <a:rPr sz="1650" spc="-90" dirty="0">
                <a:latin typeface="Verdana"/>
                <a:cs typeface="Verdana"/>
              </a:rPr>
              <a:t>year.</a:t>
            </a:r>
            <a:endParaRPr sz="1650">
              <a:latin typeface="Verdana"/>
              <a:cs typeface="Verdana"/>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138190" y="3299176"/>
            <a:ext cx="5067846" cy="1962385"/>
          </a:xfrm>
          <a:prstGeom prst="rect">
            <a:avLst/>
          </a:prstGeom>
        </p:spPr>
      </p:pic>
      <p:sp>
        <p:nvSpPr>
          <p:cNvPr id="3" name="object 3"/>
          <p:cNvSpPr/>
          <p:nvPr/>
        </p:nvSpPr>
        <p:spPr>
          <a:xfrm>
            <a:off x="4514044" y="4689992"/>
            <a:ext cx="0" cy="624205"/>
          </a:xfrm>
          <a:custGeom>
            <a:avLst/>
            <a:gdLst/>
            <a:ahLst/>
            <a:cxnLst/>
            <a:rect l="l" t="t" r="r" b="b"/>
            <a:pathLst>
              <a:path h="624204">
                <a:moveTo>
                  <a:pt x="0" y="0"/>
                </a:moveTo>
                <a:lnTo>
                  <a:pt x="0" y="624154"/>
                </a:lnTo>
              </a:path>
            </a:pathLst>
          </a:custGeom>
          <a:ln w="9144">
            <a:solidFill>
              <a:srgbClr val="34A097"/>
            </a:solidFill>
          </a:ln>
        </p:spPr>
        <p:txBody>
          <a:bodyPr wrap="square" lIns="0" tIns="0" rIns="0" bIns="0" rtlCol="0"/>
          <a:lstStyle/>
          <a:p>
            <a:endParaRPr/>
          </a:p>
        </p:txBody>
      </p:sp>
      <p:sp>
        <p:nvSpPr>
          <p:cNvPr id="4" name="object 4"/>
          <p:cNvSpPr/>
          <p:nvPr/>
        </p:nvSpPr>
        <p:spPr>
          <a:xfrm>
            <a:off x="4514044" y="4423261"/>
            <a:ext cx="0" cy="57785"/>
          </a:xfrm>
          <a:custGeom>
            <a:avLst/>
            <a:gdLst/>
            <a:ahLst/>
            <a:cxnLst/>
            <a:rect l="l" t="t" r="r" b="b"/>
            <a:pathLst>
              <a:path h="57785">
                <a:moveTo>
                  <a:pt x="0" y="0"/>
                </a:moveTo>
                <a:lnTo>
                  <a:pt x="0" y="57156"/>
                </a:lnTo>
              </a:path>
            </a:pathLst>
          </a:custGeom>
          <a:ln w="9144">
            <a:solidFill>
              <a:srgbClr val="34A097"/>
            </a:solidFill>
          </a:ln>
        </p:spPr>
        <p:txBody>
          <a:bodyPr wrap="square" lIns="0" tIns="0" rIns="0" bIns="0" rtlCol="0"/>
          <a:lstStyle/>
          <a:p>
            <a:endParaRPr/>
          </a:p>
        </p:txBody>
      </p:sp>
      <p:sp>
        <p:nvSpPr>
          <p:cNvPr id="5" name="object 5"/>
          <p:cNvSpPr/>
          <p:nvPr/>
        </p:nvSpPr>
        <p:spPr>
          <a:xfrm>
            <a:off x="4514044" y="3946954"/>
            <a:ext cx="0" cy="276860"/>
          </a:xfrm>
          <a:custGeom>
            <a:avLst/>
            <a:gdLst/>
            <a:ahLst/>
            <a:cxnLst/>
            <a:rect l="l" t="t" r="r" b="b"/>
            <a:pathLst>
              <a:path h="276860">
                <a:moveTo>
                  <a:pt x="0" y="0"/>
                </a:moveTo>
                <a:lnTo>
                  <a:pt x="0" y="276257"/>
                </a:lnTo>
              </a:path>
            </a:pathLst>
          </a:custGeom>
          <a:ln w="9144">
            <a:solidFill>
              <a:srgbClr val="34A097"/>
            </a:solidFill>
          </a:ln>
        </p:spPr>
        <p:txBody>
          <a:bodyPr wrap="square" lIns="0" tIns="0" rIns="0" bIns="0" rtlCol="0"/>
          <a:lstStyle/>
          <a:p>
            <a:endParaRPr/>
          </a:p>
        </p:txBody>
      </p:sp>
      <p:sp>
        <p:nvSpPr>
          <p:cNvPr id="6" name="object 6"/>
          <p:cNvSpPr/>
          <p:nvPr/>
        </p:nvSpPr>
        <p:spPr>
          <a:xfrm>
            <a:off x="4514044" y="3261072"/>
            <a:ext cx="0" cy="524510"/>
          </a:xfrm>
          <a:custGeom>
            <a:avLst/>
            <a:gdLst/>
            <a:ahLst/>
            <a:cxnLst/>
            <a:rect l="l" t="t" r="r" b="b"/>
            <a:pathLst>
              <a:path h="524510">
                <a:moveTo>
                  <a:pt x="0" y="0"/>
                </a:moveTo>
                <a:lnTo>
                  <a:pt x="0" y="523938"/>
                </a:lnTo>
              </a:path>
            </a:pathLst>
          </a:custGeom>
          <a:ln w="9144">
            <a:solidFill>
              <a:srgbClr val="34A097"/>
            </a:solidFill>
          </a:ln>
        </p:spPr>
        <p:txBody>
          <a:bodyPr wrap="square" lIns="0" tIns="0" rIns="0" bIns="0" rtlCol="0"/>
          <a:lstStyle/>
          <a:p>
            <a:endParaRPr/>
          </a:p>
        </p:txBody>
      </p:sp>
      <p:sp>
        <p:nvSpPr>
          <p:cNvPr id="7" name="object 7"/>
          <p:cNvSpPr/>
          <p:nvPr/>
        </p:nvSpPr>
        <p:spPr>
          <a:xfrm>
            <a:off x="4514044" y="2708555"/>
            <a:ext cx="0" cy="391160"/>
          </a:xfrm>
          <a:custGeom>
            <a:avLst/>
            <a:gdLst/>
            <a:ahLst/>
            <a:cxnLst/>
            <a:rect l="l" t="t" r="r" b="b"/>
            <a:pathLst>
              <a:path h="391160">
                <a:moveTo>
                  <a:pt x="0" y="0"/>
                </a:moveTo>
                <a:lnTo>
                  <a:pt x="0" y="390571"/>
                </a:lnTo>
              </a:path>
            </a:pathLst>
          </a:custGeom>
          <a:ln w="9144">
            <a:solidFill>
              <a:srgbClr val="34A097"/>
            </a:solidFill>
          </a:ln>
        </p:spPr>
        <p:txBody>
          <a:bodyPr wrap="square" lIns="0" tIns="0" rIns="0" bIns="0" rtlCol="0"/>
          <a:lstStyle/>
          <a:p>
            <a:endParaRPr/>
          </a:p>
        </p:txBody>
      </p:sp>
      <p:sp>
        <p:nvSpPr>
          <p:cNvPr id="8" name="object 8"/>
          <p:cNvSpPr/>
          <p:nvPr/>
        </p:nvSpPr>
        <p:spPr>
          <a:xfrm>
            <a:off x="4514044" y="2184618"/>
            <a:ext cx="0" cy="343535"/>
          </a:xfrm>
          <a:custGeom>
            <a:avLst/>
            <a:gdLst/>
            <a:ahLst/>
            <a:cxnLst/>
            <a:rect l="l" t="t" r="r" b="b"/>
            <a:pathLst>
              <a:path h="343535">
                <a:moveTo>
                  <a:pt x="0" y="0"/>
                </a:moveTo>
                <a:lnTo>
                  <a:pt x="0" y="342940"/>
                </a:lnTo>
              </a:path>
            </a:pathLst>
          </a:custGeom>
          <a:ln w="9144">
            <a:solidFill>
              <a:srgbClr val="34A097"/>
            </a:solidFill>
          </a:ln>
        </p:spPr>
        <p:txBody>
          <a:bodyPr wrap="square" lIns="0" tIns="0" rIns="0" bIns="0" rtlCol="0"/>
          <a:lstStyle/>
          <a:p>
            <a:endParaRPr/>
          </a:p>
        </p:txBody>
      </p:sp>
      <p:sp>
        <p:nvSpPr>
          <p:cNvPr id="9" name="object 9"/>
          <p:cNvSpPr/>
          <p:nvPr/>
        </p:nvSpPr>
        <p:spPr>
          <a:xfrm>
            <a:off x="4514044" y="1717836"/>
            <a:ext cx="0" cy="257810"/>
          </a:xfrm>
          <a:custGeom>
            <a:avLst/>
            <a:gdLst/>
            <a:ahLst/>
            <a:cxnLst/>
            <a:rect l="l" t="t" r="r" b="b"/>
            <a:pathLst>
              <a:path h="257810">
                <a:moveTo>
                  <a:pt x="0" y="0"/>
                </a:moveTo>
                <a:lnTo>
                  <a:pt x="0" y="257206"/>
                </a:lnTo>
              </a:path>
            </a:pathLst>
          </a:custGeom>
          <a:ln w="9144">
            <a:solidFill>
              <a:srgbClr val="34A097"/>
            </a:solidFill>
          </a:ln>
        </p:spPr>
        <p:txBody>
          <a:bodyPr wrap="square" lIns="0" tIns="0" rIns="0" bIns="0" rtlCol="0"/>
          <a:lstStyle/>
          <a:p>
            <a:endParaRPr/>
          </a:p>
        </p:txBody>
      </p:sp>
      <p:sp>
        <p:nvSpPr>
          <p:cNvPr id="10" name="object 10"/>
          <p:cNvSpPr/>
          <p:nvPr/>
        </p:nvSpPr>
        <p:spPr>
          <a:xfrm>
            <a:off x="4514044" y="1369561"/>
            <a:ext cx="0" cy="177165"/>
          </a:xfrm>
          <a:custGeom>
            <a:avLst/>
            <a:gdLst/>
            <a:ahLst/>
            <a:cxnLst/>
            <a:rect l="l" t="t" r="r" b="b"/>
            <a:pathLst>
              <a:path h="177165">
                <a:moveTo>
                  <a:pt x="0" y="0"/>
                </a:moveTo>
                <a:lnTo>
                  <a:pt x="0" y="176804"/>
                </a:lnTo>
              </a:path>
            </a:pathLst>
          </a:custGeom>
          <a:ln w="9144">
            <a:solidFill>
              <a:srgbClr val="34A097"/>
            </a:solidFill>
          </a:ln>
        </p:spPr>
        <p:txBody>
          <a:bodyPr wrap="square" lIns="0" tIns="0" rIns="0" bIns="0" rtlCol="0"/>
          <a:lstStyle/>
          <a:p>
            <a:endParaRPr/>
          </a:p>
        </p:txBody>
      </p:sp>
      <p:sp>
        <p:nvSpPr>
          <p:cNvPr id="11" name="object 11"/>
          <p:cNvSpPr/>
          <p:nvPr/>
        </p:nvSpPr>
        <p:spPr>
          <a:xfrm>
            <a:off x="1384935" y="365125"/>
            <a:ext cx="9411970" cy="886460"/>
          </a:xfrm>
          <a:custGeom>
            <a:avLst/>
            <a:gdLst/>
            <a:ahLst/>
            <a:cxnLst/>
            <a:rect l="l" t="t" r="r" b="b"/>
            <a:pathLst>
              <a:path w="9411970" h="886460">
                <a:moveTo>
                  <a:pt x="9410700" y="885825"/>
                </a:moveTo>
                <a:lnTo>
                  <a:pt x="0" y="885825"/>
                </a:lnTo>
                <a:lnTo>
                  <a:pt x="0" y="0"/>
                </a:lnTo>
                <a:lnTo>
                  <a:pt x="9410700" y="0"/>
                </a:lnTo>
                <a:lnTo>
                  <a:pt x="9410700" y="885825"/>
                </a:lnTo>
                <a:close/>
              </a:path>
            </a:pathLst>
          </a:custGeom>
          <a:solidFill>
            <a:srgbClr val="B1CFCA"/>
          </a:solidFill>
        </p:spPr>
        <p:txBody>
          <a:bodyPr wrap="square" lIns="0" tIns="0" rIns="0" bIns="0" rtlCol="0"/>
          <a:lstStyle/>
          <a:p>
            <a:endParaRPr/>
          </a:p>
        </p:txBody>
      </p:sp>
      <p:sp>
        <p:nvSpPr>
          <p:cNvPr id="12" name="object 12"/>
          <p:cNvSpPr txBox="1"/>
          <p:nvPr/>
        </p:nvSpPr>
        <p:spPr>
          <a:xfrm>
            <a:off x="1795123" y="555649"/>
            <a:ext cx="6414135" cy="490855"/>
          </a:xfrm>
          <a:prstGeom prst="rect">
            <a:avLst/>
          </a:prstGeom>
        </p:spPr>
        <p:txBody>
          <a:bodyPr vert="horz" wrap="square" lIns="0" tIns="12700" rIns="0" bIns="0" rtlCol="0">
            <a:spAutoFit/>
          </a:bodyPr>
          <a:lstStyle/>
          <a:p>
            <a:pPr>
              <a:lnSpc>
                <a:spcPct val="100000"/>
              </a:lnSpc>
              <a:spcBef>
                <a:spcPts val="100"/>
              </a:spcBef>
            </a:pPr>
            <a:r>
              <a:rPr sz="3050" spc="-345" dirty="0">
                <a:solidFill>
                  <a:srgbClr val="F4F4F4"/>
                </a:solidFill>
                <a:latin typeface="Arial MT"/>
                <a:cs typeface="Arial MT"/>
              </a:rPr>
              <a:t>AmdZON</a:t>
            </a:r>
            <a:r>
              <a:rPr sz="3050" spc="135" dirty="0">
                <a:solidFill>
                  <a:srgbClr val="F4F4F4"/>
                </a:solidFill>
                <a:latin typeface="Arial MT"/>
                <a:cs typeface="Arial MT"/>
              </a:rPr>
              <a:t> </a:t>
            </a:r>
            <a:r>
              <a:rPr sz="3050" spc="-360" dirty="0">
                <a:solidFill>
                  <a:srgbClr val="487779"/>
                </a:solidFill>
                <a:latin typeface="Arial MT"/>
                <a:cs typeface="Arial MT"/>
              </a:rPr>
              <a:t>E</a:t>
            </a:r>
            <a:r>
              <a:rPr sz="3050" spc="-360" dirty="0">
                <a:solidFill>
                  <a:srgbClr val="4B8C8A"/>
                </a:solidFill>
                <a:latin typeface="Arial MT"/>
                <a:cs typeface="Arial MT"/>
              </a:rPr>
              <a:t>Castle</a:t>
            </a:r>
            <a:r>
              <a:rPr sz="3050" spc="145" dirty="0">
                <a:solidFill>
                  <a:srgbClr val="4B8C8A"/>
                </a:solidFill>
                <a:latin typeface="Arial MT"/>
                <a:cs typeface="Arial MT"/>
              </a:rPr>
              <a:t> </a:t>
            </a:r>
            <a:r>
              <a:rPr sz="3050" dirty="0">
                <a:solidFill>
                  <a:srgbClr val="2A8787"/>
                </a:solidFill>
                <a:latin typeface="Arial MT"/>
                <a:cs typeface="Arial MT"/>
              </a:rPr>
              <a:t>Compute</a:t>
            </a:r>
            <a:r>
              <a:rPr sz="3050" spc="60" dirty="0">
                <a:solidFill>
                  <a:srgbClr val="2A8787"/>
                </a:solidFill>
                <a:latin typeface="Arial MT"/>
                <a:cs typeface="Arial MT"/>
              </a:rPr>
              <a:t> </a:t>
            </a:r>
            <a:r>
              <a:rPr sz="3050" spc="-10" dirty="0">
                <a:solidFill>
                  <a:srgbClr val="316777"/>
                </a:solidFill>
                <a:latin typeface="Arial MT"/>
                <a:cs typeface="Arial MT"/>
              </a:rPr>
              <a:t>Cloud</a:t>
            </a:r>
            <a:r>
              <a:rPr sz="3050" spc="125" dirty="0">
                <a:solidFill>
                  <a:srgbClr val="316777"/>
                </a:solidFill>
                <a:latin typeface="Arial MT"/>
                <a:cs typeface="Arial MT"/>
              </a:rPr>
              <a:t> </a:t>
            </a:r>
            <a:r>
              <a:rPr sz="3050" spc="-2135" dirty="0">
                <a:solidFill>
                  <a:srgbClr val="2D7780"/>
                </a:solidFill>
                <a:latin typeface="Arial MT"/>
                <a:cs typeface="Arial MT"/>
              </a:rPr>
              <a:t>—</a:t>
            </a:r>
            <a:r>
              <a:rPr sz="3050" spc="95" dirty="0">
                <a:solidFill>
                  <a:srgbClr val="2D7780"/>
                </a:solidFill>
                <a:latin typeface="Arial MT"/>
                <a:cs typeface="Arial MT"/>
              </a:rPr>
              <a:t> </a:t>
            </a:r>
            <a:r>
              <a:rPr sz="3050" spc="-350" dirty="0">
                <a:solidFill>
                  <a:srgbClr val="9CCACF"/>
                </a:solidFill>
                <a:latin typeface="Arial MT"/>
                <a:cs typeface="Arial MT"/>
              </a:rPr>
              <a:t>EC2</a:t>
            </a:r>
            <a:endParaRPr sz="3050">
              <a:latin typeface="Arial MT"/>
              <a:cs typeface="Arial MT"/>
            </a:endParaRPr>
          </a:p>
        </p:txBody>
      </p:sp>
      <p:sp>
        <p:nvSpPr>
          <p:cNvPr id="13" name="object 13" descr="$PPTXTitle"/>
          <p:cNvSpPr txBox="1">
            <a:spLocks noGrp="1"/>
          </p:cNvSpPr>
          <p:nvPr>
            <p:ph type="title"/>
          </p:nvPr>
        </p:nvSpPr>
        <p:spPr>
          <a:xfrm>
            <a:off x="9056910" y="412757"/>
            <a:ext cx="584835" cy="490855"/>
          </a:xfrm>
          <a:prstGeom prst="rect">
            <a:avLst/>
          </a:prstGeom>
        </p:spPr>
        <p:txBody>
          <a:bodyPr vert="horz" wrap="square" lIns="0" tIns="12700" rIns="0" bIns="0" rtlCol="0">
            <a:spAutoFit/>
          </a:bodyPr>
          <a:lstStyle/>
          <a:p>
            <a:pPr marL="25400">
              <a:lnSpc>
                <a:spcPct val="100000"/>
              </a:lnSpc>
              <a:spcBef>
                <a:spcPts val="100"/>
              </a:spcBef>
            </a:pPr>
            <a:r>
              <a:rPr sz="2000" spc="105" dirty="0">
                <a:solidFill>
                  <a:srgbClr val="9CCFD8"/>
                </a:solidFill>
                <a:latin typeface="Arial MT"/>
                <a:cs typeface="Arial MT"/>
              </a:rPr>
              <a:t>a</a:t>
            </a:r>
            <a:r>
              <a:rPr sz="4575" spc="157" baseline="-20947" dirty="0">
                <a:solidFill>
                  <a:srgbClr val="9CCFD8"/>
                </a:solidFill>
                <a:latin typeface="Arial MT"/>
                <a:cs typeface="Arial MT"/>
              </a:rPr>
              <a:t>^</a:t>
            </a:r>
            <a:r>
              <a:rPr sz="1700" spc="105" dirty="0">
                <a:solidFill>
                  <a:srgbClr val="9CCFD8"/>
                </a:solidFill>
                <a:latin typeface="Arial MT"/>
                <a:cs typeface="Arial MT"/>
              </a:rPr>
              <a:t>S</a:t>
            </a:r>
            <a:endParaRPr sz="1700">
              <a:latin typeface="Arial MT"/>
              <a:cs typeface="Arial MT"/>
            </a:endParaRPr>
          </a:p>
        </p:txBody>
      </p:sp>
      <p:sp>
        <p:nvSpPr>
          <p:cNvPr id="14" name="object 14"/>
          <p:cNvSpPr txBox="1"/>
          <p:nvPr/>
        </p:nvSpPr>
        <p:spPr>
          <a:xfrm>
            <a:off x="1394461" y="1546365"/>
            <a:ext cx="3119755" cy="172085"/>
          </a:xfrm>
          <a:prstGeom prst="rect">
            <a:avLst/>
          </a:prstGeom>
          <a:solidFill>
            <a:srgbClr val="1A9389"/>
          </a:solidFill>
        </p:spPr>
        <p:txBody>
          <a:bodyPr vert="horz" wrap="square" lIns="0" tIns="0" rIns="0" bIns="0" rtlCol="0">
            <a:spAutoFit/>
          </a:bodyPr>
          <a:lstStyle/>
          <a:p>
            <a:pPr marL="273685">
              <a:lnSpc>
                <a:spcPts val="1350"/>
              </a:lnSpc>
            </a:pPr>
            <a:r>
              <a:rPr sz="1650" dirty="0">
                <a:solidFill>
                  <a:srgbClr val="1A9985"/>
                </a:solidFill>
                <a:latin typeface="Arial MT"/>
                <a:cs typeface="Arial MT"/>
              </a:rPr>
              <a:t>What</a:t>
            </a:r>
            <a:r>
              <a:rPr sz="1650" spc="-55" dirty="0">
                <a:solidFill>
                  <a:srgbClr val="1A9985"/>
                </a:solidFill>
                <a:latin typeface="Arial MT"/>
                <a:cs typeface="Arial MT"/>
              </a:rPr>
              <a:t> </a:t>
            </a:r>
            <a:r>
              <a:rPr sz="1650" spc="-20" dirty="0">
                <a:solidFill>
                  <a:srgbClr val="31958A"/>
                </a:solidFill>
                <a:latin typeface="Arial MT"/>
                <a:cs typeface="Arial MT"/>
              </a:rPr>
              <a:t>does</a:t>
            </a:r>
            <a:r>
              <a:rPr sz="1650" spc="-35" dirty="0">
                <a:solidFill>
                  <a:srgbClr val="31958A"/>
                </a:solidFill>
                <a:latin typeface="Arial MT"/>
                <a:cs typeface="Arial MT"/>
              </a:rPr>
              <a:t> </a:t>
            </a:r>
            <a:r>
              <a:rPr sz="1650" spc="-30" dirty="0">
                <a:solidFill>
                  <a:srgbClr val="2F9387"/>
                </a:solidFill>
                <a:latin typeface="Arial MT"/>
                <a:cs typeface="Arial MT"/>
              </a:rPr>
              <a:t>Amazon </a:t>
            </a:r>
            <a:r>
              <a:rPr sz="1650" spc="-135" dirty="0">
                <a:solidFill>
                  <a:srgbClr val="82CDD1"/>
                </a:solidFill>
                <a:latin typeface="Arial MT"/>
                <a:cs typeface="Arial MT"/>
              </a:rPr>
              <a:t>EC2</a:t>
            </a:r>
            <a:r>
              <a:rPr sz="1650" spc="20" dirty="0">
                <a:solidFill>
                  <a:srgbClr val="82CDD1"/>
                </a:solidFill>
                <a:latin typeface="Arial MT"/>
                <a:cs typeface="Arial MT"/>
              </a:rPr>
              <a:t> </a:t>
            </a:r>
            <a:r>
              <a:rPr sz="1650" spc="-25" dirty="0">
                <a:solidFill>
                  <a:srgbClr val="2D7779"/>
                </a:solidFill>
                <a:latin typeface="Arial MT"/>
                <a:cs typeface="Arial MT"/>
              </a:rPr>
              <a:t>do*</a:t>
            </a:r>
            <a:endParaRPr sz="1650">
              <a:latin typeface="Arial MT"/>
              <a:cs typeface="Arial MT"/>
            </a:endParaRPr>
          </a:p>
        </p:txBody>
      </p:sp>
      <p:sp>
        <p:nvSpPr>
          <p:cNvPr id="15" name="object 15"/>
          <p:cNvSpPr txBox="1"/>
          <p:nvPr/>
        </p:nvSpPr>
        <p:spPr>
          <a:xfrm>
            <a:off x="1394461" y="1975043"/>
            <a:ext cx="3119755" cy="210185"/>
          </a:xfrm>
          <a:prstGeom prst="rect">
            <a:avLst/>
          </a:prstGeom>
          <a:solidFill>
            <a:srgbClr val="1A9389"/>
          </a:solidFill>
        </p:spPr>
        <p:txBody>
          <a:bodyPr vert="horz" wrap="square" lIns="0" tIns="0" rIns="0" bIns="0" rtlCol="0">
            <a:spAutoFit/>
          </a:bodyPr>
          <a:lstStyle/>
          <a:p>
            <a:pPr marL="254000">
              <a:lnSpc>
                <a:spcPts val="1570"/>
              </a:lnSpc>
            </a:pPr>
            <a:r>
              <a:rPr sz="1850" spc="-150" dirty="0">
                <a:solidFill>
                  <a:srgbClr val="3B8C85"/>
                </a:solidFill>
                <a:latin typeface="Arial MT"/>
                <a:cs typeface="Arial MT"/>
              </a:rPr>
              <a:t>What</a:t>
            </a:r>
            <a:r>
              <a:rPr sz="1850" spc="-20" dirty="0">
                <a:solidFill>
                  <a:srgbClr val="3B8C85"/>
                </a:solidFill>
                <a:latin typeface="Arial MT"/>
                <a:cs typeface="Arial MT"/>
              </a:rPr>
              <a:t> </a:t>
            </a:r>
            <a:r>
              <a:rPr sz="1850" spc="-80" dirty="0">
                <a:solidFill>
                  <a:srgbClr val="3F958C"/>
                </a:solidFill>
                <a:latin typeface="Arial MT"/>
                <a:cs typeface="Arial MT"/>
              </a:rPr>
              <a:t>prob</a:t>
            </a:r>
            <a:r>
              <a:rPr sz="1850" spc="-50" dirty="0">
                <a:solidFill>
                  <a:srgbClr val="3F958C"/>
                </a:solidFill>
                <a:latin typeface="Arial MT"/>
                <a:cs typeface="Arial MT"/>
              </a:rPr>
              <a:t> </a:t>
            </a:r>
            <a:r>
              <a:rPr sz="1850" dirty="0">
                <a:solidFill>
                  <a:srgbClr val="2D8C8E"/>
                </a:solidFill>
                <a:latin typeface="Arial MT"/>
                <a:cs typeface="Arial MT"/>
              </a:rPr>
              <a:t>en</a:t>
            </a:r>
            <a:r>
              <a:rPr sz="1850" spc="160" dirty="0">
                <a:solidFill>
                  <a:srgbClr val="2D8C8E"/>
                </a:solidFill>
                <a:latin typeface="Arial MT"/>
                <a:cs typeface="Arial MT"/>
              </a:rPr>
              <a:t> </a:t>
            </a:r>
            <a:r>
              <a:rPr sz="1850" spc="-150" dirty="0">
                <a:solidFill>
                  <a:srgbClr val="288585"/>
                </a:solidFill>
                <a:latin typeface="Arial MT"/>
                <a:cs typeface="Arial MT"/>
              </a:rPr>
              <a:t>does</a:t>
            </a:r>
            <a:r>
              <a:rPr sz="1850" spc="-35" dirty="0">
                <a:solidFill>
                  <a:srgbClr val="288585"/>
                </a:solidFill>
                <a:latin typeface="Arial MT"/>
                <a:cs typeface="Arial MT"/>
              </a:rPr>
              <a:t> </a:t>
            </a:r>
            <a:r>
              <a:rPr sz="1850" spc="-10" dirty="0">
                <a:solidFill>
                  <a:srgbClr val="2D8582"/>
                </a:solidFill>
                <a:latin typeface="Arial MT"/>
                <a:cs typeface="Arial MT"/>
              </a:rPr>
              <a:t>Amazon</a:t>
            </a:r>
            <a:endParaRPr sz="1850">
              <a:latin typeface="Arial MT"/>
              <a:cs typeface="Arial MT"/>
            </a:endParaRPr>
          </a:p>
        </p:txBody>
      </p:sp>
      <p:grpSp>
        <p:nvGrpSpPr>
          <p:cNvPr id="16" name="object 16"/>
          <p:cNvGrpSpPr/>
          <p:nvPr/>
        </p:nvGrpSpPr>
        <p:grpSpPr>
          <a:xfrm>
            <a:off x="1394461" y="2241774"/>
            <a:ext cx="3153410" cy="181610"/>
            <a:chOff x="1394461" y="2241774"/>
            <a:chExt cx="3153410" cy="181610"/>
          </a:xfrm>
        </p:grpSpPr>
        <p:pic>
          <p:nvPicPr>
            <p:cNvPr id="17" name="object 17"/>
            <p:cNvPicPr/>
            <p:nvPr/>
          </p:nvPicPr>
          <p:blipFill>
            <a:blip r:embed="rId3" cstate="print"/>
            <a:stretch>
              <a:fillRect/>
            </a:stretch>
          </p:blipFill>
          <p:spPr>
            <a:xfrm>
              <a:off x="1394461" y="2241774"/>
              <a:ext cx="3153115" cy="180996"/>
            </a:xfrm>
            <a:prstGeom prst="rect">
              <a:avLst/>
            </a:prstGeom>
          </p:spPr>
        </p:pic>
        <p:pic>
          <p:nvPicPr>
            <p:cNvPr id="18" name="object 18"/>
            <p:cNvPicPr/>
            <p:nvPr/>
          </p:nvPicPr>
          <p:blipFill>
            <a:blip r:embed="rId4" cstate="print"/>
            <a:stretch>
              <a:fillRect/>
            </a:stretch>
          </p:blipFill>
          <p:spPr>
            <a:xfrm>
              <a:off x="1394461" y="2241774"/>
              <a:ext cx="3153115" cy="180996"/>
            </a:xfrm>
            <a:prstGeom prst="rect">
              <a:avLst/>
            </a:prstGeom>
          </p:spPr>
        </p:pic>
      </p:grpSp>
      <p:sp>
        <p:nvSpPr>
          <p:cNvPr id="19" name="object 19"/>
          <p:cNvSpPr txBox="1"/>
          <p:nvPr/>
        </p:nvSpPr>
        <p:spPr>
          <a:xfrm>
            <a:off x="1394461" y="2527559"/>
            <a:ext cx="3119755" cy="181610"/>
          </a:xfrm>
          <a:prstGeom prst="rect">
            <a:avLst/>
          </a:prstGeom>
          <a:solidFill>
            <a:srgbClr val="1A9389"/>
          </a:solidFill>
        </p:spPr>
        <p:txBody>
          <a:bodyPr vert="horz" wrap="square" lIns="0" tIns="0" rIns="0" bIns="0" rtlCol="0">
            <a:spAutoFit/>
          </a:bodyPr>
          <a:lstStyle/>
          <a:p>
            <a:pPr marL="445134">
              <a:lnSpc>
                <a:spcPts val="1425"/>
              </a:lnSpc>
              <a:tabLst>
                <a:tab pos="992505" algn="l"/>
              </a:tabLst>
            </a:pPr>
            <a:r>
              <a:rPr sz="1650" spc="-25" dirty="0">
                <a:solidFill>
                  <a:srgbClr val="2A8080"/>
                </a:solidFill>
                <a:latin typeface="Arial MT"/>
                <a:cs typeface="Arial MT"/>
              </a:rPr>
              <a:t>Wha</a:t>
            </a:r>
            <a:r>
              <a:rPr sz="1650" dirty="0">
                <a:solidFill>
                  <a:srgbClr val="2A8080"/>
                </a:solidFill>
                <a:latin typeface="Arial MT"/>
                <a:cs typeface="Arial MT"/>
              </a:rPr>
              <a:t>	</a:t>
            </a:r>
            <a:r>
              <a:rPr sz="1650" spc="-45" dirty="0">
                <a:solidFill>
                  <a:srgbClr val="2A877C"/>
                </a:solidFill>
                <a:latin typeface="Arial MT"/>
                <a:cs typeface="Arial MT"/>
              </a:rPr>
              <a:t>are</a:t>
            </a:r>
            <a:r>
              <a:rPr sz="1650" spc="20" dirty="0">
                <a:solidFill>
                  <a:srgbClr val="2A877C"/>
                </a:solidFill>
                <a:latin typeface="Arial MT"/>
                <a:cs typeface="Arial MT"/>
              </a:rPr>
              <a:t> </a:t>
            </a:r>
            <a:r>
              <a:rPr sz="1650" dirty="0">
                <a:solidFill>
                  <a:srgbClr val="267575"/>
                </a:solidFill>
                <a:latin typeface="Arial MT"/>
                <a:cs typeface="Arial MT"/>
              </a:rPr>
              <a:t>the </a:t>
            </a:r>
            <a:r>
              <a:rPr sz="1650" dirty="0">
                <a:solidFill>
                  <a:srgbClr val="3DA39C"/>
                </a:solidFill>
                <a:latin typeface="Arial MT"/>
                <a:cs typeface="Arial MT"/>
              </a:rPr>
              <a:t>benefits</a:t>
            </a:r>
            <a:r>
              <a:rPr sz="1650" spc="110" dirty="0">
                <a:solidFill>
                  <a:srgbClr val="3DA39C"/>
                </a:solidFill>
                <a:latin typeface="Arial MT"/>
                <a:cs typeface="Arial MT"/>
              </a:rPr>
              <a:t> </a:t>
            </a:r>
            <a:r>
              <a:rPr sz="1650" spc="-25" dirty="0">
                <a:solidFill>
                  <a:srgbClr val="24918C"/>
                </a:solidFill>
                <a:latin typeface="Arial MT"/>
                <a:cs typeface="Arial MT"/>
              </a:rPr>
              <a:t>of</a:t>
            </a:r>
            <a:endParaRPr sz="1650">
              <a:latin typeface="Arial MT"/>
              <a:cs typeface="Arial MT"/>
            </a:endParaRPr>
          </a:p>
        </p:txBody>
      </p:sp>
      <p:grpSp>
        <p:nvGrpSpPr>
          <p:cNvPr id="20" name="object 20"/>
          <p:cNvGrpSpPr/>
          <p:nvPr/>
        </p:nvGrpSpPr>
        <p:grpSpPr>
          <a:xfrm>
            <a:off x="1394461" y="2803817"/>
            <a:ext cx="3153410" cy="172085"/>
            <a:chOff x="1394461" y="2803817"/>
            <a:chExt cx="3153410" cy="172085"/>
          </a:xfrm>
        </p:grpSpPr>
        <p:pic>
          <p:nvPicPr>
            <p:cNvPr id="21" name="object 21"/>
            <p:cNvPicPr/>
            <p:nvPr/>
          </p:nvPicPr>
          <p:blipFill>
            <a:blip r:embed="rId5" cstate="print"/>
            <a:stretch>
              <a:fillRect/>
            </a:stretch>
          </p:blipFill>
          <p:spPr>
            <a:xfrm>
              <a:off x="1394461" y="2803817"/>
              <a:ext cx="3153115" cy="171470"/>
            </a:xfrm>
            <a:prstGeom prst="rect">
              <a:avLst/>
            </a:prstGeom>
          </p:spPr>
        </p:pic>
        <p:pic>
          <p:nvPicPr>
            <p:cNvPr id="22" name="object 22"/>
            <p:cNvPicPr/>
            <p:nvPr/>
          </p:nvPicPr>
          <p:blipFill>
            <a:blip r:embed="rId6" cstate="print"/>
            <a:stretch>
              <a:fillRect/>
            </a:stretch>
          </p:blipFill>
          <p:spPr>
            <a:xfrm>
              <a:off x="1394461" y="2803817"/>
              <a:ext cx="3153115" cy="171470"/>
            </a:xfrm>
            <a:prstGeom prst="rect">
              <a:avLst/>
            </a:prstGeom>
          </p:spPr>
        </p:pic>
      </p:grpSp>
      <p:grpSp>
        <p:nvGrpSpPr>
          <p:cNvPr id="23" name="object 23"/>
          <p:cNvGrpSpPr/>
          <p:nvPr/>
        </p:nvGrpSpPr>
        <p:grpSpPr>
          <a:xfrm>
            <a:off x="1394461" y="3099127"/>
            <a:ext cx="3153410" cy="172085"/>
            <a:chOff x="1394461" y="3099127"/>
            <a:chExt cx="3153410" cy="172085"/>
          </a:xfrm>
        </p:grpSpPr>
        <p:pic>
          <p:nvPicPr>
            <p:cNvPr id="24" name="object 24"/>
            <p:cNvPicPr/>
            <p:nvPr/>
          </p:nvPicPr>
          <p:blipFill>
            <a:blip r:embed="rId7" cstate="print"/>
            <a:stretch>
              <a:fillRect/>
            </a:stretch>
          </p:blipFill>
          <p:spPr>
            <a:xfrm>
              <a:off x="3947435" y="3118180"/>
              <a:ext cx="600139" cy="152418"/>
            </a:xfrm>
            <a:prstGeom prst="rect">
              <a:avLst/>
            </a:prstGeom>
          </p:spPr>
        </p:pic>
        <p:pic>
          <p:nvPicPr>
            <p:cNvPr id="25" name="object 25"/>
            <p:cNvPicPr/>
            <p:nvPr/>
          </p:nvPicPr>
          <p:blipFill>
            <a:blip r:embed="rId8" cstate="print"/>
            <a:stretch>
              <a:fillRect/>
            </a:stretch>
          </p:blipFill>
          <p:spPr>
            <a:xfrm>
              <a:off x="1718345" y="3118180"/>
              <a:ext cx="1905205" cy="152418"/>
            </a:xfrm>
            <a:prstGeom prst="rect">
              <a:avLst/>
            </a:prstGeom>
          </p:spPr>
        </p:pic>
        <p:pic>
          <p:nvPicPr>
            <p:cNvPr id="26" name="object 26"/>
            <p:cNvPicPr/>
            <p:nvPr/>
          </p:nvPicPr>
          <p:blipFill>
            <a:blip r:embed="rId9" cstate="print"/>
            <a:stretch>
              <a:fillRect/>
            </a:stretch>
          </p:blipFill>
          <p:spPr>
            <a:xfrm>
              <a:off x="1394461" y="3099127"/>
              <a:ext cx="3153115" cy="171470"/>
            </a:xfrm>
            <a:prstGeom prst="rect">
              <a:avLst/>
            </a:prstGeom>
          </p:spPr>
        </p:pic>
      </p:grpSp>
      <p:grpSp>
        <p:nvGrpSpPr>
          <p:cNvPr id="27" name="object 27"/>
          <p:cNvGrpSpPr/>
          <p:nvPr/>
        </p:nvGrpSpPr>
        <p:grpSpPr>
          <a:xfrm>
            <a:off x="1394461" y="3365859"/>
            <a:ext cx="3153410" cy="219710"/>
            <a:chOff x="1394461" y="3365859"/>
            <a:chExt cx="3153410" cy="219710"/>
          </a:xfrm>
        </p:grpSpPr>
        <p:pic>
          <p:nvPicPr>
            <p:cNvPr id="28" name="object 28"/>
            <p:cNvPicPr/>
            <p:nvPr/>
          </p:nvPicPr>
          <p:blipFill>
            <a:blip r:embed="rId10" cstate="print"/>
            <a:stretch>
              <a:fillRect/>
            </a:stretch>
          </p:blipFill>
          <p:spPr>
            <a:xfrm>
              <a:off x="1394461" y="3365859"/>
              <a:ext cx="3153115" cy="219101"/>
            </a:xfrm>
            <a:prstGeom prst="rect">
              <a:avLst/>
            </a:prstGeom>
          </p:spPr>
        </p:pic>
        <p:pic>
          <p:nvPicPr>
            <p:cNvPr id="29" name="object 29"/>
            <p:cNvPicPr/>
            <p:nvPr/>
          </p:nvPicPr>
          <p:blipFill>
            <a:blip r:embed="rId11" cstate="print"/>
            <a:stretch>
              <a:fillRect/>
            </a:stretch>
          </p:blipFill>
          <p:spPr>
            <a:xfrm>
              <a:off x="1394461" y="3365859"/>
              <a:ext cx="3153115" cy="219101"/>
            </a:xfrm>
            <a:prstGeom prst="rect">
              <a:avLst/>
            </a:prstGeom>
          </p:spPr>
        </p:pic>
      </p:grpSp>
      <p:sp>
        <p:nvSpPr>
          <p:cNvPr id="30" name="object 30"/>
          <p:cNvSpPr txBox="1"/>
          <p:nvPr/>
        </p:nvSpPr>
        <p:spPr>
          <a:xfrm>
            <a:off x="1394461" y="3785010"/>
            <a:ext cx="3119755" cy="162560"/>
          </a:xfrm>
          <a:prstGeom prst="rect">
            <a:avLst/>
          </a:prstGeom>
          <a:solidFill>
            <a:srgbClr val="1A9389"/>
          </a:solidFill>
        </p:spPr>
        <p:txBody>
          <a:bodyPr vert="horz" wrap="square" lIns="0" tIns="0" rIns="0" bIns="0" rtlCol="0">
            <a:spAutoFit/>
          </a:bodyPr>
          <a:lstStyle/>
          <a:p>
            <a:pPr marL="267970">
              <a:lnSpc>
                <a:spcPts val="1275"/>
              </a:lnSpc>
            </a:pPr>
            <a:r>
              <a:rPr sz="2625" spc="-345" baseline="3174" dirty="0">
                <a:solidFill>
                  <a:srgbClr val="158079"/>
                </a:solidFill>
                <a:latin typeface="Arial MT"/>
                <a:cs typeface="Arial MT"/>
              </a:rPr>
              <a:t>HOw</a:t>
            </a:r>
            <a:r>
              <a:rPr sz="2625" spc="157" baseline="3174" dirty="0">
                <a:solidFill>
                  <a:srgbClr val="158079"/>
                </a:solidFill>
                <a:latin typeface="Arial MT"/>
                <a:cs typeface="Arial MT"/>
              </a:rPr>
              <a:t> </a:t>
            </a:r>
            <a:r>
              <a:rPr sz="1750" spc="-150" dirty="0">
                <a:solidFill>
                  <a:srgbClr val="1F978A"/>
                </a:solidFill>
                <a:latin typeface="Arial MT"/>
                <a:cs typeface="Arial MT"/>
              </a:rPr>
              <a:t>can</a:t>
            </a:r>
            <a:r>
              <a:rPr sz="1750" spc="-10" dirty="0">
                <a:solidFill>
                  <a:srgbClr val="1F978A"/>
                </a:solidFill>
                <a:latin typeface="Arial MT"/>
                <a:cs typeface="Arial MT"/>
              </a:rPr>
              <a:t> </a:t>
            </a:r>
            <a:r>
              <a:rPr sz="1750" dirty="0">
                <a:solidFill>
                  <a:srgbClr val="349791"/>
                </a:solidFill>
                <a:latin typeface="Arial MT"/>
                <a:cs typeface="Arial MT"/>
              </a:rPr>
              <a:t>I</a:t>
            </a:r>
            <a:r>
              <a:rPr sz="1750" spc="-80" dirty="0">
                <a:solidFill>
                  <a:srgbClr val="349791"/>
                </a:solidFill>
                <a:latin typeface="Arial MT"/>
                <a:cs typeface="Arial MT"/>
              </a:rPr>
              <a:t> </a:t>
            </a:r>
            <a:r>
              <a:rPr sz="1750" spc="-170" dirty="0">
                <a:solidFill>
                  <a:srgbClr val="60B8AF"/>
                </a:solidFill>
                <a:latin typeface="Arial MT"/>
                <a:cs typeface="Arial MT"/>
              </a:rPr>
              <a:t>use</a:t>
            </a:r>
            <a:r>
              <a:rPr sz="1750" spc="50" dirty="0">
                <a:solidFill>
                  <a:srgbClr val="60B8AF"/>
                </a:solidFill>
                <a:latin typeface="Arial MT"/>
                <a:cs typeface="Arial MT"/>
              </a:rPr>
              <a:t> </a:t>
            </a:r>
            <a:r>
              <a:rPr sz="2625" spc="-157" baseline="3174" dirty="0">
                <a:solidFill>
                  <a:srgbClr val="21958C"/>
                </a:solidFill>
                <a:latin typeface="Arial MT"/>
                <a:cs typeface="Arial MT"/>
              </a:rPr>
              <a:t>Amazon</a:t>
            </a:r>
            <a:r>
              <a:rPr sz="2625" spc="44" baseline="3174" dirty="0">
                <a:solidFill>
                  <a:srgbClr val="21958C"/>
                </a:solidFill>
                <a:latin typeface="Arial MT"/>
                <a:cs typeface="Arial MT"/>
              </a:rPr>
              <a:t> </a:t>
            </a:r>
            <a:r>
              <a:rPr sz="2625" spc="-30" baseline="3174" dirty="0">
                <a:solidFill>
                  <a:srgbClr val="11807B"/>
                </a:solidFill>
                <a:latin typeface="Arial MT"/>
                <a:cs typeface="Arial MT"/>
              </a:rPr>
              <a:t>EC2?</a:t>
            </a:r>
            <a:endParaRPr sz="2625" baseline="3174">
              <a:latin typeface="Arial MT"/>
              <a:cs typeface="Arial MT"/>
            </a:endParaRPr>
          </a:p>
        </p:txBody>
      </p:sp>
      <p:sp>
        <p:nvSpPr>
          <p:cNvPr id="31" name="object 31"/>
          <p:cNvSpPr txBox="1"/>
          <p:nvPr/>
        </p:nvSpPr>
        <p:spPr>
          <a:xfrm>
            <a:off x="1394461" y="4223212"/>
            <a:ext cx="3119755" cy="200660"/>
          </a:xfrm>
          <a:prstGeom prst="rect">
            <a:avLst/>
          </a:prstGeom>
          <a:solidFill>
            <a:srgbClr val="1A918E"/>
          </a:solidFill>
        </p:spPr>
        <p:txBody>
          <a:bodyPr vert="horz" wrap="square" lIns="0" tIns="0" rIns="0" bIns="0" rtlCol="0">
            <a:spAutoFit/>
          </a:bodyPr>
          <a:lstStyle/>
          <a:p>
            <a:pPr marL="101600">
              <a:lnSpc>
                <a:spcPts val="1540"/>
              </a:lnSpc>
            </a:pPr>
            <a:r>
              <a:rPr sz="1700" spc="-25" dirty="0">
                <a:solidFill>
                  <a:srgbClr val="42747E"/>
                </a:solidFill>
                <a:latin typeface="Arial MT"/>
                <a:cs typeface="Arial MT"/>
              </a:rPr>
              <a:t>What</a:t>
            </a:r>
            <a:r>
              <a:rPr sz="1700" spc="-65" dirty="0">
                <a:solidFill>
                  <a:srgbClr val="42747E"/>
                </a:solidFill>
                <a:latin typeface="Arial MT"/>
                <a:cs typeface="Arial MT"/>
              </a:rPr>
              <a:t> </a:t>
            </a:r>
            <a:r>
              <a:rPr sz="1700" spc="-75" dirty="0">
                <a:solidFill>
                  <a:srgbClr val="348980"/>
                </a:solidFill>
                <a:latin typeface="Arial MT"/>
                <a:cs typeface="Arial MT"/>
              </a:rPr>
              <a:t>else</a:t>
            </a:r>
            <a:r>
              <a:rPr sz="1700" spc="-10" dirty="0">
                <a:solidFill>
                  <a:srgbClr val="348980"/>
                </a:solidFill>
                <a:latin typeface="Arial MT"/>
                <a:cs typeface="Arial MT"/>
              </a:rPr>
              <a:t> </a:t>
            </a:r>
            <a:r>
              <a:rPr sz="1700" spc="-45" dirty="0">
                <a:solidFill>
                  <a:srgbClr val="348989"/>
                </a:solidFill>
                <a:latin typeface="Arial MT"/>
                <a:cs typeface="Arial MT"/>
              </a:rPr>
              <a:t>should</a:t>
            </a:r>
            <a:r>
              <a:rPr sz="1700" spc="-55" dirty="0">
                <a:solidFill>
                  <a:srgbClr val="348989"/>
                </a:solidFill>
                <a:latin typeface="Arial MT"/>
                <a:cs typeface="Arial MT"/>
              </a:rPr>
              <a:t> </a:t>
            </a:r>
            <a:r>
              <a:rPr sz="1700" dirty="0">
                <a:solidFill>
                  <a:srgbClr val="AEFFFF"/>
                </a:solidFill>
                <a:latin typeface="Arial MT"/>
                <a:cs typeface="Arial MT"/>
              </a:rPr>
              <a:t>I</a:t>
            </a:r>
            <a:r>
              <a:rPr sz="1700" spc="-110" dirty="0">
                <a:solidFill>
                  <a:srgbClr val="AEFFFF"/>
                </a:solidFill>
                <a:latin typeface="Arial MT"/>
                <a:cs typeface="Arial MT"/>
              </a:rPr>
              <a:t> </a:t>
            </a:r>
            <a:r>
              <a:rPr sz="1700" spc="-65" dirty="0">
                <a:solidFill>
                  <a:srgbClr val="3F858C"/>
                </a:solidFill>
                <a:latin typeface="Arial MT"/>
                <a:cs typeface="Arial MT"/>
              </a:rPr>
              <a:t>keep</a:t>
            </a:r>
            <a:r>
              <a:rPr sz="1700" spc="-55" dirty="0">
                <a:solidFill>
                  <a:srgbClr val="3F858C"/>
                </a:solidFill>
                <a:latin typeface="Arial MT"/>
                <a:cs typeface="Arial MT"/>
              </a:rPr>
              <a:t> </a:t>
            </a:r>
            <a:r>
              <a:rPr sz="1700" dirty="0">
                <a:solidFill>
                  <a:srgbClr val="2B897C"/>
                </a:solidFill>
                <a:latin typeface="Arial MT"/>
                <a:cs typeface="Arial MT"/>
              </a:rPr>
              <a:t>in</a:t>
            </a:r>
            <a:r>
              <a:rPr sz="1700" spc="-120" dirty="0">
                <a:solidFill>
                  <a:srgbClr val="2B897C"/>
                </a:solidFill>
                <a:latin typeface="Arial MT"/>
                <a:cs typeface="Arial MT"/>
              </a:rPr>
              <a:t> </a:t>
            </a:r>
            <a:r>
              <a:rPr sz="1700" spc="-20" dirty="0">
                <a:solidFill>
                  <a:srgbClr val="2F8282"/>
                </a:solidFill>
                <a:latin typeface="Arial MT"/>
                <a:cs typeface="Arial MT"/>
              </a:rPr>
              <a:t>mind</a:t>
            </a:r>
            <a:endParaRPr sz="1700">
              <a:latin typeface="Arial MT"/>
              <a:cs typeface="Arial MT"/>
            </a:endParaRPr>
          </a:p>
        </p:txBody>
      </p:sp>
      <p:sp>
        <p:nvSpPr>
          <p:cNvPr id="32" name="object 32"/>
          <p:cNvSpPr txBox="1"/>
          <p:nvPr/>
        </p:nvSpPr>
        <p:spPr>
          <a:xfrm>
            <a:off x="1394461" y="4480417"/>
            <a:ext cx="3119755" cy="210185"/>
          </a:xfrm>
          <a:prstGeom prst="rect">
            <a:avLst/>
          </a:prstGeom>
          <a:solidFill>
            <a:srgbClr val="1D9089"/>
          </a:solidFill>
        </p:spPr>
        <p:txBody>
          <a:bodyPr vert="horz" wrap="square" lIns="0" tIns="0" rIns="0" bIns="0" rtlCol="0">
            <a:spAutoFit/>
          </a:bodyPr>
          <a:lstStyle/>
          <a:p>
            <a:pPr marL="389890">
              <a:lnSpc>
                <a:spcPts val="1520"/>
              </a:lnSpc>
            </a:pPr>
            <a:r>
              <a:rPr sz="1600" dirty="0">
                <a:solidFill>
                  <a:srgbClr val="339590"/>
                </a:solidFill>
                <a:latin typeface="Arial MT"/>
                <a:cs typeface="Arial MT"/>
              </a:rPr>
              <a:t>when</a:t>
            </a:r>
            <a:r>
              <a:rPr sz="1600" spc="-5" dirty="0">
                <a:solidFill>
                  <a:srgbClr val="339590"/>
                </a:solidFill>
                <a:latin typeface="Arial MT"/>
                <a:cs typeface="Arial MT"/>
              </a:rPr>
              <a:t> </a:t>
            </a:r>
            <a:r>
              <a:rPr sz="1600" dirty="0">
                <a:solidFill>
                  <a:srgbClr val="36837E"/>
                </a:solidFill>
                <a:latin typeface="Arial MT"/>
                <a:cs typeface="Arial MT"/>
              </a:rPr>
              <a:t>using</a:t>
            </a:r>
            <a:r>
              <a:rPr sz="1600" spc="80" dirty="0">
                <a:solidFill>
                  <a:srgbClr val="36837E"/>
                </a:solidFill>
                <a:latin typeface="Arial MT"/>
                <a:cs typeface="Arial MT"/>
              </a:rPr>
              <a:t> </a:t>
            </a:r>
            <a:r>
              <a:rPr sz="1600" spc="-145" dirty="0">
                <a:solidFill>
                  <a:srgbClr val="3F8089"/>
                </a:solidFill>
                <a:latin typeface="Arial MT"/>
                <a:cs typeface="Arial MT"/>
              </a:rPr>
              <a:t>AmdZOÜ</a:t>
            </a:r>
            <a:r>
              <a:rPr sz="1600" spc="110" dirty="0">
                <a:solidFill>
                  <a:srgbClr val="3F8089"/>
                </a:solidFill>
                <a:latin typeface="Arial MT"/>
                <a:cs typeface="Arial MT"/>
              </a:rPr>
              <a:t> </a:t>
            </a:r>
            <a:r>
              <a:rPr sz="1600" spc="-20" dirty="0">
                <a:solidFill>
                  <a:srgbClr val="238782"/>
                </a:solidFill>
                <a:latin typeface="Arial MT"/>
                <a:cs typeface="Arial MT"/>
              </a:rPr>
              <a:t>EC2?</a:t>
            </a:r>
            <a:endParaRPr sz="1600">
              <a:latin typeface="Arial MT"/>
              <a:cs typeface="Arial MT"/>
            </a:endParaRPr>
          </a:p>
        </p:txBody>
      </p:sp>
      <p:grpSp>
        <p:nvGrpSpPr>
          <p:cNvPr id="33" name="object 33"/>
          <p:cNvGrpSpPr/>
          <p:nvPr/>
        </p:nvGrpSpPr>
        <p:grpSpPr>
          <a:xfrm>
            <a:off x="1384935" y="4785254"/>
            <a:ext cx="3162935" cy="181610"/>
            <a:chOff x="1384935" y="4785254"/>
            <a:chExt cx="3162935" cy="181610"/>
          </a:xfrm>
        </p:grpSpPr>
        <p:pic>
          <p:nvPicPr>
            <p:cNvPr id="34" name="object 34"/>
            <p:cNvPicPr/>
            <p:nvPr/>
          </p:nvPicPr>
          <p:blipFill>
            <a:blip r:embed="rId12" cstate="print"/>
            <a:stretch>
              <a:fillRect/>
            </a:stretch>
          </p:blipFill>
          <p:spPr>
            <a:xfrm>
              <a:off x="1384935" y="4785254"/>
              <a:ext cx="3162641" cy="180996"/>
            </a:xfrm>
            <a:prstGeom prst="rect">
              <a:avLst/>
            </a:prstGeom>
          </p:spPr>
        </p:pic>
        <p:pic>
          <p:nvPicPr>
            <p:cNvPr id="35" name="object 35"/>
            <p:cNvPicPr/>
            <p:nvPr/>
          </p:nvPicPr>
          <p:blipFill>
            <a:blip r:embed="rId13" cstate="print"/>
            <a:stretch>
              <a:fillRect/>
            </a:stretch>
          </p:blipFill>
          <p:spPr>
            <a:xfrm>
              <a:off x="1384935" y="4785254"/>
              <a:ext cx="3162641" cy="180996"/>
            </a:xfrm>
            <a:prstGeom prst="rect">
              <a:avLst/>
            </a:prstGeom>
          </p:spPr>
        </p:pic>
      </p:grpSp>
      <p:grpSp>
        <p:nvGrpSpPr>
          <p:cNvPr id="36" name="object 36"/>
          <p:cNvGrpSpPr/>
          <p:nvPr/>
        </p:nvGrpSpPr>
        <p:grpSpPr>
          <a:xfrm>
            <a:off x="1384935" y="5042461"/>
            <a:ext cx="3162935" cy="181610"/>
            <a:chOff x="1384935" y="5042461"/>
            <a:chExt cx="3162935" cy="181610"/>
          </a:xfrm>
        </p:grpSpPr>
        <p:pic>
          <p:nvPicPr>
            <p:cNvPr id="37" name="object 37"/>
            <p:cNvPicPr/>
            <p:nvPr/>
          </p:nvPicPr>
          <p:blipFill>
            <a:blip r:embed="rId14" cstate="print"/>
            <a:stretch>
              <a:fillRect/>
            </a:stretch>
          </p:blipFill>
          <p:spPr>
            <a:xfrm>
              <a:off x="1384935" y="5042461"/>
              <a:ext cx="3162641" cy="180996"/>
            </a:xfrm>
            <a:prstGeom prst="rect">
              <a:avLst/>
            </a:prstGeom>
          </p:spPr>
        </p:pic>
        <p:pic>
          <p:nvPicPr>
            <p:cNvPr id="38" name="object 38"/>
            <p:cNvPicPr/>
            <p:nvPr/>
          </p:nvPicPr>
          <p:blipFill>
            <a:blip r:embed="rId15" cstate="print"/>
            <a:stretch>
              <a:fillRect/>
            </a:stretch>
          </p:blipFill>
          <p:spPr>
            <a:xfrm>
              <a:off x="1384935" y="5042461"/>
              <a:ext cx="3162641" cy="180996"/>
            </a:xfrm>
            <a:prstGeom prst="rect">
              <a:avLst/>
            </a:prstGeom>
          </p:spPr>
        </p:pic>
      </p:grpSp>
      <p:sp>
        <p:nvSpPr>
          <p:cNvPr id="39" name="object 39"/>
          <p:cNvSpPr txBox="1"/>
          <p:nvPr/>
        </p:nvSpPr>
        <p:spPr>
          <a:xfrm>
            <a:off x="1692630" y="5396517"/>
            <a:ext cx="2667635" cy="140335"/>
          </a:xfrm>
          <a:prstGeom prst="rect">
            <a:avLst/>
          </a:prstGeom>
        </p:spPr>
        <p:txBody>
          <a:bodyPr vert="horz" wrap="square" lIns="0" tIns="12700" rIns="0" bIns="0" rtlCol="0">
            <a:spAutoFit/>
          </a:bodyPr>
          <a:lstStyle/>
          <a:p>
            <a:pPr marL="12700">
              <a:lnSpc>
                <a:spcPct val="100000"/>
              </a:lnSpc>
              <a:spcBef>
                <a:spcPts val="100"/>
              </a:spcBef>
            </a:pPr>
            <a:r>
              <a:rPr sz="750" dirty="0">
                <a:solidFill>
                  <a:srgbClr val="676767"/>
                </a:solidFill>
                <a:latin typeface="Arial MT"/>
                <a:cs typeface="Arial MT"/>
              </a:rPr>
              <a:t>exon</a:t>
            </a:r>
            <a:r>
              <a:rPr sz="750" dirty="0">
                <a:solidFill>
                  <a:srgbClr val="909090"/>
                </a:solidFill>
                <a:latin typeface="Arial MT"/>
                <a:cs typeface="Arial MT"/>
              </a:rPr>
              <a:t>1</a:t>
            </a:r>
            <a:r>
              <a:rPr sz="750" spc="-35" dirty="0">
                <a:solidFill>
                  <a:srgbClr val="909090"/>
                </a:solidFill>
                <a:latin typeface="Arial MT"/>
                <a:cs typeface="Arial MT"/>
              </a:rPr>
              <a:t> </a:t>
            </a:r>
            <a:r>
              <a:rPr sz="750" spc="-55" dirty="0">
                <a:solidFill>
                  <a:srgbClr val="4D4D4D"/>
                </a:solidFill>
                <a:latin typeface="Arial MT"/>
                <a:cs typeface="Arial MT"/>
              </a:rPr>
              <a:t>Amazon</a:t>
            </a:r>
            <a:r>
              <a:rPr sz="750" spc="45" dirty="0">
                <a:solidFill>
                  <a:srgbClr val="4D4D4D"/>
                </a:solidFill>
                <a:latin typeface="Arial MT"/>
                <a:cs typeface="Arial MT"/>
              </a:rPr>
              <a:t> </a:t>
            </a:r>
            <a:r>
              <a:rPr sz="750" spc="-10" dirty="0">
                <a:solidFill>
                  <a:srgbClr val="3D3D3D"/>
                </a:solidFill>
                <a:latin typeface="Arial MT"/>
                <a:cs typeface="Arial MT"/>
              </a:rPr>
              <a:t>web</a:t>
            </a:r>
            <a:r>
              <a:rPr sz="750" spc="-5" dirty="0">
                <a:solidFill>
                  <a:srgbClr val="3D3D3D"/>
                </a:solidFill>
                <a:latin typeface="Arial MT"/>
                <a:cs typeface="Arial MT"/>
              </a:rPr>
              <a:t> </a:t>
            </a:r>
            <a:r>
              <a:rPr sz="750" spc="-60" dirty="0">
                <a:solidFill>
                  <a:srgbClr val="6B6B6B"/>
                </a:solidFill>
                <a:latin typeface="Arial MT"/>
                <a:cs typeface="Arial MT"/>
              </a:rPr>
              <a:t>•erv+ces,</a:t>
            </a:r>
            <a:r>
              <a:rPr sz="750" spc="85" dirty="0">
                <a:solidFill>
                  <a:srgbClr val="6B6B6B"/>
                </a:solidFill>
                <a:latin typeface="Arial MT"/>
                <a:cs typeface="Arial MT"/>
              </a:rPr>
              <a:t> </a:t>
            </a:r>
            <a:r>
              <a:rPr sz="750" spc="-45" dirty="0">
                <a:solidFill>
                  <a:srgbClr val="919191"/>
                </a:solidFill>
                <a:latin typeface="Arial MT"/>
                <a:cs typeface="Arial MT"/>
              </a:rPr>
              <a:t>inc.</a:t>
            </a:r>
            <a:r>
              <a:rPr sz="750" spc="75" dirty="0">
                <a:solidFill>
                  <a:srgbClr val="919191"/>
                </a:solidFill>
                <a:latin typeface="Arial MT"/>
                <a:cs typeface="Arial MT"/>
              </a:rPr>
              <a:t> </a:t>
            </a:r>
            <a:r>
              <a:rPr sz="750" spc="-30" dirty="0">
                <a:solidFill>
                  <a:srgbClr val="909090"/>
                </a:solidFill>
                <a:latin typeface="Arial MT"/>
                <a:cs typeface="Arial MT"/>
              </a:rPr>
              <a:t>or</a:t>
            </a:r>
            <a:r>
              <a:rPr sz="750" spc="25" dirty="0">
                <a:solidFill>
                  <a:srgbClr val="909090"/>
                </a:solidFill>
                <a:latin typeface="Arial MT"/>
                <a:cs typeface="Arial MT"/>
              </a:rPr>
              <a:t> </a:t>
            </a:r>
            <a:r>
              <a:rPr sz="750" spc="-10" dirty="0">
                <a:solidFill>
                  <a:srgbClr val="696969"/>
                </a:solidFill>
                <a:latin typeface="Arial MT"/>
                <a:cs typeface="Arial MT"/>
              </a:rPr>
              <a:t>lie</a:t>
            </a:r>
            <a:r>
              <a:rPr sz="750" spc="-90" dirty="0">
                <a:solidFill>
                  <a:srgbClr val="696969"/>
                </a:solidFill>
                <a:latin typeface="Arial MT"/>
                <a:cs typeface="Arial MT"/>
              </a:rPr>
              <a:t> </a:t>
            </a:r>
            <a:r>
              <a:rPr sz="750" spc="-40" dirty="0">
                <a:solidFill>
                  <a:srgbClr val="676767"/>
                </a:solidFill>
                <a:latin typeface="Arial MT"/>
                <a:cs typeface="Arial MT"/>
              </a:rPr>
              <a:t>aGliares.</a:t>
            </a:r>
            <a:r>
              <a:rPr sz="750" spc="5" dirty="0">
                <a:solidFill>
                  <a:srgbClr val="676767"/>
                </a:solidFill>
                <a:latin typeface="Arial MT"/>
                <a:cs typeface="Arial MT"/>
              </a:rPr>
              <a:t> </a:t>
            </a:r>
            <a:r>
              <a:rPr sz="750" dirty="0">
                <a:solidFill>
                  <a:srgbClr val="858585"/>
                </a:solidFill>
                <a:latin typeface="Arial MT"/>
                <a:cs typeface="Arial MT"/>
              </a:rPr>
              <a:t>@</a:t>
            </a:r>
            <a:r>
              <a:rPr sz="750" spc="-25" dirty="0">
                <a:solidFill>
                  <a:srgbClr val="858585"/>
                </a:solidFill>
                <a:latin typeface="Arial MT"/>
                <a:cs typeface="Arial MT"/>
              </a:rPr>
              <a:t> </a:t>
            </a:r>
            <a:r>
              <a:rPr sz="750" dirty="0">
                <a:solidFill>
                  <a:srgbClr val="646464"/>
                </a:solidFill>
                <a:latin typeface="Arial MT"/>
                <a:cs typeface="Arial MT"/>
              </a:rPr>
              <a:t>nghls</a:t>
            </a:r>
            <a:r>
              <a:rPr sz="750" spc="-5" dirty="0">
                <a:solidFill>
                  <a:srgbClr val="646464"/>
                </a:solidFill>
                <a:latin typeface="Arial MT"/>
                <a:cs typeface="Arial MT"/>
              </a:rPr>
              <a:t> </a:t>
            </a:r>
            <a:r>
              <a:rPr sz="750" spc="-10" dirty="0">
                <a:solidFill>
                  <a:srgbClr val="858585"/>
                </a:solidFill>
                <a:latin typeface="Arial MT"/>
                <a:cs typeface="Arial MT"/>
              </a:rPr>
              <a:t>reserved</a:t>
            </a:r>
            <a:endParaRPr sz="750">
              <a:latin typeface="Arial MT"/>
              <a:cs typeface="Arial MT"/>
            </a:endParaRPr>
          </a:p>
        </p:txBody>
      </p:sp>
      <p:sp>
        <p:nvSpPr>
          <p:cNvPr id="40" name="object 40"/>
          <p:cNvSpPr txBox="1"/>
          <p:nvPr/>
        </p:nvSpPr>
        <p:spPr>
          <a:xfrm>
            <a:off x="4767370" y="1379660"/>
            <a:ext cx="5586730" cy="2097405"/>
          </a:xfrm>
          <a:prstGeom prst="rect">
            <a:avLst/>
          </a:prstGeom>
        </p:spPr>
        <p:txBody>
          <a:bodyPr vert="horz" wrap="square" lIns="0" tIns="15875" rIns="0" bIns="0" rtlCol="0">
            <a:spAutoFit/>
          </a:bodyPr>
          <a:lstStyle/>
          <a:p>
            <a:pPr marL="12700" marR="5080" indent="2540">
              <a:lnSpc>
                <a:spcPct val="98700"/>
              </a:lnSpc>
              <a:spcBef>
                <a:spcPts val="125"/>
              </a:spcBef>
            </a:pPr>
            <a:r>
              <a:rPr sz="1700" spc="-55" dirty="0">
                <a:latin typeface="Arial MT"/>
                <a:cs typeface="Arial MT"/>
              </a:rPr>
              <a:t>With</a:t>
            </a:r>
            <a:r>
              <a:rPr sz="1700" spc="-80" dirty="0">
                <a:latin typeface="Arial MT"/>
                <a:cs typeface="Arial MT"/>
              </a:rPr>
              <a:t> </a:t>
            </a:r>
            <a:r>
              <a:rPr sz="1700" spc="-150" dirty="0">
                <a:latin typeface="Arial MT"/>
                <a:cs typeface="Arial MT"/>
              </a:rPr>
              <a:t>Amazon</a:t>
            </a:r>
            <a:r>
              <a:rPr sz="1700" spc="45" dirty="0">
                <a:latin typeface="Arial MT"/>
                <a:cs typeface="Arial MT"/>
              </a:rPr>
              <a:t> </a:t>
            </a:r>
            <a:r>
              <a:rPr sz="1700" spc="-204" dirty="0">
                <a:latin typeface="Arial MT"/>
                <a:cs typeface="Arial MT"/>
              </a:rPr>
              <a:t>EC2,</a:t>
            </a:r>
            <a:r>
              <a:rPr sz="1700" spc="-90" dirty="0">
                <a:latin typeface="Arial MT"/>
                <a:cs typeface="Arial MT"/>
              </a:rPr>
              <a:t> </a:t>
            </a:r>
            <a:r>
              <a:rPr sz="1700" spc="-95" dirty="0">
                <a:latin typeface="Arial MT"/>
                <a:cs typeface="Arial MT"/>
              </a:rPr>
              <a:t>you</a:t>
            </a:r>
            <a:r>
              <a:rPr sz="1700" spc="-5" dirty="0">
                <a:latin typeface="Arial MT"/>
                <a:cs typeface="Arial MT"/>
              </a:rPr>
              <a:t> </a:t>
            </a:r>
            <a:r>
              <a:rPr sz="1700" spc="-150" dirty="0">
                <a:latin typeface="Arial MT"/>
                <a:cs typeface="Arial MT"/>
              </a:rPr>
              <a:t>can</a:t>
            </a:r>
            <a:r>
              <a:rPr sz="1700" spc="-45" dirty="0">
                <a:latin typeface="Arial MT"/>
                <a:cs typeface="Arial MT"/>
              </a:rPr>
              <a:t> </a:t>
            </a:r>
            <a:r>
              <a:rPr sz="1700" spc="-90" dirty="0">
                <a:latin typeface="Arial MT"/>
                <a:cs typeface="Arial MT"/>
              </a:rPr>
              <a:t>architect</a:t>
            </a:r>
            <a:r>
              <a:rPr sz="1700" spc="45" dirty="0">
                <a:latin typeface="Arial MT"/>
                <a:cs typeface="Arial MT"/>
              </a:rPr>
              <a:t> </a:t>
            </a:r>
            <a:r>
              <a:rPr sz="1700" spc="-190" dirty="0">
                <a:solidFill>
                  <a:srgbClr val="1F1F1F"/>
                </a:solidFill>
                <a:latin typeface="Arial MT"/>
                <a:cs typeface="Arial MT"/>
              </a:rPr>
              <a:t>a</a:t>
            </a:r>
            <a:r>
              <a:rPr sz="1700" spc="-25" dirty="0">
                <a:solidFill>
                  <a:srgbClr val="1F1F1F"/>
                </a:solidFill>
                <a:latin typeface="Arial MT"/>
                <a:cs typeface="Arial MT"/>
              </a:rPr>
              <a:t> </a:t>
            </a:r>
            <a:r>
              <a:rPr sz="1700" spc="-70" dirty="0">
                <a:latin typeface="Arial MT"/>
                <a:cs typeface="Arial MT"/>
              </a:rPr>
              <a:t>solution</a:t>
            </a:r>
            <a:r>
              <a:rPr sz="1700" spc="15" dirty="0">
                <a:latin typeface="Arial MT"/>
                <a:cs typeface="Arial MT"/>
              </a:rPr>
              <a:t> </a:t>
            </a:r>
            <a:r>
              <a:rPr sz="1700" spc="-10" dirty="0">
                <a:solidFill>
                  <a:srgbClr val="1C1C1C"/>
                </a:solidFill>
                <a:latin typeface="Arial MT"/>
                <a:cs typeface="Arial MT"/>
              </a:rPr>
              <a:t>to</a:t>
            </a:r>
            <a:r>
              <a:rPr sz="1700" spc="-100" dirty="0">
                <a:solidFill>
                  <a:srgbClr val="1C1C1C"/>
                </a:solidFill>
                <a:latin typeface="Arial MT"/>
                <a:cs typeface="Arial MT"/>
              </a:rPr>
              <a:t> </a:t>
            </a:r>
            <a:r>
              <a:rPr sz="1700" spc="-60" dirty="0">
                <a:latin typeface="Arial MT"/>
                <a:cs typeface="Arial MT"/>
              </a:rPr>
              <a:t>build</a:t>
            </a:r>
            <a:r>
              <a:rPr sz="1700" spc="-45" dirty="0">
                <a:latin typeface="Arial MT"/>
                <a:cs typeface="Arial MT"/>
              </a:rPr>
              <a:t> </a:t>
            </a:r>
            <a:r>
              <a:rPr sz="1700" spc="-190" dirty="0">
                <a:solidFill>
                  <a:srgbClr val="2F2F2F"/>
                </a:solidFill>
                <a:latin typeface="Arial MT"/>
                <a:cs typeface="Arial MT"/>
              </a:rPr>
              <a:t>a</a:t>
            </a:r>
            <a:r>
              <a:rPr sz="1700" spc="-10" dirty="0">
                <a:solidFill>
                  <a:srgbClr val="2F2F2F"/>
                </a:solidFill>
                <a:latin typeface="Arial MT"/>
                <a:cs typeface="Arial MT"/>
              </a:rPr>
              <a:t> </a:t>
            </a:r>
            <a:r>
              <a:rPr sz="1700" spc="-10" dirty="0">
                <a:latin typeface="Arial MT"/>
                <a:cs typeface="Arial MT"/>
              </a:rPr>
              <a:t>multi-</a:t>
            </a:r>
            <a:r>
              <a:rPr sz="1700" spc="-25" dirty="0">
                <a:solidFill>
                  <a:srgbClr val="0E0E0E"/>
                </a:solidFill>
                <a:latin typeface="Arial MT"/>
                <a:cs typeface="Arial MT"/>
              </a:rPr>
              <a:t>tier</a:t>
            </a:r>
            <a:r>
              <a:rPr sz="1700" spc="-85" dirty="0">
                <a:solidFill>
                  <a:srgbClr val="0E0E0E"/>
                </a:solidFill>
                <a:latin typeface="Arial MT"/>
                <a:cs typeface="Arial MT"/>
              </a:rPr>
              <a:t> </a:t>
            </a:r>
            <a:r>
              <a:rPr sz="1700" spc="-90" dirty="0">
                <a:latin typeface="Arial MT"/>
                <a:cs typeface="Arial MT"/>
              </a:rPr>
              <a:t>application.</a:t>
            </a:r>
            <a:r>
              <a:rPr sz="1700" spc="70" dirty="0">
                <a:latin typeface="Arial MT"/>
                <a:cs typeface="Arial MT"/>
              </a:rPr>
              <a:t> </a:t>
            </a:r>
            <a:r>
              <a:rPr sz="1700" spc="-200" dirty="0">
                <a:latin typeface="Arial MT"/>
                <a:cs typeface="Arial MT"/>
              </a:rPr>
              <a:t>To</a:t>
            </a:r>
            <a:r>
              <a:rPr sz="1700" spc="-30" dirty="0">
                <a:latin typeface="Arial MT"/>
                <a:cs typeface="Arial MT"/>
              </a:rPr>
              <a:t> </a:t>
            </a:r>
            <a:r>
              <a:rPr sz="1700" spc="-90" dirty="0">
                <a:latin typeface="Arial MT"/>
                <a:cs typeface="Arial MT"/>
              </a:rPr>
              <a:t>construct</a:t>
            </a:r>
            <a:r>
              <a:rPr sz="1700" spc="95" dirty="0">
                <a:latin typeface="Arial MT"/>
                <a:cs typeface="Arial MT"/>
              </a:rPr>
              <a:t> </a:t>
            </a:r>
            <a:r>
              <a:rPr sz="1700" spc="-65" dirty="0">
                <a:solidFill>
                  <a:srgbClr val="0F0F0F"/>
                </a:solidFill>
                <a:latin typeface="Arial MT"/>
                <a:cs typeface="Arial MT"/>
              </a:rPr>
              <a:t>this</a:t>
            </a:r>
            <a:r>
              <a:rPr sz="1700" spc="-80" dirty="0">
                <a:solidFill>
                  <a:srgbClr val="0F0F0F"/>
                </a:solidFill>
                <a:latin typeface="Arial MT"/>
                <a:cs typeface="Arial MT"/>
              </a:rPr>
              <a:t> </a:t>
            </a:r>
            <a:r>
              <a:rPr sz="1700" spc="-75" dirty="0">
                <a:latin typeface="Arial MT"/>
                <a:cs typeface="Arial MT"/>
              </a:rPr>
              <a:t>solution,</a:t>
            </a:r>
            <a:r>
              <a:rPr sz="1700" spc="10" dirty="0">
                <a:latin typeface="Arial MT"/>
                <a:cs typeface="Arial MT"/>
              </a:rPr>
              <a:t> </a:t>
            </a:r>
            <a:r>
              <a:rPr sz="1700" spc="-95" dirty="0">
                <a:solidFill>
                  <a:srgbClr val="151515"/>
                </a:solidFill>
                <a:latin typeface="Arial MT"/>
                <a:cs typeface="Arial MT"/>
              </a:rPr>
              <a:t>you</a:t>
            </a:r>
            <a:r>
              <a:rPr sz="1700" spc="-85" dirty="0">
                <a:solidFill>
                  <a:srgbClr val="151515"/>
                </a:solidFill>
                <a:latin typeface="Arial MT"/>
                <a:cs typeface="Arial MT"/>
              </a:rPr>
              <a:t> </a:t>
            </a:r>
            <a:r>
              <a:rPr sz="1700" spc="-120" dirty="0">
                <a:solidFill>
                  <a:srgbClr val="181818"/>
                </a:solidFill>
                <a:latin typeface="Arial MT"/>
                <a:cs typeface="Arial MT"/>
              </a:rPr>
              <a:t>create</a:t>
            </a:r>
            <a:r>
              <a:rPr sz="1700" spc="30" dirty="0">
                <a:solidFill>
                  <a:srgbClr val="181818"/>
                </a:solidFill>
                <a:latin typeface="Arial MT"/>
                <a:cs typeface="Arial MT"/>
              </a:rPr>
              <a:t> </a:t>
            </a:r>
            <a:r>
              <a:rPr sz="1700" spc="-145" dirty="0">
                <a:solidFill>
                  <a:srgbClr val="1D1D1D"/>
                </a:solidFill>
                <a:latin typeface="Arial MT"/>
                <a:cs typeface="Arial MT"/>
              </a:rPr>
              <a:t>an</a:t>
            </a:r>
            <a:r>
              <a:rPr sz="1700" spc="-50" dirty="0">
                <a:solidFill>
                  <a:srgbClr val="1D1D1D"/>
                </a:solidFill>
                <a:latin typeface="Arial MT"/>
                <a:cs typeface="Arial MT"/>
              </a:rPr>
              <a:t> </a:t>
            </a:r>
            <a:r>
              <a:rPr sz="1700" spc="-60" dirty="0">
                <a:solidFill>
                  <a:srgbClr val="0C0C0C"/>
                </a:solidFill>
                <a:latin typeface="Arial MT"/>
                <a:cs typeface="Arial MT"/>
              </a:rPr>
              <a:t>instance </a:t>
            </a:r>
            <a:r>
              <a:rPr sz="1700" spc="-55" dirty="0">
                <a:solidFill>
                  <a:srgbClr val="262626"/>
                </a:solidFill>
                <a:latin typeface="Arial MT"/>
                <a:cs typeface="Arial MT"/>
              </a:rPr>
              <a:t>in</a:t>
            </a:r>
            <a:r>
              <a:rPr sz="1700" spc="-90" dirty="0">
                <a:solidFill>
                  <a:srgbClr val="262626"/>
                </a:solidFill>
                <a:latin typeface="Arial MT"/>
                <a:cs typeface="Arial MT"/>
              </a:rPr>
              <a:t> </a:t>
            </a:r>
            <a:r>
              <a:rPr sz="1700" spc="-190" dirty="0">
                <a:solidFill>
                  <a:srgbClr val="131313"/>
                </a:solidFill>
                <a:latin typeface="Arial MT"/>
                <a:cs typeface="Arial MT"/>
              </a:rPr>
              <a:t>a</a:t>
            </a:r>
            <a:r>
              <a:rPr sz="1700" spc="-15" dirty="0">
                <a:solidFill>
                  <a:srgbClr val="131313"/>
                </a:solidFill>
                <a:latin typeface="Arial MT"/>
                <a:cs typeface="Arial MT"/>
              </a:rPr>
              <a:t> </a:t>
            </a:r>
            <a:r>
              <a:rPr sz="1700" spc="-80" dirty="0">
                <a:latin typeface="Arial MT"/>
                <a:cs typeface="Arial MT"/>
              </a:rPr>
              <a:t>public</a:t>
            </a:r>
            <a:r>
              <a:rPr sz="1700" spc="-40" dirty="0">
                <a:latin typeface="Arial MT"/>
                <a:cs typeface="Arial MT"/>
              </a:rPr>
              <a:t> </a:t>
            </a:r>
            <a:r>
              <a:rPr sz="1700" spc="-100" dirty="0">
                <a:solidFill>
                  <a:srgbClr val="1A1A1A"/>
                </a:solidFill>
                <a:latin typeface="Arial MT"/>
                <a:cs typeface="Arial MT"/>
              </a:rPr>
              <a:t>subnet</a:t>
            </a:r>
            <a:r>
              <a:rPr sz="1700" spc="-20" dirty="0">
                <a:solidFill>
                  <a:srgbClr val="1A1A1A"/>
                </a:solidFill>
                <a:latin typeface="Arial MT"/>
                <a:cs typeface="Arial MT"/>
              </a:rPr>
              <a:t> </a:t>
            </a:r>
            <a:r>
              <a:rPr sz="1700" spc="-10" dirty="0">
                <a:solidFill>
                  <a:srgbClr val="111111"/>
                </a:solidFill>
                <a:latin typeface="Arial MT"/>
                <a:cs typeface="Arial MT"/>
              </a:rPr>
              <a:t>that</a:t>
            </a:r>
            <a:r>
              <a:rPr sz="1700" spc="-110" dirty="0">
                <a:solidFill>
                  <a:srgbClr val="111111"/>
                </a:solidFill>
                <a:latin typeface="Arial MT"/>
                <a:cs typeface="Arial MT"/>
              </a:rPr>
              <a:t> </a:t>
            </a:r>
            <a:r>
              <a:rPr sz="1700" spc="-105" dirty="0">
                <a:latin typeface="Arial MT"/>
                <a:cs typeface="Arial MT"/>
              </a:rPr>
              <a:t>hosts</a:t>
            </a:r>
            <a:r>
              <a:rPr sz="1700" spc="-65" dirty="0">
                <a:latin typeface="Arial MT"/>
                <a:cs typeface="Arial MT"/>
              </a:rPr>
              <a:t> </a:t>
            </a:r>
            <a:r>
              <a:rPr sz="1700" spc="-190" dirty="0">
                <a:solidFill>
                  <a:srgbClr val="111111"/>
                </a:solidFill>
                <a:latin typeface="Arial MT"/>
                <a:cs typeface="Arial MT"/>
              </a:rPr>
              <a:t>a</a:t>
            </a:r>
            <a:r>
              <a:rPr sz="1700" spc="15" dirty="0">
                <a:solidFill>
                  <a:srgbClr val="111111"/>
                </a:solidFill>
                <a:latin typeface="Arial MT"/>
                <a:cs typeface="Arial MT"/>
              </a:rPr>
              <a:t> </a:t>
            </a:r>
            <a:r>
              <a:rPr sz="1700" spc="-100" dirty="0">
                <a:latin typeface="Arial MT"/>
                <a:cs typeface="Arial MT"/>
              </a:rPr>
              <a:t>website</a:t>
            </a:r>
            <a:r>
              <a:rPr sz="1700" spc="-10" dirty="0">
                <a:latin typeface="Arial MT"/>
                <a:cs typeface="Arial MT"/>
              </a:rPr>
              <a:t> </a:t>
            </a:r>
            <a:r>
              <a:rPr sz="1700" spc="-35" dirty="0">
                <a:solidFill>
                  <a:srgbClr val="262626"/>
                </a:solidFill>
                <a:latin typeface="Arial MT"/>
                <a:cs typeface="Arial MT"/>
              </a:rPr>
              <a:t>with</a:t>
            </a:r>
            <a:r>
              <a:rPr sz="1700" spc="-30" dirty="0">
                <a:solidFill>
                  <a:srgbClr val="262626"/>
                </a:solidFill>
                <a:latin typeface="Arial MT"/>
                <a:cs typeface="Arial MT"/>
              </a:rPr>
              <a:t> </a:t>
            </a:r>
            <a:r>
              <a:rPr sz="1700" spc="-280" dirty="0">
                <a:solidFill>
                  <a:srgbClr val="3D3D3D"/>
                </a:solidFill>
                <a:latin typeface="Arial MT"/>
                <a:cs typeface="Arial MT"/>
              </a:rPr>
              <a:t>a</a:t>
            </a:r>
            <a:r>
              <a:rPr sz="1700" spc="-20" dirty="0">
                <a:solidFill>
                  <a:srgbClr val="3D3D3D"/>
                </a:solidFill>
                <a:latin typeface="Arial MT"/>
                <a:cs typeface="Arial MT"/>
              </a:rPr>
              <a:t> </a:t>
            </a:r>
            <a:r>
              <a:rPr sz="1700" spc="-85" dirty="0">
                <a:latin typeface="Arial MT"/>
                <a:cs typeface="Arial MT"/>
              </a:rPr>
              <a:t>security</a:t>
            </a:r>
            <a:r>
              <a:rPr sz="1700" spc="75" dirty="0">
                <a:latin typeface="Arial MT"/>
                <a:cs typeface="Arial MT"/>
              </a:rPr>
              <a:t> </a:t>
            </a:r>
            <a:r>
              <a:rPr sz="1700" spc="-100" dirty="0">
                <a:solidFill>
                  <a:srgbClr val="0F0F0F"/>
                </a:solidFill>
                <a:latin typeface="Arial MT"/>
                <a:cs typeface="Arial MT"/>
              </a:rPr>
              <a:t>group</a:t>
            </a:r>
            <a:r>
              <a:rPr sz="1700" spc="-20" dirty="0">
                <a:solidFill>
                  <a:srgbClr val="0F0F0F"/>
                </a:solidFill>
                <a:latin typeface="Arial MT"/>
                <a:cs typeface="Arial MT"/>
              </a:rPr>
              <a:t> </a:t>
            </a:r>
            <a:r>
              <a:rPr sz="1700" spc="-20" dirty="0">
                <a:solidFill>
                  <a:srgbClr val="333333"/>
                </a:solidFill>
                <a:latin typeface="Arial MT"/>
                <a:cs typeface="Arial MT"/>
              </a:rPr>
              <a:t>that </a:t>
            </a:r>
            <a:r>
              <a:rPr sz="1750" spc="-130" dirty="0">
                <a:latin typeface="Arial MT"/>
                <a:cs typeface="Arial MT"/>
              </a:rPr>
              <a:t>allows</a:t>
            </a:r>
            <a:r>
              <a:rPr sz="1750" spc="-5" dirty="0">
                <a:latin typeface="Arial MT"/>
                <a:cs typeface="Arial MT"/>
              </a:rPr>
              <a:t> </a:t>
            </a:r>
            <a:r>
              <a:rPr sz="1750" spc="-80" dirty="0">
                <a:latin typeface="Arial MT"/>
                <a:cs typeface="Arial MT"/>
              </a:rPr>
              <a:t>internet</a:t>
            </a:r>
            <a:r>
              <a:rPr sz="1750" spc="85" dirty="0">
                <a:latin typeface="Arial MT"/>
                <a:cs typeface="Arial MT"/>
              </a:rPr>
              <a:t> </a:t>
            </a:r>
            <a:r>
              <a:rPr sz="1750" spc="-55" dirty="0">
                <a:latin typeface="Arial MT"/>
                <a:cs typeface="Arial MT"/>
              </a:rPr>
              <a:t>traffic</a:t>
            </a:r>
            <a:r>
              <a:rPr sz="1750" spc="15" dirty="0">
                <a:latin typeface="Arial MT"/>
                <a:cs typeface="Arial MT"/>
              </a:rPr>
              <a:t> </a:t>
            </a:r>
            <a:r>
              <a:rPr sz="1750" spc="-80" dirty="0">
                <a:solidFill>
                  <a:srgbClr val="232323"/>
                </a:solidFill>
                <a:latin typeface="Arial MT"/>
                <a:cs typeface="Arial MT"/>
              </a:rPr>
              <a:t>in </a:t>
            </a:r>
            <a:r>
              <a:rPr sz="1750" spc="-130" dirty="0">
                <a:solidFill>
                  <a:srgbClr val="1A1A1A"/>
                </a:solidFill>
                <a:latin typeface="Arial MT"/>
                <a:cs typeface="Arial MT"/>
              </a:rPr>
              <a:t>and</a:t>
            </a:r>
            <a:r>
              <a:rPr sz="1750" spc="-60" dirty="0">
                <a:solidFill>
                  <a:srgbClr val="1A1A1A"/>
                </a:solidFill>
                <a:latin typeface="Arial MT"/>
                <a:cs typeface="Arial MT"/>
              </a:rPr>
              <a:t> </a:t>
            </a:r>
            <a:r>
              <a:rPr sz="1750" spc="-100" dirty="0">
                <a:solidFill>
                  <a:srgbClr val="0E0E0E"/>
                </a:solidFill>
                <a:latin typeface="Arial MT"/>
                <a:cs typeface="Arial MT"/>
              </a:rPr>
              <a:t>out.</a:t>
            </a:r>
            <a:r>
              <a:rPr sz="1750" spc="-45" dirty="0">
                <a:solidFill>
                  <a:srgbClr val="0E0E0E"/>
                </a:solidFill>
                <a:latin typeface="Arial MT"/>
                <a:cs typeface="Arial MT"/>
              </a:rPr>
              <a:t> </a:t>
            </a:r>
            <a:r>
              <a:rPr sz="1750" spc="-165" dirty="0">
                <a:latin typeface="Arial MT"/>
                <a:cs typeface="Arial MT"/>
              </a:rPr>
              <a:t>Then,</a:t>
            </a:r>
            <a:r>
              <a:rPr sz="1750" spc="-5" dirty="0">
                <a:latin typeface="Arial MT"/>
                <a:cs typeface="Arial MT"/>
              </a:rPr>
              <a:t> </a:t>
            </a:r>
            <a:r>
              <a:rPr sz="1750" spc="-135" dirty="0">
                <a:solidFill>
                  <a:srgbClr val="181818"/>
                </a:solidFill>
                <a:latin typeface="Arial MT"/>
                <a:cs typeface="Arial MT"/>
              </a:rPr>
              <a:t>you</a:t>
            </a:r>
            <a:r>
              <a:rPr sz="1750" spc="-65" dirty="0">
                <a:solidFill>
                  <a:srgbClr val="181818"/>
                </a:solidFill>
                <a:latin typeface="Arial MT"/>
                <a:cs typeface="Arial MT"/>
              </a:rPr>
              <a:t> </a:t>
            </a:r>
            <a:r>
              <a:rPr sz="1750" spc="-180" dirty="0">
                <a:solidFill>
                  <a:srgbClr val="1C1C1C"/>
                </a:solidFill>
                <a:latin typeface="Arial MT"/>
                <a:cs typeface="Arial MT"/>
              </a:rPr>
              <a:t>can</a:t>
            </a:r>
            <a:r>
              <a:rPr sz="1750" spc="-30" dirty="0">
                <a:solidFill>
                  <a:srgbClr val="1C1C1C"/>
                </a:solidFill>
                <a:latin typeface="Arial MT"/>
                <a:cs typeface="Arial MT"/>
              </a:rPr>
              <a:t> </a:t>
            </a:r>
            <a:r>
              <a:rPr sz="1750" spc="-150" dirty="0">
                <a:latin typeface="Arial MT"/>
                <a:cs typeface="Arial MT"/>
              </a:rPr>
              <a:t>create</a:t>
            </a:r>
            <a:r>
              <a:rPr sz="1750" spc="30" dirty="0">
                <a:latin typeface="Arial MT"/>
                <a:cs typeface="Arial MT"/>
              </a:rPr>
              <a:t> </a:t>
            </a:r>
            <a:r>
              <a:rPr sz="1750" spc="-10" dirty="0">
                <a:latin typeface="Arial MT"/>
                <a:cs typeface="Arial MT"/>
              </a:rPr>
              <a:t>another </a:t>
            </a:r>
            <a:r>
              <a:rPr sz="1700" spc="-114" dirty="0">
                <a:latin typeface="Arial MT"/>
                <a:cs typeface="Arial MT"/>
              </a:rPr>
              <a:t>instance</a:t>
            </a:r>
            <a:r>
              <a:rPr sz="1700" spc="-5" dirty="0">
                <a:latin typeface="Arial MT"/>
                <a:cs typeface="Arial MT"/>
              </a:rPr>
              <a:t> </a:t>
            </a:r>
            <a:r>
              <a:rPr sz="1700" spc="-10" dirty="0">
                <a:latin typeface="Arial MT"/>
                <a:cs typeface="Arial MT"/>
              </a:rPr>
              <a:t>that</a:t>
            </a:r>
            <a:r>
              <a:rPr sz="1700" spc="-110" dirty="0">
                <a:latin typeface="Arial MT"/>
                <a:cs typeface="Arial MT"/>
              </a:rPr>
              <a:t> </a:t>
            </a:r>
            <a:r>
              <a:rPr sz="1700" spc="-105" dirty="0">
                <a:latin typeface="Arial MT"/>
                <a:cs typeface="Arial MT"/>
              </a:rPr>
              <a:t>hosts</a:t>
            </a:r>
            <a:r>
              <a:rPr sz="1700" spc="-65" dirty="0">
                <a:latin typeface="Arial MT"/>
                <a:cs typeface="Arial MT"/>
              </a:rPr>
              <a:t> </a:t>
            </a:r>
            <a:r>
              <a:rPr sz="1700" spc="-190" dirty="0">
                <a:latin typeface="Arial MT"/>
                <a:cs typeface="Arial MT"/>
              </a:rPr>
              <a:t>a</a:t>
            </a:r>
            <a:r>
              <a:rPr sz="1700" spc="-35" dirty="0">
                <a:latin typeface="Arial MT"/>
                <a:cs typeface="Arial MT"/>
              </a:rPr>
              <a:t> </a:t>
            </a:r>
            <a:r>
              <a:rPr sz="1700" spc="-135" dirty="0">
                <a:latin typeface="Arial MT"/>
                <a:cs typeface="Arial MT"/>
              </a:rPr>
              <a:t>database</a:t>
            </a:r>
            <a:r>
              <a:rPr sz="1700" spc="-15" dirty="0">
                <a:latin typeface="Arial MT"/>
                <a:cs typeface="Arial MT"/>
              </a:rPr>
              <a:t> </a:t>
            </a:r>
            <a:r>
              <a:rPr sz="1700" dirty="0">
                <a:solidFill>
                  <a:srgbClr val="0A0A0A"/>
                </a:solidFill>
                <a:latin typeface="Arial MT"/>
                <a:cs typeface="Arial MT"/>
              </a:rPr>
              <a:t>in</a:t>
            </a:r>
            <a:r>
              <a:rPr sz="1700" spc="-50" dirty="0">
                <a:solidFill>
                  <a:srgbClr val="0A0A0A"/>
                </a:solidFill>
                <a:latin typeface="Arial MT"/>
                <a:cs typeface="Arial MT"/>
              </a:rPr>
              <a:t> </a:t>
            </a:r>
            <a:r>
              <a:rPr sz="1700" spc="-280" dirty="0">
                <a:solidFill>
                  <a:srgbClr val="0E0E0E"/>
                </a:solidFill>
                <a:latin typeface="Arial MT"/>
                <a:cs typeface="Arial MT"/>
              </a:rPr>
              <a:t>a</a:t>
            </a:r>
            <a:r>
              <a:rPr sz="1700" spc="-5" dirty="0">
                <a:solidFill>
                  <a:srgbClr val="0E0E0E"/>
                </a:solidFill>
                <a:latin typeface="Arial MT"/>
                <a:cs typeface="Arial MT"/>
              </a:rPr>
              <a:t> </a:t>
            </a:r>
            <a:r>
              <a:rPr sz="1700" spc="-80" dirty="0">
                <a:latin typeface="Arial MT"/>
                <a:cs typeface="Arial MT"/>
              </a:rPr>
              <a:t>private</a:t>
            </a:r>
            <a:r>
              <a:rPr sz="1700" spc="-40" dirty="0">
                <a:latin typeface="Arial MT"/>
                <a:cs typeface="Arial MT"/>
              </a:rPr>
              <a:t> </a:t>
            </a:r>
            <a:r>
              <a:rPr sz="1700" spc="-95" dirty="0">
                <a:latin typeface="Arial MT"/>
                <a:cs typeface="Arial MT"/>
              </a:rPr>
              <a:t>subnet</a:t>
            </a:r>
            <a:r>
              <a:rPr sz="1700" spc="35" dirty="0">
                <a:latin typeface="Arial MT"/>
                <a:cs typeface="Arial MT"/>
              </a:rPr>
              <a:t> </a:t>
            </a:r>
            <a:r>
              <a:rPr sz="1700" spc="-20" dirty="0">
                <a:solidFill>
                  <a:srgbClr val="212121"/>
                </a:solidFill>
                <a:latin typeface="Arial MT"/>
                <a:cs typeface="Arial MT"/>
              </a:rPr>
              <a:t>with</a:t>
            </a:r>
            <a:r>
              <a:rPr sz="1700" spc="-10" dirty="0">
                <a:solidFill>
                  <a:srgbClr val="212121"/>
                </a:solidFill>
                <a:latin typeface="Arial MT"/>
                <a:cs typeface="Arial MT"/>
              </a:rPr>
              <a:t> </a:t>
            </a:r>
            <a:r>
              <a:rPr sz="1700" spc="-330" dirty="0">
                <a:solidFill>
                  <a:srgbClr val="212121"/>
                </a:solidFill>
                <a:latin typeface="Arial MT"/>
                <a:cs typeface="Arial MT"/>
              </a:rPr>
              <a:t>a</a:t>
            </a:r>
            <a:r>
              <a:rPr sz="1700" spc="-114" dirty="0">
                <a:solidFill>
                  <a:srgbClr val="212121"/>
                </a:solidFill>
                <a:latin typeface="Arial MT"/>
                <a:cs typeface="Arial MT"/>
              </a:rPr>
              <a:t> </a:t>
            </a:r>
            <a:r>
              <a:rPr sz="1700" spc="-114" dirty="0">
                <a:latin typeface="Arial MT"/>
                <a:cs typeface="Arial MT"/>
              </a:rPr>
              <a:t>hardened</a:t>
            </a:r>
            <a:r>
              <a:rPr sz="1700" spc="25" dirty="0">
                <a:latin typeface="Arial MT"/>
                <a:cs typeface="Arial MT"/>
              </a:rPr>
              <a:t> </a:t>
            </a:r>
            <a:r>
              <a:rPr sz="1700" spc="-100" dirty="0">
                <a:latin typeface="Arial MT"/>
                <a:cs typeface="Arial MT"/>
              </a:rPr>
              <a:t>security</a:t>
            </a:r>
            <a:r>
              <a:rPr sz="1700" spc="55" dirty="0">
                <a:latin typeface="Arial MT"/>
                <a:cs typeface="Arial MT"/>
              </a:rPr>
              <a:t> </a:t>
            </a:r>
            <a:r>
              <a:rPr sz="1700" spc="-90" dirty="0">
                <a:solidFill>
                  <a:srgbClr val="131313"/>
                </a:solidFill>
                <a:latin typeface="Arial MT"/>
                <a:cs typeface="Arial MT"/>
              </a:rPr>
              <a:t>group.</a:t>
            </a:r>
            <a:r>
              <a:rPr sz="1700" spc="-114" dirty="0">
                <a:solidFill>
                  <a:srgbClr val="131313"/>
                </a:solidFill>
                <a:latin typeface="Arial MT"/>
                <a:cs typeface="Arial MT"/>
              </a:rPr>
              <a:t> </a:t>
            </a:r>
            <a:r>
              <a:rPr sz="1700" spc="-135" dirty="0">
                <a:solidFill>
                  <a:srgbClr val="1D1D1D"/>
                </a:solidFill>
                <a:latin typeface="Arial MT"/>
                <a:cs typeface="Arial MT"/>
              </a:rPr>
              <a:t>This</a:t>
            </a:r>
            <a:r>
              <a:rPr sz="1700" spc="-60" dirty="0">
                <a:solidFill>
                  <a:srgbClr val="1D1D1D"/>
                </a:solidFill>
                <a:latin typeface="Arial MT"/>
                <a:cs typeface="Arial MT"/>
              </a:rPr>
              <a:t> </a:t>
            </a:r>
            <a:r>
              <a:rPr sz="1700" spc="-90" dirty="0">
                <a:solidFill>
                  <a:srgbClr val="111111"/>
                </a:solidFill>
                <a:latin typeface="Arial MT"/>
                <a:cs typeface="Arial MT"/>
              </a:rPr>
              <a:t>security</a:t>
            </a:r>
            <a:r>
              <a:rPr sz="1700" spc="15" dirty="0">
                <a:solidFill>
                  <a:srgbClr val="111111"/>
                </a:solidFill>
                <a:latin typeface="Arial MT"/>
                <a:cs typeface="Arial MT"/>
              </a:rPr>
              <a:t> </a:t>
            </a:r>
            <a:r>
              <a:rPr sz="1700" spc="-85" dirty="0">
                <a:latin typeface="Arial MT"/>
                <a:cs typeface="Arial MT"/>
              </a:rPr>
              <a:t>group</a:t>
            </a:r>
            <a:r>
              <a:rPr sz="1700" spc="60" dirty="0">
                <a:latin typeface="Arial MT"/>
                <a:cs typeface="Arial MT"/>
              </a:rPr>
              <a:t> </a:t>
            </a:r>
            <a:r>
              <a:rPr sz="1700" spc="-90" dirty="0">
                <a:latin typeface="Arial MT"/>
                <a:cs typeface="Arial MT"/>
              </a:rPr>
              <a:t>restricts</a:t>
            </a:r>
            <a:r>
              <a:rPr sz="1700" spc="-10" dirty="0">
                <a:latin typeface="Arial MT"/>
                <a:cs typeface="Arial MT"/>
              </a:rPr>
              <a:t> </a:t>
            </a:r>
            <a:r>
              <a:rPr sz="1700" spc="-10" dirty="0">
                <a:solidFill>
                  <a:srgbClr val="0C0C0C"/>
                </a:solidFill>
                <a:latin typeface="Arial MT"/>
                <a:cs typeface="Arial MT"/>
              </a:rPr>
              <a:t>internet </a:t>
            </a:r>
            <a:r>
              <a:rPr sz="1700" spc="-50" dirty="0">
                <a:latin typeface="Arial MT"/>
                <a:cs typeface="Arial MT"/>
              </a:rPr>
              <a:t>traffic,</a:t>
            </a:r>
            <a:r>
              <a:rPr sz="1700" spc="-95" dirty="0">
                <a:latin typeface="Arial MT"/>
                <a:cs typeface="Arial MT"/>
              </a:rPr>
              <a:t> </a:t>
            </a:r>
            <a:r>
              <a:rPr sz="1700" spc="-10" dirty="0">
                <a:latin typeface="Arial MT"/>
                <a:cs typeface="Arial MT"/>
              </a:rPr>
              <a:t>but</a:t>
            </a:r>
            <a:r>
              <a:rPr sz="1700" spc="-35" dirty="0">
                <a:latin typeface="Arial MT"/>
                <a:cs typeface="Arial MT"/>
              </a:rPr>
              <a:t> </a:t>
            </a:r>
            <a:r>
              <a:rPr sz="1700" spc="-180" dirty="0">
                <a:latin typeface="Arial MT"/>
                <a:cs typeface="Arial MT"/>
              </a:rPr>
              <a:t>alfOws</a:t>
            </a:r>
            <a:r>
              <a:rPr sz="1700" spc="5" dirty="0">
                <a:latin typeface="Arial MT"/>
                <a:cs typeface="Arial MT"/>
              </a:rPr>
              <a:t> </a:t>
            </a:r>
            <a:r>
              <a:rPr sz="1700" spc="-60" dirty="0">
                <a:solidFill>
                  <a:srgbClr val="111111"/>
                </a:solidFill>
                <a:latin typeface="Arial MT"/>
                <a:cs typeface="Arial MT"/>
              </a:rPr>
              <a:t>the</a:t>
            </a:r>
            <a:r>
              <a:rPr sz="1700" spc="-40" dirty="0">
                <a:solidFill>
                  <a:srgbClr val="111111"/>
                </a:solidFill>
                <a:latin typeface="Arial MT"/>
                <a:cs typeface="Arial MT"/>
              </a:rPr>
              <a:t> </a:t>
            </a:r>
            <a:r>
              <a:rPr sz="1700" spc="-110" dirty="0">
                <a:latin typeface="Arial MT"/>
                <a:cs typeface="Arial MT"/>
              </a:rPr>
              <a:t>website</a:t>
            </a:r>
            <a:r>
              <a:rPr sz="1700" spc="-105" dirty="0">
                <a:latin typeface="Arial MT"/>
                <a:cs typeface="Arial MT"/>
              </a:rPr>
              <a:t> </a:t>
            </a:r>
            <a:r>
              <a:rPr sz="1700" spc="-290" dirty="0">
                <a:latin typeface="Arial MT"/>
                <a:cs typeface="Arial MT"/>
              </a:rPr>
              <a:t>İn5tance</a:t>
            </a:r>
            <a:r>
              <a:rPr sz="1700" spc="80" dirty="0">
                <a:latin typeface="Arial MT"/>
                <a:cs typeface="Arial MT"/>
              </a:rPr>
              <a:t> </a:t>
            </a:r>
            <a:r>
              <a:rPr sz="1700" dirty="0">
                <a:solidFill>
                  <a:srgbClr val="181818"/>
                </a:solidFill>
                <a:latin typeface="Arial MT"/>
                <a:cs typeface="Arial MT"/>
              </a:rPr>
              <a:t>to</a:t>
            </a:r>
            <a:r>
              <a:rPr sz="1700" spc="-45" dirty="0">
                <a:solidFill>
                  <a:srgbClr val="181818"/>
                </a:solidFill>
                <a:latin typeface="Arial MT"/>
                <a:cs typeface="Arial MT"/>
              </a:rPr>
              <a:t> </a:t>
            </a:r>
            <a:r>
              <a:rPr sz="1700" spc="-229" dirty="0">
                <a:latin typeface="Arial MT"/>
                <a:cs typeface="Arial MT"/>
              </a:rPr>
              <a:t>acces5</a:t>
            </a:r>
            <a:r>
              <a:rPr sz="1700" spc="120" dirty="0">
                <a:latin typeface="Arial MT"/>
                <a:cs typeface="Arial MT"/>
              </a:rPr>
              <a:t> </a:t>
            </a:r>
            <a:r>
              <a:rPr sz="1700" spc="-45" dirty="0">
                <a:solidFill>
                  <a:srgbClr val="1A1A1A"/>
                </a:solidFill>
                <a:latin typeface="Arial MT"/>
                <a:cs typeface="Arial MT"/>
              </a:rPr>
              <a:t>the</a:t>
            </a:r>
            <a:r>
              <a:rPr sz="1700" spc="-20" dirty="0">
                <a:solidFill>
                  <a:srgbClr val="1A1A1A"/>
                </a:solidFill>
                <a:latin typeface="Arial MT"/>
                <a:cs typeface="Arial MT"/>
              </a:rPr>
              <a:t> </a:t>
            </a:r>
            <a:r>
              <a:rPr sz="1700" spc="-10" dirty="0">
                <a:latin typeface="Arial MT"/>
                <a:cs typeface="Arial MT"/>
              </a:rPr>
              <a:t>database </a:t>
            </a:r>
            <a:r>
              <a:rPr sz="1800" spc="-60" dirty="0">
                <a:latin typeface="Arial MT"/>
                <a:cs typeface="Arial MT"/>
              </a:rPr>
              <a:t>instance.</a:t>
            </a:r>
            <a:endParaRPr sz="1800">
              <a:latin typeface="Arial MT"/>
              <a:cs typeface="Arial MT"/>
            </a:endParaRPr>
          </a:p>
        </p:txBody>
      </p:sp>
      <p:sp>
        <p:nvSpPr>
          <p:cNvPr id="41" name="object 41"/>
          <p:cNvSpPr txBox="1"/>
          <p:nvPr/>
        </p:nvSpPr>
        <p:spPr>
          <a:xfrm>
            <a:off x="9040864" y="4718573"/>
            <a:ext cx="632460" cy="299085"/>
          </a:xfrm>
          <a:prstGeom prst="rect">
            <a:avLst/>
          </a:prstGeom>
        </p:spPr>
        <p:txBody>
          <a:bodyPr vert="horz" wrap="square" lIns="0" tIns="30480" rIns="0" bIns="0" rtlCol="0">
            <a:spAutoFit/>
          </a:bodyPr>
          <a:lstStyle/>
          <a:p>
            <a:pPr marL="121285" marR="5080" indent="-109220">
              <a:lnSpc>
                <a:spcPts val="1010"/>
              </a:lnSpc>
              <a:spcBef>
                <a:spcPts val="240"/>
              </a:spcBef>
            </a:pPr>
            <a:r>
              <a:rPr sz="950" spc="-155" dirty="0">
                <a:solidFill>
                  <a:srgbClr val="676767"/>
                </a:solidFill>
                <a:latin typeface="Arial MT"/>
                <a:cs typeface="Arial MT"/>
              </a:rPr>
              <a:t>A,mąQn</a:t>
            </a:r>
            <a:r>
              <a:rPr sz="950" spc="35" dirty="0">
                <a:solidFill>
                  <a:srgbClr val="676767"/>
                </a:solidFill>
                <a:latin typeface="Arial MT"/>
                <a:cs typeface="Arial MT"/>
              </a:rPr>
              <a:t> </a:t>
            </a:r>
            <a:r>
              <a:rPr sz="950" spc="-130" dirty="0">
                <a:solidFill>
                  <a:srgbClr val="494949"/>
                </a:solidFill>
                <a:latin typeface="Arial MT"/>
                <a:cs typeface="Arial MT"/>
              </a:rPr>
              <a:t>EC3</a:t>
            </a:r>
            <a:r>
              <a:rPr sz="950" spc="-10" dirty="0">
                <a:solidFill>
                  <a:srgbClr val="494949"/>
                </a:solidFill>
                <a:latin typeface="Arial MT"/>
                <a:cs typeface="Arial MT"/>
              </a:rPr>
              <a:t> </a:t>
            </a:r>
            <a:r>
              <a:rPr sz="950" spc="-10" dirty="0">
                <a:solidFill>
                  <a:srgbClr val="3F3F3F"/>
                </a:solidFill>
                <a:latin typeface="Arial MT"/>
                <a:cs typeface="Arial MT"/>
              </a:rPr>
              <a:t>'nstanCe</a:t>
            </a:r>
            <a:endParaRPr sz="950">
              <a:latin typeface="Arial MT"/>
              <a:cs typeface="Arial MT"/>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409064" y="1317740"/>
            <a:ext cx="3143590" cy="3915248"/>
          </a:xfrm>
          <a:prstGeom prst="rect">
            <a:avLst/>
          </a:prstGeom>
        </p:spPr>
      </p:pic>
      <p:pic>
        <p:nvPicPr>
          <p:cNvPr id="3" name="object 3"/>
          <p:cNvPicPr/>
          <p:nvPr/>
        </p:nvPicPr>
        <p:blipFill>
          <a:blip r:embed="rId3" cstate="print"/>
          <a:stretch>
            <a:fillRect/>
          </a:stretch>
        </p:blipFill>
        <p:spPr>
          <a:xfrm>
            <a:off x="4628864" y="2032201"/>
            <a:ext cx="3057856" cy="771618"/>
          </a:xfrm>
          <a:prstGeom prst="rect">
            <a:avLst/>
          </a:prstGeom>
        </p:spPr>
      </p:pic>
      <p:pic>
        <p:nvPicPr>
          <p:cNvPr id="4" name="object 4"/>
          <p:cNvPicPr/>
          <p:nvPr/>
        </p:nvPicPr>
        <p:blipFill>
          <a:blip r:embed="rId4" cstate="print"/>
          <a:stretch>
            <a:fillRect/>
          </a:stretch>
        </p:blipFill>
        <p:spPr>
          <a:xfrm>
            <a:off x="7762928" y="2051254"/>
            <a:ext cx="1447957" cy="733513"/>
          </a:xfrm>
          <a:prstGeom prst="rect">
            <a:avLst/>
          </a:prstGeom>
        </p:spPr>
      </p:pic>
      <p:sp>
        <p:nvSpPr>
          <p:cNvPr id="5" name="object 5"/>
          <p:cNvSpPr/>
          <p:nvPr/>
        </p:nvSpPr>
        <p:spPr>
          <a:xfrm>
            <a:off x="1409064" y="365125"/>
            <a:ext cx="9364345" cy="838835"/>
          </a:xfrm>
          <a:custGeom>
            <a:avLst/>
            <a:gdLst/>
            <a:ahLst/>
            <a:cxnLst/>
            <a:rect l="l" t="t" r="r" b="b"/>
            <a:pathLst>
              <a:path w="9364345" h="838835">
                <a:moveTo>
                  <a:pt x="9363075" y="838200"/>
                </a:moveTo>
                <a:lnTo>
                  <a:pt x="0" y="838200"/>
                </a:lnTo>
                <a:lnTo>
                  <a:pt x="0" y="0"/>
                </a:lnTo>
                <a:lnTo>
                  <a:pt x="9363075" y="0"/>
                </a:lnTo>
                <a:lnTo>
                  <a:pt x="9363075" y="838200"/>
                </a:lnTo>
                <a:close/>
              </a:path>
            </a:pathLst>
          </a:custGeom>
          <a:solidFill>
            <a:srgbClr val="B3EFEB"/>
          </a:solidFill>
        </p:spPr>
        <p:txBody>
          <a:bodyPr wrap="square" lIns="0" tIns="0" rIns="0" bIns="0" rtlCol="0"/>
          <a:lstStyle/>
          <a:p>
            <a:endParaRPr/>
          </a:p>
        </p:txBody>
      </p:sp>
      <p:sp>
        <p:nvSpPr>
          <p:cNvPr id="6" name="object 6"/>
          <p:cNvSpPr txBox="1"/>
          <p:nvPr/>
        </p:nvSpPr>
        <p:spPr>
          <a:xfrm>
            <a:off x="1794065" y="466737"/>
            <a:ext cx="6431280" cy="551815"/>
          </a:xfrm>
          <a:prstGeom prst="rect">
            <a:avLst/>
          </a:prstGeom>
        </p:spPr>
        <p:txBody>
          <a:bodyPr vert="horz" wrap="square" lIns="0" tIns="12700" rIns="0" bIns="0" rtlCol="0">
            <a:spAutoFit/>
          </a:bodyPr>
          <a:lstStyle/>
          <a:p>
            <a:pPr>
              <a:lnSpc>
                <a:spcPct val="100000"/>
              </a:lnSpc>
              <a:spcBef>
                <a:spcPts val="100"/>
              </a:spcBef>
            </a:pPr>
            <a:r>
              <a:rPr sz="3450" spc="-515" dirty="0">
                <a:solidFill>
                  <a:srgbClr val="749AAC"/>
                </a:solidFill>
                <a:latin typeface="Verdana"/>
                <a:cs typeface="Verdana"/>
              </a:rPr>
              <a:t>Amazon</a:t>
            </a:r>
            <a:r>
              <a:rPr sz="3450" spc="-220" dirty="0">
                <a:solidFill>
                  <a:srgbClr val="749AAC"/>
                </a:solidFill>
                <a:latin typeface="Verdana"/>
                <a:cs typeface="Verdana"/>
              </a:rPr>
              <a:t> </a:t>
            </a:r>
            <a:r>
              <a:rPr sz="3450" spc="-420" dirty="0">
                <a:solidFill>
                  <a:srgbClr val="317E80"/>
                </a:solidFill>
                <a:latin typeface="Verdana"/>
                <a:cs typeface="Verdana"/>
              </a:rPr>
              <a:t>Elastic</a:t>
            </a:r>
            <a:r>
              <a:rPr sz="3450" spc="10" dirty="0">
                <a:solidFill>
                  <a:srgbClr val="317E80"/>
                </a:solidFill>
                <a:latin typeface="Verdana"/>
                <a:cs typeface="Verdana"/>
              </a:rPr>
              <a:t> </a:t>
            </a:r>
            <a:r>
              <a:rPr sz="3450" spc="-520" dirty="0">
                <a:solidFill>
                  <a:srgbClr val="2F878C"/>
                </a:solidFill>
                <a:latin typeface="Verdana"/>
                <a:cs typeface="Verdana"/>
              </a:rPr>
              <a:t>Compute</a:t>
            </a:r>
            <a:r>
              <a:rPr sz="3450" spc="-80" dirty="0">
                <a:solidFill>
                  <a:srgbClr val="2F878C"/>
                </a:solidFill>
                <a:latin typeface="Verdana"/>
                <a:cs typeface="Verdana"/>
              </a:rPr>
              <a:t> </a:t>
            </a:r>
            <a:r>
              <a:rPr sz="3450" spc="-440" dirty="0">
                <a:solidFill>
                  <a:srgbClr val="467782"/>
                </a:solidFill>
                <a:latin typeface="Verdana"/>
                <a:cs typeface="Verdana"/>
              </a:rPr>
              <a:t>Cloud</a:t>
            </a:r>
            <a:r>
              <a:rPr sz="3450" spc="-370" dirty="0">
                <a:solidFill>
                  <a:srgbClr val="467782"/>
                </a:solidFill>
                <a:latin typeface="Verdana"/>
                <a:cs typeface="Verdana"/>
              </a:rPr>
              <a:t> </a:t>
            </a:r>
            <a:r>
              <a:rPr sz="3450" spc="-150" dirty="0">
                <a:solidFill>
                  <a:srgbClr val="3A7C7B"/>
                </a:solidFill>
                <a:latin typeface="Verdana"/>
                <a:cs typeface="Verdana"/>
              </a:rPr>
              <a:t>-</a:t>
            </a:r>
            <a:r>
              <a:rPr sz="3450" spc="-535" dirty="0">
                <a:solidFill>
                  <a:srgbClr val="3A7C7B"/>
                </a:solidFill>
                <a:latin typeface="Verdana"/>
                <a:cs typeface="Verdana"/>
              </a:rPr>
              <a:t> </a:t>
            </a:r>
            <a:r>
              <a:rPr sz="3450" spc="-600" dirty="0">
                <a:solidFill>
                  <a:srgbClr val="D6FFFF"/>
                </a:solidFill>
                <a:latin typeface="Verdana"/>
                <a:cs typeface="Verdana"/>
              </a:rPr>
              <a:t>EC2</a:t>
            </a:r>
            <a:endParaRPr sz="3450">
              <a:latin typeface="Verdana"/>
              <a:cs typeface="Verdana"/>
            </a:endParaRPr>
          </a:p>
        </p:txBody>
      </p:sp>
      <p:sp>
        <p:nvSpPr>
          <p:cNvPr id="7" name="object 7" descr="$PPTXTitle"/>
          <p:cNvSpPr txBox="1">
            <a:spLocks noGrp="1"/>
          </p:cNvSpPr>
          <p:nvPr>
            <p:ph type="title"/>
          </p:nvPr>
        </p:nvSpPr>
        <p:spPr>
          <a:xfrm>
            <a:off x="9063608" y="415932"/>
            <a:ext cx="897890" cy="429895"/>
          </a:xfrm>
          <a:prstGeom prst="rect">
            <a:avLst/>
          </a:prstGeom>
        </p:spPr>
        <p:txBody>
          <a:bodyPr vert="horz" wrap="square" lIns="0" tIns="12700" rIns="0" bIns="0" rtlCol="0">
            <a:spAutoFit/>
          </a:bodyPr>
          <a:lstStyle/>
          <a:p>
            <a:pPr marL="25400">
              <a:lnSpc>
                <a:spcPct val="100000"/>
              </a:lnSpc>
              <a:spcBef>
                <a:spcPts val="100"/>
              </a:spcBef>
            </a:pPr>
            <a:r>
              <a:rPr sz="2650" spc="-240" dirty="0">
                <a:solidFill>
                  <a:srgbClr val="3D798C"/>
                </a:solidFill>
              </a:rPr>
              <a:t>a</a:t>
            </a:r>
            <a:r>
              <a:rPr sz="2150" spc="-240" dirty="0">
                <a:solidFill>
                  <a:srgbClr val="3D798C"/>
                </a:solidFill>
              </a:rPr>
              <a:t>W</a:t>
            </a:r>
            <a:r>
              <a:rPr sz="3075" spc="-359" baseline="-31165" dirty="0">
                <a:solidFill>
                  <a:srgbClr val="3D798C"/>
                </a:solidFill>
              </a:rPr>
              <a:t>S</a:t>
            </a:r>
            <a:r>
              <a:rPr sz="3075" spc="-697" baseline="-31165" dirty="0">
                <a:solidFill>
                  <a:srgbClr val="3D798C"/>
                </a:solidFill>
              </a:rPr>
              <a:t> </a:t>
            </a:r>
            <a:r>
              <a:rPr sz="3450" spc="-457" baseline="2415" dirty="0">
                <a:solidFill>
                  <a:srgbClr val="317C93"/>
                </a:solidFill>
              </a:rPr>
              <a:t>e</a:t>
            </a:r>
            <a:r>
              <a:rPr sz="2550" spc="-457" baseline="3267" dirty="0">
                <a:solidFill>
                  <a:srgbClr val="317C93"/>
                </a:solidFill>
              </a:rPr>
              <a:t>d</a:t>
            </a:r>
            <a:endParaRPr sz="2550" baseline="3267"/>
          </a:p>
        </p:txBody>
      </p:sp>
      <p:sp>
        <p:nvSpPr>
          <p:cNvPr id="8" name="object 8"/>
          <p:cNvSpPr txBox="1"/>
          <p:nvPr/>
        </p:nvSpPr>
        <p:spPr>
          <a:xfrm>
            <a:off x="9315672" y="2032201"/>
            <a:ext cx="1457960" cy="762635"/>
          </a:xfrm>
          <a:prstGeom prst="rect">
            <a:avLst/>
          </a:prstGeom>
          <a:solidFill>
            <a:srgbClr val="E4F6FF"/>
          </a:solidFill>
        </p:spPr>
        <p:txBody>
          <a:bodyPr vert="horz" wrap="square" lIns="0" tIns="14604" rIns="0" bIns="0" rtlCol="0">
            <a:spAutoFit/>
          </a:bodyPr>
          <a:lstStyle/>
          <a:p>
            <a:pPr>
              <a:lnSpc>
                <a:spcPct val="100000"/>
              </a:lnSpc>
              <a:spcBef>
                <a:spcPts val="114"/>
              </a:spcBef>
            </a:pPr>
            <a:endParaRPr sz="1550">
              <a:latin typeface="Times New Roman"/>
              <a:cs typeface="Times New Roman"/>
            </a:endParaRPr>
          </a:p>
          <a:p>
            <a:pPr marL="136525">
              <a:lnSpc>
                <a:spcPct val="100000"/>
              </a:lnSpc>
            </a:pPr>
            <a:r>
              <a:rPr sz="1550" spc="-70" dirty="0">
                <a:solidFill>
                  <a:srgbClr val="366E89"/>
                </a:solidFill>
                <a:latin typeface="Arial MT"/>
                <a:cs typeface="Arial MT"/>
              </a:rPr>
              <a:t>Host</a:t>
            </a:r>
            <a:r>
              <a:rPr sz="1550" spc="-15" dirty="0">
                <a:solidFill>
                  <a:srgbClr val="366E89"/>
                </a:solidFill>
                <a:latin typeface="Arial MT"/>
                <a:cs typeface="Arial MT"/>
              </a:rPr>
              <a:t> </a:t>
            </a:r>
            <a:r>
              <a:rPr sz="1550" spc="-20" dirty="0">
                <a:solidFill>
                  <a:srgbClr val="236DA0"/>
                </a:solidFill>
                <a:latin typeface="Arial MT"/>
                <a:cs typeface="Arial MT"/>
              </a:rPr>
              <a:t>databases</a:t>
            </a:r>
            <a:endParaRPr sz="1550">
              <a:latin typeface="Arial MT"/>
              <a:cs typeface="Arial MT"/>
            </a:endParaRPr>
          </a:p>
        </p:txBody>
      </p:sp>
      <p:sp>
        <p:nvSpPr>
          <p:cNvPr id="9" name="object 9"/>
          <p:cNvSpPr txBox="1"/>
          <p:nvPr/>
        </p:nvSpPr>
        <p:spPr>
          <a:xfrm>
            <a:off x="1715430" y="5355242"/>
            <a:ext cx="2684145" cy="132715"/>
          </a:xfrm>
          <a:prstGeom prst="rect">
            <a:avLst/>
          </a:prstGeom>
        </p:spPr>
        <p:txBody>
          <a:bodyPr vert="horz" wrap="square" lIns="0" tIns="12700" rIns="0" bIns="0" rtlCol="0">
            <a:spAutoFit/>
          </a:bodyPr>
          <a:lstStyle/>
          <a:p>
            <a:pPr marL="12700">
              <a:lnSpc>
                <a:spcPct val="100000"/>
              </a:lnSpc>
              <a:spcBef>
                <a:spcPts val="100"/>
              </a:spcBef>
            </a:pPr>
            <a:r>
              <a:rPr sz="700" spc="-65" dirty="0">
                <a:solidFill>
                  <a:srgbClr val="595959"/>
                </a:solidFill>
                <a:latin typeface="Arial MT"/>
                <a:cs typeface="Arial MT"/>
              </a:rPr>
              <a:t>@202</a:t>
            </a:r>
            <a:r>
              <a:rPr sz="700" spc="-100" dirty="0">
                <a:solidFill>
                  <a:srgbClr val="595959"/>
                </a:solidFill>
                <a:latin typeface="Arial MT"/>
                <a:cs typeface="Arial MT"/>
              </a:rPr>
              <a:t> </a:t>
            </a:r>
            <a:r>
              <a:rPr sz="700" dirty="0">
                <a:solidFill>
                  <a:srgbClr val="9C9C9C"/>
                </a:solidFill>
                <a:latin typeface="Arial MT"/>
                <a:cs typeface="Arial MT"/>
              </a:rPr>
              <a:t>1</a:t>
            </a:r>
            <a:r>
              <a:rPr sz="700" spc="70" dirty="0">
                <a:solidFill>
                  <a:srgbClr val="9C9C9C"/>
                </a:solidFill>
                <a:latin typeface="Arial MT"/>
                <a:cs typeface="Arial MT"/>
              </a:rPr>
              <a:t> </a:t>
            </a:r>
            <a:r>
              <a:rPr sz="700" spc="-10" dirty="0">
                <a:solidFill>
                  <a:srgbClr val="5D5D5D"/>
                </a:solidFill>
                <a:latin typeface="Arial MT"/>
                <a:cs typeface="Arial MT"/>
              </a:rPr>
              <a:t>Amazon</a:t>
            </a:r>
            <a:r>
              <a:rPr sz="700" spc="50" dirty="0">
                <a:solidFill>
                  <a:srgbClr val="5D5D5D"/>
                </a:solidFill>
                <a:latin typeface="Arial MT"/>
                <a:cs typeface="Arial MT"/>
              </a:rPr>
              <a:t> </a:t>
            </a:r>
            <a:r>
              <a:rPr sz="700" dirty="0">
                <a:solidFill>
                  <a:srgbClr val="696969"/>
                </a:solidFill>
                <a:latin typeface="Arial MT"/>
                <a:cs typeface="Arial MT"/>
              </a:rPr>
              <a:t>weo</a:t>
            </a:r>
            <a:r>
              <a:rPr sz="700" spc="35" dirty="0">
                <a:solidFill>
                  <a:srgbClr val="696969"/>
                </a:solidFill>
                <a:latin typeface="Arial MT"/>
                <a:cs typeface="Arial MT"/>
              </a:rPr>
              <a:t> </a:t>
            </a:r>
            <a:r>
              <a:rPr sz="700" dirty="0">
                <a:solidFill>
                  <a:srgbClr val="858585"/>
                </a:solidFill>
                <a:latin typeface="Arial MT"/>
                <a:cs typeface="Arial MT"/>
              </a:rPr>
              <a:t>Wrvtce\</a:t>
            </a:r>
            <a:r>
              <a:rPr sz="700" spc="125" dirty="0">
                <a:solidFill>
                  <a:srgbClr val="858585"/>
                </a:solidFill>
                <a:latin typeface="Arial MT"/>
                <a:cs typeface="Arial MT"/>
              </a:rPr>
              <a:t> </a:t>
            </a:r>
            <a:r>
              <a:rPr sz="700" dirty="0">
                <a:solidFill>
                  <a:srgbClr val="7C7C7C"/>
                </a:solidFill>
                <a:latin typeface="Arial MT"/>
                <a:cs typeface="Arial MT"/>
              </a:rPr>
              <a:t>inc</a:t>
            </a:r>
            <a:r>
              <a:rPr sz="700" spc="100" dirty="0">
                <a:solidFill>
                  <a:srgbClr val="7C7C7C"/>
                </a:solidFill>
                <a:latin typeface="Arial MT"/>
                <a:cs typeface="Arial MT"/>
              </a:rPr>
              <a:t> </a:t>
            </a:r>
            <a:r>
              <a:rPr sz="700" dirty="0">
                <a:solidFill>
                  <a:srgbClr val="8A8A8A"/>
                </a:solidFill>
                <a:latin typeface="Arial MT"/>
                <a:cs typeface="Arial MT"/>
              </a:rPr>
              <a:t>or</a:t>
            </a:r>
            <a:r>
              <a:rPr sz="700" spc="20" dirty="0">
                <a:solidFill>
                  <a:srgbClr val="8A8A8A"/>
                </a:solidFill>
                <a:latin typeface="Arial MT"/>
                <a:cs typeface="Arial MT"/>
              </a:rPr>
              <a:t> </a:t>
            </a:r>
            <a:r>
              <a:rPr sz="700" spc="-95" dirty="0">
                <a:solidFill>
                  <a:srgbClr val="595959"/>
                </a:solidFill>
                <a:latin typeface="Arial MT"/>
                <a:cs typeface="Arial MT"/>
              </a:rPr>
              <a:t>+ts</a:t>
            </a:r>
            <a:r>
              <a:rPr sz="700" spc="-55" dirty="0">
                <a:solidFill>
                  <a:srgbClr val="595959"/>
                </a:solidFill>
                <a:latin typeface="Arial MT"/>
                <a:cs typeface="Arial MT"/>
              </a:rPr>
              <a:t> </a:t>
            </a:r>
            <a:r>
              <a:rPr sz="700" spc="-20" dirty="0">
                <a:solidFill>
                  <a:srgbClr val="2F2F2F"/>
                </a:solidFill>
                <a:latin typeface="Arial MT"/>
                <a:cs typeface="Arial MT"/>
              </a:rPr>
              <a:t>afñflares.</a:t>
            </a:r>
            <a:r>
              <a:rPr sz="700" spc="35" dirty="0">
                <a:solidFill>
                  <a:srgbClr val="2F2F2F"/>
                </a:solidFill>
                <a:latin typeface="Arial MT"/>
                <a:cs typeface="Arial MT"/>
              </a:rPr>
              <a:t> </a:t>
            </a:r>
            <a:r>
              <a:rPr sz="700" spc="-50" dirty="0">
                <a:solidFill>
                  <a:srgbClr val="777777"/>
                </a:solidFill>
                <a:latin typeface="Arial MT"/>
                <a:cs typeface="Arial MT"/>
              </a:rPr>
              <a:t>Ag</a:t>
            </a:r>
            <a:r>
              <a:rPr sz="700" spc="-40" dirty="0">
                <a:solidFill>
                  <a:srgbClr val="777777"/>
                </a:solidFill>
                <a:latin typeface="Arial MT"/>
                <a:cs typeface="Arial MT"/>
              </a:rPr>
              <a:t> </a:t>
            </a:r>
            <a:r>
              <a:rPr sz="700" spc="70" dirty="0">
                <a:solidFill>
                  <a:srgbClr val="444444"/>
                </a:solidFill>
                <a:latin typeface="Arial MT"/>
                <a:cs typeface="Arial MT"/>
              </a:rPr>
              <a:t>nght</a:t>
            </a:r>
            <a:r>
              <a:rPr sz="700" spc="80" dirty="0">
                <a:solidFill>
                  <a:srgbClr val="444444"/>
                </a:solidFill>
                <a:latin typeface="Arial MT"/>
                <a:cs typeface="Arial MT"/>
              </a:rPr>
              <a:t> </a:t>
            </a:r>
            <a:r>
              <a:rPr sz="700" spc="-10" dirty="0">
                <a:solidFill>
                  <a:srgbClr val="7B7B7B"/>
                </a:solidFill>
                <a:latin typeface="Arial MT"/>
                <a:cs typeface="Arial MT"/>
              </a:rPr>
              <a:t>r</a:t>
            </a:r>
            <a:r>
              <a:rPr sz="700" spc="-10" dirty="0">
                <a:solidFill>
                  <a:srgbClr val="757575"/>
                </a:solidFill>
                <a:latin typeface="Arial MT"/>
                <a:cs typeface="Arial MT"/>
              </a:rPr>
              <a:t>eser</a:t>
            </a:r>
            <a:r>
              <a:rPr sz="700" spc="-10" dirty="0">
                <a:solidFill>
                  <a:srgbClr val="7C7C7C"/>
                </a:solidFill>
                <a:latin typeface="Arial MT"/>
                <a:cs typeface="Arial MT"/>
              </a:rPr>
              <a:t>red.</a:t>
            </a:r>
            <a:endParaRPr sz="700">
              <a:latin typeface="Arial MT"/>
              <a:cs typeface="Arial MT"/>
            </a:endParaRPr>
          </a:p>
        </p:txBody>
      </p:sp>
      <p:sp>
        <p:nvSpPr>
          <p:cNvPr id="10" name="object 10"/>
          <p:cNvSpPr txBox="1"/>
          <p:nvPr/>
        </p:nvSpPr>
        <p:spPr>
          <a:xfrm>
            <a:off x="4824506" y="1346319"/>
            <a:ext cx="5409565" cy="556260"/>
          </a:xfrm>
          <a:prstGeom prst="rect">
            <a:avLst/>
          </a:prstGeom>
        </p:spPr>
        <p:txBody>
          <a:bodyPr vert="horz" wrap="square" lIns="0" tIns="0" rIns="0" bIns="0" rtlCol="0">
            <a:spAutoFit/>
          </a:bodyPr>
          <a:lstStyle/>
          <a:p>
            <a:pPr marL="13970" marR="5080" indent="-1905">
              <a:lnSpc>
                <a:spcPct val="104800"/>
              </a:lnSpc>
            </a:pPr>
            <a:r>
              <a:rPr sz="1700" spc="-105" dirty="0">
                <a:solidFill>
                  <a:srgbClr val="0E0E0E"/>
                </a:solidFill>
                <a:latin typeface="Arial MT"/>
                <a:cs typeface="Arial MT"/>
              </a:rPr>
              <a:t>Choose</a:t>
            </a:r>
            <a:r>
              <a:rPr sz="1700" spc="30" dirty="0">
                <a:solidFill>
                  <a:srgbClr val="0E0E0E"/>
                </a:solidFill>
                <a:latin typeface="Arial MT"/>
                <a:cs typeface="Arial MT"/>
              </a:rPr>
              <a:t> </a:t>
            </a:r>
            <a:r>
              <a:rPr sz="1700" spc="-114" dirty="0">
                <a:latin typeface="Arial MT"/>
                <a:cs typeface="Arial MT"/>
              </a:rPr>
              <a:t>each</a:t>
            </a:r>
            <a:r>
              <a:rPr sz="1700" spc="-15" dirty="0">
                <a:latin typeface="Arial MT"/>
                <a:cs typeface="Arial MT"/>
              </a:rPr>
              <a:t> </a:t>
            </a:r>
            <a:r>
              <a:rPr sz="1700" dirty="0">
                <a:latin typeface="Arial MT"/>
                <a:cs typeface="Arial MT"/>
              </a:rPr>
              <a:t>button</a:t>
            </a:r>
            <a:r>
              <a:rPr sz="1700" spc="40" dirty="0">
                <a:latin typeface="Arial MT"/>
                <a:cs typeface="Arial MT"/>
              </a:rPr>
              <a:t> </a:t>
            </a:r>
            <a:r>
              <a:rPr sz="1700" dirty="0">
                <a:latin typeface="Arial MT"/>
                <a:cs typeface="Arial MT"/>
              </a:rPr>
              <a:t>to</a:t>
            </a:r>
            <a:r>
              <a:rPr sz="1700" spc="-55" dirty="0">
                <a:latin typeface="Arial MT"/>
                <a:cs typeface="Arial MT"/>
              </a:rPr>
              <a:t> </a:t>
            </a:r>
            <a:r>
              <a:rPr sz="1700" spc="-45" dirty="0">
                <a:latin typeface="Arial MT"/>
                <a:cs typeface="Arial MT"/>
              </a:rPr>
              <a:t>learn </a:t>
            </a:r>
            <a:r>
              <a:rPr sz="1700" spc="-20" dirty="0">
                <a:solidFill>
                  <a:srgbClr val="232323"/>
                </a:solidFill>
                <a:latin typeface="Arial MT"/>
                <a:cs typeface="Arial MT"/>
              </a:rPr>
              <a:t>more</a:t>
            </a:r>
            <a:r>
              <a:rPr sz="1700" spc="-40" dirty="0">
                <a:solidFill>
                  <a:srgbClr val="232323"/>
                </a:solidFill>
                <a:latin typeface="Arial MT"/>
                <a:cs typeface="Arial MT"/>
              </a:rPr>
              <a:t> </a:t>
            </a:r>
            <a:r>
              <a:rPr sz="1700" dirty="0">
                <a:latin typeface="Arial MT"/>
                <a:cs typeface="Arial MT"/>
              </a:rPr>
              <a:t>about</a:t>
            </a:r>
            <a:r>
              <a:rPr sz="1700" spc="80" dirty="0">
                <a:latin typeface="Arial MT"/>
                <a:cs typeface="Arial MT"/>
              </a:rPr>
              <a:t> </a:t>
            </a:r>
            <a:r>
              <a:rPr sz="1700" spc="-114" dirty="0">
                <a:latin typeface="Arial MT"/>
                <a:cs typeface="Arial MT"/>
              </a:rPr>
              <a:t>ways</a:t>
            </a:r>
            <a:r>
              <a:rPr sz="1700" dirty="0">
                <a:latin typeface="Arial MT"/>
                <a:cs typeface="Arial MT"/>
              </a:rPr>
              <a:t> </a:t>
            </a:r>
            <a:r>
              <a:rPr sz="1700" spc="-20" dirty="0">
                <a:latin typeface="Arial MT"/>
                <a:cs typeface="Arial MT"/>
              </a:rPr>
              <a:t>you </a:t>
            </a:r>
            <a:r>
              <a:rPr sz="1700" spc="-95" dirty="0">
                <a:latin typeface="Arial MT"/>
                <a:cs typeface="Arial MT"/>
              </a:rPr>
              <a:t>can</a:t>
            </a:r>
            <a:r>
              <a:rPr sz="1700" spc="-40" dirty="0">
                <a:latin typeface="Arial MT"/>
                <a:cs typeface="Arial MT"/>
              </a:rPr>
              <a:t> </a:t>
            </a:r>
            <a:r>
              <a:rPr sz="1700" spc="-25" dirty="0">
                <a:latin typeface="Arial MT"/>
                <a:cs typeface="Arial MT"/>
              </a:rPr>
              <a:t>use </a:t>
            </a:r>
            <a:r>
              <a:rPr sz="1700" spc="-65" dirty="0">
                <a:latin typeface="Arial MT"/>
                <a:cs typeface="Arial MT"/>
              </a:rPr>
              <a:t>Amazon</a:t>
            </a:r>
            <a:r>
              <a:rPr sz="1700" spc="-25" dirty="0">
                <a:latin typeface="Arial MT"/>
                <a:cs typeface="Arial MT"/>
              </a:rPr>
              <a:t> </a:t>
            </a:r>
            <a:r>
              <a:rPr sz="1700" spc="-20" dirty="0">
                <a:latin typeface="Arial MT"/>
                <a:cs typeface="Arial MT"/>
              </a:rPr>
              <a:t>EC2.</a:t>
            </a:r>
            <a:endParaRPr sz="1700">
              <a:latin typeface="Arial MT"/>
              <a:cs typeface="Arial MT"/>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595205" y="2032203"/>
            <a:ext cx="2991173" cy="733514"/>
          </a:xfrm>
          <a:prstGeom prst="rect">
            <a:avLst/>
          </a:prstGeom>
        </p:spPr>
      </p:pic>
      <p:sp>
        <p:nvSpPr>
          <p:cNvPr id="3" name="object 3"/>
          <p:cNvSpPr/>
          <p:nvPr/>
        </p:nvSpPr>
        <p:spPr>
          <a:xfrm>
            <a:off x="1403985" y="365125"/>
            <a:ext cx="9373870" cy="819785"/>
          </a:xfrm>
          <a:custGeom>
            <a:avLst/>
            <a:gdLst/>
            <a:ahLst/>
            <a:cxnLst/>
            <a:rect l="l" t="t" r="r" b="b"/>
            <a:pathLst>
              <a:path w="9373870" h="819785">
                <a:moveTo>
                  <a:pt x="9372600" y="819150"/>
                </a:moveTo>
                <a:lnTo>
                  <a:pt x="0" y="819150"/>
                </a:lnTo>
                <a:lnTo>
                  <a:pt x="0" y="0"/>
                </a:lnTo>
                <a:lnTo>
                  <a:pt x="9372600" y="0"/>
                </a:lnTo>
                <a:lnTo>
                  <a:pt x="9372600" y="819150"/>
                </a:lnTo>
                <a:close/>
              </a:path>
            </a:pathLst>
          </a:custGeom>
          <a:solidFill>
            <a:srgbClr val="B8F0EB"/>
          </a:solidFill>
        </p:spPr>
        <p:txBody>
          <a:bodyPr wrap="square" lIns="0" tIns="0" rIns="0" bIns="0" rtlCol="0"/>
          <a:lstStyle/>
          <a:p>
            <a:endParaRPr/>
          </a:p>
        </p:txBody>
      </p:sp>
      <p:sp>
        <p:nvSpPr>
          <p:cNvPr id="4" name="object 4"/>
          <p:cNvSpPr txBox="1"/>
          <p:nvPr/>
        </p:nvSpPr>
        <p:spPr>
          <a:xfrm>
            <a:off x="1750801" y="441335"/>
            <a:ext cx="6431280" cy="559435"/>
          </a:xfrm>
          <a:prstGeom prst="rect">
            <a:avLst/>
          </a:prstGeom>
        </p:spPr>
        <p:txBody>
          <a:bodyPr vert="horz" wrap="square" lIns="0" tIns="12700" rIns="0" bIns="0" rtlCol="0">
            <a:spAutoFit/>
          </a:bodyPr>
          <a:lstStyle/>
          <a:p>
            <a:pPr>
              <a:lnSpc>
                <a:spcPct val="100000"/>
              </a:lnSpc>
              <a:spcBef>
                <a:spcPts val="100"/>
              </a:spcBef>
            </a:pPr>
            <a:r>
              <a:rPr sz="3500" spc="-520" dirty="0">
                <a:solidFill>
                  <a:srgbClr val="59A19C"/>
                </a:solidFill>
                <a:latin typeface="Verdana"/>
                <a:cs typeface="Verdana"/>
              </a:rPr>
              <a:t>Amazon</a:t>
            </a:r>
            <a:r>
              <a:rPr sz="3500" spc="-270" dirty="0">
                <a:solidFill>
                  <a:srgbClr val="59A19C"/>
                </a:solidFill>
                <a:latin typeface="Verdana"/>
                <a:cs typeface="Verdana"/>
              </a:rPr>
              <a:t> </a:t>
            </a:r>
            <a:r>
              <a:rPr sz="3500" spc="-440" dirty="0">
                <a:solidFill>
                  <a:srgbClr val="448C91"/>
                </a:solidFill>
                <a:latin typeface="Verdana"/>
                <a:cs typeface="Verdana"/>
              </a:rPr>
              <a:t>Elastic</a:t>
            </a:r>
            <a:r>
              <a:rPr sz="3500" spc="-20" dirty="0">
                <a:solidFill>
                  <a:srgbClr val="448C91"/>
                </a:solidFill>
                <a:latin typeface="Verdana"/>
                <a:cs typeface="Verdana"/>
              </a:rPr>
              <a:t> </a:t>
            </a:r>
            <a:r>
              <a:rPr sz="3500" spc="-525" dirty="0">
                <a:solidFill>
                  <a:srgbClr val="3A8C97"/>
                </a:solidFill>
                <a:latin typeface="Verdana"/>
                <a:cs typeface="Verdana"/>
              </a:rPr>
              <a:t>Compute</a:t>
            </a:r>
            <a:r>
              <a:rPr sz="3500" spc="-125" dirty="0">
                <a:solidFill>
                  <a:srgbClr val="3A8C97"/>
                </a:solidFill>
                <a:latin typeface="Verdana"/>
                <a:cs typeface="Verdana"/>
              </a:rPr>
              <a:t> </a:t>
            </a:r>
            <a:r>
              <a:rPr sz="3500" spc="-465" dirty="0">
                <a:solidFill>
                  <a:srgbClr val="428595"/>
                </a:solidFill>
                <a:latin typeface="Verdana"/>
                <a:cs typeface="Verdana"/>
              </a:rPr>
              <a:t>Cloud</a:t>
            </a:r>
            <a:r>
              <a:rPr sz="3500" spc="-330" dirty="0">
                <a:solidFill>
                  <a:srgbClr val="428595"/>
                </a:solidFill>
                <a:latin typeface="Verdana"/>
                <a:cs typeface="Verdana"/>
              </a:rPr>
              <a:t> </a:t>
            </a:r>
            <a:r>
              <a:rPr sz="3500" spc="-290" dirty="0">
                <a:solidFill>
                  <a:srgbClr val="34828E"/>
                </a:solidFill>
                <a:latin typeface="Verdana"/>
                <a:cs typeface="Verdana"/>
              </a:rPr>
              <a:t>-</a:t>
            </a:r>
            <a:r>
              <a:rPr sz="3500" spc="-509" dirty="0">
                <a:solidFill>
                  <a:srgbClr val="34828E"/>
                </a:solidFill>
                <a:latin typeface="Verdana"/>
                <a:cs typeface="Verdana"/>
              </a:rPr>
              <a:t> </a:t>
            </a:r>
            <a:r>
              <a:rPr sz="3500" spc="-630" dirty="0">
                <a:solidFill>
                  <a:srgbClr val="DFFFFF"/>
                </a:solidFill>
                <a:latin typeface="Verdana"/>
                <a:cs typeface="Verdana"/>
              </a:rPr>
              <a:t>EC2</a:t>
            </a:r>
            <a:endParaRPr sz="3500">
              <a:latin typeface="Verdana"/>
              <a:cs typeface="Verdana"/>
            </a:endParaRPr>
          </a:p>
        </p:txBody>
      </p:sp>
      <p:sp>
        <p:nvSpPr>
          <p:cNvPr id="5" name="object 5" descr="$PPTXTitle"/>
          <p:cNvSpPr txBox="1">
            <a:spLocks noGrp="1"/>
          </p:cNvSpPr>
          <p:nvPr>
            <p:ph type="title"/>
          </p:nvPr>
        </p:nvSpPr>
        <p:spPr>
          <a:xfrm>
            <a:off x="9020422" y="288917"/>
            <a:ext cx="1199515" cy="559435"/>
          </a:xfrm>
          <a:prstGeom prst="rect">
            <a:avLst/>
          </a:prstGeom>
        </p:spPr>
        <p:txBody>
          <a:bodyPr vert="horz" wrap="square" lIns="0" tIns="12700" rIns="0" bIns="0" rtlCol="0">
            <a:spAutoFit/>
          </a:bodyPr>
          <a:lstStyle/>
          <a:p>
            <a:pPr marL="25400">
              <a:lnSpc>
                <a:spcPct val="100000"/>
              </a:lnSpc>
              <a:spcBef>
                <a:spcPts val="100"/>
              </a:spcBef>
              <a:tabLst>
                <a:tab pos="807720" algn="l"/>
              </a:tabLst>
            </a:pPr>
            <a:r>
              <a:rPr sz="2650" spc="-25" dirty="0">
                <a:solidFill>
                  <a:srgbClr val="4B7595"/>
                </a:solidFill>
              </a:rPr>
              <a:t>a</a:t>
            </a:r>
            <a:r>
              <a:rPr sz="2300" spc="-25" dirty="0">
                <a:solidFill>
                  <a:srgbClr val="4B7595"/>
                </a:solidFill>
              </a:rPr>
              <a:t>w</a:t>
            </a:r>
            <a:r>
              <a:rPr sz="3150" spc="-37" baseline="-30423" dirty="0">
                <a:solidFill>
                  <a:srgbClr val="4B7595"/>
                </a:solidFill>
              </a:rPr>
              <a:t>e</a:t>
            </a:r>
            <a:r>
              <a:rPr sz="3150" baseline="-30423" dirty="0">
                <a:solidFill>
                  <a:srgbClr val="4B7595"/>
                </a:solidFill>
              </a:rPr>
              <a:t>	</a:t>
            </a:r>
            <a:r>
              <a:rPr sz="3450" spc="-487" baseline="2415" dirty="0">
                <a:solidFill>
                  <a:srgbClr val="166782"/>
                </a:solidFill>
              </a:rPr>
              <a:t>u</a:t>
            </a:r>
            <a:r>
              <a:rPr sz="5250" spc="-487" baseline="-19047" dirty="0">
                <a:solidFill>
                  <a:srgbClr val="166782"/>
                </a:solidFill>
              </a:rPr>
              <a:t>'</a:t>
            </a:r>
            <a:r>
              <a:rPr sz="3150" spc="-487" baseline="2645" dirty="0">
                <a:solidFill>
                  <a:srgbClr val="166782"/>
                </a:solidFill>
              </a:rPr>
              <a:t>a</a:t>
            </a:r>
            <a:endParaRPr sz="3150" baseline="2645"/>
          </a:p>
        </p:txBody>
      </p:sp>
      <p:grpSp>
        <p:nvGrpSpPr>
          <p:cNvPr id="6" name="object 6"/>
          <p:cNvGrpSpPr/>
          <p:nvPr/>
        </p:nvGrpSpPr>
        <p:grpSpPr>
          <a:xfrm>
            <a:off x="1403985" y="1279636"/>
            <a:ext cx="3115310" cy="3953510"/>
            <a:chOff x="1403985" y="1279636"/>
            <a:chExt cx="3115310" cy="3953510"/>
          </a:xfrm>
        </p:grpSpPr>
        <p:pic>
          <p:nvPicPr>
            <p:cNvPr id="7" name="object 7"/>
            <p:cNvPicPr/>
            <p:nvPr/>
          </p:nvPicPr>
          <p:blipFill>
            <a:blip r:embed="rId3" cstate="print"/>
            <a:stretch>
              <a:fillRect/>
            </a:stretch>
          </p:blipFill>
          <p:spPr>
            <a:xfrm>
              <a:off x="1403985" y="4108905"/>
              <a:ext cx="3115012" cy="1124087"/>
            </a:xfrm>
            <a:prstGeom prst="rect">
              <a:avLst/>
            </a:prstGeom>
          </p:spPr>
        </p:pic>
        <p:sp>
          <p:nvSpPr>
            <p:cNvPr id="8" name="object 8"/>
            <p:cNvSpPr/>
            <p:nvPr/>
          </p:nvSpPr>
          <p:spPr>
            <a:xfrm>
              <a:off x="1403985" y="1279636"/>
              <a:ext cx="3105785" cy="3943985"/>
            </a:xfrm>
            <a:custGeom>
              <a:avLst/>
              <a:gdLst/>
              <a:ahLst/>
              <a:cxnLst/>
              <a:rect l="l" t="t" r="r" b="b"/>
              <a:pathLst>
                <a:path w="3105785" h="3943985">
                  <a:moveTo>
                    <a:pt x="3105150" y="3943350"/>
                  </a:moveTo>
                  <a:lnTo>
                    <a:pt x="0" y="3943350"/>
                  </a:lnTo>
                  <a:lnTo>
                    <a:pt x="0" y="0"/>
                  </a:lnTo>
                  <a:lnTo>
                    <a:pt x="3105150" y="0"/>
                  </a:lnTo>
                  <a:lnTo>
                    <a:pt x="3105150" y="3943350"/>
                  </a:lnTo>
                  <a:close/>
                </a:path>
              </a:pathLst>
            </a:custGeom>
            <a:solidFill>
              <a:srgbClr val="90DBD4"/>
            </a:solidFill>
          </p:spPr>
          <p:txBody>
            <a:bodyPr wrap="square" lIns="0" tIns="0" rIns="0" bIns="0" rtlCol="0"/>
            <a:lstStyle/>
            <a:p>
              <a:endParaRPr/>
            </a:p>
          </p:txBody>
        </p:sp>
      </p:grpSp>
      <p:sp>
        <p:nvSpPr>
          <p:cNvPr id="9" name="object 9"/>
          <p:cNvSpPr txBox="1"/>
          <p:nvPr/>
        </p:nvSpPr>
        <p:spPr>
          <a:xfrm>
            <a:off x="1403985" y="1279636"/>
            <a:ext cx="3105785" cy="3943985"/>
          </a:xfrm>
          <a:prstGeom prst="rect">
            <a:avLst/>
          </a:prstGeom>
        </p:spPr>
        <p:txBody>
          <a:bodyPr vert="horz" wrap="square" lIns="0" tIns="136525" rIns="0" bIns="0" rtlCol="0">
            <a:spAutoFit/>
          </a:bodyPr>
          <a:lstStyle/>
          <a:p>
            <a:pPr marR="49530" algn="ctr">
              <a:lnSpc>
                <a:spcPct val="100000"/>
              </a:lnSpc>
              <a:spcBef>
                <a:spcPts val="1075"/>
              </a:spcBef>
            </a:pPr>
            <a:r>
              <a:rPr sz="1700" spc="-25" dirty="0">
                <a:solidFill>
                  <a:srgbClr val="369E97"/>
                </a:solidFill>
                <a:latin typeface="Arial MT"/>
                <a:cs typeface="Arial MT"/>
              </a:rPr>
              <a:t>What</a:t>
            </a:r>
            <a:r>
              <a:rPr sz="1700" spc="-60" dirty="0">
                <a:solidFill>
                  <a:srgbClr val="369E97"/>
                </a:solidFill>
                <a:latin typeface="Arial MT"/>
                <a:cs typeface="Arial MT"/>
              </a:rPr>
              <a:t> </a:t>
            </a:r>
            <a:r>
              <a:rPr sz="1700" spc="-65" dirty="0">
                <a:solidFill>
                  <a:srgbClr val="AEFFFF"/>
                </a:solidFill>
                <a:latin typeface="Arial MT"/>
                <a:cs typeface="Arial MT"/>
              </a:rPr>
              <a:t>does</a:t>
            </a:r>
            <a:r>
              <a:rPr sz="1700" spc="-55" dirty="0">
                <a:solidFill>
                  <a:srgbClr val="AEFFFF"/>
                </a:solidFill>
                <a:latin typeface="Arial MT"/>
                <a:cs typeface="Arial MT"/>
              </a:rPr>
              <a:t> </a:t>
            </a:r>
            <a:r>
              <a:rPr sz="1700" spc="-65" dirty="0">
                <a:solidFill>
                  <a:srgbClr val="218C85"/>
                </a:solidFill>
                <a:latin typeface="Arial MT"/>
                <a:cs typeface="Arial MT"/>
              </a:rPr>
              <a:t>Amazon</a:t>
            </a:r>
            <a:r>
              <a:rPr sz="1700" spc="-55" dirty="0">
                <a:solidFill>
                  <a:srgbClr val="218C85"/>
                </a:solidFill>
                <a:latin typeface="Arial MT"/>
                <a:cs typeface="Arial MT"/>
              </a:rPr>
              <a:t> </a:t>
            </a:r>
            <a:r>
              <a:rPr sz="1700" dirty="0">
                <a:solidFill>
                  <a:srgbClr val="74C4C6"/>
                </a:solidFill>
                <a:latin typeface="Arial MT"/>
                <a:cs typeface="Arial MT"/>
              </a:rPr>
              <a:t>E</a:t>
            </a:r>
            <a:r>
              <a:rPr sz="1700" spc="390" dirty="0">
                <a:solidFill>
                  <a:srgbClr val="74C4C6"/>
                </a:solidFill>
                <a:latin typeface="Arial MT"/>
                <a:cs typeface="Arial MT"/>
              </a:rPr>
              <a:t> </a:t>
            </a:r>
            <a:r>
              <a:rPr sz="1700" dirty="0">
                <a:solidFill>
                  <a:srgbClr val="74C4C6"/>
                </a:solidFill>
                <a:latin typeface="Arial MT"/>
                <a:cs typeface="Arial MT"/>
              </a:rPr>
              <a:t>2</a:t>
            </a:r>
            <a:r>
              <a:rPr sz="1700" spc="-120" dirty="0">
                <a:solidFill>
                  <a:srgbClr val="74C4C6"/>
                </a:solidFill>
                <a:latin typeface="Arial MT"/>
                <a:cs typeface="Arial MT"/>
              </a:rPr>
              <a:t> </a:t>
            </a:r>
            <a:r>
              <a:rPr sz="1700" spc="-25" dirty="0">
                <a:solidFill>
                  <a:srgbClr val="4DA59E"/>
                </a:solidFill>
                <a:latin typeface="Arial MT"/>
                <a:cs typeface="Arial MT"/>
              </a:rPr>
              <a:t>do?</a:t>
            </a:r>
            <a:endParaRPr sz="1700">
              <a:latin typeface="Arial MT"/>
              <a:cs typeface="Arial MT"/>
            </a:endParaRPr>
          </a:p>
          <a:p>
            <a:pPr marR="62865" algn="ctr">
              <a:lnSpc>
                <a:spcPts val="2150"/>
              </a:lnSpc>
              <a:spcBef>
                <a:spcPts val="1260"/>
              </a:spcBef>
            </a:pPr>
            <a:r>
              <a:rPr sz="1850" spc="-105" dirty="0">
                <a:solidFill>
                  <a:srgbClr val="268A82"/>
                </a:solidFill>
                <a:latin typeface="Arial MT"/>
                <a:cs typeface="Arial MT"/>
              </a:rPr>
              <a:t>What</a:t>
            </a:r>
            <a:r>
              <a:rPr sz="1850" spc="-114" dirty="0">
                <a:solidFill>
                  <a:srgbClr val="268A82"/>
                </a:solidFill>
                <a:latin typeface="Arial MT"/>
                <a:cs typeface="Arial MT"/>
              </a:rPr>
              <a:t> </a:t>
            </a:r>
            <a:r>
              <a:rPr sz="1850" spc="-85" dirty="0">
                <a:solidFill>
                  <a:srgbClr val="23897C"/>
                </a:solidFill>
                <a:latin typeface="Arial MT"/>
                <a:cs typeface="Arial MT"/>
              </a:rPr>
              <a:t>problem</a:t>
            </a:r>
            <a:r>
              <a:rPr sz="1850" spc="-5" dirty="0">
                <a:solidFill>
                  <a:srgbClr val="23897C"/>
                </a:solidFill>
                <a:latin typeface="Arial MT"/>
                <a:cs typeface="Arial MT"/>
              </a:rPr>
              <a:t> </a:t>
            </a:r>
            <a:r>
              <a:rPr sz="1850" spc="-150" dirty="0">
                <a:solidFill>
                  <a:srgbClr val="419390"/>
                </a:solidFill>
                <a:latin typeface="Arial MT"/>
                <a:cs typeface="Arial MT"/>
              </a:rPr>
              <a:t>does</a:t>
            </a:r>
            <a:r>
              <a:rPr sz="1850" spc="-35" dirty="0">
                <a:solidFill>
                  <a:srgbClr val="419390"/>
                </a:solidFill>
                <a:latin typeface="Arial MT"/>
                <a:cs typeface="Arial MT"/>
              </a:rPr>
              <a:t> </a:t>
            </a:r>
            <a:r>
              <a:rPr sz="1850" spc="-10" dirty="0">
                <a:solidFill>
                  <a:srgbClr val="318C89"/>
                </a:solidFill>
                <a:latin typeface="Arial MT"/>
                <a:cs typeface="Arial MT"/>
              </a:rPr>
              <a:t>Amazon</a:t>
            </a:r>
            <a:endParaRPr sz="1850">
              <a:latin typeface="Arial MT"/>
              <a:cs typeface="Arial MT"/>
            </a:endParaRPr>
          </a:p>
          <a:p>
            <a:pPr marR="53975" algn="ctr">
              <a:lnSpc>
                <a:spcPts val="2090"/>
              </a:lnSpc>
            </a:pPr>
            <a:r>
              <a:rPr sz="1800" spc="-260" dirty="0">
                <a:solidFill>
                  <a:srgbClr val="7EDFD8"/>
                </a:solidFill>
                <a:latin typeface="Arial MT"/>
                <a:cs typeface="Arial MT"/>
              </a:rPr>
              <a:t>EC2</a:t>
            </a:r>
            <a:r>
              <a:rPr sz="1800" spc="5" dirty="0">
                <a:solidFill>
                  <a:srgbClr val="7EDFD8"/>
                </a:solidFill>
                <a:latin typeface="Arial MT"/>
                <a:cs typeface="Arial MT"/>
              </a:rPr>
              <a:t> </a:t>
            </a:r>
            <a:r>
              <a:rPr sz="1800" spc="-10" dirty="0">
                <a:solidFill>
                  <a:srgbClr val="34938E"/>
                </a:solidFill>
                <a:latin typeface="Arial MT"/>
                <a:cs typeface="Arial MT"/>
              </a:rPr>
              <a:t>solve*</a:t>
            </a:r>
            <a:endParaRPr sz="1800">
              <a:latin typeface="Arial MT"/>
              <a:cs typeface="Arial MT"/>
            </a:endParaRPr>
          </a:p>
          <a:p>
            <a:pPr marR="45085" algn="ctr">
              <a:lnSpc>
                <a:spcPts val="2205"/>
              </a:lnSpc>
              <a:spcBef>
                <a:spcPts val="140"/>
              </a:spcBef>
            </a:pPr>
            <a:r>
              <a:rPr sz="1900" spc="-190" dirty="0">
                <a:solidFill>
                  <a:srgbClr val="3D8289"/>
                </a:solidFill>
                <a:latin typeface="Arial MT"/>
                <a:cs typeface="Arial MT"/>
              </a:rPr>
              <a:t>What</a:t>
            </a:r>
            <a:r>
              <a:rPr sz="1900" spc="40" dirty="0">
                <a:solidFill>
                  <a:srgbClr val="3D8289"/>
                </a:solidFill>
                <a:latin typeface="Arial MT"/>
                <a:cs typeface="Arial MT"/>
              </a:rPr>
              <a:t> </a:t>
            </a:r>
            <a:r>
              <a:rPr sz="1900" spc="-180" dirty="0">
                <a:solidFill>
                  <a:srgbClr val="97E4DF"/>
                </a:solidFill>
                <a:latin typeface="Arial MT"/>
                <a:cs typeface="Arial MT"/>
              </a:rPr>
              <a:t>are</a:t>
            </a:r>
            <a:r>
              <a:rPr sz="1900" spc="-90" dirty="0">
                <a:solidFill>
                  <a:srgbClr val="97E4DF"/>
                </a:solidFill>
                <a:latin typeface="Arial MT"/>
                <a:cs typeface="Arial MT"/>
              </a:rPr>
              <a:t> </a:t>
            </a:r>
            <a:r>
              <a:rPr sz="1900" spc="-110" dirty="0">
                <a:solidFill>
                  <a:srgbClr val="A1EBED"/>
                </a:solidFill>
                <a:latin typeface="Arial MT"/>
                <a:cs typeface="Arial MT"/>
              </a:rPr>
              <a:t>the</a:t>
            </a:r>
            <a:r>
              <a:rPr sz="1900" spc="-50" dirty="0">
                <a:solidFill>
                  <a:srgbClr val="A1EBED"/>
                </a:solidFill>
                <a:latin typeface="Arial MT"/>
                <a:cs typeface="Arial MT"/>
              </a:rPr>
              <a:t> </a:t>
            </a:r>
            <a:r>
              <a:rPr sz="1900" spc="-114" dirty="0">
                <a:solidFill>
                  <a:srgbClr val="418C89"/>
                </a:solidFill>
                <a:latin typeface="Arial MT"/>
                <a:cs typeface="Arial MT"/>
              </a:rPr>
              <a:t>benefits</a:t>
            </a:r>
            <a:r>
              <a:rPr sz="1900" spc="10" dirty="0">
                <a:solidFill>
                  <a:srgbClr val="418C89"/>
                </a:solidFill>
                <a:latin typeface="Arial MT"/>
                <a:cs typeface="Arial MT"/>
              </a:rPr>
              <a:t> </a:t>
            </a:r>
            <a:r>
              <a:rPr sz="1900" spc="-25" dirty="0">
                <a:solidFill>
                  <a:srgbClr val="2A9390"/>
                </a:solidFill>
                <a:latin typeface="Arial MT"/>
                <a:cs typeface="Arial MT"/>
              </a:rPr>
              <a:t>of</a:t>
            </a:r>
            <a:endParaRPr sz="1900">
              <a:latin typeface="Arial MT"/>
              <a:cs typeface="Arial MT"/>
            </a:endParaRPr>
          </a:p>
          <a:p>
            <a:pPr marR="55244" algn="ctr">
              <a:lnSpc>
                <a:spcPts val="2085"/>
              </a:lnSpc>
            </a:pPr>
            <a:r>
              <a:rPr sz="1800" spc="-130" dirty="0">
                <a:solidFill>
                  <a:srgbClr val="429395"/>
                </a:solidFill>
                <a:latin typeface="Arial MT"/>
                <a:cs typeface="Arial MT"/>
              </a:rPr>
              <a:t>Amazon</a:t>
            </a:r>
            <a:r>
              <a:rPr sz="1800" spc="25" dirty="0">
                <a:solidFill>
                  <a:srgbClr val="429395"/>
                </a:solidFill>
                <a:latin typeface="Arial MT"/>
                <a:cs typeface="Arial MT"/>
              </a:rPr>
              <a:t> </a:t>
            </a:r>
            <a:r>
              <a:rPr sz="1800" spc="-285" dirty="0">
                <a:solidFill>
                  <a:srgbClr val="62AFBA"/>
                </a:solidFill>
                <a:latin typeface="Arial MT"/>
                <a:cs typeface="Arial MT"/>
              </a:rPr>
              <a:t>EC2?</a:t>
            </a:r>
            <a:endParaRPr sz="1800">
              <a:latin typeface="Arial MT"/>
              <a:cs typeface="Arial MT"/>
            </a:endParaRPr>
          </a:p>
          <a:p>
            <a:pPr marR="53975" algn="ctr">
              <a:lnSpc>
                <a:spcPct val="100000"/>
              </a:lnSpc>
              <a:spcBef>
                <a:spcPts val="114"/>
              </a:spcBef>
            </a:pPr>
            <a:r>
              <a:rPr sz="1850" spc="-145" dirty="0">
                <a:solidFill>
                  <a:srgbClr val="3F9A8E"/>
                </a:solidFill>
                <a:latin typeface="Arial MT"/>
                <a:cs typeface="Arial MT"/>
              </a:rPr>
              <a:t>How</a:t>
            </a:r>
            <a:r>
              <a:rPr sz="1850" spc="-60" dirty="0">
                <a:solidFill>
                  <a:srgbClr val="3F9A8E"/>
                </a:solidFill>
                <a:latin typeface="Arial MT"/>
                <a:cs typeface="Arial MT"/>
              </a:rPr>
              <a:t> </a:t>
            </a:r>
            <a:r>
              <a:rPr sz="1850" spc="-170" dirty="0">
                <a:solidFill>
                  <a:srgbClr val="3B8C90"/>
                </a:solidFill>
                <a:latin typeface="Arial MT"/>
                <a:cs typeface="Arial MT"/>
              </a:rPr>
              <a:t>can</a:t>
            </a:r>
            <a:r>
              <a:rPr sz="1850" spc="-45" dirty="0">
                <a:solidFill>
                  <a:srgbClr val="3B8C90"/>
                </a:solidFill>
                <a:latin typeface="Arial MT"/>
                <a:cs typeface="Arial MT"/>
              </a:rPr>
              <a:t> </a:t>
            </a:r>
            <a:r>
              <a:rPr sz="1850" spc="-90" dirty="0">
                <a:solidFill>
                  <a:srgbClr val="2A9085"/>
                </a:solidFill>
                <a:latin typeface="Arial MT"/>
                <a:cs typeface="Arial MT"/>
              </a:rPr>
              <a:t>I</a:t>
            </a:r>
            <a:r>
              <a:rPr sz="1850" spc="-85" dirty="0">
                <a:solidFill>
                  <a:srgbClr val="2A9085"/>
                </a:solidFill>
                <a:latin typeface="Arial MT"/>
                <a:cs typeface="Arial MT"/>
              </a:rPr>
              <a:t> </a:t>
            </a:r>
            <a:r>
              <a:rPr sz="1850" spc="-100" dirty="0">
                <a:solidFill>
                  <a:srgbClr val="2D8282"/>
                </a:solidFill>
                <a:latin typeface="Arial MT"/>
                <a:cs typeface="Arial MT"/>
              </a:rPr>
              <a:t>architect</a:t>
            </a:r>
            <a:r>
              <a:rPr sz="1850" spc="85" dirty="0">
                <a:solidFill>
                  <a:srgbClr val="2D8282"/>
                </a:solidFill>
                <a:latin typeface="Arial MT"/>
                <a:cs typeface="Arial MT"/>
              </a:rPr>
              <a:t> </a:t>
            </a:r>
            <a:r>
              <a:rPr sz="1850" spc="-180" dirty="0">
                <a:solidFill>
                  <a:srgbClr val="3F9795"/>
                </a:solidFill>
                <a:latin typeface="Arial MT"/>
                <a:cs typeface="Arial MT"/>
              </a:rPr>
              <a:t>a</a:t>
            </a:r>
            <a:r>
              <a:rPr sz="1850" spc="-100" dirty="0">
                <a:solidFill>
                  <a:srgbClr val="3F9795"/>
                </a:solidFill>
                <a:latin typeface="Arial MT"/>
                <a:cs typeface="Arial MT"/>
              </a:rPr>
              <a:t> </a:t>
            </a:r>
            <a:r>
              <a:rPr sz="1850" spc="-10" dirty="0">
                <a:solidFill>
                  <a:srgbClr val="59B8B8"/>
                </a:solidFill>
                <a:latin typeface="Arial MT"/>
                <a:cs typeface="Arial MT"/>
              </a:rPr>
              <a:t>cloud</a:t>
            </a:r>
            <a:endParaRPr sz="1850">
              <a:latin typeface="Arial MT"/>
              <a:cs typeface="Arial MT"/>
            </a:endParaRPr>
          </a:p>
          <a:p>
            <a:pPr marR="59055" algn="ctr">
              <a:lnSpc>
                <a:spcPct val="100000"/>
              </a:lnSpc>
              <a:spcBef>
                <a:spcPts val="30"/>
              </a:spcBef>
            </a:pPr>
            <a:r>
              <a:rPr sz="1700" spc="-10" dirty="0">
                <a:solidFill>
                  <a:srgbClr val="21898C"/>
                </a:solidFill>
                <a:latin typeface="Arial MT"/>
                <a:cs typeface="Arial MT"/>
              </a:rPr>
              <a:t>solution</a:t>
            </a:r>
            <a:r>
              <a:rPr sz="1700" spc="-100" dirty="0">
                <a:solidFill>
                  <a:srgbClr val="21898C"/>
                </a:solidFill>
                <a:latin typeface="Arial MT"/>
                <a:cs typeface="Arial MT"/>
              </a:rPr>
              <a:t> </a:t>
            </a:r>
            <a:r>
              <a:rPr sz="1700" spc="-25" dirty="0">
                <a:solidFill>
                  <a:srgbClr val="268372"/>
                </a:solidFill>
                <a:latin typeface="Arial MT"/>
                <a:cs typeface="Arial MT"/>
              </a:rPr>
              <a:t>using</a:t>
            </a:r>
            <a:r>
              <a:rPr sz="1700" spc="-60" dirty="0">
                <a:solidFill>
                  <a:srgbClr val="268372"/>
                </a:solidFill>
                <a:latin typeface="Arial MT"/>
                <a:cs typeface="Arial MT"/>
              </a:rPr>
              <a:t> </a:t>
            </a:r>
            <a:r>
              <a:rPr sz="1700" spc="-80" dirty="0">
                <a:solidFill>
                  <a:srgbClr val="2D8E8E"/>
                </a:solidFill>
                <a:latin typeface="Arial MT"/>
                <a:cs typeface="Arial MT"/>
              </a:rPr>
              <a:t>Amazon</a:t>
            </a:r>
            <a:r>
              <a:rPr sz="1700" spc="-40" dirty="0">
                <a:solidFill>
                  <a:srgbClr val="2D8E8E"/>
                </a:solidFill>
                <a:latin typeface="Arial MT"/>
                <a:cs typeface="Arial MT"/>
              </a:rPr>
              <a:t> </a:t>
            </a:r>
            <a:r>
              <a:rPr sz="1700" spc="-20" dirty="0">
                <a:solidFill>
                  <a:srgbClr val="52AAA7"/>
                </a:solidFill>
                <a:latin typeface="Arial MT"/>
                <a:cs typeface="Arial MT"/>
              </a:rPr>
              <a:t>EC2?</a:t>
            </a:r>
            <a:endParaRPr sz="1700">
              <a:latin typeface="Arial MT"/>
              <a:cs typeface="Arial MT"/>
            </a:endParaRPr>
          </a:p>
          <a:p>
            <a:pPr marR="50165" algn="ctr">
              <a:lnSpc>
                <a:spcPct val="100000"/>
              </a:lnSpc>
              <a:spcBef>
                <a:spcPts val="1410"/>
              </a:spcBef>
            </a:pPr>
            <a:r>
              <a:rPr sz="1700" spc="-20" dirty="0">
                <a:solidFill>
                  <a:srgbClr val="C64BC3"/>
                </a:solidFill>
                <a:latin typeface="Arial MT"/>
                <a:cs typeface="Arial MT"/>
              </a:rPr>
              <a:t>How</a:t>
            </a:r>
            <a:r>
              <a:rPr sz="1700" spc="-100" dirty="0">
                <a:solidFill>
                  <a:srgbClr val="C64BC3"/>
                </a:solidFill>
                <a:latin typeface="Arial MT"/>
                <a:cs typeface="Arial MT"/>
              </a:rPr>
              <a:t> </a:t>
            </a:r>
            <a:r>
              <a:rPr sz="1700" spc="-85" dirty="0">
                <a:solidFill>
                  <a:srgbClr val="D33BD8"/>
                </a:solidFill>
                <a:latin typeface="Arial MT"/>
                <a:cs typeface="Arial MT"/>
              </a:rPr>
              <a:t>can</a:t>
            </a:r>
            <a:r>
              <a:rPr sz="1700" spc="-35" dirty="0">
                <a:solidFill>
                  <a:srgbClr val="D33BD8"/>
                </a:solidFill>
                <a:latin typeface="Arial MT"/>
                <a:cs typeface="Arial MT"/>
              </a:rPr>
              <a:t> </a:t>
            </a:r>
            <a:r>
              <a:rPr sz="1700" dirty="0">
                <a:solidFill>
                  <a:srgbClr val="C62DC3"/>
                </a:solidFill>
                <a:latin typeface="Arial MT"/>
                <a:cs typeface="Arial MT"/>
              </a:rPr>
              <a:t>I</a:t>
            </a:r>
            <a:r>
              <a:rPr sz="1700" spc="-90" dirty="0">
                <a:solidFill>
                  <a:srgbClr val="C62DC3"/>
                </a:solidFill>
                <a:latin typeface="Arial MT"/>
                <a:cs typeface="Arial MT"/>
              </a:rPr>
              <a:t> </a:t>
            </a:r>
            <a:r>
              <a:rPr sz="1700" spc="-95" dirty="0">
                <a:solidFill>
                  <a:srgbClr val="C81ABA"/>
                </a:solidFill>
                <a:latin typeface="Arial MT"/>
                <a:cs typeface="Arial MT"/>
              </a:rPr>
              <a:t>use</a:t>
            </a:r>
            <a:r>
              <a:rPr sz="1700" spc="-5" dirty="0">
                <a:solidFill>
                  <a:srgbClr val="C81ABA"/>
                </a:solidFill>
                <a:latin typeface="Arial MT"/>
                <a:cs typeface="Arial MT"/>
              </a:rPr>
              <a:t> </a:t>
            </a:r>
            <a:r>
              <a:rPr sz="1700" spc="-80" dirty="0">
                <a:solidFill>
                  <a:srgbClr val="E638D8"/>
                </a:solidFill>
                <a:latin typeface="Arial MT"/>
                <a:cs typeface="Arial MT"/>
              </a:rPr>
              <a:t>Amazon</a:t>
            </a:r>
            <a:r>
              <a:rPr sz="1700" spc="40" dirty="0">
                <a:solidFill>
                  <a:srgbClr val="E638D8"/>
                </a:solidFill>
                <a:latin typeface="Arial MT"/>
                <a:cs typeface="Arial MT"/>
              </a:rPr>
              <a:t> </a:t>
            </a:r>
            <a:r>
              <a:rPr sz="1700" spc="-20" dirty="0">
                <a:solidFill>
                  <a:srgbClr val="D126CD"/>
                </a:solidFill>
                <a:latin typeface="Arial MT"/>
                <a:cs typeface="Arial MT"/>
              </a:rPr>
              <a:t>EC2?</a:t>
            </a:r>
            <a:endParaRPr sz="1700">
              <a:latin typeface="Arial MT"/>
              <a:cs typeface="Arial MT"/>
            </a:endParaRPr>
          </a:p>
          <a:p>
            <a:pPr marL="63500" marR="110489" algn="ctr">
              <a:lnSpc>
                <a:spcPts val="1950"/>
              </a:lnSpc>
              <a:spcBef>
                <a:spcPts val="1475"/>
              </a:spcBef>
            </a:pPr>
            <a:r>
              <a:rPr sz="1850" spc="-130" dirty="0">
                <a:solidFill>
                  <a:srgbClr val="36757B"/>
                </a:solidFill>
                <a:latin typeface="Arial MT"/>
                <a:cs typeface="Arial MT"/>
              </a:rPr>
              <a:t>What</a:t>
            </a:r>
            <a:r>
              <a:rPr sz="1850" spc="-35" dirty="0">
                <a:solidFill>
                  <a:srgbClr val="36757B"/>
                </a:solidFill>
                <a:latin typeface="Arial MT"/>
                <a:cs typeface="Arial MT"/>
              </a:rPr>
              <a:t> </a:t>
            </a:r>
            <a:r>
              <a:rPr sz="1850" spc="-170" dirty="0">
                <a:solidFill>
                  <a:srgbClr val="3A7777"/>
                </a:solidFill>
                <a:latin typeface="Arial MT"/>
                <a:cs typeface="Arial MT"/>
              </a:rPr>
              <a:t>else</a:t>
            </a:r>
            <a:r>
              <a:rPr sz="1850" spc="-10" dirty="0">
                <a:solidFill>
                  <a:srgbClr val="3A7777"/>
                </a:solidFill>
                <a:latin typeface="Arial MT"/>
                <a:cs typeface="Arial MT"/>
              </a:rPr>
              <a:t> </a:t>
            </a:r>
            <a:r>
              <a:rPr sz="1850" spc="-105" dirty="0">
                <a:solidFill>
                  <a:srgbClr val="238982"/>
                </a:solidFill>
                <a:latin typeface="Arial MT"/>
                <a:cs typeface="Arial MT"/>
              </a:rPr>
              <a:t>should</a:t>
            </a:r>
            <a:r>
              <a:rPr sz="1850" spc="-65" dirty="0">
                <a:solidFill>
                  <a:srgbClr val="238982"/>
                </a:solidFill>
                <a:latin typeface="Arial MT"/>
                <a:cs typeface="Arial MT"/>
              </a:rPr>
              <a:t> </a:t>
            </a:r>
            <a:r>
              <a:rPr sz="1850" spc="-90" dirty="0">
                <a:solidFill>
                  <a:srgbClr val="319395"/>
                </a:solidFill>
                <a:latin typeface="Arial MT"/>
                <a:cs typeface="Arial MT"/>
              </a:rPr>
              <a:t>I</a:t>
            </a:r>
            <a:r>
              <a:rPr sz="1850" spc="-70" dirty="0">
                <a:solidFill>
                  <a:srgbClr val="319395"/>
                </a:solidFill>
                <a:latin typeface="Arial MT"/>
                <a:cs typeface="Arial MT"/>
              </a:rPr>
              <a:t> </a:t>
            </a:r>
            <a:r>
              <a:rPr sz="1850" spc="-185" dirty="0">
                <a:solidFill>
                  <a:srgbClr val="38827E"/>
                </a:solidFill>
                <a:latin typeface="Arial MT"/>
                <a:cs typeface="Arial MT"/>
              </a:rPr>
              <a:t>Leep</a:t>
            </a:r>
            <a:r>
              <a:rPr sz="1850" dirty="0">
                <a:solidFill>
                  <a:srgbClr val="38827E"/>
                </a:solidFill>
                <a:latin typeface="Arial MT"/>
                <a:cs typeface="Arial MT"/>
              </a:rPr>
              <a:t> </a:t>
            </a:r>
            <a:r>
              <a:rPr sz="1850" spc="-60" dirty="0">
                <a:solidFill>
                  <a:srgbClr val="389082"/>
                </a:solidFill>
                <a:latin typeface="Arial MT"/>
                <a:cs typeface="Arial MT"/>
              </a:rPr>
              <a:t>in</a:t>
            </a:r>
            <a:r>
              <a:rPr sz="1850" spc="-114" dirty="0">
                <a:solidFill>
                  <a:srgbClr val="389082"/>
                </a:solidFill>
                <a:latin typeface="Arial MT"/>
                <a:cs typeface="Arial MT"/>
              </a:rPr>
              <a:t> </a:t>
            </a:r>
            <a:r>
              <a:rPr sz="1850" spc="-60" dirty="0">
                <a:solidFill>
                  <a:srgbClr val="2B9187"/>
                </a:solidFill>
                <a:latin typeface="Arial MT"/>
                <a:cs typeface="Arial MT"/>
              </a:rPr>
              <a:t>mind </a:t>
            </a:r>
            <a:r>
              <a:rPr sz="1850" spc="-135" dirty="0">
                <a:solidFill>
                  <a:srgbClr val="219587"/>
                </a:solidFill>
                <a:latin typeface="Arial MT"/>
                <a:cs typeface="Arial MT"/>
              </a:rPr>
              <a:t>when</a:t>
            </a:r>
            <a:r>
              <a:rPr sz="1850" spc="-40" dirty="0">
                <a:solidFill>
                  <a:srgbClr val="219587"/>
                </a:solidFill>
                <a:latin typeface="Arial MT"/>
                <a:cs typeface="Arial MT"/>
              </a:rPr>
              <a:t> </a:t>
            </a:r>
            <a:r>
              <a:rPr sz="1850" spc="-110" dirty="0">
                <a:solidFill>
                  <a:srgbClr val="338780"/>
                </a:solidFill>
                <a:latin typeface="Arial MT"/>
                <a:cs typeface="Arial MT"/>
              </a:rPr>
              <a:t>using</a:t>
            </a:r>
            <a:r>
              <a:rPr sz="1850" spc="20" dirty="0">
                <a:solidFill>
                  <a:srgbClr val="338780"/>
                </a:solidFill>
                <a:latin typeface="Arial MT"/>
                <a:cs typeface="Arial MT"/>
              </a:rPr>
              <a:t> </a:t>
            </a:r>
            <a:r>
              <a:rPr sz="1850" spc="-170" dirty="0">
                <a:solidFill>
                  <a:srgbClr val="2D9189"/>
                </a:solidFill>
                <a:latin typeface="Arial MT"/>
                <a:cs typeface="Arial MT"/>
              </a:rPr>
              <a:t>Amazon</a:t>
            </a:r>
            <a:r>
              <a:rPr sz="1850" spc="-20" dirty="0">
                <a:solidFill>
                  <a:srgbClr val="2D9189"/>
                </a:solidFill>
                <a:latin typeface="Arial MT"/>
                <a:cs typeface="Arial MT"/>
              </a:rPr>
              <a:t> </a:t>
            </a:r>
            <a:r>
              <a:rPr sz="1850" spc="-315" dirty="0">
                <a:solidFill>
                  <a:srgbClr val="23A195"/>
                </a:solidFill>
                <a:latin typeface="Arial MT"/>
                <a:cs typeface="Arial MT"/>
              </a:rPr>
              <a:t>EC2?</a:t>
            </a:r>
            <a:endParaRPr sz="1850">
              <a:latin typeface="Arial MT"/>
              <a:cs typeface="Arial MT"/>
            </a:endParaRPr>
          </a:p>
          <a:p>
            <a:pPr marL="685800" marR="730885" indent="-7620" algn="ctr">
              <a:lnSpc>
                <a:spcPts val="1950"/>
              </a:lnSpc>
              <a:spcBef>
                <a:spcPts val="525"/>
              </a:spcBef>
            </a:pPr>
            <a:r>
              <a:rPr sz="1900" spc="-190" dirty="0">
                <a:solidFill>
                  <a:srgbClr val="569A9A"/>
                </a:solidFill>
                <a:latin typeface="Arial MT"/>
                <a:cs typeface="Arial MT"/>
              </a:rPr>
              <a:t>How</a:t>
            </a:r>
            <a:r>
              <a:rPr sz="1900" spc="-30" dirty="0">
                <a:solidFill>
                  <a:srgbClr val="569A9A"/>
                </a:solidFill>
                <a:latin typeface="Arial MT"/>
                <a:cs typeface="Arial MT"/>
              </a:rPr>
              <a:t> </a:t>
            </a:r>
            <a:r>
              <a:rPr sz="1900" spc="-175" dirty="0">
                <a:solidFill>
                  <a:srgbClr val="369389"/>
                </a:solidFill>
                <a:latin typeface="Arial MT"/>
                <a:cs typeface="Arial MT"/>
              </a:rPr>
              <a:t>much</a:t>
            </a:r>
            <a:r>
              <a:rPr sz="1900" spc="-60" dirty="0">
                <a:solidFill>
                  <a:srgbClr val="369389"/>
                </a:solidFill>
                <a:latin typeface="Arial MT"/>
                <a:cs typeface="Arial MT"/>
              </a:rPr>
              <a:t> </a:t>
            </a:r>
            <a:r>
              <a:rPr sz="1900" spc="-20" dirty="0">
                <a:solidFill>
                  <a:srgbClr val="AAEFEF"/>
                </a:solidFill>
                <a:latin typeface="Arial MT"/>
                <a:cs typeface="Arial MT"/>
              </a:rPr>
              <a:t>does </a:t>
            </a:r>
            <a:r>
              <a:rPr sz="1900" spc="-210" dirty="0">
                <a:solidFill>
                  <a:srgbClr val="318C8C"/>
                </a:solidFill>
                <a:latin typeface="Arial MT"/>
                <a:cs typeface="Arial MT"/>
              </a:rPr>
              <a:t>Amazon</a:t>
            </a:r>
            <a:r>
              <a:rPr sz="1900" spc="-60" dirty="0">
                <a:solidFill>
                  <a:srgbClr val="318C8C"/>
                </a:solidFill>
                <a:latin typeface="Arial MT"/>
                <a:cs typeface="Arial MT"/>
              </a:rPr>
              <a:t> </a:t>
            </a:r>
            <a:r>
              <a:rPr sz="1900" spc="-340" dirty="0">
                <a:solidFill>
                  <a:srgbClr val="6EBAC1"/>
                </a:solidFill>
                <a:latin typeface="Arial MT"/>
                <a:cs typeface="Arial MT"/>
              </a:rPr>
              <a:t>EC2</a:t>
            </a:r>
            <a:r>
              <a:rPr sz="1900" spc="65" dirty="0">
                <a:solidFill>
                  <a:srgbClr val="6EBAC1"/>
                </a:solidFill>
                <a:latin typeface="Arial MT"/>
                <a:cs typeface="Arial MT"/>
              </a:rPr>
              <a:t> </a:t>
            </a:r>
            <a:r>
              <a:rPr sz="1900" spc="-170" dirty="0">
                <a:solidFill>
                  <a:srgbClr val="34A89A"/>
                </a:solidFill>
                <a:latin typeface="Arial MT"/>
                <a:cs typeface="Arial MT"/>
              </a:rPr>
              <a:t>cost?</a:t>
            </a:r>
            <a:endParaRPr sz="1900">
              <a:latin typeface="Arial MT"/>
              <a:cs typeface="Arial MT"/>
            </a:endParaRPr>
          </a:p>
        </p:txBody>
      </p:sp>
      <p:grpSp>
        <p:nvGrpSpPr>
          <p:cNvPr id="10" name="object 10"/>
          <p:cNvGrpSpPr/>
          <p:nvPr/>
        </p:nvGrpSpPr>
        <p:grpSpPr>
          <a:xfrm>
            <a:off x="7700691" y="2013150"/>
            <a:ext cx="1505585" cy="772160"/>
            <a:chOff x="7700691" y="2013150"/>
            <a:chExt cx="1505585" cy="772160"/>
          </a:xfrm>
        </p:grpSpPr>
        <p:pic>
          <p:nvPicPr>
            <p:cNvPr id="11" name="object 11"/>
            <p:cNvPicPr/>
            <p:nvPr/>
          </p:nvPicPr>
          <p:blipFill>
            <a:blip r:embed="rId4" cstate="print"/>
            <a:stretch>
              <a:fillRect/>
            </a:stretch>
          </p:blipFill>
          <p:spPr>
            <a:xfrm>
              <a:off x="7700691" y="2013150"/>
              <a:ext cx="1505112" cy="771619"/>
            </a:xfrm>
            <a:prstGeom prst="rect">
              <a:avLst/>
            </a:prstGeom>
          </p:spPr>
        </p:pic>
        <p:pic>
          <p:nvPicPr>
            <p:cNvPr id="12" name="object 12"/>
            <p:cNvPicPr/>
            <p:nvPr/>
          </p:nvPicPr>
          <p:blipFill>
            <a:blip r:embed="rId5" cstate="print"/>
            <a:stretch>
              <a:fillRect/>
            </a:stretch>
          </p:blipFill>
          <p:spPr>
            <a:xfrm>
              <a:off x="7700691" y="2013150"/>
              <a:ext cx="1505112" cy="771619"/>
            </a:xfrm>
            <a:prstGeom prst="rect">
              <a:avLst/>
            </a:prstGeom>
          </p:spPr>
        </p:pic>
      </p:grpSp>
      <p:sp>
        <p:nvSpPr>
          <p:cNvPr id="13" name="object 13"/>
          <p:cNvSpPr txBox="1"/>
          <p:nvPr/>
        </p:nvSpPr>
        <p:spPr>
          <a:xfrm>
            <a:off x="9526926" y="2260832"/>
            <a:ext cx="270510" cy="239395"/>
          </a:xfrm>
          <a:prstGeom prst="rect">
            <a:avLst/>
          </a:prstGeom>
        </p:spPr>
        <p:txBody>
          <a:bodyPr vert="horz" wrap="square" lIns="0" tIns="12700" rIns="0" bIns="0" rtlCol="0">
            <a:spAutoFit/>
          </a:bodyPr>
          <a:lstStyle/>
          <a:p>
            <a:pPr marL="12700">
              <a:lnSpc>
                <a:spcPct val="100000"/>
              </a:lnSpc>
              <a:spcBef>
                <a:spcPts val="100"/>
              </a:spcBef>
            </a:pPr>
            <a:r>
              <a:rPr sz="1400" spc="-50" dirty="0">
                <a:solidFill>
                  <a:srgbClr val="1687E4"/>
                </a:solidFill>
                <a:latin typeface="Cambria"/>
                <a:cs typeface="Cambria"/>
              </a:rPr>
              <a:t>os1</a:t>
            </a:r>
            <a:endParaRPr sz="1400">
              <a:latin typeface="Cambria"/>
              <a:cs typeface="Cambria"/>
            </a:endParaRPr>
          </a:p>
        </p:txBody>
      </p:sp>
      <p:pic>
        <p:nvPicPr>
          <p:cNvPr id="14" name="object 14"/>
          <p:cNvPicPr/>
          <p:nvPr/>
        </p:nvPicPr>
        <p:blipFill>
          <a:blip r:embed="rId6" cstate="print"/>
          <a:stretch>
            <a:fillRect/>
          </a:stretch>
        </p:blipFill>
        <p:spPr>
          <a:xfrm>
            <a:off x="1680240" y="5366358"/>
            <a:ext cx="2667289" cy="104787"/>
          </a:xfrm>
          <a:prstGeom prst="rect">
            <a:avLst/>
          </a:prstGeom>
        </p:spPr>
      </p:pic>
      <p:sp>
        <p:nvSpPr>
          <p:cNvPr id="15" name="object 15"/>
          <p:cNvSpPr txBox="1"/>
          <p:nvPr/>
        </p:nvSpPr>
        <p:spPr>
          <a:xfrm>
            <a:off x="4780766" y="1309804"/>
            <a:ext cx="5400040" cy="576580"/>
          </a:xfrm>
          <a:prstGeom prst="rect">
            <a:avLst/>
          </a:prstGeom>
        </p:spPr>
        <p:txBody>
          <a:bodyPr vert="horz" wrap="square" lIns="0" tIns="10795" rIns="0" bIns="0" rtlCol="0">
            <a:spAutoFit/>
          </a:bodyPr>
          <a:lstStyle/>
          <a:p>
            <a:pPr marL="12700" marR="5080" indent="2540">
              <a:lnSpc>
                <a:spcPct val="100699"/>
              </a:lnSpc>
              <a:spcBef>
                <a:spcPts val="85"/>
              </a:spcBef>
            </a:pPr>
            <a:r>
              <a:rPr sz="1800" spc="-20" dirty="0">
                <a:latin typeface="Times New Roman"/>
                <a:cs typeface="Times New Roman"/>
              </a:rPr>
              <a:t>Choose</a:t>
            </a:r>
            <a:r>
              <a:rPr sz="1800" spc="50" dirty="0">
                <a:latin typeface="Times New Roman"/>
                <a:cs typeface="Times New Roman"/>
              </a:rPr>
              <a:t> </a:t>
            </a:r>
            <a:r>
              <a:rPr sz="1800" dirty="0">
                <a:solidFill>
                  <a:srgbClr val="111111"/>
                </a:solidFill>
                <a:latin typeface="Times New Roman"/>
                <a:cs typeface="Times New Roman"/>
              </a:rPr>
              <a:t>each</a:t>
            </a:r>
            <a:r>
              <a:rPr sz="1800" spc="110" dirty="0">
                <a:solidFill>
                  <a:srgbClr val="111111"/>
                </a:solidFill>
                <a:latin typeface="Times New Roman"/>
                <a:cs typeface="Times New Roman"/>
              </a:rPr>
              <a:t> </a:t>
            </a:r>
            <a:r>
              <a:rPr sz="1800" dirty="0">
                <a:solidFill>
                  <a:srgbClr val="1A1A1A"/>
                </a:solidFill>
                <a:latin typeface="Times New Roman"/>
                <a:cs typeface="Times New Roman"/>
              </a:rPr>
              <a:t>button</a:t>
            </a:r>
            <a:r>
              <a:rPr sz="1800" spc="100" dirty="0">
                <a:solidFill>
                  <a:srgbClr val="1A1A1A"/>
                </a:solidFill>
                <a:latin typeface="Times New Roman"/>
                <a:cs typeface="Times New Roman"/>
              </a:rPr>
              <a:t> </a:t>
            </a:r>
            <a:r>
              <a:rPr sz="1800" dirty="0">
                <a:solidFill>
                  <a:srgbClr val="232323"/>
                </a:solidFill>
                <a:latin typeface="Times New Roman"/>
                <a:cs typeface="Times New Roman"/>
              </a:rPr>
              <a:t>to</a:t>
            </a:r>
            <a:r>
              <a:rPr sz="1800" spc="-30" dirty="0">
                <a:solidFill>
                  <a:srgbClr val="232323"/>
                </a:solidFill>
                <a:latin typeface="Times New Roman"/>
                <a:cs typeface="Times New Roman"/>
              </a:rPr>
              <a:t> </a:t>
            </a:r>
            <a:r>
              <a:rPr sz="1800" spc="-10" dirty="0">
                <a:latin typeface="Times New Roman"/>
                <a:cs typeface="Times New Roman"/>
              </a:rPr>
              <a:t>learn</a:t>
            </a:r>
            <a:r>
              <a:rPr sz="1800" spc="145" dirty="0">
                <a:latin typeface="Times New Roman"/>
                <a:cs typeface="Times New Roman"/>
              </a:rPr>
              <a:t> </a:t>
            </a:r>
            <a:r>
              <a:rPr sz="1800" dirty="0">
                <a:solidFill>
                  <a:srgbClr val="1D1D1D"/>
                </a:solidFill>
                <a:latin typeface="Times New Roman"/>
                <a:cs typeface="Times New Roman"/>
              </a:rPr>
              <a:t>more</a:t>
            </a:r>
            <a:r>
              <a:rPr sz="1800" spc="25" dirty="0">
                <a:solidFill>
                  <a:srgbClr val="1D1D1D"/>
                </a:solidFill>
                <a:latin typeface="Times New Roman"/>
                <a:cs typeface="Times New Roman"/>
              </a:rPr>
              <a:t> </a:t>
            </a:r>
            <a:r>
              <a:rPr sz="1800" dirty="0">
                <a:latin typeface="Times New Roman"/>
                <a:cs typeface="Times New Roman"/>
              </a:rPr>
              <a:t>about</a:t>
            </a:r>
            <a:r>
              <a:rPr sz="1800" spc="50" dirty="0">
                <a:latin typeface="Times New Roman"/>
                <a:cs typeface="Times New Roman"/>
              </a:rPr>
              <a:t> </a:t>
            </a:r>
            <a:r>
              <a:rPr sz="1800" spc="-40" dirty="0">
                <a:latin typeface="Times New Roman"/>
                <a:cs typeface="Times New Roman"/>
              </a:rPr>
              <a:t>ways</a:t>
            </a:r>
            <a:r>
              <a:rPr sz="1800" dirty="0">
                <a:latin typeface="Times New Roman"/>
                <a:cs typeface="Times New Roman"/>
              </a:rPr>
              <a:t> </a:t>
            </a:r>
            <a:r>
              <a:rPr sz="1800" spc="-10" dirty="0">
                <a:latin typeface="Times New Roman"/>
                <a:cs typeface="Times New Roman"/>
              </a:rPr>
              <a:t>you</a:t>
            </a:r>
            <a:r>
              <a:rPr sz="1800" spc="45" dirty="0">
                <a:latin typeface="Times New Roman"/>
                <a:cs typeface="Times New Roman"/>
              </a:rPr>
              <a:t> </a:t>
            </a:r>
            <a:r>
              <a:rPr sz="1800" dirty="0">
                <a:latin typeface="Times New Roman"/>
                <a:cs typeface="Times New Roman"/>
              </a:rPr>
              <a:t>can</a:t>
            </a:r>
            <a:r>
              <a:rPr sz="1800" spc="145" dirty="0">
                <a:latin typeface="Times New Roman"/>
                <a:cs typeface="Times New Roman"/>
              </a:rPr>
              <a:t> </a:t>
            </a:r>
            <a:r>
              <a:rPr sz="1800" spc="-25" dirty="0">
                <a:solidFill>
                  <a:srgbClr val="0A0A0A"/>
                </a:solidFill>
                <a:latin typeface="Times New Roman"/>
                <a:cs typeface="Times New Roman"/>
              </a:rPr>
              <a:t>use </a:t>
            </a:r>
            <a:r>
              <a:rPr sz="1800" spc="-40" dirty="0">
                <a:latin typeface="Times New Roman"/>
                <a:cs typeface="Times New Roman"/>
              </a:rPr>
              <a:t>Amazon</a:t>
            </a:r>
            <a:r>
              <a:rPr sz="1800" spc="130" dirty="0">
                <a:latin typeface="Times New Roman"/>
                <a:cs typeface="Times New Roman"/>
              </a:rPr>
              <a:t> </a:t>
            </a:r>
            <a:r>
              <a:rPr sz="1800" spc="-20" dirty="0">
                <a:latin typeface="Times New Roman"/>
                <a:cs typeface="Times New Roman"/>
              </a:rPr>
              <a:t>EC2.</a:t>
            </a:r>
            <a:endParaRPr sz="1800">
              <a:latin typeface="Times New Roman"/>
              <a:cs typeface="Times New Roman"/>
            </a:endParaRPr>
          </a:p>
        </p:txBody>
      </p:sp>
      <p:sp>
        <p:nvSpPr>
          <p:cNvPr id="16" name="object 16"/>
          <p:cNvSpPr txBox="1"/>
          <p:nvPr/>
        </p:nvSpPr>
        <p:spPr>
          <a:xfrm>
            <a:off x="4708328" y="2884159"/>
            <a:ext cx="5858510" cy="1416685"/>
          </a:xfrm>
          <a:prstGeom prst="rect">
            <a:avLst/>
          </a:prstGeom>
        </p:spPr>
        <p:txBody>
          <a:bodyPr vert="horz" wrap="square" lIns="0" tIns="10160" rIns="0" bIns="0" rtlCol="0">
            <a:spAutoFit/>
          </a:bodyPr>
          <a:lstStyle/>
          <a:p>
            <a:pPr marL="12700" marR="5080" indent="5715">
              <a:lnSpc>
                <a:spcPct val="114300"/>
              </a:lnSpc>
              <a:spcBef>
                <a:spcPts val="80"/>
              </a:spcBef>
            </a:pPr>
            <a:r>
              <a:rPr sz="1600" dirty="0">
                <a:latin typeface="Times New Roman"/>
                <a:cs typeface="Times New Roman"/>
              </a:rPr>
              <a:t>Amazon</a:t>
            </a:r>
            <a:r>
              <a:rPr sz="1600" spc="395" dirty="0">
                <a:latin typeface="Times New Roman"/>
                <a:cs typeface="Times New Roman"/>
              </a:rPr>
              <a:t> </a:t>
            </a:r>
            <a:r>
              <a:rPr sz="1600" dirty="0">
                <a:latin typeface="Times New Roman"/>
                <a:cs typeface="Times New Roman"/>
              </a:rPr>
              <a:t>EC2</a:t>
            </a:r>
            <a:r>
              <a:rPr sz="1600" spc="170" dirty="0">
                <a:latin typeface="Times New Roman"/>
                <a:cs typeface="Times New Roman"/>
              </a:rPr>
              <a:t> </a:t>
            </a:r>
            <a:r>
              <a:rPr sz="1600" dirty="0">
                <a:latin typeface="Times New Roman"/>
                <a:cs typeface="Times New Roman"/>
              </a:rPr>
              <a:t>can</a:t>
            </a:r>
            <a:r>
              <a:rPr sz="1600" spc="365" dirty="0">
                <a:latin typeface="Times New Roman"/>
                <a:cs typeface="Times New Roman"/>
              </a:rPr>
              <a:t> </a:t>
            </a:r>
            <a:r>
              <a:rPr sz="1600" spc="65" dirty="0">
                <a:solidFill>
                  <a:srgbClr val="0F0F0F"/>
                </a:solidFill>
                <a:latin typeface="Times New Roman"/>
                <a:cs typeface="Times New Roman"/>
              </a:rPr>
              <a:t>be</a:t>
            </a:r>
            <a:r>
              <a:rPr sz="1600" spc="229" dirty="0">
                <a:solidFill>
                  <a:srgbClr val="0F0F0F"/>
                </a:solidFill>
                <a:latin typeface="Times New Roman"/>
                <a:cs typeface="Times New Roman"/>
              </a:rPr>
              <a:t> </a:t>
            </a:r>
            <a:r>
              <a:rPr sz="1600" spc="50" dirty="0">
                <a:latin typeface="Times New Roman"/>
                <a:cs typeface="Times New Roman"/>
              </a:rPr>
              <a:t>used</a:t>
            </a:r>
            <a:r>
              <a:rPr sz="1600" spc="210" dirty="0">
                <a:latin typeface="Times New Roman"/>
                <a:cs typeface="Times New Roman"/>
              </a:rPr>
              <a:t> </a:t>
            </a:r>
            <a:r>
              <a:rPr sz="1600" dirty="0">
                <a:solidFill>
                  <a:srgbClr val="2A2A2A"/>
                </a:solidFill>
                <a:latin typeface="Times New Roman"/>
                <a:cs typeface="Times New Roman"/>
              </a:rPr>
              <a:t>to</a:t>
            </a:r>
            <a:r>
              <a:rPr sz="1600" spc="295" dirty="0">
                <a:solidFill>
                  <a:srgbClr val="2A2A2A"/>
                </a:solidFill>
                <a:latin typeface="Times New Roman"/>
                <a:cs typeface="Times New Roman"/>
              </a:rPr>
              <a:t> </a:t>
            </a:r>
            <a:r>
              <a:rPr sz="1600" spc="70" dirty="0">
                <a:latin typeface="Times New Roman"/>
                <a:cs typeface="Times New Roman"/>
              </a:rPr>
              <a:t>create</a:t>
            </a:r>
            <a:r>
              <a:rPr sz="1600" spc="340" dirty="0">
                <a:latin typeface="Times New Roman"/>
                <a:cs typeface="Times New Roman"/>
              </a:rPr>
              <a:t> </a:t>
            </a:r>
            <a:r>
              <a:rPr sz="1600" spc="50" dirty="0">
                <a:latin typeface="Times New Roman"/>
                <a:cs typeface="Times New Roman"/>
              </a:rPr>
              <a:t>multi-</a:t>
            </a:r>
            <a:r>
              <a:rPr sz="1600" dirty="0">
                <a:latin typeface="Times New Roman"/>
                <a:cs typeface="Times New Roman"/>
              </a:rPr>
              <a:t>tier</a:t>
            </a:r>
            <a:r>
              <a:rPr sz="1600" spc="185" dirty="0">
                <a:latin typeface="Times New Roman"/>
                <a:cs typeface="Times New Roman"/>
              </a:rPr>
              <a:t> </a:t>
            </a:r>
            <a:r>
              <a:rPr sz="1600" spc="75" dirty="0">
                <a:latin typeface="Times New Roman"/>
                <a:cs typeface="Times New Roman"/>
              </a:rPr>
              <a:t>web</a:t>
            </a:r>
            <a:r>
              <a:rPr sz="1600" spc="215" dirty="0">
                <a:latin typeface="Times New Roman"/>
                <a:cs typeface="Times New Roman"/>
              </a:rPr>
              <a:t> </a:t>
            </a:r>
            <a:r>
              <a:rPr sz="1600" spc="40" dirty="0">
                <a:latin typeface="Times New Roman"/>
                <a:cs typeface="Times New Roman"/>
              </a:rPr>
              <a:t>applications. </a:t>
            </a:r>
            <a:r>
              <a:rPr sz="1600" dirty="0">
                <a:solidFill>
                  <a:srgbClr val="0E0E0E"/>
                </a:solidFill>
                <a:latin typeface="Times New Roman"/>
                <a:cs typeface="Times New Roman"/>
              </a:rPr>
              <a:t>With</a:t>
            </a:r>
            <a:r>
              <a:rPr sz="1600" spc="330" dirty="0">
                <a:solidFill>
                  <a:srgbClr val="0E0E0E"/>
                </a:solidFill>
                <a:latin typeface="Times New Roman"/>
                <a:cs typeface="Times New Roman"/>
              </a:rPr>
              <a:t> </a:t>
            </a:r>
            <a:r>
              <a:rPr sz="1600" dirty="0">
                <a:latin typeface="Times New Roman"/>
                <a:cs typeface="Times New Roman"/>
              </a:rPr>
              <a:t>security</a:t>
            </a:r>
            <a:r>
              <a:rPr sz="1600" spc="300" dirty="0">
                <a:latin typeface="Times New Roman"/>
                <a:cs typeface="Times New Roman"/>
              </a:rPr>
              <a:t> </a:t>
            </a:r>
            <a:r>
              <a:rPr sz="1600" dirty="0">
                <a:latin typeface="Times New Roman"/>
                <a:cs typeface="Times New Roman"/>
              </a:rPr>
              <a:t>groups,</a:t>
            </a:r>
            <a:r>
              <a:rPr sz="1600" spc="290" dirty="0">
                <a:latin typeface="Times New Roman"/>
                <a:cs typeface="Times New Roman"/>
              </a:rPr>
              <a:t> </a:t>
            </a:r>
            <a:r>
              <a:rPr sz="1600" dirty="0">
                <a:latin typeface="Times New Roman"/>
                <a:cs typeface="Times New Roman"/>
              </a:rPr>
              <a:t>you</a:t>
            </a:r>
            <a:r>
              <a:rPr sz="1600" spc="350" dirty="0">
                <a:latin typeface="Times New Roman"/>
                <a:cs typeface="Times New Roman"/>
              </a:rPr>
              <a:t> </a:t>
            </a:r>
            <a:r>
              <a:rPr sz="1600" spc="45" dirty="0">
                <a:latin typeface="Times New Roman"/>
                <a:cs typeface="Times New Roman"/>
              </a:rPr>
              <a:t>control</a:t>
            </a:r>
            <a:r>
              <a:rPr sz="1600" spc="265" dirty="0">
                <a:latin typeface="Times New Roman"/>
                <a:cs typeface="Times New Roman"/>
              </a:rPr>
              <a:t> </a:t>
            </a:r>
            <a:r>
              <a:rPr sz="1600" dirty="0">
                <a:latin typeface="Times New Roman"/>
                <a:cs typeface="Times New Roman"/>
              </a:rPr>
              <a:t>the</a:t>
            </a:r>
            <a:r>
              <a:rPr sz="1600" spc="55" dirty="0">
                <a:latin typeface="Times New Roman"/>
                <a:cs typeface="Times New Roman"/>
              </a:rPr>
              <a:t>  </a:t>
            </a:r>
            <a:r>
              <a:rPr sz="1600" spc="-185" dirty="0">
                <a:latin typeface="Times New Roman"/>
                <a:cs typeface="Times New Roman"/>
              </a:rPr>
              <a:t>ki</a:t>
            </a:r>
            <a:r>
              <a:rPr sz="1600" spc="-60" dirty="0">
                <a:latin typeface="Times New Roman"/>
                <a:cs typeface="Times New Roman"/>
              </a:rPr>
              <a:t> </a:t>
            </a:r>
            <a:r>
              <a:rPr sz="1600" dirty="0">
                <a:latin typeface="Times New Roman"/>
                <a:cs typeface="Times New Roman"/>
              </a:rPr>
              <a:t>nd</a:t>
            </a:r>
            <a:r>
              <a:rPr sz="1600" spc="345" dirty="0">
                <a:latin typeface="Times New Roman"/>
                <a:cs typeface="Times New Roman"/>
              </a:rPr>
              <a:t> </a:t>
            </a:r>
            <a:r>
              <a:rPr sz="1600" dirty="0">
                <a:solidFill>
                  <a:srgbClr val="333333"/>
                </a:solidFill>
                <a:latin typeface="Times New Roman"/>
                <a:cs typeface="Times New Roman"/>
              </a:rPr>
              <a:t>of</a:t>
            </a:r>
            <a:r>
              <a:rPr sz="1600" spc="420" dirty="0">
                <a:solidFill>
                  <a:srgbClr val="333333"/>
                </a:solidFill>
                <a:latin typeface="Times New Roman"/>
                <a:cs typeface="Times New Roman"/>
              </a:rPr>
              <a:t> </a:t>
            </a:r>
            <a:r>
              <a:rPr sz="1600" spc="60" dirty="0">
                <a:solidFill>
                  <a:srgbClr val="1A1A1A"/>
                </a:solidFill>
                <a:latin typeface="Times New Roman"/>
                <a:cs typeface="Times New Roman"/>
              </a:rPr>
              <a:t>port</a:t>
            </a:r>
            <a:r>
              <a:rPr sz="1600" spc="254" dirty="0">
                <a:solidFill>
                  <a:srgbClr val="1A1A1A"/>
                </a:solidFill>
                <a:latin typeface="Times New Roman"/>
                <a:cs typeface="Times New Roman"/>
              </a:rPr>
              <a:t> </a:t>
            </a:r>
            <a:r>
              <a:rPr sz="1600" dirty="0">
                <a:solidFill>
                  <a:srgbClr val="1F1F1F"/>
                </a:solidFill>
                <a:latin typeface="Times New Roman"/>
                <a:cs typeface="Times New Roman"/>
              </a:rPr>
              <a:t>traffic</a:t>
            </a:r>
            <a:r>
              <a:rPr sz="1600" spc="229" dirty="0">
                <a:solidFill>
                  <a:srgbClr val="1F1F1F"/>
                </a:solidFill>
                <a:latin typeface="Times New Roman"/>
                <a:cs typeface="Times New Roman"/>
              </a:rPr>
              <a:t> </a:t>
            </a:r>
            <a:r>
              <a:rPr sz="1600" spc="95" dirty="0">
                <a:latin typeface="Times New Roman"/>
                <a:cs typeface="Times New Roman"/>
              </a:rPr>
              <a:t>that</a:t>
            </a:r>
            <a:r>
              <a:rPr sz="1600" spc="500" dirty="0">
                <a:latin typeface="Times New Roman"/>
                <a:cs typeface="Times New Roman"/>
              </a:rPr>
              <a:t> </a:t>
            </a:r>
            <a:r>
              <a:rPr sz="1600" dirty="0">
                <a:solidFill>
                  <a:srgbClr val="242424"/>
                </a:solidFill>
                <a:latin typeface="Times New Roman"/>
                <a:cs typeface="Times New Roman"/>
              </a:rPr>
              <a:t>can</a:t>
            </a:r>
            <a:r>
              <a:rPr sz="1600" spc="385" dirty="0">
                <a:solidFill>
                  <a:srgbClr val="242424"/>
                </a:solidFill>
                <a:latin typeface="Times New Roman"/>
                <a:cs typeface="Times New Roman"/>
              </a:rPr>
              <a:t> </a:t>
            </a:r>
            <a:r>
              <a:rPr sz="1600" dirty="0">
                <a:latin typeface="Times New Roman"/>
                <a:cs typeface="Times New Roman"/>
              </a:rPr>
              <a:t>reach</a:t>
            </a:r>
            <a:r>
              <a:rPr sz="1600" spc="340" dirty="0">
                <a:latin typeface="Times New Roman"/>
                <a:cs typeface="Times New Roman"/>
              </a:rPr>
              <a:t> </a:t>
            </a:r>
            <a:r>
              <a:rPr sz="1600" dirty="0">
                <a:solidFill>
                  <a:srgbClr val="181818"/>
                </a:solidFill>
                <a:latin typeface="Times New Roman"/>
                <a:cs typeface="Times New Roman"/>
              </a:rPr>
              <a:t>your</a:t>
            </a:r>
            <a:r>
              <a:rPr sz="1600" spc="320" dirty="0">
                <a:solidFill>
                  <a:srgbClr val="181818"/>
                </a:solidFill>
                <a:latin typeface="Times New Roman"/>
                <a:cs typeface="Times New Roman"/>
              </a:rPr>
              <a:t> </a:t>
            </a:r>
            <a:r>
              <a:rPr sz="1600" spc="50" dirty="0">
                <a:latin typeface="Times New Roman"/>
                <a:cs typeface="Times New Roman"/>
              </a:rPr>
              <a:t>instances.</a:t>
            </a:r>
            <a:r>
              <a:rPr sz="1600" spc="225" dirty="0">
                <a:latin typeface="Times New Roman"/>
                <a:cs typeface="Times New Roman"/>
              </a:rPr>
              <a:t> </a:t>
            </a:r>
            <a:r>
              <a:rPr sz="1600" dirty="0">
                <a:latin typeface="Times New Roman"/>
                <a:cs typeface="Times New Roman"/>
              </a:rPr>
              <a:t>You</a:t>
            </a:r>
            <a:r>
              <a:rPr sz="1600" spc="280" dirty="0">
                <a:latin typeface="Times New Roman"/>
                <a:cs typeface="Times New Roman"/>
              </a:rPr>
              <a:t> </a:t>
            </a:r>
            <a:r>
              <a:rPr sz="1600" spc="75" dirty="0">
                <a:latin typeface="Times New Roman"/>
                <a:cs typeface="Times New Roman"/>
              </a:rPr>
              <a:t>conñgure</a:t>
            </a:r>
            <a:r>
              <a:rPr sz="1600" spc="355" dirty="0">
                <a:latin typeface="Times New Roman"/>
                <a:cs typeface="Times New Roman"/>
              </a:rPr>
              <a:t> </a:t>
            </a:r>
            <a:r>
              <a:rPr sz="1600" dirty="0">
                <a:solidFill>
                  <a:srgbClr val="131313"/>
                </a:solidFill>
                <a:latin typeface="Times New Roman"/>
                <a:cs typeface="Times New Roman"/>
              </a:rPr>
              <a:t>your</a:t>
            </a:r>
            <a:r>
              <a:rPr sz="1600" spc="200" dirty="0">
                <a:solidFill>
                  <a:srgbClr val="131313"/>
                </a:solidFill>
                <a:latin typeface="Times New Roman"/>
                <a:cs typeface="Times New Roman"/>
              </a:rPr>
              <a:t> </a:t>
            </a:r>
            <a:r>
              <a:rPr sz="1600" dirty="0">
                <a:latin typeface="Times New Roman"/>
                <a:cs typeface="Times New Roman"/>
              </a:rPr>
              <a:t>security</a:t>
            </a:r>
            <a:r>
              <a:rPr sz="1600" spc="330" dirty="0">
                <a:latin typeface="Times New Roman"/>
                <a:cs typeface="Times New Roman"/>
              </a:rPr>
              <a:t> </a:t>
            </a:r>
            <a:r>
              <a:rPr sz="1600" spc="80" dirty="0">
                <a:solidFill>
                  <a:srgbClr val="1F1F1F"/>
                </a:solidFill>
                <a:latin typeface="Times New Roman"/>
                <a:cs typeface="Times New Roman"/>
              </a:rPr>
              <a:t>group</a:t>
            </a:r>
            <a:r>
              <a:rPr sz="1600" spc="204" dirty="0">
                <a:solidFill>
                  <a:srgbClr val="1F1F1F"/>
                </a:solidFill>
                <a:latin typeface="Times New Roman"/>
                <a:cs typeface="Times New Roman"/>
              </a:rPr>
              <a:t> </a:t>
            </a:r>
            <a:r>
              <a:rPr sz="1600" spc="25" dirty="0">
                <a:latin typeface="Times New Roman"/>
                <a:cs typeface="Times New Roman"/>
              </a:rPr>
              <a:t>and </a:t>
            </a:r>
            <a:r>
              <a:rPr sz="1600" spc="80" dirty="0">
                <a:latin typeface="Times New Roman"/>
                <a:cs typeface="Times New Roman"/>
              </a:rPr>
              <a:t>attach</a:t>
            </a:r>
            <a:r>
              <a:rPr sz="1600" spc="280" dirty="0">
                <a:latin typeface="Times New Roman"/>
                <a:cs typeface="Times New Roman"/>
              </a:rPr>
              <a:t> </a:t>
            </a:r>
            <a:r>
              <a:rPr sz="1600" dirty="0">
                <a:solidFill>
                  <a:srgbClr val="111111"/>
                </a:solidFill>
                <a:latin typeface="Times New Roman"/>
                <a:cs typeface="Times New Roman"/>
              </a:rPr>
              <a:t>it</a:t>
            </a:r>
            <a:r>
              <a:rPr sz="1600" spc="130" dirty="0">
                <a:solidFill>
                  <a:srgbClr val="111111"/>
                </a:solidFill>
                <a:latin typeface="Times New Roman"/>
                <a:cs typeface="Times New Roman"/>
              </a:rPr>
              <a:t> </a:t>
            </a:r>
            <a:r>
              <a:rPr sz="1600" dirty="0">
                <a:solidFill>
                  <a:srgbClr val="232323"/>
                </a:solidFill>
                <a:latin typeface="Times New Roman"/>
                <a:cs typeface="Times New Roman"/>
              </a:rPr>
              <a:t>to</a:t>
            </a:r>
            <a:r>
              <a:rPr sz="1600" spc="365" dirty="0">
                <a:solidFill>
                  <a:srgbClr val="232323"/>
                </a:solidFill>
                <a:latin typeface="Times New Roman"/>
                <a:cs typeface="Times New Roman"/>
              </a:rPr>
              <a:t> </a:t>
            </a:r>
            <a:r>
              <a:rPr sz="1600" spc="50" dirty="0">
                <a:latin typeface="Times New Roman"/>
                <a:cs typeface="Times New Roman"/>
              </a:rPr>
              <a:t>your</a:t>
            </a:r>
            <a:r>
              <a:rPr sz="1600" spc="150" dirty="0">
                <a:latin typeface="Times New Roman"/>
                <a:cs typeface="Times New Roman"/>
              </a:rPr>
              <a:t> </a:t>
            </a:r>
            <a:r>
              <a:rPr sz="1600" spc="50" dirty="0">
                <a:latin typeface="Times New Roman"/>
                <a:cs typeface="Times New Roman"/>
              </a:rPr>
              <a:t>instances,</a:t>
            </a:r>
            <a:r>
              <a:rPr sz="1600" spc="190" dirty="0">
                <a:latin typeface="Times New Roman"/>
                <a:cs typeface="Times New Roman"/>
              </a:rPr>
              <a:t> </a:t>
            </a:r>
            <a:r>
              <a:rPr sz="1600" spc="60" dirty="0">
                <a:solidFill>
                  <a:srgbClr val="2A2A2A"/>
                </a:solidFill>
                <a:latin typeface="Times New Roman"/>
                <a:cs typeface="Times New Roman"/>
              </a:rPr>
              <a:t>and</a:t>
            </a:r>
            <a:r>
              <a:rPr sz="1600" spc="280" dirty="0">
                <a:solidFill>
                  <a:srgbClr val="2A2A2A"/>
                </a:solidFill>
                <a:latin typeface="Times New Roman"/>
                <a:cs typeface="Times New Roman"/>
              </a:rPr>
              <a:t> </a:t>
            </a:r>
            <a:r>
              <a:rPr sz="1600" dirty="0">
                <a:solidFill>
                  <a:srgbClr val="181818"/>
                </a:solidFill>
                <a:latin typeface="Times New Roman"/>
                <a:cs typeface="Times New Roman"/>
              </a:rPr>
              <a:t>you</a:t>
            </a:r>
            <a:r>
              <a:rPr sz="1600" spc="185" dirty="0">
                <a:solidFill>
                  <a:srgbClr val="181818"/>
                </a:solidFill>
                <a:latin typeface="Times New Roman"/>
                <a:cs typeface="Times New Roman"/>
              </a:rPr>
              <a:t> </a:t>
            </a:r>
            <a:r>
              <a:rPr sz="1600" spc="60" dirty="0">
                <a:solidFill>
                  <a:srgbClr val="181818"/>
                </a:solidFill>
                <a:latin typeface="Times New Roman"/>
                <a:cs typeface="Times New Roman"/>
              </a:rPr>
              <a:t>control</a:t>
            </a:r>
            <a:r>
              <a:rPr sz="1600" spc="90" dirty="0">
                <a:solidFill>
                  <a:srgbClr val="181818"/>
                </a:solidFill>
                <a:latin typeface="Times New Roman"/>
                <a:cs typeface="Times New Roman"/>
              </a:rPr>
              <a:t> </a:t>
            </a:r>
            <a:r>
              <a:rPr sz="1600" spc="60" dirty="0">
                <a:latin typeface="Times New Roman"/>
                <a:cs typeface="Times New Roman"/>
              </a:rPr>
              <a:t>the</a:t>
            </a:r>
            <a:r>
              <a:rPr sz="1600" spc="285" dirty="0">
                <a:latin typeface="Times New Roman"/>
                <a:cs typeface="Times New Roman"/>
              </a:rPr>
              <a:t> </a:t>
            </a:r>
            <a:r>
              <a:rPr sz="1600" spc="120" dirty="0">
                <a:solidFill>
                  <a:srgbClr val="111111"/>
                </a:solidFill>
                <a:latin typeface="Times New Roman"/>
                <a:cs typeface="Times New Roman"/>
              </a:rPr>
              <a:t>traKc</a:t>
            </a:r>
            <a:r>
              <a:rPr sz="1600" spc="105" dirty="0">
                <a:solidFill>
                  <a:srgbClr val="111111"/>
                </a:solidFill>
                <a:latin typeface="Times New Roman"/>
                <a:cs typeface="Times New Roman"/>
              </a:rPr>
              <a:t> </a:t>
            </a:r>
            <a:r>
              <a:rPr sz="1600" spc="114" dirty="0">
                <a:latin typeface="Times New Roman"/>
                <a:cs typeface="Times New Roman"/>
              </a:rPr>
              <a:t>that</a:t>
            </a:r>
            <a:r>
              <a:rPr sz="1600" spc="190" dirty="0">
                <a:latin typeface="Times New Roman"/>
                <a:cs typeface="Times New Roman"/>
              </a:rPr>
              <a:t> </a:t>
            </a:r>
            <a:r>
              <a:rPr sz="1600" spc="-25" dirty="0">
                <a:solidFill>
                  <a:srgbClr val="1A1A1A"/>
                </a:solidFill>
                <a:latin typeface="Times New Roman"/>
                <a:cs typeface="Times New Roman"/>
              </a:rPr>
              <a:t>can </a:t>
            </a:r>
            <a:r>
              <a:rPr sz="1600" spc="100" dirty="0">
                <a:latin typeface="Times New Roman"/>
                <a:cs typeface="Times New Roman"/>
              </a:rPr>
              <a:t>enter</a:t>
            </a:r>
            <a:r>
              <a:rPr sz="1600" spc="165" dirty="0">
                <a:latin typeface="Times New Roman"/>
                <a:cs typeface="Times New Roman"/>
              </a:rPr>
              <a:t> </a:t>
            </a:r>
            <a:r>
              <a:rPr sz="1600" spc="50" dirty="0">
                <a:latin typeface="Times New Roman"/>
                <a:cs typeface="Times New Roman"/>
              </a:rPr>
              <a:t>each</a:t>
            </a:r>
            <a:r>
              <a:rPr sz="1600" spc="320" dirty="0">
                <a:latin typeface="Times New Roman"/>
                <a:cs typeface="Times New Roman"/>
              </a:rPr>
              <a:t> </a:t>
            </a:r>
            <a:r>
              <a:rPr sz="1600" dirty="0">
                <a:latin typeface="Times New Roman"/>
                <a:cs typeface="Times New Roman"/>
              </a:rPr>
              <a:t>layer</a:t>
            </a:r>
            <a:r>
              <a:rPr sz="1600" spc="170" dirty="0">
                <a:latin typeface="Times New Roman"/>
                <a:cs typeface="Times New Roman"/>
              </a:rPr>
              <a:t> </a:t>
            </a:r>
            <a:r>
              <a:rPr sz="1600" dirty="0">
                <a:latin typeface="Times New Roman"/>
                <a:cs typeface="Times New Roman"/>
              </a:rPr>
              <a:t>of</a:t>
            </a:r>
            <a:r>
              <a:rPr sz="1600" spc="350" dirty="0">
                <a:latin typeface="Times New Roman"/>
                <a:cs typeface="Times New Roman"/>
              </a:rPr>
              <a:t> </a:t>
            </a:r>
            <a:r>
              <a:rPr sz="1600" dirty="0">
                <a:latin typeface="Times New Roman"/>
                <a:cs typeface="Times New Roman"/>
              </a:rPr>
              <a:t>your</a:t>
            </a:r>
            <a:r>
              <a:rPr sz="1600" spc="185" dirty="0">
                <a:latin typeface="Times New Roman"/>
                <a:cs typeface="Times New Roman"/>
              </a:rPr>
              <a:t> </a:t>
            </a:r>
            <a:r>
              <a:rPr sz="1600" spc="50" dirty="0">
                <a:latin typeface="Times New Roman"/>
                <a:cs typeface="Times New Roman"/>
              </a:rPr>
              <a:t>architecture.</a:t>
            </a:r>
            <a:endParaRPr sz="1600">
              <a:latin typeface="Times New Roman"/>
              <a:cs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361439" y="365125"/>
            <a:ext cx="9468866" cy="5325109"/>
          </a:xfrm>
          <a:prstGeom prst="rect">
            <a:avLst/>
          </a:prstGeom>
        </p:spPr>
      </p:pic>
      <p:sp>
        <p:nvSpPr>
          <p:cNvPr id="3" name="object 3"/>
          <p:cNvSpPr txBox="1"/>
          <p:nvPr/>
        </p:nvSpPr>
        <p:spPr>
          <a:xfrm>
            <a:off x="1687071" y="5396514"/>
            <a:ext cx="521334" cy="140335"/>
          </a:xfrm>
          <a:prstGeom prst="rect">
            <a:avLst/>
          </a:prstGeom>
        </p:spPr>
        <p:txBody>
          <a:bodyPr vert="horz" wrap="square" lIns="0" tIns="12700" rIns="0" bIns="0" rtlCol="0">
            <a:spAutoFit/>
          </a:bodyPr>
          <a:lstStyle/>
          <a:p>
            <a:pPr marL="12700">
              <a:lnSpc>
                <a:spcPct val="100000"/>
              </a:lnSpc>
              <a:spcBef>
                <a:spcPts val="100"/>
              </a:spcBef>
            </a:pPr>
            <a:r>
              <a:rPr sz="750" dirty="0">
                <a:solidFill>
                  <a:srgbClr val="727272"/>
                </a:solidFill>
                <a:latin typeface="Arial MT"/>
                <a:cs typeface="Arial MT"/>
              </a:rPr>
              <a:t>O2gal</a:t>
            </a:r>
            <a:r>
              <a:rPr sz="750" spc="200" dirty="0">
                <a:solidFill>
                  <a:srgbClr val="727272"/>
                </a:solidFill>
                <a:latin typeface="Arial MT"/>
                <a:cs typeface="Arial MT"/>
              </a:rPr>
              <a:t> </a:t>
            </a:r>
            <a:r>
              <a:rPr sz="750" spc="-105" dirty="0">
                <a:solidFill>
                  <a:srgbClr val="8E8E8E"/>
                </a:solidFill>
                <a:latin typeface="Arial MT"/>
                <a:cs typeface="Arial MT"/>
              </a:rPr>
              <a:t>A</a:t>
            </a:r>
            <a:r>
              <a:rPr sz="750" spc="-105" dirty="0">
                <a:solidFill>
                  <a:srgbClr val="878787"/>
                </a:solidFill>
                <a:latin typeface="Arial MT"/>
                <a:cs typeface="Arial MT"/>
              </a:rPr>
              <a:t>man</a:t>
            </a:r>
            <a:endParaRPr sz="750">
              <a:latin typeface="Arial MT"/>
              <a:cs typeface="Arial MT"/>
            </a:endParaRPr>
          </a:p>
        </p:txBody>
      </p:sp>
      <p:sp>
        <p:nvSpPr>
          <p:cNvPr id="4" name="object 4"/>
          <p:cNvSpPr txBox="1"/>
          <p:nvPr/>
        </p:nvSpPr>
        <p:spPr>
          <a:xfrm>
            <a:off x="2339165" y="5396514"/>
            <a:ext cx="2028825" cy="140335"/>
          </a:xfrm>
          <a:prstGeom prst="rect">
            <a:avLst/>
          </a:prstGeom>
        </p:spPr>
        <p:txBody>
          <a:bodyPr vert="horz" wrap="square" lIns="0" tIns="12700" rIns="0" bIns="0" rtlCol="0">
            <a:spAutoFit/>
          </a:bodyPr>
          <a:lstStyle/>
          <a:p>
            <a:pPr marL="12700">
              <a:lnSpc>
                <a:spcPct val="100000"/>
              </a:lnSpc>
              <a:spcBef>
                <a:spcPts val="100"/>
              </a:spcBef>
            </a:pPr>
            <a:r>
              <a:rPr sz="750" spc="-45" dirty="0">
                <a:solidFill>
                  <a:srgbClr val="606060"/>
                </a:solidFill>
                <a:latin typeface="Arial MT"/>
                <a:cs typeface="Arial MT"/>
              </a:rPr>
              <a:t>web'</a:t>
            </a:r>
            <a:r>
              <a:rPr sz="750" spc="5" dirty="0">
                <a:solidFill>
                  <a:srgbClr val="606060"/>
                </a:solidFill>
                <a:latin typeface="Arial MT"/>
                <a:cs typeface="Arial MT"/>
              </a:rPr>
              <a:t> </a:t>
            </a:r>
            <a:r>
              <a:rPr sz="750" dirty="0">
                <a:solidFill>
                  <a:srgbClr val="898989"/>
                </a:solidFill>
                <a:latin typeface="Arial MT"/>
                <a:cs typeface="Arial MT"/>
              </a:rPr>
              <a:t>Wr</a:t>
            </a:r>
            <a:r>
              <a:rPr sz="750" spc="155" dirty="0">
                <a:solidFill>
                  <a:srgbClr val="898989"/>
                </a:solidFill>
                <a:latin typeface="Arial MT"/>
                <a:cs typeface="Arial MT"/>
              </a:rPr>
              <a:t> </a:t>
            </a:r>
            <a:r>
              <a:rPr sz="750" spc="-105" dirty="0">
                <a:solidFill>
                  <a:srgbClr val="898989"/>
                </a:solidFill>
                <a:latin typeface="Arial MT"/>
                <a:cs typeface="Arial MT"/>
              </a:rPr>
              <a:t>+cee</a:t>
            </a:r>
            <a:r>
              <a:rPr sz="750" spc="50" dirty="0">
                <a:solidFill>
                  <a:srgbClr val="898989"/>
                </a:solidFill>
                <a:latin typeface="Arial MT"/>
                <a:cs typeface="Arial MT"/>
              </a:rPr>
              <a:t> </a:t>
            </a:r>
            <a:r>
              <a:rPr sz="750" dirty="0">
                <a:solidFill>
                  <a:srgbClr val="858585"/>
                </a:solidFill>
                <a:latin typeface="Arial MT"/>
                <a:cs typeface="Arial MT"/>
              </a:rPr>
              <a:t>lv</a:t>
            </a:r>
            <a:r>
              <a:rPr sz="750" spc="200" dirty="0">
                <a:solidFill>
                  <a:srgbClr val="858585"/>
                </a:solidFill>
                <a:latin typeface="Arial MT"/>
                <a:cs typeface="Arial MT"/>
              </a:rPr>
              <a:t>  </a:t>
            </a:r>
            <a:r>
              <a:rPr sz="750" spc="-30" dirty="0">
                <a:solidFill>
                  <a:srgbClr val="808080"/>
                </a:solidFill>
                <a:latin typeface="Arial MT"/>
                <a:cs typeface="Arial MT"/>
              </a:rPr>
              <a:t>or</a:t>
            </a:r>
            <a:r>
              <a:rPr sz="750" spc="-5" dirty="0">
                <a:solidFill>
                  <a:srgbClr val="808080"/>
                </a:solidFill>
                <a:latin typeface="Arial MT"/>
                <a:cs typeface="Arial MT"/>
              </a:rPr>
              <a:t> </a:t>
            </a:r>
            <a:r>
              <a:rPr sz="750" spc="-175" dirty="0">
                <a:solidFill>
                  <a:srgbClr val="5D5D5D"/>
                </a:solidFill>
                <a:latin typeface="Arial MT"/>
                <a:cs typeface="Arial MT"/>
              </a:rPr>
              <a:t>me</a:t>
            </a:r>
            <a:r>
              <a:rPr sz="750" spc="-70" dirty="0">
                <a:solidFill>
                  <a:srgbClr val="5D5D5D"/>
                </a:solidFill>
                <a:latin typeface="Arial MT"/>
                <a:cs typeface="Arial MT"/>
              </a:rPr>
              <a:t> </a:t>
            </a:r>
            <a:r>
              <a:rPr sz="750" spc="-40" dirty="0">
                <a:solidFill>
                  <a:srgbClr val="777777"/>
                </a:solidFill>
                <a:latin typeface="Arial MT"/>
                <a:cs typeface="Arial MT"/>
              </a:rPr>
              <a:t>affiâares.</a:t>
            </a:r>
            <a:r>
              <a:rPr sz="750" spc="40" dirty="0">
                <a:solidFill>
                  <a:srgbClr val="777777"/>
                </a:solidFill>
                <a:latin typeface="Arial MT"/>
                <a:cs typeface="Arial MT"/>
              </a:rPr>
              <a:t> </a:t>
            </a:r>
            <a:r>
              <a:rPr sz="750" spc="-85" dirty="0">
                <a:solidFill>
                  <a:srgbClr val="ACACAC"/>
                </a:solidFill>
                <a:latin typeface="Arial MT"/>
                <a:cs typeface="Arial MT"/>
              </a:rPr>
              <a:t>Ag</a:t>
            </a:r>
            <a:r>
              <a:rPr sz="750" spc="-55" dirty="0">
                <a:solidFill>
                  <a:srgbClr val="ACACAC"/>
                </a:solidFill>
                <a:latin typeface="Arial MT"/>
                <a:cs typeface="Arial MT"/>
              </a:rPr>
              <a:t> </a:t>
            </a:r>
            <a:r>
              <a:rPr sz="750" dirty="0">
                <a:solidFill>
                  <a:srgbClr val="666666"/>
                </a:solidFill>
                <a:latin typeface="Arial MT"/>
                <a:cs typeface="Arial MT"/>
              </a:rPr>
              <a:t>nghs</a:t>
            </a:r>
            <a:r>
              <a:rPr sz="750" spc="-30" dirty="0">
                <a:solidFill>
                  <a:srgbClr val="666666"/>
                </a:solidFill>
                <a:latin typeface="Arial MT"/>
                <a:cs typeface="Arial MT"/>
              </a:rPr>
              <a:t> </a:t>
            </a:r>
            <a:r>
              <a:rPr sz="750" spc="-30" dirty="0">
                <a:solidFill>
                  <a:srgbClr val="707070"/>
                </a:solidFill>
                <a:latin typeface="Arial MT"/>
                <a:cs typeface="Arial MT"/>
              </a:rPr>
              <a:t>resen*r&lt;t</a:t>
            </a:r>
            <a:endParaRPr sz="750">
              <a:latin typeface="Arial MT"/>
              <a:cs typeface="Arial MT"/>
            </a:endParaRPr>
          </a:p>
        </p:txBody>
      </p:sp>
      <p:sp>
        <p:nvSpPr>
          <p:cNvPr id="5" name="object 5" descr="$PPTXTitle"/>
          <p:cNvSpPr txBox="1">
            <a:spLocks noGrp="1"/>
          </p:cNvSpPr>
          <p:nvPr>
            <p:ph type="title"/>
          </p:nvPr>
        </p:nvSpPr>
        <p:spPr>
          <a:xfrm>
            <a:off x="4804824" y="1381247"/>
            <a:ext cx="5409565" cy="570230"/>
          </a:xfrm>
          <a:prstGeom prst="rect">
            <a:avLst/>
          </a:prstGeom>
        </p:spPr>
        <p:txBody>
          <a:bodyPr vert="horz" wrap="square" lIns="0" tIns="12700" rIns="0" bIns="0" rtlCol="0">
            <a:spAutoFit/>
          </a:bodyPr>
          <a:lstStyle/>
          <a:p>
            <a:pPr marL="12700">
              <a:lnSpc>
                <a:spcPct val="100000"/>
              </a:lnSpc>
              <a:spcBef>
                <a:spcPts val="100"/>
              </a:spcBef>
            </a:pPr>
            <a:r>
              <a:rPr sz="1800" spc="-165" dirty="0">
                <a:latin typeface="Arial MT"/>
                <a:cs typeface="Arial MT"/>
              </a:rPr>
              <a:t>Choose</a:t>
            </a:r>
            <a:r>
              <a:rPr sz="1800" spc="-35" dirty="0">
                <a:latin typeface="Arial MT"/>
                <a:cs typeface="Arial MT"/>
              </a:rPr>
              <a:t> </a:t>
            </a:r>
            <a:r>
              <a:rPr sz="1800" spc="-140" dirty="0">
                <a:solidFill>
                  <a:srgbClr val="212121"/>
                </a:solidFill>
                <a:latin typeface="Arial MT"/>
                <a:cs typeface="Arial MT"/>
              </a:rPr>
              <a:t>each</a:t>
            </a:r>
            <a:r>
              <a:rPr sz="1800" spc="-35" dirty="0">
                <a:solidFill>
                  <a:srgbClr val="212121"/>
                </a:solidFill>
                <a:latin typeface="Arial MT"/>
                <a:cs typeface="Arial MT"/>
              </a:rPr>
              <a:t> </a:t>
            </a:r>
            <a:r>
              <a:rPr sz="1800" spc="-20" dirty="0">
                <a:latin typeface="Arial MT"/>
                <a:cs typeface="Arial MT"/>
              </a:rPr>
              <a:t>button</a:t>
            </a:r>
            <a:r>
              <a:rPr sz="1800" spc="-5" dirty="0">
                <a:latin typeface="Arial MT"/>
                <a:cs typeface="Arial MT"/>
              </a:rPr>
              <a:t> </a:t>
            </a:r>
            <a:r>
              <a:rPr sz="1800" dirty="0">
                <a:solidFill>
                  <a:srgbClr val="131313"/>
                </a:solidFill>
                <a:latin typeface="Arial MT"/>
                <a:cs typeface="Arial MT"/>
              </a:rPr>
              <a:t>to</a:t>
            </a:r>
            <a:r>
              <a:rPr sz="1800" spc="-45" dirty="0">
                <a:solidFill>
                  <a:srgbClr val="131313"/>
                </a:solidFill>
                <a:latin typeface="Arial MT"/>
                <a:cs typeface="Arial MT"/>
              </a:rPr>
              <a:t> </a:t>
            </a:r>
            <a:r>
              <a:rPr sz="1800" spc="-90" dirty="0">
                <a:latin typeface="Arial MT"/>
                <a:cs typeface="Arial MT"/>
              </a:rPr>
              <a:t>learn</a:t>
            </a:r>
            <a:r>
              <a:rPr sz="1800" spc="-114" dirty="0">
                <a:latin typeface="Arial MT"/>
                <a:cs typeface="Arial MT"/>
              </a:rPr>
              <a:t> </a:t>
            </a:r>
            <a:r>
              <a:rPr sz="1800" spc="-60" dirty="0">
                <a:solidFill>
                  <a:srgbClr val="1F1F1F"/>
                </a:solidFill>
                <a:latin typeface="Arial MT"/>
                <a:cs typeface="Arial MT"/>
              </a:rPr>
              <a:t>more</a:t>
            </a:r>
            <a:r>
              <a:rPr sz="1800" spc="-15" dirty="0">
                <a:solidFill>
                  <a:srgbClr val="1F1F1F"/>
                </a:solidFill>
                <a:latin typeface="Arial MT"/>
                <a:cs typeface="Arial MT"/>
              </a:rPr>
              <a:t> </a:t>
            </a:r>
            <a:r>
              <a:rPr sz="1800" spc="-70" dirty="0">
                <a:latin typeface="Arial MT"/>
                <a:cs typeface="Arial MT"/>
              </a:rPr>
              <a:t>about</a:t>
            </a:r>
            <a:r>
              <a:rPr sz="1800" spc="-30" dirty="0">
                <a:latin typeface="Arial MT"/>
                <a:cs typeface="Arial MT"/>
              </a:rPr>
              <a:t> </a:t>
            </a:r>
            <a:r>
              <a:rPr sz="1800" spc="-150" dirty="0">
                <a:solidFill>
                  <a:srgbClr val="0E0E0E"/>
                </a:solidFill>
                <a:latin typeface="Arial MT"/>
                <a:cs typeface="Arial MT"/>
              </a:rPr>
              <a:t>ways</a:t>
            </a:r>
            <a:r>
              <a:rPr sz="1800" spc="10" dirty="0">
                <a:solidFill>
                  <a:srgbClr val="0E0E0E"/>
                </a:solidFill>
                <a:latin typeface="Arial MT"/>
                <a:cs typeface="Arial MT"/>
              </a:rPr>
              <a:t> </a:t>
            </a:r>
            <a:r>
              <a:rPr sz="1800" spc="-95" dirty="0">
                <a:latin typeface="Arial MT"/>
                <a:cs typeface="Arial MT"/>
              </a:rPr>
              <a:t>you</a:t>
            </a:r>
            <a:r>
              <a:rPr sz="1800" spc="-40" dirty="0">
                <a:latin typeface="Arial MT"/>
                <a:cs typeface="Arial MT"/>
              </a:rPr>
              <a:t> </a:t>
            </a:r>
            <a:r>
              <a:rPr sz="1800" spc="-270" dirty="0">
                <a:solidFill>
                  <a:srgbClr val="0F0F0F"/>
                </a:solidFill>
                <a:latin typeface="Arial MT"/>
                <a:cs typeface="Arial MT"/>
              </a:rPr>
              <a:t>Can</a:t>
            </a:r>
            <a:r>
              <a:rPr sz="1800" spc="-15" dirty="0">
                <a:solidFill>
                  <a:srgbClr val="0F0F0F"/>
                </a:solidFill>
                <a:latin typeface="Arial MT"/>
                <a:cs typeface="Arial MT"/>
              </a:rPr>
              <a:t> </a:t>
            </a:r>
            <a:r>
              <a:rPr sz="1800" spc="-75" dirty="0">
                <a:solidFill>
                  <a:srgbClr val="161616"/>
                </a:solidFill>
                <a:latin typeface="Arial MT"/>
                <a:cs typeface="Arial MT"/>
              </a:rPr>
              <a:t>use</a:t>
            </a:r>
            <a:endParaRPr sz="1800">
              <a:latin typeface="Arial MT"/>
              <a:cs typeface="Arial MT"/>
            </a:endParaRPr>
          </a:p>
          <a:p>
            <a:pPr marL="14604">
              <a:lnSpc>
                <a:spcPct val="100000"/>
              </a:lnSpc>
              <a:spcBef>
                <a:spcPts val="25"/>
              </a:spcBef>
            </a:pPr>
            <a:r>
              <a:rPr sz="1750" spc="-114" dirty="0">
                <a:latin typeface="Arial MT"/>
                <a:cs typeface="Arial MT"/>
              </a:rPr>
              <a:t>Amazon</a:t>
            </a:r>
            <a:r>
              <a:rPr sz="1750" dirty="0">
                <a:latin typeface="Arial MT"/>
                <a:cs typeface="Arial MT"/>
              </a:rPr>
              <a:t> </a:t>
            </a:r>
            <a:r>
              <a:rPr sz="1750" spc="-20" dirty="0">
                <a:latin typeface="Arial MT"/>
                <a:cs typeface="Arial MT"/>
              </a:rPr>
              <a:t>EC2.</a:t>
            </a:r>
            <a:endParaRPr sz="1750">
              <a:latin typeface="Arial MT"/>
              <a:cs typeface="Arial MT"/>
            </a:endParaRPr>
          </a:p>
        </p:txBody>
      </p:sp>
      <p:sp>
        <p:nvSpPr>
          <p:cNvPr id="6" name="object 6"/>
          <p:cNvSpPr txBox="1"/>
          <p:nvPr/>
        </p:nvSpPr>
        <p:spPr>
          <a:xfrm>
            <a:off x="4723978" y="2962585"/>
            <a:ext cx="5624195" cy="1960245"/>
          </a:xfrm>
          <a:prstGeom prst="rect">
            <a:avLst/>
          </a:prstGeom>
        </p:spPr>
        <p:txBody>
          <a:bodyPr vert="horz" wrap="square" lIns="0" tIns="19685" rIns="0" bIns="0" rtlCol="0">
            <a:spAutoFit/>
          </a:bodyPr>
          <a:lstStyle/>
          <a:p>
            <a:pPr marL="12700" marR="5080" indent="3175">
              <a:lnSpc>
                <a:spcPts val="2180"/>
              </a:lnSpc>
              <a:spcBef>
                <a:spcPts val="155"/>
              </a:spcBef>
            </a:pPr>
            <a:r>
              <a:rPr sz="1800" spc="-60" dirty="0">
                <a:latin typeface="Arial MT"/>
                <a:cs typeface="Arial MT"/>
              </a:rPr>
              <a:t>With</a:t>
            </a:r>
            <a:r>
              <a:rPr sz="1800" spc="-55" dirty="0">
                <a:latin typeface="Arial MT"/>
                <a:cs typeface="Arial MT"/>
              </a:rPr>
              <a:t> </a:t>
            </a:r>
            <a:r>
              <a:rPr sz="1800" spc="-130" dirty="0">
                <a:latin typeface="Arial MT"/>
                <a:cs typeface="Arial MT"/>
              </a:rPr>
              <a:t>Amazon</a:t>
            </a:r>
            <a:r>
              <a:rPr sz="1800" spc="65" dirty="0">
                <a:latin typeface="Arial MT"/>
                <a:cs typeface="Arial MT"/>
              </a:rPr>
              <a:t> </a:t>
            </a:r>
            <a:r>
              <a:rPr sz="1800" spc="-240" dirty="0">
                <a:latin typeface="Arial MT"/>
                <a:cs typeface="Arial MT"/>
              </a:rPr>
              <a:t>EC2,</a:t>
            </a:r>
            <a:r>
              <a:rPr sz="1800" spc="60" dirty="0">
                <a:latin typeface="Arial MT"/>
                <a:cs typeface="Arial MT"/>
              </a:rPr>
              <a:t> </a:t>
            </a:r>
            <a:r>
              <a:rPr sz="1800" spc="-100" dirty="0">
                <a:latin typeface="Arial MT"/>
                <a:cs typeface="Arial MT"/>
              </a:rPr>
              <a:t>you</a:t>
            </a:r>
            <a:r>
              <a:rPr sz="1800" spc="-35" dirty="0">
                <a:latin typeface="Arial MT"/>
                <a:cs typeface="Arial MT"/>
              </a:rPr>
              <a:t> </a:t>
            </a:r>
            <a:r>
              <a:rPr sz="1800" spc="-165" dirty="0">
                <a:latin typeface="Arial MT"/>
                <a:cs typeface="Arial MT"/>
              </a:rPr>
              <a:t>can</a:t>
            </a:r>
            <a:r>
              <a:rPr sz="1800" spc="-15" dirty="0">
                <a:latin typeface="Arial MT"/>
                <a:cs typeface="Arial MT"/>
              </a:rPr>
              <a:t> </a:t>
            </a:r>
            <a:r>
              <a:rPr sz="1800" spc="-110" dirty="0">
                <a:latin typeface="Arial MT"/>
                <a:cs typeface="Arial MT"/>
              </a:rPr>
              <a:t>create</a:t>
            </a:r>
            <a:r>
              <a:rPr sz="1800" spc="-25" dirty="0">
                <a:latin typeface="Arial MT"/>
                <a:cs typeface="Arial MT"/>
              </a:rPr>
              <a:t> </a:t>
            </a:r>
            <a:r>
              <a:rPr sz="1800" spc="-229" dirty="0">
                <a:latin typeface="Arial MT"/>
                <a:cs typeface="Arial MT"/>
              </a:rPr>
              <a:t>a</a:t>
            </a:r>
            <a:r>
              <a:rPr sz="1800" spc="25" dirty="0">
                <a:latin typeface="Arial MT"/>
                <a:cs typeface="Arial MT"/>
              </a:rPr>
              <a:t> </a:t>
            </a:r>
            <a:r>
              <a:rPr sz="1800" spc="-120" dirty="0">
                <a:latin typeface="Arial MT"/>
                <a:cs typeface="Arial MT"/>
              </a:rPr>
              <a:t>backup</a:t>
            </a:r>
            <a:r>
              <a:rPr sz="1800" spc="15" dirty="0">
                <a:latin typeface="Arial MT"/>
                <a:cs typeface="Arial MT"/>
              </a:rPr>
              <a:t> </a:t>
            </a:r>
            <a:r>
              <a:rPr sz="1800" spc="-110" dirty="0">
                <a:latin typeface="Arial MT"/>
                <a:cs typeface="Arial MT"/>
              </a:rPr>
              <a:t>instance</a:t>
            </a:r>
            <a:r>
              <a:rPr sz="1800" spc="35" dirty="0">
                <a:latin typeface="Arial MT"/>
                <a:cs typeface="Arial MT"/>
              </a:rPr>
              <a:t> </a:t>
            </a:r>
            <a:r>
              <a:rPr sz="1800" dirty="0">
                <a:solidFill>
                  <a:srgbClr val="3B3B3B"/>
                </a:solidFill>
                <a:latin typeface="Arial MT"/>
                <a:cs typeface="Arial MT"/>
              </a:rPr>
              <a:t>if</a:t>
            </a:r>
            <a:r>
              <a:rPr sz="1800" spc="-5" dirty="0">
                <a:solidFill>
                  <a:srgbClr val="3B3B3B"/>
                </a:solidFill>
                <a:latin typeface="Arial MT"/>
                <a:cs typeface="Arial MT"/>
              </a:rPr>
              <a:t> </a:t>
            </a:r>
            <a:r>
              <a:rPr sz="1800" spc="-20" dirty="0">
                <a:solidFill>
                  <a:srgbClr val="0F0F0F"/>
                </a:solidFill>
                <a:latin typeface="Arial MT"/>
                <a:cs typeface="Arial MT"/>
              </a:rPr>
              <a:t>your </a:t>
            </a:r>
            <a:r>
              <a:rPr sz="1850" spc="-110" dirty="0">
                <a:latin typeface="Arial MT"/>
                <a:cs typeface="Arial MT"/>
              </a:rPr>
              <a:t>main</a:t>
            </a:r>
            <a:r>
              <a:rPr sz="1850" spc="-75" dirty="0">
                <a:latin typeface="Arial MT"/>
                <a:cs typeface="Arial MT"/>
              </a:rPr>
              <a:t> </a:t>
            </a:r>
            <a:r>
              <a:rPr sz="1850" spc="-135" dirty="0">
                <a:latin typeface="Arial MT"/>
                <a:cs typeface="Arial MT"/>
              </a:rPr>
              <a:t>instances</a:t>
            </a:r>
            <a:r>
              <a:rPr sz="1850" spc="80" dirty="0">
                <a:latin typeface="Arial MT"/>
                <a:cs typeface="Arial MT"/>
              </a:rPr>
              <a:t> </a:t>
            </a:r>
            <a:r>
              <a:rPr sz="1850" spc="-80" dirty="0">
                <a:latin typeface="Arial MT"/>
                <a:cs typeface="Arial MT"/>
              </a:rPr>
              <a:t>fail.</a:t>
            </a:r>
            <a:r>
              <a:rPr sz="1850" spc="-95" dirty="0">
                <a:latin typeface="Arial MT"/>
                <a:cs typeface="Arial MT"/>
              </a:rPr>
              <a:t> </a:t>
            </a:r>
            <a:r>
              <a:rPr sz="1850" spc="-95" dirty="0">
                <a:solidFill>
                  <a:srgbClr val="0E0E0E"/>
                </a:solidFill>
                <a:latin typeface="Arial MT"/>
                <a:cs typeface="Arial MT"/>
              </a:rPr>
              <a:t>In</a:t>
            </a:r>
            <a:r>
              <a:rPr sz="1850" spc="-170" dirty="0">
                <a:solidFill>
                  <a:srgbClr val="0E0E0E"/>
                </a:solidFill>
                <a:latin typeface="Arial MT"/>
                <a:cs typeface="Arial MT"/>
              </a:rPr>
              <a:t> </a:t>
            </a:r>
            <a:r>
              <a:rPr sz="1850" spc="-20" dirty="0">
                <a:solidFill>
                  <a:srgbClr val="0C0C0C"/>
                </a:solidFill>
                <a:latin typeface="Arial MT"/>
                <a:cs typeface="Arial MT"/>
              </a:rPr>
              <a:t>the</a:t>
            </a:r>
            <a:r>
              <a:rPr sz="1850" spc="-170" dirty="0">
                <a:solidFill>
                  <a:srgbClr val="0C0C0C"/>
                </a:solidFill>
                <a:latin typeface="Arial MT"/>
                <a:cs typeface="Arial MT"/>
              </a:rPr>
              <a:t> </a:t>
            </a:r>
            <a:r>
              <a:rPr sz="1850" spc="-105" dirty="0">
                <a:latin typeface="Arial MT"/>
                <a:cs typeface="Arial MT"/>
              </a:rPr>
              <a:t>event</a:t>
            </a:r>
            <a:r>
              <a:rPr sz="1850" spc="-25" dirty="0">
                <a:latin typeface="Arial MT"/>
                <a:cs typeface="Arial MT"/>
              </a:rPr>
              <a:t> </a:t>
            </a:r>
            <a:r>
              <a:rPr sz="1850" dirty="0">
                <a:solidFill>
                  <a:srgbClr val="2D2D2D"/>
                </a:solidFill>
                <a:latin typeface="Arial MT"/>
                <a:cs typeface="Arial MT"/>
              </a:rPr>
              <a:t>of</a:t>
            </a:r>
            <a:r>
              <a:rPr sz="1850" spc="-35" dirty="0">
                <a:solidFill>
                  <a:srgbClr val="2D2D2D"/>
                </a:solidFill>
                <a:latin typeface="Arial MT"/>
                <a:cs typeface="Arial MT"/>
              </a:rPr>
              <a:t> </a:t>
            </a:r>
            <a:r>
              <a:rPr sz="1850" spc="-270" dirty="0">
                <a:latin typeface="Arial MT"/>
                <a:cs typeface="Arial MT"/>
              </a:rPr>
              <a:t>a</a:t>
            </a:r>
            <a:r>
              <a:rPr sz="1850" spc="50" dirty="0">
                <a:latin typeface="Arial MT"/>
                <a:cs typeface="Arial MT"/>
              </a:rPr>
              <a:t> </a:t>
            </a:r>
            <a:r>
              <a:rPr sz="1850" spc="-100" dirty="0">
                <a:latin typeface="Arial MT"/>
                <a:cs typeface="Arial MT"/>
              </a:rPr>
              <a:t>failure,</a:t>
            </a:r>
            <a:r>
              <a:rPr sz="1850" spc="30" dirty="0">
                <a:latin typeface="Arial MT"/>
                <a:cs typeface="Arial MT"/>
              </a:rPr>
              <a:t> </a:t>
            </a:r>
            <a:r>
              <a:rPr sz="1850" spc="-125" dirty="0">
                <a:solidFill>
                  <a:srgbClr val="0F0F0F"/>
                </a:solidFill>
                <a:latin typeface="Arial MT"/>
                <a:cs typeface="Arial MT"/>
              </a:rPr>
              <a:t>you</a:t>
            </a:r>
            <a:r>
              <a:rPr sz="1850" spc="-105" dirty="0">
                <a:solidFill>
                  <a:srgbClr val="0F0F0F"/>
                </a:solidFill>
                <a:latin typeface="Arial MT"/>
                <a:cs typeface="Arial MT"/>
              </a:rPr>
              <a:t> </a:t>
            </a:r>
            <a:r>
              <a:rPr sz="1850" spc="-170" dirty="0">
                <a:solidFill>
                  <a:srgbClr val="111111"/>
                </a:solidFill>
                <a:latin typeface="Arial MT"/>
                <a:cs typeface="Arial MT"/>
              </a:rPr>
              <a:t>can</a:t>
            </a:r>
            <a:r>
              <a:rPr sz="1850" spc="-5" dirty="0">
                <a:solidFill>
                  <a:srgbClr val="111111"/>
                </a:solidFill>
                <a:latin typeface="Arial MT"/>
                <a:cs typeface="Arial MT"/>
              </a:rPr>
              <a:t> </a:t>
            </a:r>
            <a:r>
              <a:rPr sz="1850" spc="-185" dirty="0">
                <a:latin typeface="Arial MT"/>
                <a:cs typeface="Arial MT"/>
              </a:rPr>
              <a:t>scale</a:t>
            </a:r>
            <a:r>
              <a:rPr sz="1850" spc="25" dirty="0">
                <a:latin typeface="Arial MT"/>
                <a:cs typeface="Arial MT"/>
              </a:rPr>
              <a:t> </a:t>
            </a:r>
            <a:r>
              <a:rPr sz="1850" spc="-25" dirty="0">
                <a:latin typeface="Arial MT"/>
                <a:cs typeface="Arial MT"/>
              </a:rPr>
              <a:t>up </a:t>
            </a:r>
            <a:r>
              <a:rPr sz="1800" spc="-75" dirty="0">
                <a:solidFill>
                  <a:srgbClr val="111111"/>
                </a:solidFill>
                <a:latin typeface="Arial MT"/>
                <a:cs typeface="Arial MT"/>
              </a:rPr>
              <a:t>your</a:t>
            </a:r>
            <a:r>
              <a:rPr sz="1800" spc="-30" dirty="0">
                <a:solidFill>
                  <a:srgbClr val="111111"/>
                </a:solidFill>
                <a:latin typeface="Arial MT"/>
                <a:cs typeface="Arial MT"/>
              </a:rPr>
              <a:t> </a:t>
            </a:r>
            <a:r>
              <a:rPr sz="1800" spc="-200" dirty="0">
                <a:latin typeface="Arial MT"/>
                <a:cs typeface="Arial MT"/>
              </a:rPr>
              <a:t>baCkup</a:t>
            </a:r>
            <a:r>
              <a:rPr sz="1800" spc="35" dirty="0">
                <a:latin typeface="Arial MT"/>
                <a:cs typeface="Arial MT"/>
              </a:rPr>
              <a:t> </a:t>
            </a:r>
            <a:r>
              <a:rPr sz="1800" spc="-114" dirty="0">
                <a:latin typeface="Arial MT"/>
                <a:cs typeface="Arial MT"/>
              </a:rPr>
              <a:t>instances</a:t>
            </a:r>
            <a:r>
              <a:rPr sz="1800" spc="75" dirty="0">
                <a:latin typeface="Arial MT"/>
                <a:cs typeface="Arial MT"/>
              </a:rPr>
              <a:t> </a:t>
            </a:r>
            <a:r>
              <a:rPr sz="1800" spc="-20" dirty="0">
                <a:latin typeface="Arial MT"/>
                <a:cs typeface="Arial MT"/>
              </a:rPr>
              <a:t>until</a:t>
            </a:r>
            <a:r>
              <a:rPr sz="1800" spc="-160" dirty="0">
                <a:latin typeface="Arial MT"/>
                <a:cs typeface="Arial MT"/>
              </a:rPr>
              <a:t> </a:t>
            </a:r>
            <a:r>
              <a:rPr sz="1800" spc="-50" dirty="0">
                <a:latin typeface="Arial MT"/>
                <a:cs typeface="Arial MT"/>
              </a:rPr>
              <a:t>you</a:t>
            </a:r>
            <a:r>
              <a:rPr sz="1800" spc="-40" dirty="0">
                <a:latin typeface="Arial MT"/>
                <a:cs typeface="Arial MT"/>
              </a:rPr>
              <a:t> </a:t>
            </a:r>
            <a:r>
              <a:rPr sz="1800" spc="-45" dirty="0">
                <a:latin typeface="Arial MT"/>
                <a:cs typeface="Arial MT"/>
              </a:rPr>
              <a:t>get</a:t>
            </a:r>
            <a:r>
              <a:rPr sz="1800" spc="-60" dirty="0">
                <a:latin typeface="Arial MT"/>
                <a:cs typeface="Arial MT"/>
              </a:rPr>
              <a:t> </a:t>
            </a:r>
            <a:r>
              <a:rPr sz="1800" spc="-75" dirty="0">
                <a:latin typeface="Arial MT"/>
                <a:cs typeface="Arial MT"/>
              </a:rPr>
              <a:t>your</a:t>
            </a:r>
            <a:r>
              <a:rPr sz="1800" spc="-5" dirty="0">
                <a:latin typeface="Arial MT"/>
                <a:cs typeface="Arial MT"/>
              </a:rPr>
              <a:t> </a:t>
            </a:r>
            <a:r>
              <a:rPr sz="1800" spc="-110" dirty="0">
                <a:solidFill>
                  <a:srgbClr val="151515"/>
                </a:solidFill>
                <a:latin typeface="Arial MT"/>
                <a:cs typeface="Arial MT"/>
              </a:rPr>
              <a:t>main</a:t>
            </a:r>
            <a:r>
              <a:rPr sz="1800" spc="-40" dirty="0">
                <a:solidFill>
                  <a:srgbClr val="151515"/>
                </a:solidFill>
                <a:latin typeface="Arial MT"/>
                <a:cs typeface="Arial MT"/>
              </a:rPr>
              <a:t> </a:t>
            </a:r>
            <a:r>
              <a:rPr sz="1800" spc="-114" dirty="0">
                <a:latin typeface="Arial MT"/>
                <a:cs typeface="Arial MT"/>
              </a:rPr>
              <a:t>instances</a:t>
            </a:r>
            <a:r>
              <a:rPr sz="1800" spc="75" dirty="0">
                <a:latin typeface="Arial MT"/>
                <a:cs typeface="Arial MT"/>
              </a:rPr>
              <a:t> </a:t>
            </a:r>
            <a:r>
              <a:rPr sz="1800" spc="-110" dirty="0">
                <a:latin typeface="Arial MT"/>
                <a:cs typeface="Arial MT"/>
              </a:rPr>
              <a:t>back </a:t>
            </a:r>
            <a:r>
              <a:rPr sz="1850" spc="-105" dirty="0">
                <a:latin typeface="Arial MT"/>
                <a:cs typeface="Arial MT"/>
              </a:rPr>
              <a:t>online.</a:t>
            </a:r>
            <a:r>
              <a:rPr sz="1850" spc="-100" dirty="0">
                <a:latin typeface="Arial MT"/>
                <a:cs typeface="Arial MT"/>
              </a:rPr>
              <a:t> </a:t>
            </a:r>
            <a:r>
              <a:rPr sz="1850" spc="-160" dirty="0">
                <a:solidFill>
                  <a:srgbClr val="181818"/>
                </a:solidFill>
                <a:latin typeface="Arial MT"/>
                <a:cs typeface="Arial MT"/>
              </a:rPr>
              <a:t>Then,</a:t>
            </a:r>
            <a:r>
              <a:rPr sz="1850" spc="25" dirty="0">
                <a:solidFill>
                  <a:srgbClr val="181818"/>
                </a:solidFill>
                <a:latin typeface="Arial MT"/>
                <a:cs typeface="Arial MT"/>
              </a:rPr>
              <a:t> </a:t>
            </a:r>
            <a:r>
              <a:rPr sz="1850" spc="-180" dirty="0">
                <a:latin typeface="Arial MT"/>
                <a:cs typeface="Arial MT"/>
              </a:rPr>
              <a:t>scale</a:t>
            </a:r>
            <a:r>
              <a:rPr sz="1850" spc="60" dirty="0">
                <a:latin typeface="Arial MT"/>
                <a:cs typeface="Arial MT"/>
              </a:rPr>
              <a:t> </a:t>
            </a:r>
            <a:r>
              <a:rPr sz="1850" spc="-110" dirty="0">
                <a:latin typeface="Arial MT"/>
                <a:cs typeface="Arial MT"/>
              </a:rPr>
              <a:t>your</a:t>
            </a:r>
            <a:r>
              <a:rPr sz="1850" spc="-5" dirty="0">
                <a:latin typeface="Arial MT"/>
                <a:cs typeface="Arial MT"/>
              </a:rPr>
              <a:t> </a:t>
            </a:r>
            <a:r>
              <a:rPr sz="1850" spc="-155" dirty="0">
                <a:latin typeface="Arial MT"/>
                <a:cs typeface="Arial MT"/>
              </a:rPr>
              <a:t>backup</a:t>
            </a:r>
            <a:r>
              <a:rPr sz="1850" spc="65" dirty="0">
                <a:latin typeface="Arial MT"/>
                <a:cs typeface="Arial MT"/>
              </a:rPr>
              <a:t> </a:t>
            </a:r>
            <a:r>
              <a:rPr sz="1850" spc="-145" dirty="0">
                <a:latin typeface="Arial MT"/>
                <a:cs typeface="Arial MT"/>
              </a:rPr>
              <a:t>instances</a:t>
            </a:r>
            <a:r>
              <a:rPr sz="1850" spc="-10" dirty="0">
                <a:latin typeface="Arial MT"/>
                <a:cs typeface="Arial MT"/>
              </a:rPr>
              <a:t> </a:t>
            </a:r>
            <a:r>
              <a:rPr sz="1850" spc="-170" dirty="0">
                <a:latin typeface="Arial MT"/>
                <a:cs typeface="Arial MT"/>
              </a:rPr>
              <a:t>back</a:t>
            </a:r>
            <a:r>
              <a:rPr sz="1850" spc="80" dirty="0">
                <a:latin typeface="Arial MT"/>
                <a:cs typeface="Arial MT"/>
              </a:rPr>
              <a:t> </a:t>
            </a:r>
            <a:r>
              <a:rPr sz="1850" spc="-114" dirty="0">
                <a:latin typeface="Arial MT"/>
                <a:cs typeface="Arial MT"/>
              </a:rPr>
              <a:t>down</a:t>
            </a:r>
            <a:r>
              <a:rPr sz="1850" spc="10" dirty="0">
                <a:latin typeface="Arial MT"/>
                <a:cs typeface="Arial MT"/>
              </a:rPr>
              <a:t> </a:t>
            </a:r>
            <a:r>
              <a:rPr sz="1850" spc="-20" dirty="0">
                <a:latin typeface="Arial MT"/>
                <a:cs typeface="Arial MT"/>
              </a:rPr>
              <a:t>when </a:t>
            </a:r>
            <a:r>
              <a:rPr sz="1800" spc="-110" dirty="0">
                <a:latin typeface="Arial MT"/>
                <a:cs typeface="Arial MT"/>
              </a:rPr>
              <a:t>recovery</a:t>
            </a:r>
            <a:r>
              <a:rPr sz="1800" spc="-25" dirty="0">
                <a:latin typeface="Arial MT"/>
                <a:cs typeface="Arial MT"/>
              </a:rPr>
              <a:t> </a:t>
            </a:r>
            <a:r>
              <a:rPr sz="1800" i="1" spc="-185" dirty="0">
                <a:latin typeface="Arial"/>
                <a:cs typeface="Arial"/>
              </a:rPr>
              <a:t>Oi</a:t>
            </a:r>
            <a:r>
              <a:rPr sz="1800" i="1" spc="50" dirty="0">
                <a:latin typeface="Arial"/>
                <a:cs typeface="Arial"/>
              </a:rPr>
              <a:t> </a:t>
            </a:r>
            <a:r>
              <a:rPr sz="1800" spc="-75" dirty="0">
                <a:latin typeface="Arial MT"/>
                <a:cs typeface="Arial MT"/>
              </a:rPr>
              <a:t>your</a:t>
            </a:r>
            <a:r>
              <a:rPr sz="1800" spc="-50" dirty="0">
                <a:latin typeface="Arial MT"/>
                <a:cs typeface="Arial MT"/>
              </a:rPr>
              <a:t> </a:t>
            </a:r>
            <a:r>
              <a:rPr sz="1800" spc="-85" dirty="0">
                <a:solidFill>
                  <a:srgbClr val="0E0E0E"/>
                </a:solidFill>
                <a:latin typeface="Arial MT"/>
                <a:cs typeface="Arial MT"/>
              </a:rPr>
              <a:t>main</a:t>
            </a:r>
            <a:r>
              <a:rPr sz="1800" dirty="0">
                <a:solidFill>
                  <a:srgbClr val="0E0E0E"/>
                </a:solidFill>
                <a:latin typeface="Arial MT"/>
                <a:cs typeface="Arial MT"/>
              </a:rPr>
              <a:t> </a:t>
            </a:r>
            <a:r>
              <a:rPr sz="1800" spc="-120" dirty="0">
                <a:latin typeface="Arial MT"/>
                <a:cs typeface="Arial MT"/>
              </a:rPr>
              <a:t>instances</a:t>
            </a:r>
            <a:r>
              <a:rPr sz="1800" spc="-5" dirty="0">
                <a:latin typeface="Arial MT"/>
                <a:cs typeface="Arial MT"/>
              </a:rPr>
              <a:t> </a:t>
            </a:r>
            <a:r>
              <a:rPr sz="1800" spc="-150" dirty="0">
                <a:latin typeface="Arial MT"/>
                <a:cs typeface="Arial MT"/>
              </a:rPr>
              <a:t>is</a:t>
            </a:r>
            <a:r>
              <a:rPr sz="1800" spc="20" dirty="0">
                <a:latin typeface="Arial MT"/>
                <a:cs typeface="Arial MT"/>
              </a:rPr>
              <a:t> </a:t>
            </a:r>
            <a:r>
              <a:rPr sz="1800" spc="-80" dirty="0">
                <a:latin typeface="Arial MT"/>
                <a:cs typeface="Arial MT"/>
              </a:rPr>
              <a:t>complete.</a:t>
            </a:r>
            <a:r>
              <a:rPr sz="1800" spc="40" dirty="0">
                <a:latin typeface="Arial MT"/>
                <a:cs typeface="Arial MT"/>
              </a:rPr>
              <a:t> </a:t>
            </a:r>
            <a:r>
              <a:rPr sz="1800" spc="-145" dirty="0">
                <a:latin typeface="Arial MT"/>
                <a:cs typeface="Arial MT"/>
              </a:rPr>
              <a:t>Amazon</a:t>
            </a:r>
            <a:r>
              <a:rPr sz="1800" spc="40" dirty="0">
                <a:latin typeface="Arial MT"/>
                <a:cs typeface="Arial MT"/>
              </a:rPr>
              <a:t> </a:t>
            </a:r>
            <a:r>
              <a:rPr sz="1800" spc="-25" dirty="0">
                <a:latin typeface="Arial MT"/>
                <a:cs typeface="Arial MT"/>
              </a:rPr>
              <a:t>EC2 </a:t>
            </a:r>
            <a:r>
              <a:rPr sz="1850" spc="-130" dirty="0">
                <a:latin typeface="Arial MT"/>
                <a:cs typeface="Arial MT"/>
              </a:rPr>
              <a:t>instances</a:t>
            </a:r>
            <a:r>
              <a:rPr sz="1850" spc="-60" dirty="0">
                <a:latin typeface="Arial MT"/>
                <a:cs typeface="Arial MT"/>
              </a:rPr>
              <a:t> </a:t>
            </a:r>
            <a:r>
              <a:rPr sz="1850" spc="-170" dirty="0">
                <a:solidFill>
                  <a:srgbClr val="0E0E0E"/>
                </a:solidFill>
                <a:latin typeface="Arial MT"/>
                <a:cs typeface="Arial MT"/>
              </a:rPr>
              <a:t>can</a:t>
            </a:r>
            <a:r>
              <a:rPr sz="1850" spc="-15" dirty="0">
                <a:solidFill>
                  <a:srgbClr val="0E0E0E"/>
                </a:solidFill>
                <a:latin typeface="Arial MT"/>
                <a:cs typeface="Arial MT"/>
              </a:rPr>
              <a:t> </a:t>
            </a:r>
            <a:r>
              <a:rPr sz="1850" spc="-120" dirty="0">
                <a:latin typeface="Arial MT"/>
                <a:cs typeface="Arial MT"/>
              </a:rPr>
              <a:t>act</a:t>
            </a:r>
            <a:r>
              <a:rPr sz="1850" spc="-5" dirty="0">
                <a:latin typeface="Arial MT"/>
                <a:cs typeface="Arial MT"/>
              </a:rPr>
              <a:t> </a:t>
            </a:r>
            <a:r>
              <a:rPr sz="1850" spc="-240" dirty="0">
                <a:solidFill>
                  <a:srgbClr val="1D1D1D"/>
                </a:solidFill>
                <a:latin typeface="Arial MT"/>
                <a:cs typeface="Arial MT"/>
              </a:rPr>
              <a:t>as</a:t>
            </a:r>
            <a:r>
              <a:rPr sz="1850" spc="-50" dirty="0">
                <a:solidFill>
                  <a:srgbClr val="1D1D1D"/>
                </a:solidFill>
                <a:latin typeface="Arial MT"/>
                <a:cs typeface="Arial MT"/>
              </a:rPr>
              <a:t> </a:t>
            </a:r>
            <a:r>
              <a:rPr sz="1850" spc="-270" dirty="0">
                <a:latin typeface="Arial MT"/>
                <a:cs typeface="Arial MT"/>
              </a:rPr>
              <a:t>a</a:t>
            </a:r>
            <a:r>
              <a:rPr sz="1850" spc="20" dirty="0">
                <a:latin typeface="Arial MT"/>
                <a:cs typeface="Arial MT"/>
              </a:rPr>
              <a:t> </a:t>
            </a:r>
            <a:r>
              <a:rPr sz="1850" spc="-145" dirty="0">
                <a:latin typeface="Arial MT"/>
                <a:cs typeface="Arial MT"/>
              </a:rPr>
              <a:t>backup</a:t>
            </a:r>
            <a:r>
              <a:rPr sz="1850" spc="75" dirty="0">
                <a:latin typeface="Arial MT"/>
                <a:cs typeface="Arial MT"/>
              </a:rPr>
              <a:t> </a:t>
            </a:r>
            <a:r>
              <a:rPr sz="1850" spc="-40" dirty="0">
                <a:latin typeface="Arial MT"/>
                <a:cs typeface="Arial MT"/>
              </a:rPr>
              <a:t>for</a:t>
            </a:r>
            <a:r>
              <a:rPr sz="1850" spc="-30" dirty="0">
                <a:latin typeface="Arial MT"/>
                <a:cs typeface="Arial MT"/>
              </a:rPr>
              <a:t> </a:t>
            </a:r>
            <a:r>
              <a:rPr sz="1850" spc="-215" dirty="0">
                <a:latin typeface="Arial MT"/>
                <a:cs typeface="Arial MT"/>
              </a:rPr>
              <a:t>Cloud</a:t>
            </a:r>
            <a:r>
              <a:rPr sz="1850" spc="50" dirty="0">
                <a:latin typeface="Arial MT"/>
                <a:cs typeface="Arial MT"/>
              </a:rPr>
              <a:t> </a:t>
            </a:r>
            <a:r>
              <a:rPr sz="1850" spc="-80" dirty="0">
                <a:latin typeface="Arial MT"/>
                <a:cs typeface="Arial MT"/>
              </a:rPr>
              <a:t>or</a:t>
            </a:r>
            <a:r>
              <a:rPr sz="1850" spc="-65" dirty="0">
                <a:latin typeface="Arial MT"/>
                <a:cs typeface="Arial MT"/>
              </a:rPr>
              <a:t> </a:t>
            </a:r>
            <a:r>
              <a:rPr sz="1850" spc="-130" dirty="0">
                <a:latin typeface="Arial MT"/>
                <a:cs typeface="Arial MT"/>
              </a:rPr>
              <a:t>on-</a:t>
            </a:r>
            <a:r>
              <a:rPr sz="1850" spc="-10" dirty="0">
                <a:latin typeface="Arial MT"/>
                <a:cs typeface="Arial MT"/>
              </a:rPr>
              <a:t>premises </a:t>
            </a:r>
            <a:r>
              <a:rPr sz="1900" spc="-75" dirty="0">
                <a:latin typeface="Arial MT"/>
                <a:cs typeface="Arial MT"/>
              </a:rPr>
              <a:t>instances.</a:t>
            </a:r>
            <a:endParaRPr sz="1900">
              <a:latin typeface="Arial MT"/>
              <a:cs typeface="Arial MT"/>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380489" y="1336793"/>
            <a:ext cx="3124536" cy="3915251"/>
          </a:xfrm>
          <a:prstGeom prst="rect">
            <a:avLst/>
          </a:prstGeom>
        </p:spPr>
      </p:pic>
      <p:pic>
        <p:nvPicPr>
          <p:cNvPr id="3" name="object 3"/>
          <p:cNvPicPr/>
          <p:nvPr/>
        </p:nvPicPr>
        <p:blipFill>
          <a:blip r:embed="rId3" cstate="print"/>
          <a:stretch>
            <a:fillRect/>
          </a:stretch>
        </p:blipFill>
        <p:spPr>
          <a:xfrm>
            <a:off x="4581234" y="2051254"/>
            <a:ext cx="3076906" cy="771618"/>
          </a:xfrm>
          <a:prstGeom prst="rect">
            <a:avLst/>
          </a:prstGeom>
        </p:spPr>
      </p:pic>
      <p:sp>
        <p:nvSpPr>
          <p:cNvPr id="4" name="object 4"/>
          <p:cNvSpPr/>
          <p:nvPr/>
        </p:nvSpPr>
        <p:spPr>
          <a:xfrm>
            <a:off x="1380489" y="365125"/>
            <a:ext cx="9421495" cy="857885"/>
          </a:xfrm>
          <a:custGeom>
            <a:avLst/>
            <a:gdLst/>
            <a:ahLst/>
            <a:cxnLst/>
            <a:rect l="l" t="t" r="r" b="b"/>
            <a:pathLst>
              <a:path w="9421495" h="857885">
                <a:moveTo>
                  <a:pt x="9420225" y="857250"/>
                </a:moveTo>
                <a:lnTo>
                  <a:pt x="0" y="857250"/>
                </a:lnTo>
                <a:lnTo>
                  <a:pt x="0" y="0"/>
                </a:lnTo>
                <a:lnTo>
                  <a:pt x="9420225" y="0"/>
                </a:lnTo>
                <a:lnTo>
                  <a:pt x="9420225" y="857250"/>
                </a:lnTo>
                <a:close/>
              </a:path>
            </a:pathLst>
          </a:custGeom>
          <a:solidFill>
            <a:srgbClr val="B6EDEF"/>
          </a:solidFill>
        </p:spPr>
        <p:txBody>
          <a:bodyPr wrap="square" lIns="0" tIns="0" rIns="0" bIns="0" rtlCol="0"/>
          <a:lstStyle/>
          <a:p>
            <a:endParaRPr/>
          </a:p>
        </p:txBody>
      </p:sp>
      <p:sp>
        <p:nvSpPr>
          <p:cNvPr id="5" name="object 5" descr="$PPTXTitle"/>
          <p:cNvSpPr txBox="1">
            <a:spLocks noGrp="1"/>
          </p:cNvSpPr>
          <p:nvPr>
            <p:ph type="title"/>
          </p:nvPr>
        </p:nvSpPr>
        <p:spPr>
          <a:xfrm>
            <a:off x="1762137" y="511194"/>
            <a:ext cx="6405880" cy="521334"/>
          </a:xfrm>
          <a:prstGeom prst="rect">
            <a:avLst/>
          </a:prstGeom>
        </p:spPr>
        <p:txBody>
          <a:bodyPr vert="horz" wrap="square" lIns="0" tIns="12700" rIns="0" bIns="0" rtlCol="0">
            <a:spAutoFit/>
          </a:bodyPr>
          <a:lstStyle/>
          <a:p>
            <a:pPr>
              <a:lnSpc>
                <a:spcPct val="100000"/>
              </a:lnSpc>
              <a:spcBef>
                <a:spcPts val="100"/>
              </a:spcBef>
            </a:pPr>
            <a:r>
              <a:rPr sz="3250" spc="-175" dirty="0">
                <a:solidFill>
                  <a:srgbClr val="FFFFFF"/>
                </a:solidFill>
                <a:latin typeface="Arial MT"/>
                <a:cs typeface="Arial MT"/>
              </a:rPr>
              <a:t>Amazon</a:t>
            </a:r>
            <a:r>
              <a:rPr sz="3250" spc="-50" dirty="0">
                <a:solidFill>
                  <a:srgbClr val="FFFFFF"/>
                </a:solidFill>
                <a:latin typeface="Arial MT"/>
                <a:cs typeface="Arial MT"/>
              </a:rPr>
              <a:t> </a:t>
            </a:r>
            <a:r>
              <a:rPr sz="3250" spc="-150" dirty="0">
                <a:solidFill>
                  <a:srgbClr val="42798A"/>
                </a:solidFill>
                <a:latin typeface="Arial MT"/>
                <a:cs typeface="Arial MT"/>
              </a:rPr>
              <a:t>Elastic</a:t>
            </a:r>
            <a:r>
              <a:rPr sz="3250" spc="-10" dirty="0">
                <a:solidFill>
                  <a:srgbClr val="42798A"/>
                </a:solidFill>
                <a:latin typeface="Arial MT"/>
                <a:cs typeface="Arial MT"/>
              </a:rPr>
              <a:t> </a:t>
            </a:r>
            <a:r>
              <a:rPr sz="3250" spc="-120" dirty="0">
                <a:solidFill>
                  <a:srgbClr val="367C7E"/>
                </a:solidFill>
                <a:latin typeface="Arial MT"/>
                <a:cs typeface="Arial MT"/>
              </a:rPr>
              <a:t>Compute</a:t>
            </a:r>
            <a:r>
              <a:rPr sz="3250" spc="75" dirty="0">
                <a:solidFill>
                  <a:srgbClr val="367C7E"/>
                </a:solidFill>
                <a:latin typeface="Arial MT"/>
                <a:cs typeface="Arial MT"/>
              </a:rPr>
              <a:t> </a:t>
            </a:r>
            <a:r>
              <a:rPr sz="3250" spc="-150" dirty="0">
                <a:solidFill>
                  <a:srgbClr val="2B7B80"/>
                </a:solidFill>
                <a:latin typeface="Arial MT"/>
                <a:cs typeface="Arial MT"/>
              </a:rPr>
              <a:t>Cloud</a:t>
            </a:r>
            <a:r>
              <a:rPr sz="3250" spc="-70" dirty="0">
                <a:solidFill>
                  <a:srgbClr val="2B7B80"/>
                </a:solidFill>
                <a:latin typeface="Arial MT"/>
                <a:cs typeface="Arial MT"/>
              </a:rPr>
              <a:t> </a:t>
            </a:r>
            <a:r>
              <a:rPr sz="3250" dirty="0">
                <a:solidFill>
                  <a:srgbClr val="288093"/>
                </a:solidFill>
                <a:latin typeface="Arial MT"/>
                <a:cs typeface="Arial MT"/>
              </a:rPr>
              <a:t>-</a:t>
            </a:r>
            <a:r>
              <a:rPr sz="3250" spc="-215" dirty="0">
                <a:solidFill>
                  <a:srgbClr val="288093"/>
                </a:solidFill>
                <a:latin typeface="Arial MT"/>
                <a:cs typeface="Arial MT"/>
              </a:rPr>
              <a:t> </a:t>
            </a:r>
            <a:r>
              <a:rPr sz="3250" spc="-495" dirty="0">
                <a:solidFill>
                  <a:srgbClr val="A0C1CA"/>
                </a:solidFill>
                <a:latin typeface="Arial MT"/>
                <a:cs typeface="Arial MT"/>
              </a:rPr>
              <a:t>EC2</a:t>
            </a:r>
            <a:endParaRPr sz="3250">
              <a:latin typeface="Arial MT"/>
              <a:cs typeface="Arial MT"/>
            </a:endParaRPr>
          </a:p>
        </p:txBody>
      </p:sp>
      <p:sp>
        <p:nvSpPr>
          <p:cNvPr id="6" name="object 6"/>
          <p:cNvSpPr txBox="1"/>
          <p:nvPr/>
        </p:nvSpPr>
        <p:spPr>
          <a:xfrm>
            <a:off x="9047340" y="498492"/>
            <a:ext cx="572770" cy="353695"/>
          </a:xfrm>
          <a:prstGeom prst="rect">
            <a:avLst/>
          </a:prstGeom>
        </p:spPr>
        <p:txBody>
          <a:bodyPr vert="horz" wrap="square" lIns="0" tIns="12700" rIns="0" bIns="0" rtlCol="0">
            <a:spAutoFit/>
          </a:bodyPr>
          <a:lstStyle/>
          <a:p>
            <a:pPr>
              <a:lnSpc>
                <a:spcPct val="100000"/>
              </a:lnSpc>
              <a:spcBef>
                <a:spcPts val="100"/>
              </a:spcBef>
            </a:pPr>
            <a:r>
              <a:rPr sz="1950" spc="-55" dirty="0">
                <a:solidFill>
                  <a:srgbClr val="287C89"/>
                </a:solidFill>
                <a:latin typeface="Arial MT"/>
                <a:cs typeface="Arial MT"/>
              </a:rPr>
              <a:t>S</a:t>
            </a:r>
            <a:r>
              <a:rPr sz="3000" spc="-82" baseline="2777" dirty="0">
                <a:solidFill>
                  <a:srgbClr val="287C89"/>
                </a:solidFill>
                <a:latin typeface="Arial MT"/>
                <a:cs typeface="Arial MT"/>
              </a:rPr>
              <a:t>W</a:t>
            </a:r>
            <a:r>
              <a:rPr sz="2150" spc="-55" dirty="0">
                <a:solidFill>
                  <a:srgbClr val="287C89"/>
                </a:solidFill>
                <a:latin typeface="Arial MT"/>
                <a:cs typeface="Arial MT"/>
              </a:rPr>
              <a:t>S</a:t>
            </a:r>
            <a:endParaRPr sz="2150">
              <a:latin typeface="Arial MT"/>
              <a:cs typeface="Arial MT"/>
            </a:endParaRPr>
          </a:p>
        </p:txBody>
      </p:sp>
      <p:sp>
        <p:nvSpPr>
          <p:cNvPr id="7" name="object 7"/>
          <p:cNvSpPr txBox="1"/>
          <p:nvPr/>
        </p:nvSpPr>
        <p:spPr>
          <a:xfrm>
            <a:off x="9792879" y="511194"/>
            <a:ext cx="31115" cy="521334"/>
          </a:xfrm>
          <a:prstGeom prst="rect">
            <a:avLst/>
          </a:prstGeom>
        </p:spPr>
        <p:txBody>
          <a:bodyPr vert="horz" wrap="square" lIns="0" tIns="12700" rIns="0" bIns="0" rtlCol="0">
            <a:spAutoFit/>
          </a:bodyPr>
          <a:lstStyle/>
          <a:p>
            <a:pPr>
              <a:lnSpc>
                <a:spcPct val="100000"/>
              </a:lnSpc>
              <a:spcBef>
                <a:spcPts val="100"/>
              </a:spcBef>
            </a:pPr>
            <a:r>
              <a:rPr sz="3250" spc="-540" dirty="0">
                <a:solidFill>
                  <a:srgbClr val="4891AC"/>
                </a:solidFill>
                <a:latin typeface="Arial MT"/>
                <a:cs typeface="Arial MT"/>
              </a:rPr>
              <a:t>'</a:t>
            </a:r>
            <a:endParaRPr sz="3250">
              <a:latin typeface="Arial MT"/>
              <a:cs typeface="Arial MT"/>
            </a:endParaRPr>
          </a:p>
        </p:txBody>
      </p:sp>
      <p:grpSp>
        <p:nvGrpSpPr>
          <p:cNvPr id="8" name="object 8"/>
          <p:cNvGrpSpPr/>
          <p:nvPr/>
        </p:nvGrpSpPr>
        <p:grpSpPr>
          <a:xfrm>
            <a:off x="7696245" y="2051254"/>
            <a:ext cx="1505585" cy="772160"/>
            <a:chOff x="7696245" y="2051254"/>
            <a:chExt cx="1505585" cy="772160"/>
          </a:xfrm>
        </p:grpSpPr>
        <p:pic>
          <p:nvPicPr>
            <p:cNvPr id="9" name="object 9"/>
            <p:cNvPicPr/>
            <p:nvPr/>
          </p:nvPicPr>
          <p:blipFill>
            <a:blip r:embed="rId4" cstate="print"/>
            <a:stretch>
              <a:fillRect/>
            </a:stretch>
          </p:blipFill>
          <p:spPr>
            <a:xfrm>
              <a:off x="7696245" y="2051254"/>
              <a:ext cx="1505112" cy="180997"/>
            </a:xfrm>
            <a:prstGeom prst="rect">
              <a:avLst/>
            </a:prstGeom>
          </p:spPr>
        </p:pic>
        <p:pic>
          <p:nvPicPr>
            <p:cNvPr id="10" name="object 10"/>
            <p:cNvPicPr/>
            <p:nvPr/>
          </p:nvPicPr>
          <p:blipFill>
            <a:blip r:embed="rId5" cstate="print"/>
            <a:stretch>
              <a:fillRect/>
            </a:stretch>
          </p:blipFill>
          <p:spPr>
            <a:xfrm>
              <a:off x="8039182" y="2270357"/>
              <a:ext cx="1162175" cy="114313"/>
            </a:xfrm>
            <a:prstGeom prst="rect">
              <a:avLst/>
            </a:prstGeom>
          </p:spPr>
        </p:pic>
        <p:pic>
          <p:nvPicPr>
            <p:cNvPr id="11" name="object 11"/>
            <p:cNvPicPr/>
            <p:nvPr/>
          </p:nvPicPr>
          <p:blipFill>
            <a:blip r:embed="rId6" cstate="print"/>
            <a:stretch>
              <a:fillRect/>
            </a:stretch>
          </p:blipFill>
          <p:spPr>
            <a:xfrm>
              <a:off x="8001078" y="2498984"/>
              <a:ext cx="1200279" cy="323889"/>
            </a:xfrm>
            <a:prstGeom prst="rect">
              <a:avLst/>
            </a:prstGeom>
          </p:spPr>
        </p:pic>
        <p:pic>
          <p:nvPicPr>
            <p:cNvPr id="12" name="object 12"/>
            <p:cNvPicPr/>
            <p:nvPr/>
          </p:nvPicPr>
          <p:blipFill>
            <a:blip r:embed="rId7" cstate="print"/>
            <a:stretch>
              <a:fillRect/>
            </a:stretch>
          </p:blipFill>
          <p:spPr>
            <a:xfrm>
              <a:off x="7696245" y="2051254"/>
              <a:ext cx="1505112" cy="771618"/>
            </a:xfrm>
            <a:prstGeom prst="rect">
              <a:avLst/>
            </a:prstGeom>
          </p:spPr>
        </p:pic>
      </p:grpSp>
      <p:sp>
        <p:nvSpPr>
          <p:cNvPr id="13" name="object 13"/>
          <p:cNvSpPr txBox="1"/>
          <p:nvPr/>
        </p:nvSpPr>
        <p:spPr>
          <a:xfrm>
            <a:off x="9268039" y="2051254"/>
            <a:ext cx="1496060" cy="762635"/>
          </a:xfrm>
          <a:prstGeom prst="rect">
            <a:avLst/>
          </a:prstGeom>
          <a:solidFill>
            <a:srgbClr val="89C3EF"/>
          </a:solidFill>
        </p:spPr>
        <p:txBody>
          <a:bodyPr vert="horz" wrap="square" lIns="0" tIns="28575" rIns="0" bIns="0" rtlCol="0">
            <a:spAutoFit/>
          </a:bodyPr>
          <a:lstStyle/>
          <a:p>
            <a:pPr>
              <a:lnSpc>
                <a:spcPct val="100000"/>
              </a:lnSpc>
              <a:spcBef>
                <a:spcPts val="225"/>
              </a:spcBef>
            </a:pPr>
            <a:endParaRPr sz="1500">
              <a:latin typeface="Times New Roman"/>
              <a:cs typeface="Times New Roman"/>
            </a:endParaRPr>
          </a:p>
          <a:p>
            <a:pPr marL="137160">
              <a:lnSpc>
                <a:spcPct val="100000"/>
              </a:lnSpc>
            </a:pPr>
            <a:r>
              <a:rPr sz="1500" spc="-25" dirty="0">
                <a:solidFill>
                  <a:srgbClr val="3D7597"/>
                </a:solidFill>
                <a:latin typeface="Arial MT"/>
                <a:cs typeface="Arial MT"/>
              </a:rPr>
              <a:t>Host</a:t>
            </a:r>
            <a:r>
              <a:rPr sz="1500" spc="-80" dirty="0">
                <a:solidFill>
                  <a:srgbClr val="3D7597"/>
                </a:solidFill>
                <a:latin typeface="Arial MT"/>
                <a:cs typeface="Arial MT"/>
              </a:rPr>
              <a:t> </a:t>
            </a:r>
            <a:r>
              <a:rPr sz="1500" spc="-10" dirty="0">
                <a:solidFill>
                  <a:srgbClr val="3D6E9E"/>
                </a:solidFill>
                <a:latin typeface="Arial MT"/>
                <a:cs typeface="Arial MT"/>
              </a:rPr>
              <a:t>databases</a:t>
            </a:r>
            <a:endParaRPr sz="1500">
              <a:latin typeface="Arial MT"/>
              <a:cs typeface="Arial MT"/>
            </a:endParaRPr>
          </a:p>
        </p:txBody>
      </p:sp>
      <p:sp>
        <p:nvSpPr>
          <p:cNvPr id="14" name="object 14"/>
          <p:cNvSpPr txBox="1"/>
          <p:nvPr/>
        </p:nvSpPr>
        <p:spPr>
          <a:xfrm>
            <a:off x="1667803" y="5374299"/>
            <a:ext cx="2658745" cy="132715"/>
          </a:xfrm>
          <a:prstGeom prst="rect">
            <a:avLst/>
          </a:prstGeom>
        </p:spPr>
        <p:txBody>
          <a:bodyPr vert="horz" wrap="square" lIns="0" tIns="12700" rIns="0" bIns="0" rtlCol="0">
            <a:spAutoFit/>
          </a:bodyPr>
          <a:lstStyle/>
          <a:p>
            <a:pPr marL="12700">
              <a:lnSpc>
                <a:spcPct val="100000"/>
              </a:lnSpc>
              <a:spcBef>
                <a:spcPts val="100"/>
              </a:spcBef>
            </a:pPr>
            <a:r>
              <a:rPr sz="700" spc="-45" dirty="0">
                <a:solidFill>
                  <a:srgbClr val="7E7E7E"/>
                </a:solidFill>
                <a:latin typeface="Arial MT"/>
                <a:cs typeface="Arial MT"/>
              </a:rPr>
              <a:t>@20J</a:t>
            </a:r>
            <a:r>
              <a:rPr sz="700" spc="-125" dirty="0">
                <a:solidFill>
                  <a:srgbClr val="7E7E7E"/>
                </a:solidFill>
                <a:latin typeface="Arial MT"/>
                <a:cs typeface="Arial MT"/>
              </a:rPr>
              <a:t> </a:t>
            </a:r>
            <a:r>
              <a:rPr sz="700" dirty="0">
                <a:solidFill>
                  <a:srgbClr val="8E8E8E"/>
                </a:solidFill>
                <a:latin typeface="Arial MT"/>
                <a:cs typeface="Arial MT"/>
              </a:rPr>
              <a:t>1</a:t>
            </a:r>
            <a:r>
              <a:rPr sz="700" spc="25" dirty="0">
                <a:solidFill>
                  <a:srgbClr val="8E8E8E"/>
                </a:solidFill>
                <a:latin typeface="Arial MT"/>
                <a:cs typeface="Arial MT"/>
              </a:rPr>
              <a:t> </a:t>
            </a:r>
            <a:r>
              <a:rPr sz="700" spc="90" dirty="0">
                <a:solidFill>
                  <a:srgbClr val="919191"/>
                </a:solidFill>
                <a:latin typeface="Arial MT"/>
                <a:cs typeface="Arial MT"/>
              </a:rPr>
              <a:t>Annas</a:t>
            </a:r>
            <a:r>
              <a:rPr sz="700" spc="30" dirty="0">
                <a:solidFill>
                  <a:srgbClr val="919191"/>
                </a:solidFill>
                <a:latin typeface="Arial MT"/>
                <a:cs typeface="Arial MT"/>
              </a:rPr>
              <a:t> </a:t>
            </a:r>
            <a:r>
              <a:rPr sz="700" dirty="0">
                <a:solidFill>
                  <a:srgbClr val="797979"/>
                </a:solidFill>
                <a:latin typeface="Arial MT"/>
                <a:cs typeface="Arial MT"/>
              </a:rPr>
              <a:t>web</a:t>
            </a:r>
            <a:r>
              <a:rPr sz="700" spc="-15" dirty="0">
                <a:solidFill>
                  <a:srgbClr val="797979"/>
                </a:solidFill>
                <a:latin typeface="Arial MT"/>
                <a:cs typeface="Arial MT"/>
              </a:rPr>
              <a:t> </a:t>
            </a:r>
            <a:r>
              <a:rPr sz="700" spc="-25" dirty="0">
                <a:solidFill>
                  <a:srgbClr val="707070"/>
                </a:solidFill>
                <a:latin typeface="Arial MT"/>
                <a:cs typeface="Arial MT"/>
              </a:rPr>
              <a:t>Serv+eel</a:t>
            </a:r>
            <a:r>
              <a:rPr sz="700" spc="70" dirty="0">
                <a:solidFill>
                  <a:srgbClr val="707070"/>
                </a:solidFill>
                <a:latin typeface="Arial MT"/>
                <a:cs typeface="Arial MT"/>
              </a:rPr>
              <a:t> </a:t>
            </a:r>
            <a:r>
              <a:rPr sz="700" dirty="0">
                <a:solidFill>
                  <a:srgbClr val="808080"/>
                </a:solidFill>
                <a:latin typeface="Arial MT"/>
                <a:cs typeface="Arial MT"/>
              </a:rPr>
              <a:t>inc</a:t>
            </a:r>
            <a:r>
              <a:rPr sz="700" spc="195" dirty="0">
                <a:solidFill>
                  <a:srgbClr val="808080"/>
                </a:solidFill>
                <a:latin typeface="Arial MT"/>
                <a:cs typeface="Arial MT"/>
              </a:rPr>
              <a:t> </a:t>
            </a:r>
            <a:r>
              <a:rPr sz="700" dirty="0">
                <a:solidFill>
                  <a:srgbClr val="919191"/>
                </a:solidFill>
                <a:latin typeface="Arial MT"/>
                <a:cs typeface="Arial MT"/>
              </a:rPr>
              <a:t>or</a:t>
            </a:r>
            <a:r>
              <a:rPr sz="700" spc="-10" dirty="0">
                <a:solidFill>
                  <a:srgbClr val="919191"/>
                </a:solidFill>
                <a:latin typeface="Arial MT"/>
                <a:cs typeface="Arial MT"/>
              </a:rPr>
              <a:t> </a:t>
            </a:r>
            <a:r>
              <a:rPr sz="700" spc="-10" dirty="0">
                <a:solidFill>
                  <a:srgbClr val="6D6D6D"/>
                </a:solidFill>
                <a:latin typeface="Arial MT"/>
                <a:cs typeface="Arial MT"/>
              </a:rPr>
              <a:t>ns</a:t>
            </a:r>
            <a:r>
              <a:rPr sz="700" spc="-85" dirty="0">
                <a:solidFill>
                  <a:srgbClr val="6D6D6D"/>
                </a:solidFill>
                <a:latin typeface="Arial MT"/>
                <a:cs typeface="Arial MT"/>
              </a:rPr>
              <a:t> </a:t>
            </a:r>
            <a:r>
              <a:rPr sz="700" spc="-10" dirty="0">
                <a:solidFill>
                  <a:srgbClr val="8C8C8C"/>
                </a:solidFill>
                <a:latin typeface="Arial MT"/>
                <a:cs typeface="Arial MT"/>
              </a:rPr>
              <a:t>a</a:t>
            </a:r>
            <a:r>
              <a:rPr sz="700" spc="-10" dirty="0">
                <a:solidFill>
                  <a:srgbClr val="3A3A3A"/>
                </a:solidFill>
                <a:latin typeface="Arial MT"/>
                <a:cs typeface="Arial MT"/>
              </a:rPr>
              <a:t>ffiliares.</a:t>
            </a:r>
            <a:r>
              <a:rPr sz="700" spc="15" dirty="0">
                <a:solidFill>
                  <a:srgbClr val="3A3A3A"/>
                </a:solidFill>
                <a:latin typeface="Arial MT"/>
                <a:cs typeface="Arial MT"/>
              </a:rPr>
              <a:t> </a:t>
            </a:r>
            <a:r>
              <a:rPr sz="700" spc="-25" dirty="0">
                <a:solidFill>
                  <a:srgbClr val="757575"/>
                </a:solidFill>
                <a:latin typeface="Arial MT"/>
                <a:cs typeface="Arial MT"/>
              </a:rPr>
              <a:t>Alt</a:t>
            </a:r>
            <a:r>
              <a:rPr sz="700" spc="-10" dirty="0">
                <a:solidFill>
                  <a:srgbClr val="757575"/>
                </a:solidFill>
                <a:latin typeface="Arial MT"/>
                <a:cs typeface="Arial MT"/>
              </a:rPr>
              <a:t> </a:t>
            </a:r>
            <a:r>
              <a:rPr sz="700" spc="50" dirty="0">
                <a:solidFill>
                  <a:srgbClr val="494949"/>
                </a:solidFill>
                <a:latin typeface="Arial MT"/>
                <a:cs typeface="Arial MT"/>
              </a:rPr>
              <a:t>ngha</a:t>
            </a:r>
            <a:r>
              <a:rPr sz="700" spc="-30" dirty="0">
                <a:solidFill>
                  <a:srgbClr val="494949"/>
                </a:solidFill>
                <a:latin typeface="Arial MT"/>
                <a:cs typeface="Arial MT"/>
              </a:rPr>
              <a:t> </a:t>
            </a:r>
            <a:r>
              <a:rPr sz="700" spc="-10" dirty="0">
                <a:solidFill>
                  <a:srgbClr val="747474"/>
                </a:solidFill>
                <a:latin typeface="Arial MT"/>
                <a:cs typeface="Arial MT"/>
              </a:rPr>
              <a:t>reserved</a:t>
            </a:r>
            <a:endParaRPr sz="700">
              <a:latin typeface="Arial MT"/>
              <a:cs typeface="Arial MT"/>
            </a:endParaRPr>
          </a:p>
        </p:txBody>
      </p:sp>
      <p:sp>
        <p:nvSpPr>
          <p:cNvPr id="15" name="object 15"/>
          <p:cNvSpPr txBox="1"/>
          <p:nvPr/>
        </p:nvSpPr>
        <p:spPr>
          <a:xfrm>
            <a:off x="4775864" y="1336908"/>
            <a:ext cx="5408295" cy="581025"/>
          </a:xfrm>
          <a:prstGeom prst="rect">
            <a:avLst/>
          </a:prstGeom>
        </p:spPr>
        <p:txBody>
          <a:bodyPr vert="horz" wrap="square" lIns="0" tIns="47625" rIns="0" bIns="0" rtlCol="0">
            <a:spAutoFit/>
          </a:bodyPr>
          <a:lstStyle/>
          <a:p>
            <a:pPr marL="12700">
              <a:lnSpc>
                <a:spcPct val="100000"/>
              </a:lnSpc>
              <a:spcBef>
                <a:spcPts val="375"/>
              </a:spcBef>
            </a:pPr>
            <a:r>
              <a:rPr sz="1650" spc="-200" dirty="0">
                <a:solidFill>
                  <a:srgbClr val="0C0C0C"/>
                </a:solidFill>
                <a:latin typeface="Verdana"/>
                <a:cs typeface="Verdana"/>
              </a:rPr>
              <a:t>ChoOse</a:t>
            </a:r>
            <a:r>
              <a:rPr sz="1650" spc="-35" dirty="0">
                <a:solidFill>
                  <a:srgbClr val="0C0C0C"/>
                </a:solidFill>
                <a:latin typeface="Verdana"/>
                <a:cs typeface="Verdana"/>
              </a:rPr>
              <a:t> </a:t>
            </a:r>
            <a:r>
              <a:rPr sz="1650" spc="-155" dirty="0">
                <a:latin typeface="Verdana"/>
                <a:cs typeface="Verdana"/>
              </a:rPr>
              <a:t>each</a:t>
            </a:r>
            <a:r>
              <a:rPr sz="1650" spc="-130" dirty="0">
                <a:latin typeface="Verdana"/>
                <a:cs typeface="Verdana"/>
              </a:rPr>
              <a:t> </a:t>
            </a:r>
            <a:r>
              <a:rPr sz="1650" spc="-105" dirty="0">
                <a:latin typeface="Verdana"/>
                <a:cs typeface="Verdana"/>
              </a:rPr>
              <a:t>button</a:t>
            </a:r>
            <a:r>
              <a:rPr sz="1650" spc="-85" dirty="0">
                <a:latin typeface="Verdana"/>
                <a:cs typeface="Verdana"/>
              </a:rPr>
              <a:t> </a:t>
            </a:r>
            <a:r>
              <a:rPr sz="1650" spc="-35" dirty="0">
                <a:latin typeface="Verdana"/>
                <a:cs typeface="Verdana"/>
              </a:rPr>
              <a:t>to</a:t>
            </a:r>
            <a:r>
              <a:rPr sz="1650" spc="-165" dirty="0">
                <a:latin typeface="Verdana"/>
                <a:cs typeface="Verdana"/>
              </a:rPr>
              <a:t> </a:t>
            </a:r>
            <a:r>
              <a:rPr sz="1650" spc="-130" dirty="0">
                <a:latin typeface="Verdana"/>
                <a:cs typeface="Verdana"/>
              </a:rPr>
              <a:t>learn</a:t>
            </a:r>
            <a:r>
              <a:rPr sz="1650" spc="-140" dirty="0">
                <a:latin typeface="Verdana"/>
                <a:cs typeface="Verdana"/>
              </a:rPr>
              <a:t> </a:t>
            </a:r>
            <a:r>
              <a:rPr sz="1650" spc="-125" dirty="0">
                <a:latin typeface="Verdana"/>
                <a:cs typeface="Verdana"/>
              </a:rPr>
              <a:t>more</a:t>
            </a:r>
            <a:r>
              <a:rPr sz="1650" spc="-114" dirty="0">
                <a:latin typeface="Verdana"/>
                <a:cs typeface="Verdana"/>
              </a:rPr>
              <a:t> </a:t>
            </a:r>
            <a:r>
              <a:rPr sz="1650" spc="-110" dirty="0">
                <a:latin typeface="Verdana"/>
                <a:cs typeface="Verdana"/>
              </a:rPr>
              <a:t>about</a:t>
            </a:r>
            <a:r>
              <a:rPr sz="1650" spc="-95" dirty="0">
                <a:latin typeface="Verdana"/>
                <a:cs typeface="Verdana"/>
              </a:rPr>
              <a:t> </a:t>
            </a:r>
            <a:r>
              <a:rPr sz="1650" spc="-190" dirty="0">
                <a:latin typeface="Verdana"/>
                <a:cs typeface="Verdana"/>
              </a:rPr>
              <a:t>ways</a:t>
            </a:r>
            <a:r>
              <a:rPr sz="1650" spc="-25" dirty="0">
                <a:latin typeface="Verdana"/>
                <a:cs typeface="Verdana"/>
              </a:rPr>
              <a:t> </a:t>
            </a:r>
            <a:r>
              <a:rPr sz="1650" spc="-135" dirty="0">
                <a:latin typeface="Verdana"/>
                <a:cs typeface="Verdana"/>
              </a:rPr>
              <a:t>you</a:t>
            </a:r>
            <a:r>
              <a:rPr sz="1650" spc="-105" dirty="0">
                <a:latin typeface="Verdana"/>
                <a:cs typeface="Verdana"/>
              </a:rPr>
              <a:t> </a:t>
            </a:r>
            <a:r>
              <a:rPr sz="1650" spc="-135" dirty="0">
                <a:solidFill>
                  <a:srgbClr val="151515"/>
                </a:solidFill>
                <a:latin typeface="Verdana"/>
                <a:cs typeface="Verdana"/>
              </a:rPr>
              <a:t>can</a:t>
            </a:r>
            <a:r>
              <a:rPr sz="1650" spc="-170" dirty="0">
                <a:solidFill>
                  <a:srgbClr val="151515"/>
                </a:solidFill>
                <a:latin typeface="Verdana"/>
                <a:cs typeface="Verdana"/>
              </a:rPr>
              <a:t> </a:t>
            </a:r>
            <a:r>
              <a:rPr sz="1650" spc="-25" dirty="0">
                <a:latin typeface="Verdana"/>
                <a:cs typeface="Verdana"/>
              </a:rPr>
              <a:t>use</a:t>
            </a:r>
            <a:endParaRPr sz="1650">
              <a:latin typeface="Verdana"/>
              <a:cs typeface="Verdana"/>
            </a:endParaRPr>
          </a:p>
          <a:p>
            <a:pPr marL="14604">
              <a:lnSpc>
                <a:spcPct val="100000"/>
              </a:lnSpc>
              <a:spcBef>
                <a:spcPts val="254"/>
              </a:spcBef>
            </a:pPr>
            <a:r>
              <a:rPr sz="1550" spc="-20" dirty="0">
                <a:latin typeface="Arial MT"/>
                <a:cs typeface="Arial MT"/>
              </a:rPr>
              <a:t>AmazOn</a:t>
            </a:r>
            <a:r>
              <a:rPr sz="1550" spc="-45" dirty="0">
                <a:latin typeface="Arial MT"/>
                <a:cs typeface="Arial MT"/>
              </a:rPr>
              <a:t> </a:t>
            </a:r>
            <a:r>
              <a:rPr sz="1550" spc="-20" dirty="0">
                <a:latin typeface="Arial MT"/>
                <a:cs typeface="Arial MT"/>
              </a:rPr>
              <a:t>EC2.</a:t>
            </a:r>
            <a:endParaRPr sz="1550">
              <a:latin typeface="Arial MT"/>
              <a:cs typeface="Arial MT"/>
            </a:endParaRPr>
          </a:p>
        </p:txBody>
      </p:sp>
      <p:sp>
        <p:nvSpPr>
          <p:cNvPr id="16" name="object 16"/>
          <p:cNvSpPr txBox="1"/>
          <p:nvPr/>
        </p:nvSpPr>
        <p:spPr>
          <a:xfrm>
            <a:off x="4696838" y="2929567"/>
            <a:ext cx="5644515" cy="1130935"/>
          </a:xfrm>
          <a:prstGeom prst="rect">
            <a:avLst/>
          </a:prstGeom>
        </p:spPr>
        <p:txBody>
          <a:bodyPr vert="horz" wrap="square" lIns="0" tIns="12700" rIns="0" bIns="0" rtlCol="0">
            <a:spAutoFit/>
          </a:bodyPr>
          <a:lstStyle/>
          <a:p>
            <a:pPr marL="12700" marR="5080" indent="5080">
              <a:lnSpc>
                <a:spcPct val="106600"/>
              </a:lnSpc>
              <a:spcBef>
                <a:spcPts val="100"/>
              </a:spcBef>
            </a:pPr>
            <a:r>
              <a:rPr sz="1700" spc="-65" dirty="0">
                <a:latin typeface="Arial MT"/>
                <a:cs typeface="Arial MT"/>
              </a:rPr>
              <a:t>Amazon</a:t>
            </a:r>
            <a:r>
              <a:rPr sz="1700" spc="-55" dirty="0">
                <a:latin typeface="Arial MT"/>
                <a:cs typeface="Arial MT"/>
              </a:rPr>
              <a:t> </a:t>
            </a:r>
            <a:r>
              <a:rPr sz="1700" spc="-210" dirty="0">
                <a:latin typeface="Arial MT"/>
                <a:cs typeface="Arial MT"/>
              </a:rPr>
              <a:t>EC2</a:t>
            </a:r>
            <a:r>
              <a:rPr sz="1700" spc="30" dirty="0">
                <a:latin typeface="Arial MT"/>
                <a:cs typeface="Arial MT"/>
              </a:rPr>
              <a:t> </a:t>
            </a:r>
            <a:r>
              <a:rPr sz="1700" spc="-10" dirty="0">
                <a:solidFill>
                  <a:srgbClr val="151515"/>
                </a:solidFill>
                <a:latin typeface="Arial MT"/>
                <a:cs typeface="Arial MT"/>
              </a:rPr>
              <a:t>lets</a:t>
            </a:r>
            <a:r>
              <a:rPr sz="1700" spc="-110" dirty="0">
                <a:solidFill>
                  <a:srgbClr val="151515"/>
                </a:solidFill>
                <a:latin typeface="Arial MT"/>
                <a:cs typeface="Arial MT"/>
              </a:rPr>
              <a:t> </a:t>
            </a:r>
            <a:r>
              <a:rPr sz="1700" dirty="0">
                <a:latin typeface="Arial MT"/>
                <a:cs typeface="Arial MT"/>
              </a:rPr>
              <a:t>you</a:t>
            </a:r>
            <a:r>
              <a:rPr sz="1700" spc="-105" dirty="0">
                <a:latin typeface="Arial MT"/>
                <a:cs typeface="Arial MT"/>
              </a:rPr>
              <a:t> </a:t>
            </a:r>
            <a:r>
              <a:rPr sz="1700" spc="-40" dirty="0">
                <a:latin typeface="Arial MT"/>
                <a:cs typeface="Arial MT"/>
              </a:rPr>
              <a:t>provision </a:t>
            </a:r>
            <a:r>
              <a:rPr sz="1700" spc="-70" dirty="0">
                <a:latin typeface="Arial MT"/>
                <a:cs typeface="Arial MT"/>
              </a:rPr>
              <a:t>instances</a:t>
            </a:r>
            <a:r>
              <a:rPr sz="1700" spc="-30" dirty="0">
                <a:latin typeface="Arial MT"/>
                <a:cs typeface="Arial MT"/>
              </a:rPr>
              <a:t> </a:t>
            </a:r>
            <a:r>
              <a:rPr sz="1700" dirty="0">
                <a:latin typeface="Arial MT"/>
                <a:cs typeface="Arial MT"/>
              </a:rPr>
              <a:t>to</a:t>
            </a:r>
            <a:r>
              <a:rPr sz="1700" spc="145" dirty="0">
                <a:latin typeface="Arial MT"/>
                <a:cs typeface="Arial MT"/>
              </a:rPr>
              <a:t> </a:t>
            </a:r>
            <a:r>
              <a:rPr sz="1700" spc="-10" dirty="0">
                <a:latin typeface="Arial MT"/>
                <a:cs typeface="Arial MT"/>
              </a:rPr>
              <a:t>perform computing</a:t>
            </a:r>
            <a:r>
              <a:rPr sz="1700" spc="-110" dirty="0">
                <a:latin typeface="Arial MT"/>
                <a:cs typeface="Arial MT"/>
              </a:rPr>
              <a:t> </a:t>
            </a:r>
            <a:r>
              <a:rPr sz="1700" spc="-40" dirty="0">
                <a:latin typeface="Arial MT"/>
                <a:cs typeface="Arial MT"/>
              </a:rPr>
              <a:t>jobs</a:t>
            </a:r>
            <a:r>
              <a:rPr sz="1700" spc="-80" dirty="0">
                <a:latin typeface="Arial MT"/>
                <a:cs typeface="Arial MT"/>
              </a:rPr>
              <a:t> </a:t>
            </a:r>
            <a:r>
              <a:rPr sz="1700" spc="-35" dirty="0">
                <a:latin typeface="Arial MT"/>
                <a:cs typeface="Arial MT"/>
              </a:rPr>
              <a:t>and</a:t>
            </a:r>
            <a:r>
              <a:rPr sz="1700" spc="-75" dirty="0">
                <a:latin typeface="Arial MT"/>
                <a:cs typeface="Arial MT"/>
              </a:rPr>
              <a:t> </a:t>
            </a:r>
            <a:r>
              <a:rPr sz="1700" spc="-10" dirty="0">
                <a:latin typeface="Arial MT"/>
                <a:cs typeface="Arial MT"/>
              </a:rPr>
              <a:t>terminate</a:t>
            </a:r>
            <a:r>
              <a:rPr sz="1700" spc="-15" dirty="0">
                <a:latin typeface="Arial MT"/>
                <a:cs typeface="Arial MT"/>
              </a:rPr>
              <a:t> </a:t>
            </a:r>
            <a:r>
              <a:rPr sz="1700" dirty="0">
                <a:latin typeface="Arial MT"/>
                <a:cs typeface="Arial MT"/>
              </a:rPr>
              <a:t>them</a:t>
            </a:r>
            <a:r>
              <a:rPr sz="1700" spc="-15" dirty="0">
                <a:latin typeface="Arial MT"/>
                <a:cs typeface="Arial MT"/>
              </a:rPr>
              <a:t> </a:t>
            </a:r>
            <a:r>
              <a:rPr sz="1700" spc="-55" dirty="0">
                <a:latin typeface="Arial MT"/>
                <a:cs typeface="Arial MT"/>
              </a:rPr>
              <a:t>when</a:t>
            </a:r>
            <a:r>
              <a:rPr sz="1700" spc="-65" dirty="0">
                <a:latin typeface="Arial MT"/>
                <a:cs typeface="Arial MT"/>
              </a:rPr>
              <a:t> </a:t>
            </a:r>
            <a:r>
              <a:rPr sz="1700" dirty="0">
                <a:latin typeface="Arial MT"/>
                <a:cs typeface="Arial MT"/>
              </a:rPr>
              <a:t>your</a:t>
            </a:r>
            <a:r>
              <a:rPr sz="1700" spc="-80" dirty="0">
                <a:latin typeface="Arial MT"/>
                <a:cs typeface="Arial MT"/>
              </a:rPr>
              <a:t> are</a:t>
            </a:r>
            <a:r>
              <a:rPr sz="1700" spc="-40" dirty="0">
                <a:latin typeface="Arial MT"/>
                <a:cs typeface="Arial MT"/>
              </a:rPr>
              <a:t> </a:t>
            </a:r>
            <a:r>
              <a:rPr sz="1700" spc="-10" dirty="0">
                <a:latin typeface="Arial MT"/>
                <a:cs typeface="Arial MT"/>
              </a:rPr>
              <a:t>done. </a:t>
            </a:r>
            <a:r>
              <a:rPr sz="1700" spc="-60" dirty="0">
                <a:solidFill>
                  <a:srgbClr val="151515"/>
                </a:solidFill>
                <a:latin typeface="Arial MT"/>
                <a:cs typeface="Arial MT"/>
              </a:rPr>
              <a:t>This </a:t>
            </a:r>
            <a:r>
              <a:rPr sz="1700" spc="-45" dirty="0">
                <a:latin typeface="Arial MT"/>
                <a:cs typeface="Arial MT"/>
              </a:rPr>
              <a:t>arrangement</a:t>
            </a:r>
            <a:r>
              <a:rPr sz="1700" spc="60" dirty="0">
                <a:latin typeface="Arial MT"/>
                <a:cs typeface="Arial MT"/>
              </a:rPr>
              <a:t> </a:t>
            </a:r>
            <a:r>
              <a:rPr sz="1700" spc="-90" dirty="0">
                <a:latin typeface="Arial MT"/>
                <a:cs typeface="Arial MT"/>
              </a:rPr>
              <a:t>can</a:t>
            </a:r>
            <a:r>
              <a:rPr sz="1700" spc="-55" dirty="0">
                <a:latin typeface="Arial MT"/>
                <a:cs typeface="Arial MT"/>
              </a:rPr>
              <a:t> </a:t>
            </a:r>
            <a:r>
              <a:rPr sz="1700" spc="-120" dirty="0">
                <a:latin typeface="Arial MT"/>
                <a:cs typeface="Arial MT"/>
              </a:rPr>
              <a:t>save</a:t>
            </a:r>
            <a:r>
              <a:rPr sz="1700" spc="-45" dirty="0">
                <a:latin typeface="Arial MT"/>
                <a:cs typeface="Arial MT"/>
              </a:rPr>
              <a:t> </a:t>
            </a:r>
            <a:r>
              <a:rPr sz="1700" spc="-10" dirty="0">
                <a:latin typeface="Arial MT"/>
                <a:cs typeface="Arial MT"/>
              </a:rPr>
              <a:t>you</a:t>
            </a:r>
            <a:r>
              <a:rPr sz="1700" spc="-25" dirty="0">
                <a:latin typeface="Arial MT"/>
                <a:cs typeface="Arial MT"/>
              </a:rPr>
              <a:t> </a:t>
            </a:r>
            <a:r>
              <a:rPr sz="1700" spc="-190" dirty="0">
                <a:latin typeface="Arial MT"/>
                <a:cs typeface="Arial MT"/>
              </a:rPr>
              <a:t>a</a:t>
            </a:r>
            <a:r>
              <a:rPr sz="1700" spc="60" dirty="0">
                <a:latin typeface="Arial MT"/>
                <a:cs typeface="Arial MT"/>
              </a:rPr>
              <a:t> </a:t>
            </a:r>
            <a:r>
              <a:rPr sz="1700" dirty="0">
                <a:latin typeface="Arial MT"/>
                <a:cs typeface="Arial MT"/>
              </a:rPr>
              <a:t>lot</a:t>
            </a:r>
            <a:r>
              <a:rPr sz="1700" spc="-35" dirty="0">
                <a:latin typeface="Arial MT"/>
                <a:cs typeface="Arial MT"/>
              </a:rPr>
              <a:t> </a:t>
            </a:r>
            <a:r>
              <a:rPr sz="1700" dirty="0">
                <a:solidFill>
                  <a:srgbClr val="0F0F0F"/>
                </a:solidFill>
                <a:latin typeface="Arial MT"/>
                <a:cs typeface="Arial MT"/>
              </a:rPr>
              <a:t>of</a:t>
            </a:r>
            <a:r>
              <a:rPr sz="1700" spc="-10" dirty="0">
                <a:solidFill>
                  <a:srgbClr val="0F0F0F"/>
                </a:solidFill>
                <a:latin typeface="Arial MT"/>
                <a:cs typeface="Arial MT"/>
              </a:rPr>
              <a:t> </a:t>
            </a:r>
            <a:r>
              <a:rPr sz="1700" spc="-70" dirty="0">
                <a:latin typeface="Arial MT"/>
                <a:cs typeface="Arial MT"/>
              </a:rPr>
              <a:t>money,</a:t>
            </a:r>
            <a:r>
              <a:rPr sz="1700" spc="-45" dirty="0">
                <a:latin typeface="Arial MT"/>
                <a:cs typeface="Arial MT"/>
              </a:rPr>
              <a:t> </a:t>
            </a:r>
            <a:r>
              <a:rPr sz="1700" dirty="0">
                <a:solidFill>
                  <a:srgbClr val="2A2A2A"/>
                </a:solidFill>
                <a:latin typeface="Arial MT"/>
                <a:cs typeface="Arial MT"/>
              </a:rPr>
              <a:t>if</a:t>
            </a:r>
            <a:r>
              <a:rPr sz="1700" spc="45" dirty="0">
                <a:solidFill>
                  <a:srgbClr val="2A2A2A"/>
                </a:solidFill>
                <a:latin typeface="Arial MT"/>
                <a:cs typeface="Arial MT"/>
              </a:rPr>
              <a:t> </a:t>
            </a:r>
            <a:r>
              <a:rPr sz="1700" dirty="0">
                <a:latin typeface="Arial MT"/>
                <a:cs typeface="Arial MT"/>
              </a:rPr>
              <a:t>you</a:t>
            </a:r>
            <a:r>
              <a:rPr sz="1700" spc="45" dirty="0">
                <a:latin typeface="Arial MT"/>
                <a:cs typeface="Arial MT"/>
              </a:rPr>
              <a:t> </a:t>
            </a:r>
            <a:r>
              <a:rPr sz="1700" spc="-20" dirty="0">
                <a:latin typeface="Arial MT"/>
                <a:cs typeface="Arial MT"/>
              </a:rPr>
              <a:t>only </a:t>
            </a:r>
            <a:r>
              <a:rPr sz="1700" spc="-50" dirty="0">
                <a:latin typeface="Arial MT"/>
                <a:cs typeface="Arial MT"/>
              </a:rPr>
              <a:t>need</a:t>
            </a:r>
            <a:r>
              <a:rPr sz="1700" spc="-70" dirty="0">
                <a:latin typeface="Arial MT"/>
                <a:cs typeface="Arial MT"/>
              </a:rPr>
              <a:t> </a:t>
            </a:r>
            <a:r>
              <a:rPr sz="1700" dirty="0">
                <a:latin typeface="Arial MT"/>
                <a:cs typeface="Arial MT"/>
              </a:rPr>
              <a:t>the</a:t>
            </a:r>
            <a:r>
              <a:rPr sz="1700" spc="-85" dirty="0">
                <a:latin typeface="Arial MT"/>
                <a:cs typeface="Arial MT"/>
              </a:rPr>
              <a:t> </a:t>
            </a:r>
            <a:r>
              <a:rPr sz="1700" spc="-20" dirty="0">
                <a:latin typeface="Arial MT"/>
                <a:cs typeface="Arial MT"/>
              </a:rPr>
              <a:t>computing</a:t>
            </a:r>
            <a:r>
              <a:rPr sz="1700" spc="-15" dirty="0">
                <a:latin typeface="Arial MT"/>
                <a:cs typeface="Arial MT"/>
              </a:rPr>
              <a:t> </a:t>
            </a:r>
            <a:r>
              <a:rPr sz="1700" spc="-75" dirty="0">
                <a:latin typeface="Arial MT"/>
                <a:cs typeface="Arial MT"/>
              </a:rPr>
              <a:t>resource</a:t>
            </a:r>
            <a:r>
              <a:rPr sz="1700" spc="45" dirty="0">
                <a:latin typeface="Arial MT"/>
                <a:cs typeface="Arial MT"/>
              </a:rPr>
              <a:t> </a:t>
            </a:r>
            <a:r>
              <a:rPr sz="1700" dirty="0">
                <a:latin typeface="Arial MT"/>
                <a:cs typeface="Arial MT"/>
              </a:rPr>
              <a:t>for</a:t>
            </a:r>
            <a:r>
              <a:rPr sz="1700" spc="-90" dirty="0">
                <a:latin typeface="Arial MT"/>
                <a:cs typeface="Arial MT"/>
              </a:rPr>
              <a:t> </a:t>
            </a:r>
            <a:r>
              <a:rPr sz="1700" dirty="0">
                <a:solidFill>
                  <a:srgbClr val="0A0A0A"/>
                </a:solidFill>
                <a:latin typeface="Arial MT"/>
                <a:cs typeface="Arial MT"/>
              </a:rPr>
              <a:t>a</a:t>
            </a:r>
            <a:r>
              <a:rPr sz="1700" spc="10" dirty="0">
                <a:solidFill>
                  <a:srgbClr val="0A0A0A"/>
                </a:solidFill>
                <a:latin typeface="Arial MT"/>
                <a:cs typeface="Arial MT"/>
              </a:rPr>
              <a:t> </a:t>
            </a:r>
            <a:r>
              <a:rPr sz="1700" dirty="0">
                <a:solidFill>
                  <a:srgbClr val="1A1A1A"/>
                </a:solidFill>
                <a:latin typeface="Arial MT"/>
                <a:cs typeface="Arial MT"/>
              </a:rPr>
              <a:t>few</a:t>
            </a:r>
            <a:r>
              <a:rPr sz="1700" spc="-70" dirty="0">
                <a:solidFill>
                  <a:srgbClr val="1A1A1A"/>
                </a:solidFill>
                <a:latin typeface="Arial MT"/>
                <a:cs typeface="Arial MT"/>
              </a:rPr>
              <a:t> </a:t>
            </a:r>
            <a:r>
              <a:rPr sz="1700" spc="-65" dirty="0">
                <a:latin typeface="Arial MT"/>
                <a:cs typeface="Arial MT"/>
              </a:rPr>
              <a:t>hours,</a:t>
            </a:r>
            <a:r>
              <a:rPr sz="1700" spc="-25" dirty="0">
                <a:latin typeface="Arial MT"/>
                <a:cs typeface="Arial MT"/>
              </a:rPr>
              <a:t> </a:t>
            </a:r>
            <a:r>
              <a:rPr sz="1700" spc="-110" dirty="0">
                <a:latin typeface="Arial MT"/>
                <a:cs typeface="Arial MT"/>
              </a:rPr>
              <a:t>days,</a:t>
            </a:r>
            <a:r>
              <a:rPr sz="1700" spc="-10" dirty="0">
                <a:latin typeface="Arial MT"/>
                <a:cs typeface="Arial MT"/>
              </a:rPr>
              <a:t> </a:t>
            </a:r>
            <a:r>
              <a:rPr sz="1700" dirty="0">
                <a:latin typeface="Arial MT"/>
                <a:cs typeface="Arial MT"/>
              </a:rPr>
              <a:t>or</a:t>
            </a:r>
            <a:r>
              <a:rPr sz="1700" spc="-30" dirty="0">
                <a:latin typeface="Arial MT"/>
                <a:cs typeface="Arial MT"/>
              </a:rPr>
              <a:t> </a:t>
            </a:r>
            <a:r>
              <a:rPr sz="1700" spc="-35" dirty="0">
                <a:latin typeface="Arial MT"/>
                <a:cs typeface="Arial MT"/>
              </a:rPr>
              <a:t>weeks.</a:t>
            </a:r>
            <a:endParaRPr sz="1700">
              <a:latin typeface="Arial MT"/>
              <a:cs typeface="Arial MT"/>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399539" y="1336791"/>
            <a:ext cx="3143590" cy="3915247"/>
          </a:xfrm>
          <a:prstGeom prst="rect">
            <a:avLst/>
          </a:prstGeom>
        </p:spPr>
      </p:pic>
      <p:pic>
        <p:nvPicPr>
          <p:cNvPr id="3" name="object 3"/>
          <p:cNvPicPr/>
          <p:nvPr/>
        </p:nvPicPr>
        <p:blipFill>
          <a:blip r:embed="rId3" cstate="print"/>
          <a:stretch>
            <a:fillRect/>
          </a:stretch>
        </p:blipFill>
        <p:spPr>
          <a:xfrm>
            <a:off x="4619337" y="2051253"/>
            <a:ext cx="3057855" cy="771618"/>
          </a:xfrm>
          <a:prstGeom prst="rect">
            <a:avLst/>
          </a:prstGeom>
        </p:spPr>
      </p:pic>
      <p:sp>
        <p:nvSpPr>
          <p:cNvPr id="4" name="object 4"/>
          <p:cNvSpPr/>
          <p:nvPr/>
        </p:nvSpPr>
        <p:spPr>
          <a:xfrm>
            <a:off x="1399539" y="365125"/>
            <a:ext cx="9383395" cy="848360"/>
          </a:xfrm>
          <a:custGeom>
            <a:avLst/>
            <a:gdLst/>
            <a:ahLst/>
            <a:cxnLst/>
            <a:rect l="l" t="t" r="r" b="b"/>
            <a:pathLst>
              <a:path w="9383395" h="848360">
                <a:moveTo>
                  <a:pt x="9382125" y="847725"/>
                </a:moveTo>
                <a:lnTo>
                  <a:pt x="0" y="847725"/>
                </a:lnTo>
                <a:lnTo>
                  <a:pt x="0" y="0"/>
                </a:lnTo>
                <a:lnTo>
                  <a:pt x="9382125" y="0"/>
                </a:lnTo>
                <a:lnTo>
                  <a:pt x="9382125" y="847725"/>
                </a:lnTo>
                <a:close/>
              </a:path>
            </a:pathLst>
          </a:custGeom>
          <a:solidFill>
            <a:srgbClr val="428E8E"/>
          </a:solidFill>
        </p:spPr>
        <p:txBody>
          <a:bodyPr wrap="square" lIns="0" tIns="0" rIns="0" bIns="0" rtlCol="0"/>
          <a:lstStyle/>
          <a:p>
            <a:endParaRPr/>
          </a:p>
        </p:txBody>
      </p:sp>
      <p:sp>
        <p:nvSpPr>
          <p:cNvPr id="5" name="object 5" descr="$PPTXTitle"/>
          <p:cNvSpPr txBox="1">
            <a:spLocks noGrp="1"/>
          </p:cNvSpPr>
          <p:nvPr>
            <p:ph type="title"/>
          </p:nvPr>
        </p:nvSpPr>
        <p:spPr>
          <a:xfrm>
            <a:off x="1800211" y="520719"/>
            <a:ext cx="6408420" cy="498475"/>
          </a:xfrm>
          <a:prstGeom prst="rect">
            <a:avLst/>
          </a:prstGeom>
        </p:spPr>
        <p:txBody>
          <a:bodyPr vert="horz" wrap="square" lIns="0" tIns="12700" rIns="0" bIns="0" rtlCol="0">
            <a:spAutoFit/>
          </a:bodyPr>
          <a:lstStyle/>
          <a:p>
            <a:pPr>
              <a:lnSpc>
                <a:spcPct val="100000"/>
              </a:lnSpc>
              <a:spcBef>
                <a:spcPts val="100"/>
              </a:spcBef>
              <a:tabLst>
                <a:tab pos="5759450" algn="l"/>
              </a:tabLst>
            </a:pPr>
            <a:r>
              <a:rPr sz="3100" spc="-55" dirty="0">
                <a:solidFill>
                  <a:srgbClr val="21776E"/>
                </a:solidFill>
                <a:latin typeface="Arial MT"/>
                <a:cs typeface="Arial MT"/>
              </a:rPr>
              <a:t>Amazon</a:t>
            </a:r>
            <a:r>
              <a:rPr sz="3100" spc="-105" dirty="0">
                <a:solidFill>
                  <a:srgbClr val="21776E"/>
                </a:solidFill>
                <a:latin typeface="Arial MT"/>
                <a:cs typeface="Arial MT"/>
              </a:rPr>
              <a:t> </a:t>
            </a:r>
            <a:r>
              <a:rPr sz="3100" spc="-620" dirty="0">
                <a:solidFill>
                  <a:srgbClr val="467780"/>
                </a:solidFill>
                <a:latin typeface="Arial MT"/>
                <a:cs typeface="Arial MT"/>
              </a:rPr>
              <a:t>E</a:t>
            </a:r>
            <a:r>
              <a:rPr sz="3100" spc="-420" dirty="0">
                <a:solidFill>
                  <a:srgbClr val="467780"/>
                </a:solidFill>
                <a:latin typeface="Arial MT"/>
                <a:cs typeface="Arial MT"/>
              </a:rPr>
              <a:t> </a:t>
            </a:r>
            <a:r>
              <a:rPr sz="3100" spc="-50" dirty="0">
                <a:solidFill>
                  <a:srgbClr val="CAFFFF"/>
                </a:solidFill>
                <a:latin typeface="Arial MT"/>
                <a:cs typeface="Arial MT"/>
              </a:rPr>
              <a:t>łastic</a:t>
            </a:r>
            <a:r>
              <a:rPr sz="3100" spc="-125" dirty="0">
                <a:solidFill>
                  <a:srgbClr val="CAFFFF"/>
                </a:solidFill>
                <a:latin typeface="Arial MT"/>
                <a:cs typeface="Arial MT"/>
              </a:rPr>
              <a:t> </a:t>
            </a:r>
            <a:r>
              <a:rPr sz="3100" spc="-25" dirty="0">
                <a:solidFill>
                  <a:srgbClr val="3F7C87"/>
                </a:solidFill>
                <a:latin typeface="Arial MT"/>
                <a:cs typeface="Arial MT"/>
              </a:rPr>
              <a:t>Compute</a:t>
            </a:r>
            <a:r>
              <a:rPr sz="3100" spc="-35" dirty="0">
                <a:solidFill>
                  <a:srgbClr val="3F7C87"/>
                </a:solidFill>
                <a:latin typeface="Arial MT"/>
                <a:cs typeface="Arial MT"/>
              </a:rPr>
              <a:t> </a:t>
            </a:r>
            <a:r>
              <a:rPr sz="3100" spc="-10" dirty="0">
                <a:solidFill>
                  <a:srgbClr val="2A7C80"/>
                </a:solidFill>
                <a:latin typeface="Arial MT"/>
                <a:cs typeface="Arial MT"/>
              </a:rPr>
              <a:t>Cloud</a:t>
            </a:r>
            <a:r>
              <a:rPr sz="3100" dirty="0">
                <a:solidFill>
                  <a:srgbClr val="2A7C80"/>
                </a:solidFill>
                <a:latin typeface="Arial MT"/>
                <a:cs typeface="Arial MT"/>
              </a:rPr>
              <a:t>	</a:t>
            </a:r>
            <a:r>
              <a:rPr sz="3100" spc="-375" dirty="0">
                <a:solidFill>
                  <a:srgbClr val="A8CDD1"/>
                </a:solidFill>
                <a:latin typeface="Arial MT"/>
                <a:cs typeface="Arial MT"/>
              </a:rPr>
              <a:t>EC2</a:t>
            </a:r>
            <a:endParaRPr sz="3100">
              <a:latin typeface="Arial MT"/>
              <a:cs typeface="Arial MT"/>
            </a:endParaRPr>
          </a:p>
        </p:txBody>
      </p:sp>
      <p:sp>
        <p:nvSpPr>
          <p:cNvPr id="6" name="object 6"/>
          <p:cNvSpPr txBox="1"/>
          <p:nvPr/>
        </p:nvSpPr>
        <p:spPr>
          <a:xfrm>
            <a:off x="9087392" y="454037"/>
            <a:ext cx="527050" cy="407034"/>
          </a:xfrm>
          <a:prstGeom prst="rect">
            <a:avLst/>
          </a:prstGeom>
        </p:spPr>
        <p:txBody>
          <a:bodyPr vert="horz" wrap="square" lIns="0" tIns="12700" rIns="0" bIns="0" rtlCol="0">
            <a:spAutoFit/>
          </a:bodyPr>
          <a:lstStyle/>
          <a:p>
            <a:pPr>
              <a:lnSpc>
                <a:spcPct val="100000"/>
              </a:lnSpc>
              <a:spcBef>
                <a:spcPts val="100"/>
              </a:spcBef>
            </a:pPr>
            <a:r>
              <a:rPr sz="3000" spc="-37" baseline="2777" dirty="0">
                <a:solidFill>
                  <a:srgbClr val="FFFFFF"/>
                </a:solidFill>
                <a:latin typeface="Arial MT"/>
                <a:cs typeface="Arial MT"/>
              </a:rPr>
              <a:t>a</a:t>
            </a:r>
            <a:r>
              <a:rPr sz="3750" spc="-37" baseline="2222" dirty="0">
                <a:solidFill>
                  <a:srgbClr val="FFFFFF"/>
                </a:solidFill>
                <a:latin typeface="Arial MT"/>
                <a:cs typeface="Arial MT"/>
              </a:rPr>
              <a:t>w</a:t>
            </a:r>
            <a:r>
              <a:rPr sz="2000" spc="-25" dirty="0">
                <a:solidFill>
                  <a:srgbClr val="FFFFFF"/>
                </a:solidFill>
                <a:latin typeface="Arial MT"/>
                <a:cs typeface="Arial MT"/>
              </a:rPr>
              <a:t>s</a:t>
            </a:r>
            <a:endParaRPr sz="2000">
              <a:latin typeface="Arial MT"/>
              <a:cs typeface="Arial MT"/>
            </a:endParaRPr>
          </a:p>
        </p:txBody>
      </p:sp>
      <p:grpSp>
        <p:nvGrpSpPr>
          <p:cNvPr id="7" name="object 7"/>
          <p:cNvGrpSpPr/>
          <p:nvPr/>
        </p:nvGrpSpPr>
        <p:grpSpPr>
          <a:xfrm>
            <a:off x="7734351" y="2051253"/>
            <a:ext cx="1505585" cy="772160"/>
            <a:chOff x="7734351" y="2051253"/>
            <a:chExt cx="1505585" cy="772160"/>
          </a:xfrm>
        </p:grpSpPr>
        <p:pic>
          <p:nvPicPr>
            <p:cNvPr id="8" name="object 8"/>
            <p:cNvPicPr/>
            <p:nvPr/>
          </p:nvPicPr>
          <p:blipFill>
            <a:blip r:embed="rId4" cstate="print"/>
            <a:stretch>
              <a:fillRect/>
            </a:stretch>
          </p:blipFill>
          <p:spPr>
            <a:xfrm>
              <a:off x="7791507" y="2051253"/>
              <a:ext cx="1447956" cy="771618"/>
            </a:xfrm>
            <a:prstGeom prst="rect">
              <a:avLst/>
            </a:prstGeom>
          </p:spPr>
        </p:pic>
        <p:sp>
          <p:nvSpPr>
            <p:cNvPr id="9" name="object 9"/>
            <p:cNvSpPr/>
            <p:nvPr/>
          </p:nvSpPr>
          <p:spPr>
            <a:xfrm>
              <a:off x="7734351" y="2051253"/>
              <a:ext cx="1496060" cy="762635"/>
            </a:xfrm>
            <a:custGeom>
              <a:avLst/>
              <a:gdLst/>
              <a:ahLst/>
              <a:cxnLst/>
              <a:rect l="l" t="t" r="r" b="b"/>
              <a:pathLst>
                <a:path w="1496059" h="762635">
                  <a:moveTo>
                    <a:pt x="1495425" y="762000"/>
                  </a:moveTo>
                  <a:lnTo>
                    <a:pt x="0" y="762000"/>
                  </a:lnTo>
                  <a:lnTo>
                    <a:pt x="0" y="0"/>
                  </a:lnTo>
                  <a:lnTo>
                    <a:pt x="1495425" y="0"/>
                  </a:lnTo>
                  <a:lnTo>
                    <a:pt x="1495425" y="762000"/>
                  </a:lnTo>
                  <a:close/>
                </a:path>
              </a:pathLst>
            </a:custGeom>
            <a:solidFill>
              <a:srgbClr val="CDEDFF"/>
            </a:solidFill>
          </p:spPr>
          <p:txBody>
            <a:bodyPr wrap="square" lIns="0" tIns="0" rIns="0" bIns="0" rtlCol="0"/>
            <a:lstStyle/>
            <a:p>
              <a:endParaRPr/>
            </a:p>
          </p:txBody>
        </p:sp>
      </p:grpSp>
      <p:sp>
        <p:nvSpPr>
          <p:cNvPr id="10" name="object 10"/>
          <p:cNvSpPr txBox="1"/>
          <p:nvPr/>
        </p:nvSpPr>
        <p:spPr>
          <a:xfrm>
            <a:off x="7734351" y="2051253"/>
            <a:ext cx="1496060" cy="762635"/>
          </a:xfrm>
          <a:prstGeom prst="rect">
            <a:avLst/>
          </a:prstGeom>
        </p:spPr>
        <p:txBody>
          <a:bodyPr vert="horz" wrap="square" lIns="0" tIns="121285" rIns="0" bIns="0" rtlCol="0">
            <a:spAutoFit/>
          </a:bodyPr>
          <a:lstStyle/>
          <a:p>
            <a:pPr marL="307340" marR="271780" indent="-49530">
              <a:lnSpc>
                <a:spcPct val="111600"/>
              </a:lnSpc>
              <a:spcBef>
                <a:spcPts val="955"/>
              </a:spcBef>
            </a:pPr>
            <a:r>
              <a:rPr sz="1400" dirty="0">
                <a:solidFill>
                  <a:srgbClr val="5995BA"/>
                </a:solidFill>
                <a:latin typeface="Arial MT"/>
                <a:cs typeface="Arial MT"/>
              </a:rPr>
              <a:t>On-</a:t>
            </a:r>
            <a:r>
              <a:rPr sz="1400" spc="-10" dirty="0">
                <a:solidFill>
                  <a:srgbClr val="5995BA"/>
                </a:solidFill>
                <a:latin typeface="Arial MT"/>
                <a:cs typeface="Arial MT"/>
              </a:rPr>
              <a:t>demand </a:t>
            </a:r>
            <a:r>
              <a:rPr sz="1400" spc="-10" dirty="0">
                <a:solidFill>
                  <a:srgbClr val="4187A1"/>
                </a:solidFill>
                <a:latin typeface="Arial MT"/>
                <a:cs typeface="Arial MT"/>
              </a:rPr>
              <a:t>computing</a:t>
            </a:r>
            <a:endParaRPr sz="1400">
              <a:latin typeface="Arial MT"/>
              <a:cs typeface="Arial MT"/>
            </a:endParaRPr>
          </a:p>
        </p:txBody>
      </p:sp>
      <p:grpSp>
        <p:nvGrpSpPr>
          <p:cNvPr id="11" name="object 11"/>
          <p:cNvGrpSpPr/>
          <p:nvPr/>
        </p:nvGrpSpPr>
        <p:grpSpPr>
          <a:xfrm>
            <a:off x="9315670" y="2051253"/>
            <a:ext cx="1477010" cy="772160"/>
            <a:chOff x="9315670" y="2051253"/>
            <a:chExt cx="1477010" cy="772160"/>
          </a:xfrm>
        </p:grpSpPr>
        <p:pic>
          <p:nvPicPr>
            <p:cNvPr id="12" name="object 12"/>
            <p:cNvPicPr/>
            <p:nvPr/>
          </p:nvPicPr>
          <p:blipFill>
            <a:blip r:embed="rId5" cstate="print"/>
            <a:stretch>
              <a:fillRect/>
            </a:stretch>
          </p:blipFill>
          <p:spPr>
            <a:xfrm>
              <a:off x="9429983" y="2384668"/>
              <a:ext cx="1362222" cy="133366"/>
            </a:xfrm>
            <a:prstGeom prst="rect">
              <a:avLst/>
            </a:prstGeom>
          </p:spPr>
        </p:pic>
        <p:pic>
          <p:nvPicPr>
            <p:cNvPr id="13" name="object 13"/>
            <p:cNvPicPr/>
            <p:nvPr/>
          </p:nvPicPr>
          <p:blipFill>
            <a:blip r:embed="rId6" cstate="print"/>
            <a:stretch>
              <a:fillRect/>
            </a:stretch>
          </p:blipFill>
          <p:spPr>
            <a:xfrm>
              <a:off x="9334723" y="2784767"/>
              <a:ext cx="1457482" cy="38104"/>
            </a:xfrm>
            <a:prstGeom prst="rect">
              <a:avLst/>
            </a:prstGeom>
          </p:spPr>
        </p:pic>
        <p:pic>
          <p:nvPicPr>
            <p:cNvPr id="14" name="object 14"/>
            <p:cNvPicPr/>
            <p:nvPr/>
          </p:nvPicPr>
          <p:blipFill>
            <a:blip r:embed="rId7" cstate="print"/>
            <a:stretch>
              <a:fillRect/>
            </a:stretch>
          </p:blipFill>
          <p:spPr>
            <a:xfrm>
              <a:off x="9315670" y="2051253"/>
              <a:ext cx="1476535" cy="771618"/>
            </a:xfrm>
            <a:prstGeom prst="rect">
              <a:avLst/>
            </a:prstGeom>
          </p:spPr>
        </p:pic>
      </p:grpSp>
      <p:sp>
        <p:nvSpPr>
          <p:cNvPr id="15" name="object 15"/>
          <p:cNvSpPr txBox="1"/>
          <p:nvPr/>
        </p:nvSpPr>
        <p:spPr>
          <a:xfrm>
            <a:off x="1696379" y="5374294"/>
            <a:ext cx="521334" cy="132715"/>
          </a:xfrm>
          <a:prstGeom prst="rect">
            <a:avLst/>
          </a:prstGeom>
        </p:spPr>
        <p:txBody>
          <a:bodyPr vert="horz" wrap="square" lIns="0" tIns="12700" rIns="0" bIns="0" rtlCol="0">
            <a:spAutoFit/>
          </a:bodyPr>
          <a:lstStyle/>
          <a:p>
            <a:pPr marL="12700">
              <a:lnSpc>
                <a:spcPct val="100000"/>
              </a:lnSpc>
              <a:spcBef>
                <a:spcPts val="100"/>
              </a:spcBef>
            </a:pPr>
            <a:r>
              <a:rPr sz="700" spc="-40" dirty="0">
                <a:solidFill>
                  <a:srgbClr val="6E6E6E"/>
                </a:solidFill>
                <a:latin typeface="Arial MT"/>
                <a:cs typeface="Arial MT"/>
              </a:rPr>
              <a:t>@2u2</a:t>
            </a:r>
            <a:r>
              <a:rPr sz="700" spc="-125" dirty="0">
                <a:solidFill>
                  <a:srgbClr val="6E6E6E"/>
                </a:solidFill>
                <a:latin typeface="Arial MT"/>
                <a:cs typeface="Arial MT"/>
              </a:rPr>
              <a:t> </a:t>
            </a:r>
            <a:r>
              <a:rPr sz="700" dirty="0">
                <a:solidFill>
                  <a:srgbClr val="8A8A8A"/>
                </a:solidFill>
                <a:latin typeface="Arial MT"/>
                <a:cs typeface="Arial MT"/>
              </a:rPr>
              <a:t>1</a:t>
            </a:r>
            <a:r>
              <a:rPr sz="700" spc="45" dirty="0">
                <a:solidFill>
                  <a:srgbClr val="8A8A8A"/>
                </a:solidFill>
                <a:latin typeface="Arial MT"/>
                <a:cs typeface="Arial MT"/>
              </a:rPr>
              <a:t> </a:t>
            </a:r>
            <a:r>
              <a:rPr sz="700" spc="-80" dirty="0">
                <a:solidFill>
                  <a:srgbClr val="808080"/>
                </a:solidFill>
                <a:latin typeface="Arial MT"/>
                <a:cs typeface="Arial MT"/>
              </a:rPr>
              <a:t>A</a:t>
            </a:r>
            <a:r>
              <a:rPr sz="700" spc="-80" dirty="0">
                <a:solidFill>
                  <a:srgbClr val="939393"/>
                </a:solidFill>
                <a:latin typeface="Arial MT"/>
                <a:cs typeface="Arial MT"/>
              </a:rPr>
              <a:t>man</a:t>
            </a:r>
            <a:endParaRPr sz="700">
              <a:latin typeface="Arial MT"/>
              <a:cs typeface="Arial MT"/>
            </a:endParaRPr>
          </a:p>
        </p:txBody>
      </p:sp>
      <p:sp>
        <p:nvSpPr>
          <p:cNvPr id="16" name="object 16"/>
          <p:cNvSpPr txBox="1"/>
          <p:nvPr/>
        </p:nvSpPr>
        <p:spPr>
          <a:xfrm>
            <a:off x="2348707" y="5374294"/>
            <a:ext cx="2015489" cy="132715"/>
          </a:xfrm>
          <a:prstGeom prst="rect">
            <a:avLst/>
          </a:prstGeom>
        </p:spPr>
        <p:txBody>
          <a:bodyPr vert="horz" wrap="square" lIns="0" tIns="12700" rIns="0" bIns="0" rtlCol="0">
            <a:spAutoFit/>
          </a:bodyPr>
          <a:lstStyle/>
          <a:p>
            <a:pPr marL="12700">
              <a:lnSpc>
                <a:spcPct val="100000"/>
              </a:lnSpc>
              <a:spcBef>
                <a:spcPts val="100"/>
              </a:spcBef>
            </a:pPr>
            <a:r>
              <a:rPr sz="700" dirty="0">
                <a:solidFill>
                  <a:srgbClr val="595959"/>
                </a:solidFill>
                <a:latin typeface="Arial MT"/>
                <a:cs typeface="Arial MT"/>
              </a:rPr>
              <a:t>w'•o</a:t>
            </a:r>
            <a:r>
              <a:rPr sz="700" spc="-5" dirty="0">
                <a:solidFill>
                  <a:srgbClr val="595959"/>
                </a:solidFill>
                <a:latin typeface="Arial MT"/>
                <a:cs typeface="Arial MT"/>
              </a:rPr>
              <a:t> </a:t>
            </a:r>
            <a:r>
              <a:rPr sz="700" spc="-25" dirty="0">
                <a:solidFill>
                  <a:srgbClr val="858585"/>
                </a:solidFill>
                <a:latin typeface="Arial MT"/>
                <a:cs typeface="Arial MT"/>
              </a:rPr>
              <a:t>@r«+eel</a:t>
            </a:r>
            <a:r>
              <a:rPr sz="700" spc="-45" dirty="0">
                <a:solidFill>
                  <a:srgbClr val="858585"/>
                </a:solidFill>
                <a:latin typeface="Arial MT"/>
                <a:cs typeface="Arial MT"/>
              </a:rPr>
              <a:t> </a:t>
            </a:r>
            <a:r>
              <a:rPr sz="700" dirty="0">
                <a:solidFill>
                  <a:srgbClr val="7E7E7E"/>
                </a:solidFill>
                <a:latin typeface="Arial MT"/>
                <a:cs typeface="Arial MT"/>
              </a:rPr>
              <a:t>Inc</a:t>
            </a:r>
            <a:r>
              <a:rPr sz="700" spc="225" dirty="0">
                <a:solidFill>
                  <a:srgbClr val="7E7E7E"/>
                </a:solidFill>
                <a:latin typeface="Arial MT"/>
                <a:cs typeface="Arial MT"/>
              </a:rPr>
              <a:t> </a:t>
            </a:r>
            <a:r>
              <a:rPr sz="700" dirty="0">
                <a:solidFill>
                  <a:srgbClr val="898989"/>
                </a:solidFill>
                <a:latin typeface="Arial MT"/>
                <a:cs typeface="Arial MT"/>
              </a:rPr>
              <a:t>or</a:t>
            </a:r>
            <a:r>
              <a:rPr sz="700" spc="10" dirty="0">
                <a:solidFill>
                  <a:srgbClr val="898989"/>
                </a:solidFill>
                <a:latin typeface="Arial MT"/>
                <a:cs typeface="Arial MT"/>
              </a:rPr>
              <a:t> </a:t>
            </a:r>
            <a:r>
              <a:rPr sz="700" spc="-95" dirty="0">
                <a:solidFill>
                  <a:srgbClr val="A0A0A0"/>
                </a:solidFill>
                <a:latin typeface="Arial MT"/>
                <a:cs typeface="Arial MT"/>
              </a:rPr>
              <a:t>+ts</a:t>
            </a:r>
            <a:r>
              <a:rPr sz="700" spc="-65" dirty="0">
                <a:solidFill>
                  <a:srgbClr val="A0A0A0"/>
                </a:solidFill>
                <a:latin typeface="Arial MT"/>
                <a:cs typeface="Arial MT"/>
              </a:rPr>
              <a:t> </a:t>
            </a:r>
            <a:r>
              <a:rPr sz="700" spc="-20" dirty="0">
                <a:solidFill>
                  <a:srgbClr val="747474"/>
                </a:solidFill>
                <a:latin typeface="Arial MT"/>
                <a:cs typeface="Arial MT"/>
              </a:rPr>
              <a:t>affiLares,</a:t>
            </a:r>
            <a:r>
              <a:rPr sz="700" spc="25" dirty="0">
                <a:solidFill>
                  <a:srgbClr val="747474"/>
                </a:solidFill>
                <a:latin typeface="Arial MT"/>
                <a:cs typeface="Arial MT"/>
              </a:rPr>
              <a:t> </a:t>
            </a:r>
            <a:r>
              <a:rPr sz="700" dirty="0">
                <a:solidFill>
                  <a:srgbClr val="A3A3A3"/>
                </a:solidFill>
                <a:latin typeface="Arial MT"/>
                <a:cs typeface="Arial MT"/>
              </a:rPr>
              <a:t>At</a:t>
            </a:r>
            <a:r>
              <a:rPr sz="700" spc="114" dirty="0">
                <a:solidFill>
                  <a:srgbClr val="A3A3A3"/>
                </a:solidFill>
                <a:latin typeface="Arial MT"/>
                <a:cs typeface="Arial MT"/>
              </a:rPr>
              <a:t> </a:t>
            </a:r>
            <a:r>
              <a:rPr sz="700" dirty="0">
                <a:solidFill>
                  <a:srgbClr val="626262"/>
                </a:solidFill>
                <a:latin typeface="Arial MT"/>
                <a:cs typeface="Arial MT"/>
              </a:rPr>
              <a:t>ngh•s</a:t>
            </a:r>
            <a:r>
              <a:rPr sz="700" spc="-10" dirty="0">
                <a:solidFill>
                  <a:srgbClr val="626262"/>
                </a:solidFill>
                <a:latin typeface="Arial MT"/>
                <a:cs typeface="Arial MT"/>
              </a:rPr>
              <a:t> </a:t>
            </a:r>
            <a:r>
              <a:rPr sz="700" spc="-10" dirty="0">
                <a:solidFill>
                  <a:srgbClr val="7E7E7E"/>
                </a:solidFill>
                <a:latin typeface="Arial MT"/>
                <a:cs typeface="Arial MT"/>
              </a:rPr>
              <a:t>reserved</a:t>
            </a:r>
            <a:endParaRPr sz="700">
              <a:latin typeface="Arial MT"/>
              <a:cs typeface="Arial MT"/>
            </a:endParaRPr>
          </a:p>
        </p:txBody>
      </p:sp>
      <p:sp>
        <p:nvSpPr>
          <p:cNvPr id="17" name="object 17"/>
          <p:cNvSpPr txBox="1"/>
          <p:nvPr/>
        </p:nvSpPr>
        <p:spPr>
          <a:xfrm>
            <a:off x="4814981" y="1330893"/>
            <a:ext cx="5409565" cy="586740"/>
          </a:xfrm>
          <a:prstGeom prst="rect">
            <a:avLst/>
          </a:prstGeom>
        </p:spPr>
        <p:txBody>
          <a:bodyPr vert="horz" wrap="square" lIns="0" tIns="46990" rIns="0" bIns="0" rtlCol="0">
            <a:spAutoFit/>
          </a:bodyPr>
          <a:lstStyle/>
          <a:p>
            <a:pPr marL="12700">
              <a:lnSpc>
                <a:spcPct val="100000"/>
              </a:lnSpc>
              <a:spcBef>
                <a:spcPts val="370"/>
              </a:spcBef>
            </a:pPr>
            <a:r>
              <a:rPr sz="1700" spc="-105" dirty="0">
                <a:latin typeface="Arial MT"/>
                <a:cs typeface="Arial MT"/>
              </a:rPr>
              <a:t>Choose</a:t>
            </a:r>
            <a:r>
              <a:rPr sz="1700" spc="-10" dirty="0">
                <a:latin typeface="Arial MT"/>
                <a:cs typeface="Arial MT"/>
              </a:rPr>
              <a:t> </a:t>
            </a:r>
            <a:r>
              <a:rPr sz="1700" spc="-114" dirty="0">
                <a:latin typeface="Arial MT"/>
                <a:cs typeface="Arial MT"/>
              </a:rPr>
              <a:t>each</a:t>
            </a:r>
            <a:r>
              <a:rPr sz="1700" spc="-15" dirty="0">
                <a:latin typeface="Arial MT"/>
                <a:cs typeface="Arial MT"/>
              </a:rPr>
              <a:t> </a:t>
            </a:r>
            <a:r>
              <a:rPr sz="1700" dirty="0">
                <a:latin typeface="Arial MT"/>
                <a:cs typeface="Arial MT"/>
              </a:rPr>
              <a:t>button</a:t>
            </a:r>
            <a:r>
              <a:rPr sz="1700" spc="45" dirty="0">
                <a:latin typeface="Arial MT"/>
                <a:cs typeface="Arial MT"/>
              </a:rPr>
              <a:t> </a:t>
            </a:r>
            <a:r>
              <a:rPr sz="1700" dirty="0">
                <a:latin typeface="Arial MT"/>
                <a:cs typeface="Arial MT"/>
              </a:rPr>
              <a:t>to</a:t>
            </a:r>
            <a:r>
              <a:rPr sz="1700" spc="-50" dirty="0">
                <a:latin typeface="Arial MT"/>
                <a:cs typeface="Arial MT"/>
              </a:rPr>
              <a:t> </a:t>
            </a:r>
            <a:r>
              <a:rPr sz="1700" spc="-45" dirty="0">
                <a:latin typeface="Arial MT"/>
                <a:cs typeface="Arial MT"/>
              </a:rPr>
              <a:t>learn</a:t>
            </a:r>
            <a:r>
              <a:rPr sz="1700" spc="-35" dirty="0">
                <a:latin typeface="Arial MT"/>
                <a:cs typeface="Arial MT"/>
              </a:rPr>
              <a:t> </a:t>
            </a:r>
            <a:r>
              <a:rPr sz="1700" spc="-20" dirty="0">
                <a:latin typeface="Arial MT"/>
                <a:cs typeface="Arial MT"/>
              </a:rPr>
              <a:t>more</a:t>
            </a:r>
            <a:r>
              <a:rPr sz="1700" spc="-40" dirty="0">
                <a:latin typeface="Arial MT"/>
                <a:cs typeface="Arial MT"/>
              </a:rPr>
              <a:t> </a:t>
            </a:r>
            <a:r>
              <a:rPr sz="1700" dirty="0">
                <a:solidFill>
                  <a:srgbClr val="0A0A0A"/>
                </a:solidFill>
                <a:latin typeface="Arial MT"/>
                <a:cs typeface="Arial MT"/>
              </a:rPr>
              <a:t>about</a:t>
            </a:r>
            <a:r>
              <a:rPr sz="1700" spc="85" dirty="0">
                <a:solidFill>
                  <a:srgbClr val="0A0A0A"/>
                </a:solidFill>
                <a:latin typeface="Arial MT"/>
                <a:cs typeface="Arial MT"/>
              </a:rPr>
              <a:t> </a:t>
            </a:r>
            <a:r>
              <a:rPr sz="1700" spc="-114" dirty="0">
                <a:latin typeface="Arial MT"/>
                <a:cs typeface="Arial MT"/>
              </a:rPr>
              <a:t>ways</a:t>
            </a:r>
            <a:r>
              <a:rPr sz="1700" spc="10" dirty="0">
                <a:latin typeface="Arial MT"/>
                <a:cs typeface="Arial MT"/>
              </a:rPr>
              <a:t> </a:t>
            </a:r>
            <a:r>
              <a:rPr sz="1700" spc="-20" dirty="0">
                <a:latin typeface="Arial MT"/>
                <a:cs typeface="Arial MT"/>
              </a:rPr>
              <a:t>you</a:t>
            </a:r>
            <a:r>
              <a:rPr sz="1700" spc="-15" dirty="0">
                <a:latin typeface="Arial MT"/>
                <a:cs typeface="Arial MT"/>
              </a:rPr>
              <a:t> </a:t>
            </a:r>
            <a:r>
              <a:rPr sz="1700" spc="-95" dirty="0">
                <a:latin typeface="Arial MT"/>
                <a:cs typeface="Arial MT"/>
              </a:rPr>
              <a:t>can</a:t>
            </a:r>
            <a:r>
              <a:rPr sz="1700" spc="-40" dirty="0">
                <a:latin typeface="Arial MT"/>
                <a:cs typeface="Arial MT"/>
              </a:rPr>
              <a:t> </a:t>
            </a:r>
            <a:r>
              <a:rPr sz="1700" spc="-25" dirty="0">
                <a:latin typeface="Arial MT"/>
                <a:cs typeface="Arial MT"/>
              </a:rPr>
              <a:t>use</a:t>
            </a:r>
            <a:endParaRPr sz="1700">
              <a:latin typeface="Arial MT"/>
              <a:cs typeface="Arial MT"/>
            </a:endParaRPr>
          </a:p>
          <a:p>
            <a:pPr marL="13970">
              <a:lnSpc>
                <a:spcPct val="100000"/>
              </a:lnSpc>
              <a:spcBef>
                <a:spcPts val="250"/>
              </a:spcBef>
            </a:pPr>
            <a:r>
              <a:rPr sz="1550" spc="-20" dirty="0">
                <a:latin typeface="Arial MT"/>
                <a:cs typeface="Arial MT"/>
              </a:rPr>
              <a:t>AmazOn</a:t>
            </a:r>
            <a:r>
              <a:rPr sz="1550" spc="-45" dirty="0">
                <a:latin typeface="Arial MT"/>
                <a:cs typeface="Arial MT"/>
              </a:rPr>
              <a:t> </a:t>
            </a:r>
            <a:r>
              <a:rPr sz="1550" spc="-20" dirty="0">
                <a:latin typeface="Arial MT"/>
                <a:cs typeface="Arial MT"/>
              </a:rPr>
              <a:t>EC2.</a:t>
            </a:r>
            <a:endParaRPr sz="1550">
              <a:latin typeface="Arial MT"/>
              <a:cs typeface="Arial MT"/>
            </a:endParaRPr>
          </a:p>
        </p:txBody>
      </p:sp>
      <p:sp>
        <p:nvSpPr>
          <p:cNvPr id="18" name="object 18"/>
          <p:cNvSpPr txBox="1"/>
          <p:nvPr/>
        </p:nvSpPr>
        <p:spPr>
          <a:xfrm>
            <a:off x="4735983" y="2927660"/>
            <a:ext cx="5629275" cy="1697355"/>
          </a:xfrm>
          <a:prstGeom prst="rect">
            <a:avLst/>
          </a:prstGeom>
        </p:spPr>
        <p:txBody>
          <a:bodyPr vert="horz" wrap="square" lIns="0" tIns="10160" rIns="0" bIns="0" rtlCol="0">
            <a:spAutoFit/>
          </a:bodyPr>
          <a:lstStyle/>
          <a:p>
            <a:pPr marL="12700" marR="5080" indent="3810">
              <a:lnSpc>
                <a:spcPct val="100899"/>
              </a:lnSpc>
              <a:spcBef>
                <a:spcPts val="80"/>
              </a:spcBef>
            </a:pPr>
            <a:r>
              <a:rPr sz="1850" spc="-330" dirty="0">
                <a:latin typeface="Arial MT"/>
                <a:cs typeface="Arial MT"/>
              </a:rPr>
              <a:t>AWS</a:t>
            </a:r>
            <a:r>
              <a:rPr sz="1850" spc="35" dirty="0">
                <a:latin typeface="Arial MT"/>
                <a:cs typeface="Arial MT"/>
              </a:rPr>
              <a:t> </a:t>
            </a:r>
            <a:r>
              <a:rPr sz="1850" spc="-85" dirty="0">
                <a:solidFill>
                  <a:srgbClr val="0C0C0C"/>
                </a:solidFill>
                <a:latin typeface="Arial MT"/>
                <a:cs typeface="Arial MT"/>
              </a:rPr>
              <a:t>offers</a:t>
            </a:r>
            <a:r>
              <a:rPr sz="1850" spc="25" dirty="0">
                <a:solidFill>
                  <a:srgbClr val="0C0C0C"/>
                </a:solidFill>
                <a:latin typeface="Arial MT"/>
                <a:cs typeface="Arial MT"/>
              </a:rPr>
              <a:t> </a:t>
            </a:r>
            <a:r>
              <a:rPr sz="1850" spc="-55" dirty="0">
                <a:solidFill>
                  <a:srgbClr val="0E0E0E"/>
                </a:solidFill>
                <a:latin typeface="Arial MT"/>
                <a:cs typeface="Arial MT"/>
              </a:rPr>
              <a:t>fully</a:t>
            </a:r>
            <a:r>
              <a:rPr sz="1850" spc="-50" dirty="0">
                <a:solidFill>
                  <a:srgbClr val="0E0E0E"/>
                </a:solidFill>
                <a:latin typeface="Arial MT"/>
                <a:cs typeface="Arial MT"/>
              </a:rPr>
              <a:t> </a:t>
            </a:r>
            <a:r>
              <a:rPr sz="1850" spc="-135" dirty="0">
                <a:latin typeface="Arial MT"/>
                <a:cs typeface="Arial MT"/>
              </a:rPr>
              <a:t>managed</a:t>
            </a:r>
            <a:r>
              <a:rPr sz="1850" spc="25" dirty="0">
                <a:latin typeface="Arial MT"/>
                <a:cs typeface="Arial MT"/>
              </a:rPr>
              <a:t> </a:t>
            </a:r>
            <a:r>
              <a:rPr sz="1850" spc="-150" dirty="0">
                <a:latin typeface="Arial MT"/>
                <a:cs typeface="Arial MT"/>
              </a:rPr>
              <a:t>and</a:t>
            </a:r>
            <a:r>
              <a:rPr sz="1850" spc="-10" dirty="0">
                <a:latin typeface="Arial MT"/>
                <a:cs typeface="Arial MT"/>
              </a:rPr>
              <a:t> </a:t>
            </a:r>
            <a:r>
              <a:rPr sz="1850" spc="-175" dirty="0">
                <a:latin typeface="Arial MT"/>
                <a:cs typeface="Arial MT"/>
              </a:rPr>
              <a:t>server(ess</a:t>
            </a:r>
            <a:r>
              <a:rPr sz="1850" spc="65" dirty="0">
                <a:latin typeface="Arial MT"/>
                <a:cs typeface="Arial MT"/>
              </a:rPr>
              <a:t> </a:t>
            </a:r>
            <a:r>
              <a:rPr sz="1850" spc="-145" dirty="0">
                <a:latin typeface="Arial MT"/>
                <a:cs typeface="Arial MT"/>
              </a:rPr>
              <a:t>database</a:t>
            </a:r>
            <a:r>
              <a:rPr sz="1850" spc="70" dirty="0">
                <a:latin typeface="Arial MT"/>
                <a:cs typeface="Arial MT"/>
              </a:rPr>
              <a:t> </a:t>
            </a:r>
            <a:r>
              <a:rPr sz="1850" spc="-35" dirty="0">
                <a:latin typeface="Arial MT"/>
                <a:cs typeface="Arial MT"/>
              </a:rPr>
              <a:t>services </a:t>
            </a:r>
            <a:r>
              <a:rPr sz="1800" dirty="0">
                <a:latin typeface="Arial MT"/>
                <a:cs typeface="Arial MT"/>
              </a:rPr>
              <a:t>that</a:t>
            </a:r>
            <a:r>
              <a:rPr sz="1800" spc="-80" dirty="0">
                <a:latin typeface="Arial MT"/>
                <a:cs typeface="Arial MT"/>
              </a:rPr>
              <a:t> </a:t>
            </a:r>
            <a:r>
              <a:rPr sz="1800" spc="-95" dirty="0">
                <a:latin typeface="Arial MT"/>
                <a:cs typeface="Arial MT"/>
              </a:rPr>
              <a:t>you</a:t>
            </a:r>
            <a:r>
              <a:rPr sz="1800" spc="-55" dirty="0">
                <a:latin typeface="Arial MT"/>
                <a:cs typeface="Arial MT"/>
              </a:rPr>
              <a:t> </a:t>
            </a:r>
            <a:r>
              <a:rPr sz="1800" spc="-270" dirty="0">
                <a:latin typeface="Arial MT"/>
                <a:cs typeface="Arial MT"/>
              </a:rPr>
              <a:t>Can</a:t>
            </a:r>
            <a:r>
              <a:rPr sz="1800" spc="-40" dirty="0">
                <a:latin typeface="Arial MT"/>
                <a:cs typeface="Arial MT"/>
              </a:rPr>
              <a:t> </a:t>
            </a:r>
            <a:r>
              <a:rPr sz="1800" spc="-85" dirty="0">
                <a:latin typeface="Arial MT"/>
                <a:cs typeface="Arial MT"/>
              </a:rPr>
              <a:t>provision</a:t>
            </a:r>
            <a:r>
              <a:rPr sz="1800" spc="15" dirty="0">
                <a:latin typeface="Arial MT"/>
                <a:cs typeface="Arial MT"/>
              </a:rPr>
              <a:t> </a:t>
            </a:r>
            <a:r>
              <a:rPr sz="1800" dirty="0">
                <a:latin typeface="Arial MT"/>
                <a:cs typeface="Arial MT"/>
              </a:rPr>
              <a:t>for</a:t>
            </a:r>
            <a:r>
              <a:rPr sz="1800" spc="5" dirty="0">
                <a:latin typeface="Arial MT"/>
                <a:cs typeface="Arial MT"/>
              </a:rPr>
              <a:t> </a:t>
            </a:r>
            <a:r>
              <a:rPr sz="1800" spc="-35" dirty="0">
                <a:latin typeface="Arial MT"/>
                <a:cs typeface="Arial MT"/>
              </a:rPr>
              <a:t>all</a:t>
            </a:r>
            <a:r>
              <a:rPr sz="1800" spc="-170" dirty="0">
                <a:latin typeface="Arial MT"/>
                <a:cs typeface="Arial MT"/>
              </a:rPr>
              <a:t> </a:t>
            </a:r>
            <a:r>
              <a:rPr sz="1800" spc="-60" dirty="0">
                <a:solidFill>
                  <a:srgbClr val="131313"/>
                </a:solidFill>
                <a:latin typeface="Arial MT"/>
                <a:cs typeface="Arial MT"/>
              </a:rPr>
              <a:t>your</a:t>
            </a:r>
            <a:r>
              <a:rPr sz="1800" spc="60" dirty="0">
                <a:solidFill>
                  <a:srgbClr val="131313"/>
                </a:solidFill>
                <a:latin typeface="Arial MT"/>
                <a:cs typeface="Arial MT"/>
              </a:rPr>
              <a:t> </a:t>
            </a:r>
            <a:r>
              <a:rPr sz="1800" spc="-125" dirty="0">
                <a:latin typeface="Arial MT"/>
                <a:cs typeface="Arial MT"/>
              </a:rPr>
              <a:t>database</a:t>
            </a:r>
            <a:r>
              <a:rPr sz="1800" spc="45" dirty="0">
                <a:latin typeface="Arial MT"/>
                <a:cs typeface="Arial MT"/>
              </a:rPr>
              <a:t> </a:t>
            </a:r>
            <a:r>
              <a:rPr sz="1800" spc="-140" dirty="0">
                <a:latin typeface="Arial MT"/>
                <a:cs typeface="Arial MT"/>
              </a:rPr>
              <a:t>needs.</a:t>
            </a:r>
            <a:r>
              <a:rPr sz="1800" spc="-70" dirty="0">
                <a:latin typeface="Arial MT"/>
                <a:cs typeface="Arial MT"/>
              </a:rPr>
              <a:t> </a:t>
            </a:r>
            <a:r>
              <a:rPr sz="1800" spc="-35" dirty="0">
                <a:latin typeface="Arial MT"/>
                <a:cs typeface="Arial MT"/>
              </a:rPr>
              <a:t>However, </a:t>
            </a:r>
            <a:r>
              <a:rPr sz="1800" spc="-10" dirty="0">
                <a:solidFill>
                  <a:srgbClr val="181818"/>
                </a:solidFill>
                <a:latin typeface="Arial MT"/>
                <a:cs typeface="Arial MT"/>
              </a:rPr>
              <a:t>with</a:t>
            </a:r>
            <a:r>
              <a:rPr sz="1800" spc="-114" dirty="0">
                <a:solidFill>
                  <a:srgbClr val="181818"/>
                </a:solidFill>
                <a:latin typeface="Arial MT"/>
                <a:cs typeface="Arial MT"/>
              </a:rPr>
              <a:t> </a:t>
            </a:r>
            <a:r>
              <a:rPr sz="1800" dirty="0">
                <a:latin typeface="Arial MT"/>
                <a:cs typeface="Arial MT"/>
              </a:rPr>
              <a:t>both</a:t>
            </a:r>
            <a:r>
              <a:rPr sz="1800" spc="-20" dirty="0">
                <a:latin typeface="Arial MT"/>
                <a:cs typeface="Arial MT"/>
              </a:rPr>
              <a:t> </a:t>
            </a:r>
            <a:r>
              <a:rPr sz="1800" spc="-25" dirty="0">
                <a:latin typeface="Arial MT"/>
                <a:cs typeface="Arial MT"/>
              </a:rPr>
              <a:t>fully</a:t>
            </a:r>
            <a:r>
              <a:rPr sz="1800" spc="-65" dirty="0">
                <a:latin typeface="Arial MT"/>
                <a:cs typeface="Arial MT"/>
              </a:rPr>
              <a:t> </a:t>
            </a:r>
            <a:r>
              <a:rPr sz="1800" spc="-114" dirty="0">
                <a:latin typeface="Arial MT"/>
                <a:cs typeface="Arial MT"/>
              </a:rPr>
              <a:t>managed</a:t>
            </a:r>
            <a:r>
              <a:rPr sz="1800" spc="-10" dirty="0">
                <a:latin typeface="Arial MT"/>
                <a:cs typeface="Arial MT"/>
              </a:rPr>
              <a:t> </a:t>
            </a:r>
            <a:r>
              <a:rPr sz="1800" spc="-135" dirty="0">
                <a:latin typeface="Arial MT"/>
                <a:cs typeface="Arial MT"/>
              </a:rPr>
              <a:t>services</a:t>
            </a:r>
            <a:r>
              <a:rPr sz="1800" spc="10" dirty="0">
                <a:latin typeface="Arial MT"/>
                <a:cs typeface="Arial MT"/>
              </a:rPr>
              <a:t> </a:t>
            </a:r>
            <a:r>
              <a:rPr sz="1800" spc="-85" dirty="0">
                <a:latin typeface="Arial MT"/>
                <a:cs typeface="Arial MT"/>
              </a:rPr>
              <a:t>and</a:t>
            </a:r>
            <a:r>
              <a:rPr sz="1800" spc="-20" dirty="0">
                <a:latin typeface="Arial MT"/>
                <a:cs typeface="Arial MT"/>
              </a:rPr>
              <a:t> </a:t>
            </a:r>
            <a:r>
              <a:rPr sz="1800" spc="-125" dirty="0">
                <a:latin typeface="Arial MT"/>
                <a:cs typeface="Arial MT"/>
              </a:rPr>
              <a:t>serverless</a:t>
            </a:r>
            <a:r>
              <a:rPr sz="1800" spc="85" dirty="0">
                <a:latin typeface="Arial MT"/>
                <a:cs typeface="Arial MT"/>
              </a:rPr>
              <a:t> </a:t>
            </a:r>
            <a:r>
              <a:rPr sz="1800" spc="-145" dirty="0">
                <a:latin typeface="Arial MT"/>
                <a:cs typeface="Arial MT"/>
              </a:rPr>
              <a:t>services,</a:t>
            </a:r>
            <a:r>
              <a:rPr sz="1800" spc="15" dirty="0">
                <a:latin typeface="Arial MT"/>
                <a:cs typeface="Arial MT"/>
              </a:rPr>
              <a:t> </a:t>
            </a:r>
            <a:r>
              <a:rPr sz="1800" spc="-55" dirty="0">
                <a:latin typeface="Arial MT"/>
                <a:cs typeface="Arial MT"/>
              </a:rPr>
              <a:t>you </a:t>
            </a:r>
            <a:r>
              <a:rPr sz="1850" spc="-60" dirty="0">
                <a:solidFill>
                  <a:srgbClr val="0E0E0E"/>
                </a:solidFill>
                <a:latin typeface="Arial MT"/>
                <a:cs typeface="Arial MT"/>
              </a:rPr>
              <a:t>don't</a:t>
            </a:r>
            <a:r>
              <a:rPr sz="1850" spc="-70" dirty="0">
                <a:solidFill>
                  <a:srgbClr val="0E0E0E"/>
                </a:solidFill>
                <a:latin typeface="Arial MT"/>
                <a:cs typeface="Arial MT"/>
              </a:rPr>
              <a:t> </a:t>
            </a:r>
            <a:r>
              <a:rPr sz="1850" spc="-160" dirty="0">
                <a:latin typeface="Arial MT"/>
                <a:cs typeface="Arial MT"/>
              </a:rPr>
              <a:t>have</a:t>
            </a:r>
            <a:r>
              <a:rPr sz="1850" spc="-45" dirty="0">
                <a:latin typeface="Arial MT"/>
                <a:cs typeface="Arial MT"/>
              </a:rPr>
              <a:t> </a:t>
            </a:r>
            <a:r>
              <a:rPr sz="1850" spc="-229" dirty="0">
                <a:latin typeface="Arial MT"/>
                <a:cs typeface="Arial MT"/>
              </a:rPr>
              <a:t>access</a:t>
            </a:r>
            <a:r>
              <a:rPr sz="1850" spc="-40" dirty="0">
                <a:latin typeface="Arial MT"/>
                <a:cs typeface="Arial MT"/>
              </a:rPr>
              <a:t> </a:t>
            </a:r>
            <a:r>
              <a:rPr sz="1850" dirty="0">
                <a:latin typeface="Arial MT"/>
                <a:cs typeface="Arial MT"/>
              </a:rPr>
              <a:t>to</a:t>
            </a:r>
            <a:r>
              <a:rPr sz="1850" spc="-100" dirty="0">
                <a:latin typeface="Arial MT"/>
                <a:cs typeface="Arial MT"/>
              </a:rPr>
              <a:t> </a:t>
            </a:r>
            <a:r>
              <a:rPr sz="1850" spc="-80" dirty="0">
                <a:solidFill>
                  <a:srgbClr val="161616"/>
                </a:solidFill>
                <a:latin typeface="Arial MT"/>
                <a:cs typeface="Arial MT"/>
              </a:rPr>
              <a:t>the</a:t>
            </a:r>
            <a:r>
              <a:rPr sz="1850" spc="-60" dirty="0">
                <a:solidFill>
                  <a:srgbClr val="161616"/>
                </a:solidFill>
                <a:latin typeface="Arial MT"/>
                <a:cs typeface="Arial MT"/>
              </a:rPr>
              <a:t> </a:t>
            </a:r>
            <a:r>
              <a:rPr sz="1850" spc="-80" dirty="0">
                <a:latin typeface="Arial MT"/>
                <a:cs typeface="Arial MT"/>
              </a:rPr>
              <a:t>operating</a:t>
            </a:r>
            <a:r>
              <a:rPr sz="1850" spc="30" dirty="0">
                <a:latin typeface="Arial MT"/>
                <a:cs typeface="Arial MT"/>
              </a:rPr>
              <a:t> </a:t>
            </a:r>
            <a:r>
              <a:rPr sz="1850" spc="-145" dirty="0">
                <a:solidFill>
                  <a:srgbClr val="0A0A0A"/>
                </a:solidFill>
                <a:latin typeface="Arial MT"/>
                <a:cs typeface="Arial MT"/>
              </a:rPr>
              <a:t>system</a:t>
            </a:r>
            <a:r>
              <a:rPr sz="1850" spc="100" dirty="0">
                <a:solidFill>
                  <a:srgbClr val="0A0A0A"/>
                </a:solidFill>
                <a:latin typeface="Arial MT"/>
                <a:cs typeface="Arial MT"/>
              </a:rPr>
              <a:t> </a:t>
            </a:r>
            <a:r>
              <a:rPr sz="1850" spc="-35" dirty="0">
                <a:solidFill>
                  <a:srgbClr val="0A0A0A"/>
                </a:solidFill>
                <a:latin typeface="Arial MT"/>
                <a:cs typeface="Arial MT"/>
              </a:rPr>
              <a:t>of</a:t>
            </a:r>
            <a:r>
              <a:rPr sz="1850" spc="-15" dirty="0">
                <a:solidFill>
                  <a:srgbClr val="0A0A0A"/>
                </a:solidFill>
                <a:latin typeface="Arial MT"/>
                <a:cs typeface="Arial MT"/>
              </a:rPr>
              <a:t> </a:t>
            </a:r>
            <a:r>
              <a:rPr sz="1850" spc="-75" dirty="0">
                <a:solidFill>
                  <a:srgbClr val="181818"/>
                </a:solidFill>
                <a:latin typeface="Arial MT"/>
                <a:cs typeface="Arial MT"/>
              </a:rPr>
              <a:t>the</a:t>
            </a:r>
            <a:r>
              <a:rPr sz="1850" spc="-65" dirty="0">
                <a:solidFill>
                  <a:srgbClr val="181818"/>
                </a:solidFill>
                <a:latin typeface="Arial MT"/>
                <a:cs typeface="Arial MT"/>
              </a:rPr>
              <a:t> </a:t>
            </a:r>
            <a:r>
              <a:rPr sz="1850" spc="-40" dirty="0">
                <a:latin typeface="Arial MT"/>
                <a:cs typeface="Arial MT"/>
              </a:rPr>
              <a:t>database.</a:t>
            </a:r>
            <a:endParaRPr sz="1850">
              <a:latin typeface="Arial MT"/>
              <a:cs typeface="Arial MT"/>
            </a:endParaRPr>
          </a:p>
          <a:p>
            <a:pPr marL="18415">
              <a:lnSpc>
                <a:spcPts val="2175"/>
              </a:lnSpc>
            </a:pPr>
            <a:r>
              <a:rPr sz="1850" spc="-114" dirty="0">
                <a:latin typeface="Arial MT"/>
                <a:cs typeface="Arial MT"/>
              </a:rPr>
              <a:t>But</a:t>
            </a:r>
            <a:r>
              <a:rPr sz="1850" spc="-20" dirty="0">
                <a:latin typeface="Arial MT"/>
                <a:cs typeface="Arial MT"/>
              </a:rPr>
              <a:t> </a:t>
            </a:r>
            <a:r>
              <a:rPr sz="1850" spc="-130" dirty="0">
                <a:latin typeface="Arial MT"/>
                <a:cs typeface="Arial MT"/>
              </a:rPr>
              <a:t>you</a:t>
            </a:r>
            <a:r>
              <a:rPr sz="1850" spc="-25" dirty="0">
                <a:latin typeface="Arial MT"/>
                <a:cs typeface="Arial MT"/>
              </a:rPr>
              <a:t> </a:t>
            </a:r>
            <a:r>
              <a:rPr sz="1850" spc="-190" dirty="0">
                <a:latin typeface="Arial MT"/>
                <a:cs typeface="Arial MT"/>
              </a:rPr>
              <a:t>can</a:t>
            </a:r>
            <a:r>
              <a:rPr sz="1850" dirty="0">
                <a:latin typeface="Arial MT"/>
                <a:cs typeface="Arial MT"/>
              </a:rPr>
              <a:t> </a:t>
            </a:r>
            <a:r>
              <a:rPr sz="1850" spc="-95" dirty="0">
                <a:solidFill>
                  <a:srgbClr val="080808"/>
                </a:solidFill>
                <a:latin typeface="Arial MT"/>
                <a:cs typeface="Arial MT"/>
              </a:rPr>
              <a:t>host</a:t>
            </a:r>
            <a:r>
              <a:rPr sz="1850" spc="5" dirty="0">
                <a:solidFill>
                  <a:srgbClr val="080808"/>
                </a:solidFill>
                <a:latin typeface="Arial MT"/>
                <a:cs typeface="Arial MT"/>
              </a:rPr>
              <a:t> </a:t>
            </a:r>
            <a:r>
              <a:rPr sz="1850" spc="-114" dirty="0">
                <a:latin typeface="Arial MT"/>
                <a:cs typeface="Arial MT"/>
              </a:rPr>
              <a:t>your</a:t>
            </a:r>
            <a:r>
              <a:rPr sz="1850" spc="-30" dirty="0">
                <a:latin typeface="Arial MT"/>
                <a:cs typeface="Arial MT"/>
              </a:rPr>
              <a:t> </a:t>
            </a:r>
            <a:r>
              <a:rPr sz="1850" spc="-100" dirty="0">
                <a:solidFill>
                  <a:srgbClr val="0E0E0E"/>
                </a:solidFill>
                <a:latin typeface="Arial MT"/>
                <a:cs typeface="Arial MT"/>
              </a:rPr>
              <a:t>own</a:t>
            </a:r>
            <a:r>
              <a:rPr sz="1850" spc="-25" dirty="0">
                <a:solidFill>
                  <a:srgbClr val="0E0E0E"/>
                </a:solidFill>
                <a:latin typeface="Arial MT"/>
                <a:cs typeface="Arial MT"/>
              </a:rPr>
              <a:t> </a:t>
            </a:r>
            <a:r>
              <a:rPr sz="1850" spc="-145" dirty="0">
                <a:latin typeface="Arial MT"/>
                <a:cs typeface="Arial MT"/>
              </a:rPr>
              <a:t>database</a:t>
            </a:r>
            <a:r>
              <a:rPr sz="1850" spc="155" dirty="0">
                <a:latin typeface="Arial MT"/>
                <a:cs typeface="Arial MT"/>
              </a:rPr>
              <a:t> </a:t>
            </a:r>
            <a:r>
              <a:rPr sz="1850" spc="-105" dirty="0">
                <a:latin typeface="Arial MT"/>
                <a:cs typeface="Arial MT"/>
              </a:rPr>
              <a:t>on</a:t>
            </a:r>
            <a:r>
              <a:rPr sz="1850" spc="-35" dirty="0">
                <a:latin typeface="Arial MT"/>
                <a:cs typeface="Arial MT"/>
              </a:rPr>
              <a:t> </a:t>
            </a:r>
            <a:r>
              <a:rPr sz="1850" spc="-185" dirty="0">
                <a:latin typeface="Arial MT"/>
                <a:cs typeface="Arial MT"/>
              </a:rPr>
              <a:t>an</a:t>
            </a:r>
            <a:r>
              <a:rPr sz="1850" spc="-45" dirty="0">
                <a:latin typeface="Arial MT"/>
                <a:cs typeface="Arial MT"/>
              </a:rPr>
              <a:t> </a:t>
            </a:r>
            <a:r>
              <a:rPr sz="1850" spc="-305" dirty="0">
                <a:latin typeface="Arial MT"/>
                <a:cs typeface="Arial MT"/>
              </a:rPr>
              <a:t>EC2</a:t>
            </a:r>
            <a:r>
              <a:rPr sz="1850" spc="5" dirty="0">
                <a:latin typeface="Arial MT"/>
                <a:cs typeface="Arial MT"/>
              </a:rPr>
              <a:t> </a:t>
            </a:r>
            <a:r>
              <a:rPr sz="1850" spc="-145" dirty="0">
                <a:latin typeface="Arial MT"/>
                <a:cs typeface="Arial MT"/>
              </a:rPr>
              <a:t>instance,</a:t>
            </a:r>
            <a:r>
              <a:rPr sz="1850" spc="-15" dirty="0">
                <a:latin typeface="Arial MT"/>
                <a:cs typeface="Arial MT"/>
              </a:rPr>
              <a:t> </a:t>
            </a:r>
            <a:r>
              <a:rPr sz="1850" spc="-25" dirty="0">
                <a:latin typeface="Arial MT"/>
                <a:cs typeface="Arial MT"/>
              </a:rPr>
              <a:t>If</a:t>
            </a:r>
            <a:endParaRPr sz="1850">
              <a:latin typeface="Arial MT"/>
              <a:cs typeface="Arial MT"/>
            </a:endParaRPr>
          </a:p>
          <a:p>
            <a:pPr marL="12700">
              <a:lnSpc>
                <a:spcPct val="100000"/>
              </a:lnSpc>
              <a:spcBef>
                <a:spcPts val="5"/>
              </a:spcBef>
            </a:pPr>
            <a:r>
              <a:rPr sz="1800" spc="-60" dirty="0">
                <a:latin typeface="Arial MT"/>
                <a:cs typeface="Arial MT"/>
              </a:rPr>
              <a:t>your</a:t>
            </a:r>
            <a:r>
              <a:rPr sz="1800" spc="-30" dirty="0">
                <a:latin typeface="Arial MT"/>
                <a:cs typeface="Arial MT"/>
              </a:rPr>
              <a:t> </a:t>
            </a:r>
            <a:r>
              <a:rPr sz="1800" spc="-105" dirty="0">
                <a:latin typeface="Arial MT"/>
                <a:cs typeface="Arial MT"/>
              </a:rPr>
              <a:t>company</a:t>
            </a:r>
            <a:r>
              <a:rPr sz="1800" spc="75" dirty="0">
                <a:latin typeface="Arial MT"/>
                <a:cs typeface="Arial MT"/>
              </a:rPr>
              <a:t> </a:t>
            </a:r>
            <a:r>
              <a:rPr sz="1800" spc="-110" dirty="0">
                <a:latin typeface="Arial MT"/>
                <a:cs typeface="Arial MT"/>
              </a:rPr>
              <a:t>requires</a:t>
            </a:r>
            <a:r>
              <a:rPr sz="1800" dirty="0">
                <a:latin typeface="Arial MT"/>
                <a:cs typeface="Arial MT"/>
              </a:rPr>
              <a:t> </a:t>
            </a:r>
            <a:r>
              <a:rPr sz="1800" spc="-240" dirty="0">
                <a:solidFill>
                  <a:srgbClr val="0C0C0C"/>
                </a:solidFill>
                <a:latin typeface="Arial MT"/>
                <a:cs typeface="Arial MT"/>
              </a:rPr>
              <a:t>yOu</a:t>
            </a:r>
            <a:r>
              <a:rPr sz="1800" spc="35" dirty="0">
                <a:solidFill>
                  <a:srgbClr val="0C0C0C"/>
                </a:solidFill>
                <a:latin typeface="Arial MT"/>
                <a:cs typeface="Arial MT"/>
              </a:rPr>
              <a:t> </a:t>
            </a:r>
            <a:r>
              <a:rPr sz="1800" spc="-10" dirty="0">
                <a:solidFill>
                  <a:srgbClr val="0C0C0C"/>
                </a:solidFill>
                <a:latin typeface="Arial MT"/>
                <a:cs typeface="Arial MT"/>
              </a:rPr>
              <a:t>to</a:t>
            </a:r>
            <a:r>
              <a:rPr sz="1800" spc="-140" dirty="0">
                <a:solidFill>
                  <a:srgbClr val="0C0C0C"/>
                </a:solidFill>
                <a:latin typeface="Arial MT"/>
                <a:cs typeface="Arial MT"/>
              </a:rPr>
              <a:t> </a:t>
            </a:r>
            <a:r>
              <a:rPr sz="1800" spc="-120" dirty="0">
                <a:latin typeface="Arial MT"/>
                <a:cs typeface="Arial MT"/>
              </a:rPr>
              <a:t>have</a:t>
            </a:r>
            <a:r>
              <a:rPr sz="1800" spc="-65" dirty="0">
                <a:latin typeface="Arial MT"/>
                <a:cs typeface="Arial MT"/>
              </a:rPr>
              <a:t> </a:t>
            </a:r>
            <a:r>
              <a:rPr sz="1800" dirty="0">
                <a:solidFill>
                  <a:srgbClr val="0C0C0C"/>
                </a:solidFill>
                <a:latin typeface="Arial MT"/>
                <a:cs typeface="Arial MT"/>
              </a:rPr>
              <a:t>that</a:t>
            </a:r>
            <a:r>
              <a:rPr sz="1800" spc="-10" dirty="0">
                <a:solidFill>
                  <a:srgbClr val="0C0C0C"/>
                </a:solidFill>
                <a:latin typeface="Arial MT"/>
                <a:cs typeface="Arial MT"/>
              </a:rPr>
              <a:t> </a:t>
            </a:r>
            <a:r>
              <a:rPr sz="1800" spc="-270" dirty="0">
                <a:latin typeface="Arial MT"/>
                <a:cs typeface="Arial MT"/>
              </a:rPr>
              <a:t>aCcess.</a:t>
            </a:r>
            <a:endParaRPr sz="1800">
              <a:latin typeface="Arial MT"/>
              <a:cs typeface="Arial MT"/>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365885" y="365125"/>
            <a:ext cx="9459341" cy="5306059"/>
          </a:xfrm>
          <a:prstGeom prst="rect">
            <a:avLst/>
          </a:prstGeom>
        </p:spPr>
      </p:pic>
      <p:sp>
        <p:nvSpPr>
          <p:cNvPr id="3" name="object 3"/>
          <p:cNvSpPr txBox="1"/>
          <p:nvPr/>
        </p:nvSpPr>
        <p:spPr>
          <a:xfrm>
            <a:off x="4808861" y="1400299"/>
            <a:ext cx="5525770" cy="1691005"/>
          </a:xfrm>
          <a:prstGeom prst="rect">
            <a:avLst/>
          </a:prstGeom>
        </p:spPr>
        <p:txBody>
          <a:bodyPr vert="horz" wrap="square" lIns="0" tIns="8890" rIns="0" bIns="0" rtlCol="0">
            <a:spAutoFit/>
          </a:bodyPr>
          <a:lstStyle/>
          <a:p>
            <a:pPr marL="18415" marR="5080" indent="-6350">
              <a:lnSpc>
                <a:spcPct val="101400"/>
              </a:lnSpc>
              <a:spcBef>
                <a:spcPts val="70"/>
              </a:spcBef>
            </a:pPr>
            <a:r>
              <a:rPr sz="1800" dirty="0">
                <a:solidFill>
                  <a:srgbClr val="1F1F1F"/>
                </a:solidFill>
                <a:latin typeface="Arial MT"/>
                <a:cs typeface="Arial MT"/>
              </a:rPr>
              <a:t>If</a:t>
            </a:r>
            <a:r>
              <a:rPr sz="1800" spc="-125" dirty="0">
                <a:solidFill>
                  <a:srgbClr val="1F1F1F"/>
                </a:solidFill>
                <a:latin typeface="Arial MT"/>
                <a:cs typeface="Arial MT"/>
              </a:rPr>
              <a:t> </a:t>
            </a:r>
            <a:r>
              <a:rPr sz="1800" spc="-45" dirty="0">
                <a:latin typeface="Arial MT"/>
                <a:cs typeface="Arial MT"/>
              </a:rPr>
              <a:t>you</a:t>
            </a:r>
            <a:r>
              <a:rPr sz="1800" spc="-80" dirty="0">
                <a:latin typeface="Arial MT"/>
                <a:cs typeface="Arial MT"/>
              </a:rPr>
              <a:t> </a:t>
            </a:r>
            <a:r>
              <a:rPr sz="1800" spc="-70" dirty="0">
                <a:solidFill>
                  <a:srgbClr val="080808"/>
                </a:solidFill>
                <a:latin typeface="Arial MT"/>
                <a:cs typeface="Arial MT"/>
              </a:rPr>
              <a:t>stop</a:t>
            </a:r>
            <a:r>
              <a:rPr sz="1800" spc="-55" dirty="0">
                <a:solidFill>
                  <a:srgbClr val="080808"/>
                </a:solidFill>
                <a:latin typeface="Arial MT"/>
                <a:cs typeface="Arial MT"/>
              </a:rPr>
              <a:t> </a:t>
            </a:r>
            <a:r>
              <a:rPr sz="1800" spc="-120" dirty="0">
                <a:solidFill>
                  <a:srgbClr val="151515"/>
                </a:solidFill>
                <a:latin typeface="Arial MT"/>
                <a:cs typeface="Arial MT"/>
              </a:rPr>
              <a:t>an</a:t>
            </a:r>
            <a:r>
              <a:rPr sz="1800" spc="-90" dirty="0">
                <a:solidFill>
                  <a:srgbClr val="151515"/>
                </a:solidFill>
                <a:latin typeface="Arial MT"/>
                <a:cs typeface="Arial MT"/>
              </a:rPr>
              <a:t> </a:t>
            </a:r>
            <a:r>
              <a:rPr sz="1800" spc="-110" dirty="0">
                <a:latin typeface="Arial MT"/>
                <a:cs typeface="Arial MT"/>
              </a:rPr>
              <a:t>instance,</a:t>
            </a:r>
            <a:r>
              <a:rPr sz="1800" spc="-15" dirty="0">
                <a:latin typeface="Arial MT"/>
                <a:cs typeface="Arial MT"/>
              </a:rPr>
              <a:t> </a:t>
            </a:r>
            <a:r>
              <a:rPr sz="1800" spc="-10" dirty="0">
                <a:latin typeface="Arial MT"/>
                <a:cs typeface="Arial MT"/>
              </a:rPr>
              <a:t>the</a:t>
            </a:r>
            <a:r>
              <a:rPr sz="1800" spc="-30" dirty="0">
                <a:latin typeface="Arial MT"/>
                <a:cs typeface="Arial MT"/>
              </a:rPr>
              <a:t> </a:t>
            </a:r>
            <a:r>
              <a:rPr sz="1800" spc="-130" dirty="0">
                <a:latin typeface="Arial MT"/>
                <a:cs typeface="Arial MT"/>
              </a:rPr>
              <a:t>Amazon</a:t>
            </a:r>
            <a:r>
              <a:rPr sz="1800" spc="30" dirty="0">
                <a:latin typeface="Arial MT"/>
                <a:cs typeface="Arial MT"/>
              </a:rPr>
              <a:t> </a:t>
            </a:r>
            <a:r>
              <a:rPr sz="1800" spc="-110" dirty="0">
                <a:latin typeface="Arial MT"/>
                <a:cs typeface="Arial MT"/>
              </a:rPr>
              <a:t>Elastic</a:t>
            </a:r>
            <a:r>
              <a:rPr sz="1800" spc="40" dirty="0">
                <a:latin typeface="Arial MT"/>
                <a:cs typeface="Arial MT"/>
              </a:rPr>
              <a:t> </a:t>
            </a:r>
            <a:r>
              <a:rPr sz="1800" spc="-295" dirty="0">
                <a:latin typeface="Arial MT"/>
                <a:cs typeface="Arial MT"/>
              </a:rPr>
              <a:t>BlOCk</a:t>
            </a:r>
            <a:r>
              <a:rPr sz="1800" spc="80" dirty="0">
                <a:latin typeface="Arial MT"/>
                <a:cs typeface="Arial MT"/>
              </a:rPr>
              <a:t> </a:t>
            </a:r>
            <a:r>
              <a:rPr sz="1800" spc="-10" dirty="0">
                <a:latin typeface="Arial MT"/>
                <a:cs typeface="Arial MT"/>
              </a:rPr>
              <a:t>Store </a:t>
            </a:r>
            <a:r>
              <a:rPr sz="1800" spc="-130" dirty="0">
                <a:latin typeface="Arial MT"/>
                <a:cs typeface="Arial MT"/>
              </a:rPr>
              <a:t>(Amazon</a:t>
            </a:r>
            <a:r>
              <a:rPr sz="1800" spc="45" dirty="0">
                <a:latin typeface="Arial MT"/>
                <a:cs typeface="Arial MT"/>
              </a:rPr>
              <a:t> </a:t>
            </a:r>
            <a:r>
              <a:rPr sz="1800" spc="-290" dirty="0">
                <a:latin typeface="Arial MT"/>
                <a:cs typeface="Arial MT"/>
              </a:rPr>
              <a:t>EBS)</a:t>
            </a:r>
            <a:r>
              <a:rPr sz="1800" spc="80" dirty="0">
                <a:latin typeface="Arial MT"/>
                <a:cs typeface="Arial MT"/>
              </a:rPr>
              <a:t> </a:t>
            </a:r>
            <a:r>
              <a:rPr sz="1800" spc="-80" dirty="0">
                <a:latin typeface="Arial MT"/>
                <a:cs typeface="Arial MT"/>
              </a:rPr>
              <a:t>volume</a:t>
            </a:r>
            <a:r>
              <a:rPr sz="1800" spc="-55" dirty="0">
                <a:latin typeface="Arial MT"/>
                <a:cs typeface="Arial MT"/>
              </a:rPr>
              <a:t> </a:t>
            </a:r>
            <a:r>
              <a:rPr sz="1800" dirty="0">
                <a:latin typeface="Arial MT"/>
                <a:cs typeface="Arial MT"/>
              </a:rPr>
              <a:t>that</a:t>
            </a:r>
            <a:r>
              <a:rPr sz="1800" spc="-75" dirty="0">
                <a:latin typeface="Arial MT"/>
                <a:cs typeface="Arial MT"/>
              </a:rPr>
              <a:t> </a:t>
            </a:r>
            <a:r>
              <a:rPr sz="1800" spc="-145" dirty="0">
                <a:latin typeface="Arial MT"/>
                <a:cs typeface="Arial MT"/>
              </a:rPr>
              <a:t>is</a:t>
            </a:r>
            <a:r>
              <a:rPr sz="1800" spc="20" dirty="0">
                <a:latin typeface="Arial MT"/>
                <a:cs typeface="Arial MT"/>
              </a:rPr>
              <a:t> </a:t>
            </a:r>
            <a:r>
              <a:rPr sz="1800" spc="-80" dirty="0">
                <a:solidFill>
                  <a:srgbClr val="0F0F0F"/>
                </a:solidFill>
                <a:latin typeface="Arial MT"/>
                <a:cs typeface="Arial MT"/>
              </a:rPr>
              <a:t>attached</a:t>
            </a:r>
            <a:r>
              <a:rPr sz="1800" spc="-45" dirty="0">
                <a:solidFill>
                  <a:srgbClr val="0F0F0F"/>
                </a:solidFill>
                <a:latin typeface="Arial MT"/>
                <a:cs typeface="Arial MT"/>
              </a:rPr>
              <a:t> </a:t>
            </a:r>
            <a:r>
              <a:rPr sz="1800" spc="-25" dirty="0">
                <a:latin typeface="Arial MT"/>
                <a:cs typeface="Arial MT"/>
              </a:rPr>
              <a:t>will</a:t>
            </a:r>
            <a:r>
              <a:rPr sz="1800" spc="-165" dirty="0">
                <a:latin typeface="Arial MT"/>
                <a:cs typeface="Arial MT"/>
              </a:rPr>
              <a:t> </a:t>
            </a:r>
            <a:r>
              <a:rPr sz="1800" spc="-50" dirty="0">
                <a:latin typeface="Arial MT"/>
                <a:cs typeface="Arial MT"/>
              </a:rPr>
              <a:t>retain</a:t>
            </a:r>
            <a:r>
              <a:rPr sz="1800" spc="55" dirty="0">
                <a:latin typeface="Arial MT"/>
                <a:cs typeface="Arial MT"/>
              </a:rPr>
              <a:t> </a:t>
            </a:r>
            <a:r>
              <a:rPr sz="1800" spc="-80" dirty="0">
                <a:latin typeface="Arial MT"/>
                <a:cs typeface="Arial MT"/>
              </a:rPr>
              <a:t>your</a:t>
            </a:r>
            <a:r>
              <a:rPr sz="1800" spc="-20" dirty="0">
                <a:latin typeface="Arial MT"/>
                <a:cs typeface="Arial MT"/>
              </a:rPr>
              <a:t> </a:t>
            </a:r>
            <a:r>
              <a:rPr sz="1800" spc="-10" dirty="0">
                <a:solidFill>
                  <a:srgbClr val="0E0E0E"/>
                </a:solidFill>
                <a:latin typeface="Arial MT"/>
                <a:cs typeface="Arial MT"/>
              </a:rPr>
              <a:t>data. </a:t>
            </a:r>
            <a:r>
              <a:rPr sz="1800" spc="-180" dirty="0">
                <a:latin typeface="Arial MT"/>
                <a:cs typeface="Arial MT"/>
              </a:rPr>
              <a:t>You</a:t>
            </a:r>
            <a:r>
              <a:rPr sz="1800" spc="-40" dirty="0">
                <a:latin typeface="Arial MT"/>
                <a:cs typeface="Arial MT"/>
              </a:rPr>
              <a:t> </a:t>
            </a:r>
            <a:r>
              <a:rPr sz="1800" spc="-20" dirty="0">
                <a:solidFill>
                  <a:srgbClr val="0F0F0F"/>
                </a:solidFill>
                <a:latin typeface="Arial MT"/>
                <a:cs typeface="Arial MT"/>
              </a:rPr>
              <a:t>will</a:t>
            </a:r>
            <a:r>
              <a:rPr sz="1800" spc="-105" dirty="0">
                <a:solidFill>
                  <a:srgbClr val="0F0F0F"/>
                </a:solidFill>
                <a:latin typeface="Arial MT"/>
                <a:cs typeface="Arial MT"/>
              </a:rPr>
              <a:t> </a:t>
            </a:r>
            <a:r>
              <a:rPr sz="1800" spc="-25" dirty="0">
                <a:solidFill>
                  <a:srgbClr val="0C0C0C"/>
                </a:solidFill>
                <a:latin typeface="Arial MT"/>
                <a:cs typeface="Arial MT"/>
              </a:rPr>
              <a:t>still</a:t>
            </a:r>
            <a:r>
              <a:rPr sz="1800" spc="-100" dirty="0">
                <a:solidFill>
                  <a:srgbClr val="0C0C0C"/>
                </a:solidFill>
                <a:latin typeface="Arial MT"/>
                <a:cs typeface="Arial MT"/>
              </a:rPr>
              <a:t> </a:t>
            </a:r>
            <a:r>
              <a:rPr sz="1800" spc="-120" dirty="0">
                <a:latin typeface="Arial MT"/>
                <a:cs typeface="Arial MT"/>
              </a:rPr>
              <a:t>be</a:t>
            </a:r>
            <a:r>
              <a:rPr sz="1800" spc="-60" dirty="0">
                <a:latin typeface="Arial MT"/>
                <a:cs typeface="Arial MT"/>
              </a:rPr>
              <a:t> </a:t>
            </a:r>
            <a:r>
              <a:rPr sz="1800" spc="-110" dirty="0">
                <a:latin typeface="Arial MT"/>
                <a:cs typeface="Arial MT"/>
              </a:rPr>
              <a:t>charged</a:t>
            </a:r>
            <a:r>
              <a:rPr sz="1800" spc="-10" dirty="0">
                <a:latin typeface="Arial MT"/>
                <a:cs typeface="Arial MT"/>
              </a:rPr>
              <a:t> for</a:t>
            </a:r>
            <a:r>
              <a:rPr sz="1800" spc="-110" dirty="0">
                <a:latin typeface="Arial MT"/>
                <a:cs typeface="Arial MT"/>
              </a:rPr>
              <a:t> </a:t>
            </a:r>
            <a:r>
              <a:rPr sz="1800" dirty="0">
                <a:latin typeface="Arial MT"/>
                <a:cs typeface="Arial MT"/>
              </a:rPr>
              <a:t>the</a:t>
            </a:r>
            <a:r>
              <a:rPr sz="1800" spc="-55" dirty="0">
                <a:latin typeface="Arial MT"/>
                <a:cs typeface="Arial MT"/>
              </a:rPr>
              <a:t> </a:t>
            </a:r>
            <a:r>
              <a:rPr sz="1800" spc="-165" dirty="0">
                <a:latin typeface="Arial MT"/>
                <a:cs typeface="Arial MT"/>
              </a:rPr>
              <a:t>use</a:t>
            </a:r>
            <a:r>
              <a:rPr sz="1800" spc="-35" dirty="0">
                <a:latin typeface="Arial MT"/>
                <a:cs typeface="Arial MT"/>
              </a:rPr>
              <a:t> </a:t>
            </a:r>
            <a:r>
              <a:rPr sz="1800" dirty="0">
                <a:latin typeface="Arial MT"/>
                <a:cs typeface="Arial MT"/>
              </a:rPr>
              <a:t>of</a:t>
            </a:r>
            <a:r>
              <a:rPr sz="1800" spc="-10" dirty="0">
                <a:latin typeface="Arial MT"/>
                <a:cs typeface="Arial MT"/>
              </a:rPr>
              <a:t> </a:t>
            </a:r>
            <a:r>
              <a:rPr sz="1800" spc="-20" dirty="0">
                <a:solidFill>
                  <a:srgbClr val="0A0A0A"/>
                </a:solidFill>
                <a:latin typeface="Arial MT"/>
                <a:cs typeface="Arial MT"/>
              </a:rPr>
              <a:t>the</a:t>
            </a:r>
            <a:r>
              <a:rPr sz="1800" spc="-105" dirty="0">
                <a:solidFill>
                  <a:srgbClr val="0A0A0A"/>
                </a:solidFill>
                <a:latin typeface="Arial MT"/>
                <a:cs typeface="Arial MT"/>
              </a:rPr>
              <a:t> </a:t>
            </a:r>
            <a:r>
              <a:rPr sz="1800" spc="-95" dirty="0">
                <a:latin typeface="Arial MT"/>
                <a:cs typeface="Arial MT"/>
              </a:rPr>
              <a:t>volume.</a:t>
            </a:r>
            <a:r>
              <a:rPr sz="1800" spc="-5" dirty="0">
                <a:latin typeface="Arial MT"/>
                <a:cs typeface="Arial MT"/>
              </a:rPr>
              <a:t> </a:t>
            </a:r>
            <a:r>
              <a:rPr sz="1800" spc="-110" dirty="0">
                <a:latin typeface="Arial MT"/>
                <a:cs typeface="Arial MT"/>
              </a:rPr>
              <a:t>However, </a:t>
            </a:r>
            <a:r>
              <a:rPr sz="1800" dirty="0">
                <a:solidFill>
                  <a:srgbClr val="424242"/>
                </a:solidFill>
                <a:latin typeface="Arial MT"/>
                <a:cs typeface="Arial MT"/>
              </a:rPr>
              <a:t>if</a:t>
            </a:r>
            <a:r>
              <a:rPr sz="1800" spc="-125" dirty="0">
                <a:solidFill>
                  <a:srgbClr val="424242"/>
                </a:solidFill>
                <a:latin typeface="Arial MT"/>
                <a:cs typeface="Arial MT"/>
              </a:rPr>
              <a:t> </a:t>
            </a:r>
            <a:r>
              <a:rPr sz="1800" spc="-240" dirty="0">
                <a:latin typeface="Arial MT"/>
                <a:cs typeface="Arial MT"/>
              </a:rPr>
              <a:t>yOu</a:t>
            </a:r>
            <a:r>
              <a:rPr sz="1800" spc="35" dirty="0">
                <a:latin typeface="Arial MT"/>
                <a:cs typeface="Arial MT"/>
              </a:rPr>
              <a:t> </a:t>
            </a:r>
            <a:r>
              <a:rPr sz="1800" spc="-55" dirty="0">
                <a:latin typeface="Arial MT"/>
                <a:cs typeface="Arial MT"/>
              </a:rPr>
              <a:t>terminate</a:t>
            </a:r>
            <a:r>
              <a:rPr sz="1800" spc="-45" dirty="0">
                <a:latin typeface="Arial MT"/>
                <a:cs typeface="Arial MT"/>
              </a:rPr>
              <a:t> </a:t>
            </a:r>
            <a:r>
              <a:rPr sz="1800" spc="-25" dirty="0">
                <a:solidFill>
                  <a:srgbClr val="212121"/>
                </a:solidFill>
                <a:latin typeface="Arial MT"/>
                <a:cs typeface="Arial MT"/>
              </a:rPr>
              <a:t>the</a:t>
            </a:r>
            <a:r>
              <a:rPr sz="1800" spc="-90" dirty="0">
                <a:solidFill>
                  <a:srgbClr val="212121"/>
                </a:solidFill>
                <a:latin typeface="Arial MT"/>
                <a:cs typeface="Arial MT"/>
              </a:rPr>
              <a:t> </a:t>
            </a:r>
            <a:r>
              <a:rPr sz="1800" spc="-110" dirty="0">
                <a:latin typeface="Arial MT"/>
                <a:cs typeface="Arial MT"/>
              </a:rPr>
              <a:t>instance,</a:t>
            </a:r>
            <a:r>
              <a:rPr sz="1800" spc="10" dirty="0">
                <a:latin typeface="Arial MT"/>
                <a:cs typeface="Arial MT"/>
              </a:rPr>
              <a:t> </a:t>
            </a:r>
            <a:r>
              <a:rPr sz="1800" spc="-35" dirty="0">
                <a:solidFill>
                  <a:srgbClr val="262626"/>
                </a:solidFill>
                <a:latin typeface="Arial MT"/>
                <a:cs typeface="Arial MT"/>
              </a:rPr>
              <a:t>then</a:t>
            </a:r>
            <a:r>
              <a:rPr sz="1800" spc="-55" dirty="0">
                <a:solidFill>
                  <a:srgbClr val="262626"/>
                </a:solidFill>
                <a:latin typeface="Arial MT"/>
                <a:cs typeface="Arial MT"/>
              </a:rPr>
              <a:t> </a:t>
            </a:r>
            <a:r>
              <a:rPr sz="1800" spc="-35" dirty="0">
                <a:solidFill>
                  <a:srgbClr val="1C1C1C"/>
                </a:solidFill>
                <a:latin typeface="Arial MT"/>
                <a:cs typeface="Arial MT"/>
              </a:rPr>
              <a:t>all</a:t>
            </a:r>
            <a:r>
              <a:rPr sz="1800" spc="-170" dirty="0">
                <a:solidFill>
                  <a:srgbClr val="1C1C1C"/>
                </a:solidFill>
                <a:latin typeface="Arial MT"/>
                <a:cs typeface="Arial MT"/>
              </a:rPr>
              <a:t> </a:t>
            </a:r>
            <a:r>
              <a:rPr sz="1800" spc="-60" dirty="0">
                <a:latin typeface="Arial MT"/>
                <a:cs typeface="Arial MT"/>
              </a:rPr>
              <a:t>your</a:t>
            </a:r>
            <a:r>
              <a:rPr sz="1800" dirty="0">
                <a:latin typeface="Arial MT"/>
                <a:cs typeface="Arial MT"/>
              </a:rPr>
              <a:t> </a:t>
            </a:r>
            <a:r>
              <a:rPr sz="1800" spc="-75" dirty="0">
                <a:solidFill>
                  <a:srgbClr val="1A1A1A"/>
                </a:solidFill>
                <a:latin typeface="Arial MT"/>
                <a:cs typeface="Arial MT"/>
              </a:rPr>
              <a:t>data</a:t>
            </a:r>
            <a:r>
              <a:rPr sz="1800" spc="-5" dirty="0">
                <a:solidFill>
                  <a:srgbClr val="1A1A1A"/>
                </a:solidFill>
                <a:latin typeface="Arial MT"/>
                <a:cs typeface="Arial MT"/>
              </a:rPr>
              <a:t> </a:t>
            </a:r>
            <a:r>
              <a:rPr sz="1800" spc="-80" dirty="0">
                <a:solidFill>
                  <a:srgbClr val="0E0E0E"/>
                </a:solidFill>
                <a:latin typeface="Arial MT"/>
                <a:cs typeface="Arial MT"/>
              </a:rPr>
              <a:t>on</a:t>
            </a:r>
            <a:r>
              <a:rPr sz="1800" spc="-85" dirty="0">
                <a:solidFill>
                  <a:srgbClr val="0E0E0E"/>
                </a:solidFill>
                <a:latin typeface="Arial MT"/>
                <a:cs typeface="Arial MT"/>
              </a:rPr>
              <a:t> </a:t>
            </a:r>
            <a:r>
              <a:rPr sz="1800" spc="-25" dirty="0">
                <a:solidFill>
                  <a:srgbClr val="1A1A1A"/>
                </a:solidFill>
                <a:latin typeface="Arial MT"/>
                <a:cs typeface="Arial MT"/>
              </a:rPr>
              <a:t>the </a:t>
            </a:r>
            <a:r>
              <a:rPr sz="1800" spc="-85" dirty="0">
                <a:latin typeface="Arial MT"/>
                <a:cs typeface="Arial MT"/>
              </a:rPr>
              <a:t>volume</a:t>
            </a:r>
            <a:r>
              <a:rPr sz="1800" spc="-40" dirty="0">
                <a:latin typeface="Arial MT"/>
                <a:cs typeface="Arial MT"/>
              </a:rPr>
              <a:t> </a:t>
            </a:r>
            <a:r>
              <a:rPr sz="1800" dirty="0">
                <a:latin typeface="Arial MT"/>
                <a:cs typeface="Arial MT"/>
              </a:rPr>
              <a:t>will</a:t>
            </a:r>
            <a:r>
              <a:rPr sz="1800" spc="-190" dirty="0">
                <a:latin typeface="Arial MT"/>
                <a:cs typeface="Arial MT"/>
              </a:rPr>
              <a:t> </a:t>
            </a:r>
            <a:r>
              <a:rPr sz="1800" spc="-120" dirty="0">
                <a:latin typeface="Arial MT"/>
                <a:cs typeface="Arial MT"/>
              </a:rPr>
              <a:t>be</a:t>
            </a:r>
            <a:r>
              <a:rPr sz="1800" spc="-35" dirty="0">
                <a:latin typeface="Arial MT"/>
                <a:cs typeface="Arial MT"/>
              </a:rPr>
              <a:t> </a:t>
            </a:r>
            <a:r>
              <a:rPr sz="1800" spc="-70" dirty="0">
                <a:latin typeface="Arial MT"/>
                <a:cs typeface="Arial MT"/>
              </a:rPr>
              <a:t>permanently</a:t>
            </a:r>
            <a:r>
              <a:rPr sz="1800" spc="125" dirty="0">
                <a:latin typeface="Arial MT"/>
                <a:cs typeface="Arial MT"/>
              </a:rPr>
              <a:t> </a:t>
            </a:r>
            <a:r>
              <a:rPr sz="1800" spc="-90" dirty="0">
                <a:latin typeface="Arial MT"/>
                <a:cs typeface="Arial MT"/>
              </a:rPr>
              <a:t>deleted.</a:t>
            </a:r>
            <a:r>
              <a:rPr sz="1800" spc="-30" dirty="0">
                <a:latin typeface="Arial MT"/>
                <a:cs typeface="Arial MT"/>
              </a:rPr>
              <a:t> </a:t>
            </a:r>
            <a:r>
              <a:rPr sz="1800" spc="-125" dirty="0">
                <a:solidFill>
                  <a:srgbClr val="0F0F0F"/>
                </a:solidFill>
                <a:latin typeface="Arial MT"/>
                <a:cs typeface="Arial MT"/>
              </a:rPr>
              <a:t>The</a:t>
            </a:r>
            <a:r>
              <a:rPr sz="1800" spc="-20" dirty="0">
                <a:solidFill>
                  <a:srgbClr val="0F0F0F"/>
                </a:solidFill>
                <a:latin typeface="Arial MT"/>
                <a:cs typeface="Arial MT"/>
              </a:rPr>
              <a:t> </a:t>
            </a:r>
            <a:r>
              <a:rPr sz="1800" spc="-85" dirty="0">
                <a:latin typeface="Arial MT"/>
                <a:cs typeface="Arial MT"/>
              </a:rPr>
              <a:t>volume</a:t>
            </a:r>
            <a:r>
              <a:rPr sz="1800" spc="-5" dirty="0">
                <a:latin typeface="Arial MT"/>
                <a:cs typeface="Arial MT"/>
              </a:rPr>
              <a:t> </a:t>
            </a:r>
            <a:r>
              <a:rPr sz="1800" spc="-10" dirty="0">
                <a:latin typeface="Arial MT"/>
                <a:cs typeface="Arial MT"/>
              </a:rPr>
              <a:t>will</a:t>
            </a:r>
            <a:r>
              <a:rPr sz="1800" spc="-100" dirty="0">
                <a:latin typeface="Arial MT"/>
                <a:cs typeface="Arial MT"/>
              </a:rPr>
              <a:t> </a:t>
            </a:r>
            <a:r>
              <a:rPr sz="1800" spc="-10" dirty="0">
                <a:latin typeface="Arial MT"/>
                <a:cs typeface="Arial MT"/>
              </a:rPr>
              <a:t>return </a:t>
            </a:r>
            <a:r>
              <a:rPr sz="1800" dirty="0">
                <a:latin typeface="Arial MT"/>
                <a:cs typeface="Arial MT"/>
              </a:rPr>
              <a:t>to</a:t>
            </a:r>
            <a:r>
              <a:rPr sz="1800" spc="-90" dirty="0">
                <a:latin typeface="Arial MT"/>
                <a:cs typeface="Arial MT"/>
              </a:rPr>
              <a:t> </a:t>
            </a:r>
            <a:r>
              <a:rPr sz="1800" spc="-280" dirty="0">
                <a:solidFill>
                  <a:srgbClr val="1D1D1D"/>
                </a:solidFill>
                <a:latin typeface="Arial MT"/>
                <a:cs typeface="Arial MT"/>
              </a:rPr>
              <a:t>AWS</a:t>
            </a:r>
            <a:r>
              <a:rPr sz="1800" spc="25" dirty="0">
                <a:solidFill>
                  <a:srgbClr val="1D1D1D"/>
                </a:solidFill>
                <a:latin typeface="Arial MT"/>
                <a:cs typeface="Arial MT"/>
              </a:rPr>
              <a:t> </a:t>
            </a:r>
            <a:r>
              <a:rPr sz="1800" dirty="0">
                <a:latin typeface="Arial MT"/>
                <a:cs typeface="Arial MT"/>
              </a:rPr>
              <a:t>for</a:t>
            </a:r>
            <a:r>
              <a:rPr sz="1800" spc="-75" dirty="0">
                <a:latin typeface="Arial MT"/>
                <a:cs typeface="Arial MT"/>
              </a:rPr>
              <a:t> </a:t>
            </a:r>
            <a:r>
              <a:rPr sz="1800" spc="-100" dirty="0">
                <a:latin typeface="Arial MT"/>
                <a:cs typeface="Arial MT"/>
              </a:rPr>
              <a:t>available</a:t>
            </a:r>
            <a:r>
              <a:rPr sz="1800" spc="70" dirty="0">
                <a:latin typeface="Arial MT"/>
                <a:cs typeface="Arial MT"/>
              </a:rPr>
              <a:t> </a:t>
            </a:r>
            <a:r>
              <a:rPr sz="1800" spc="-165" dirty="0">
                <a:latin typeface="Arial MT"/>
                <a:cs typeface="Arial MT"/>
              </a:rPr>
              <a:t>use</a:t>
            </a:r>
            <a:r>
              <a:rPr sz="1800" spc="-80" dirty="0">
                <a:latin typeface="Arial MT"/>
                <a:cs typeface="Arial MT"/>
              </a:rPr>
              <a:t> </a:t>
            </a:r>
            <a:r>
              <a:rPr sz="1800" dirty="0">
                <a:latin typeface="Arial MT"/>
                <a:cs typeface="Arial MT"/>
              </a:rPr>
              <a:t>to</a:t>
            </a:r>
            <a:r>
              <a:rPr sz="1800" spc="-95" dirty="0">
                <a:latin typeface="Arial MT"/>
                <a:cs typeface="Arial MT"/>
              </a:rPr>
              <a:t> </a:t>
            </a:r>
            <a:r>
              <a:rPr sz="1800" spc="-20" dirty="0">
                <a:latin typeface="Arial MT"/>
                <a:cs typeface="Arial MT"/>
              </a:rPr>
              <a:t>other</a:t>
            </a:r>
            <a:r>
              <a:rPr sz="1800" spc="35" dirty="0">
                <a:latin typeface="Arial MT"/>
                <a:cs typeface="Arial MT"/>
              </a:rPr>
              <a:t> </a:t>
            </a:r>
            <a:r>
              <a:rPr sz="1800" spc="-295" dirty="0">
                <a:latin typeface="Arial MT"/>
                <a:cs typeface="Arial MT"/>
              </a:rPr>
              <a:t>AWS</a:t>
            </a:r>
            <a:r>
              <a:rPr sz="1800" spc="15" dirty="0">
                <a:latin typeface="Arial MT"/>
                <a:cs typeface="Arial MT"/>
              </a:rPr>
              <a:t> </a:t>
            </a:r>
            <a:r>
              <a:rPr sz="1800" spc="-20" dirty="0">
                <a:latin typeface="Arial MT"/>
                <a:cs typeface="Arial MT"/>
              </a:rPr>
              <a:t>customers.</a:t>
            </a:r>
            <a:endParaRPr sz="1800">
              <a:latin typeface="Arial MT"/>
              <a:cs typeface="Arial MT"/>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042928" y="2032200"/>
            <a:ext cx="1495586" cy="495359"/>
          </a:xfrm>
          <a:prstGeom prst="rect">
            <a:avLst/>
          </a:prstGeom>
        </p:spPr>
      </p:pic>
      <p:pic>
        <p:nvPicPr>
          <p:cNvPr id="3" name="object 3"/>
          <p:cNvPicPr/>
          <p:nvPr/>
        </p:nvPicPr>
        <p:blipFill>
          <a:blip r:embed="rId3" cstate="print"/>
          <a:stretch>
            <a:fillRect/>
          </a:stretch>
        </p:blipFill>
        <p:spPr>
          <a:xfrm>
            <a:off x="6976712" y="2032200"/>
            <a:ext cx="1486061" cy="495359"/>
          </a:xfrm>
          <a:prstGeom prst="rect">
            <a:avLst/>
          </a:prstGeom>
        </p:spPr>
      </p:pic>
      <p:sp>
        <p:nvSpPr>
          <p:cNvPr id="4" name="object 4"/>
          <p:cNvSpPr/>
          <p:nvPr/>
        </p:nvSpPr>
        <p:spPr>
          <a:xfrm>
            <a:off x="1403985" y="365125"/>
            <a:ext cx="9373870" cy="867410"/>
          </a:xfrm>
          <a:custGeom>
            <a:avLst/>
            <a:gdLst/>
            <a:ahLst/>
            <a:cxnLst/>
            <a:rect l="l" t="t" r="r" b="b"/>
            <a:pathLst>
              <a:path w="9373870" h="867410">
                <a:moveTo>
                  <a:pt x="9372600" y="866775"/>
                </a:moveTo>
                <a:lnTo>
                  <a:pt x="0" y="866775"/>
                </a:lnTo>
                <a:lnTo>
                  <a:pt x="0" y="0"/>
                </a:lnTo>
                <a:lnTo>
                  <a:pt x="9372600" y="0"/>
                </a:lnTo>
                <a:lnTo>
                  <a:pt x="9372600" y="866775"/>
                </a:lnTo>
                <a:close/>
              </a:path>
            </a:pathLst>
          </a:custGeom>
          <a:solidFill>
            <a:srgbClr val="ACE4DF"/>
          </a:solidFill>
        </p:spPr>
        <p:txBody>
          <a:bodyPr wrap="square" lIns="0" tIns="0" rIns="0" bIns="0" rtlCol="0"/>
          <a:lstStyle/>
          <a:p>
            <a:endParaRPr/>
          </a:p>
        </p:txBody>
      </p:sp>
      <p:sp>
        <p:nvSpPr>
          <p:cNvPr id="5" name="object 5"/>
          <p:cNvSpPr txBox="1"/>
          <p:nvPr/>
        </p:nvSpPr>
        <p:spPr>
          <a:xfrm>
            <a:off x="1760569" y="508018"/>
            <a:ext cx="6428740" cy="536575"/>
          </a:xfrm>
          <a:prstGeom prst="rect">
            <a:avLst/>
          </a:prstGeom>
        </p:spPr>
        <p:txBody>
          <a:bodyPr vert="horz" wrap="square" lIns="0" tIns="12700" rIns="0" bIns="0" rtlCol="0">
            <a:spAutoFit/>
          </a:bodyPr>
          <a:lstStyle/>
          <a:p>
            <a:pPr>
              <a:lnSpc>
                <a:spcPct val="100000"/>
              </a:lnSpc>
              <a:spcBef>
                <a:spcPts val="100"/>
              </a:spcBef>
            </a:pPr>
            <a:r>
              <a:rPr sz="3350" spc="-455" dirty="0">
                <a:solidFill>
                  <a:srgbClr val="7293A3"/>
                </a:solidFill>
                <a:latin typeface="Verdana"/>
                <a:cs typeface="Verdana"/>
              </a:rPr>
              <a:t>Amazon</a:t>
            </a:r>
            <a:r>
              <a:rPr sz="3350" spc="-210" dirty="0">
                <a:solidFill>
                  <a:srgbClr val="7293A3"/>
                </a:solidFill>
                <a:latin typeface="Verdana"/>
                <a:cs typeface="Verdana"/>
              </a:rPr>
              <a:t> </a:t>
            </a:r>
            <a:r>
              <a:rPr sz="3350" spc="-360" dirty="0">
                <a:solidFill>
                  <a:srgbClr val="2D6B77"/>
                </a:solidFill>
                <a:latin typeface="Verdana"/>
                <a:cs typeface="Verdana"/>
              </a:rPr>
              <a:t>Elastic</a:t>
            </a:r>
            <a:r>
              <a:rPr sz="3350" spc="-55" dirty="0">
                <a:solidFill>
                  <a:srgbClr val="2D6B77"/>
                </a:solidFill>
                <a:latin typeface="Verdana"/>
                <a:cs typeface="Verdana"/>
              </a:rPr>
              <a:t> </a:t>
            </a:r>
            <a:r>
              <a:rPr sz="3350" spc="-459" dirty="0">
                <a:solidFill>
                  <a:srgbClr val="2D807C"/>
                </a:solidFill>
                <a:latin typeface="Verdana"/>
                <a:cs typeface="Verdana"/>
              </a:rPr>
              <a:t>Compute</a:t>
            </a:r>
            <a:r>
              <a:rPr sz="3350" spc="-5" dirty="0">
                <a:solidFill>
                  <a:srgbClr val="2D807C"/>
                </a:solidFill>
                <a:latin typeface="Verdana"/>
                <a:cs typeface="Verdana"/>
              </a:rPr>
              <a:t> </a:t>
            </a:r>
            <a:r>
              <a:rPr sz="3350" spc="-385" dirty="0">
                <a:solidFill>
                  <a:srgbClr val="4B8A9C"/>
                </a:solidFill>
                <a:latin typeface="Verdana"/>
                <a:cs typeface="Verdana"/>
              </a:rPr>
              <a:t>Cloud</a:t>
            </a:r>
            <a:r>
              <a:rPr sz="3350" spc="-235" dirty="0">
                <a:solidFill>
                  <a:srgbClr val="4B8A9C"/>
                </a:solidFill>
                <a:latin typeface="Verdana"/>
                <a:cs typeface="Verdana"/>
              </a:rPr>
              <a:t> </a:t>
            </a:r>
            <a:r>
              <a:rPr sz="3350" spc="-114" dirty="0">
                <a:solidFill>
                  <a:srgbClr val="3D8289"/>
                </a:solidFill>
                <a:latin typeface="Verdana"/>
                <a:cs typeface="Verdana"/>
              </a:rPr>
              <a:t>-</a:t>
            </a:r>
            <a:r>
              <a:rPr sz="3350" spc="-580" dirty="0">
                <a:solidFill>
                  <a:srgbClr val="3D8289"/>
                </a:solidFill>
                <a:latin typeface="Verdana"/>
                <a:cs typeface="Verdana"/>
              </a:rPr>
              <a:t> </a:t>
            </a:r>
            <a:r>
              <a:rPr sz="3350" spc="-495" dirty="0">
                <a:solidFill>
                  <a:srgbClr val="DFFFFF"/>
                </a:solidFill>
                <a:latin typeface="Verdana"/>
                <a:cs typeface="Verdana"/>
              </a:rPr>
              <a:t>EC2</a:t>
            </a:r>
            <a:endParaRPr sz="3350">
              <a:latin typeface="Verdana"/>
              <a:cs typeface="Verdana"/>
            </a:endParaRPr>
          </a:p>
        </p:txBody>
      </p:sp>
      <p:sp>
        <p:nvSpPr>
          <p:cNvPr id="6" name="object 6" descr="$PPTXTitle"/>
          <p:cNvSpPr txBox="1">
            <a:spLocks noGrp="1"/>
          </p:cNvSpPr>
          <p:nvPr>
            <p:ph type="title"/>
          </p:nvPr>
        </p:nvSpPr>
        <p:spPr>
          <a:xfrm>
            <a:off x="9020422" y="355600"/>
            <a:ext cx="1279525" cy="536575"/>
          </a:xfrm>
          <a:prstGeom prst="rect">
            <a:avLst/>
          </a:prstGeom>
        </p:spPr>
        <p:txBody>
          <a:bodyPr vert="horz" wrap="square" lIns="0" tIns="12700" rIns="0" bIns="0" rtlCol="0">
            <a:spAutoFit/>
          </a:bodyPr>
          <a:lstStyle/>
          <a:p>
            <a:pPr marL="25400">
              <a:lnSpc>
                <a:spcPct val="100000"/>
              </a:lnSpc>
              <a:spcBef>
                <a:spcPts val="100"/>
              </a:spcBef>
            </a:pPr>
            <a:r>
              <a:rPr sz="2650" spc="-400" dirty="0">
                <a:solidFill>
                  <a:srgbClr val="28607C"/>
                </a:solidFill>
              </a:rPr>
              <a:t>a</a:t>
            </a:r>
            <a:r>
              <a:rPr sz="2150" spc="-400" dirty="0">
                <a:solidFill>
                  <a:srgbClr val="28607C"/>
                </a:solidFill>
              </a:rPr>
              <a:t>WS</a:t>
            </a:r>
            <a:r>
              <a:rPr sz="3450" spc="-600" baseline="2415" dirty="0">
                <a:solidFill>
                  <a:srgbClr val="1D758E"/>
                </a:solidFill>
              </a:rPr>
              <a:t>e</a:t>
            </a:r>
            <a:r>
              <a:rPr sz="5025" spc="-600" baseline="-19900" dirty="0">
                <a:solidFill>
                  <a:srgbClr val="1D758E"/>
                </a:solidFill>
              </a:rPr>
              <a:t>d</a:t>
            </a:r>
            <a:r>
              <a:rPr sz="3450" spc="-600" baseline="2415" dirty="0">
                <a:solidFill>
                  <a:srgbClr val="1D758E"/>
                </a:solidFill>
              </a:rPr>
              <a:t>u</a:t>
            </a:r>
            <a:r>
              <a:rPr sz="3450" spc="322" baseline="2415" dirty="0">
                <a:solidFill>
                  <a:srgbClr val="1D758E"/>
                </a:solidFill>
              </a:rPr>
              <a:t> </a:t>
            </a:r>
            <a:r>
              <a:rPr sz="3450" spc="-982" baseline="2415" dirty="0">
                <a:solidFill>
                  <a:srgbClr val="3B85A1"/>
                </a:solidFill>
              </a:rPr>
              <a:t>e</a:t>
            </a:r>
            <a:endParaRPr sz="3450" baseline="2415"/>
          </a:p>
        </p:txBody>
      </p:sp>
      <p:sp>
        <p:nvSpPr>
          <p:cNvPr id="7" name="object 7"/>
          <p:cNvSpPr txBox="1"/>
          <p:nvPr/>
        </p:nvSpPr>
        <p:spPr>
          <a:xfrm>
            <a:off x="1403985" y="1327265"/>
            <a:ext cx="3105785" cy="3943985"/>
          </a:xfrm>
          <a:prstGeom prst="rect">
            <a:avLst/>
          </a:prstGeom>
          <a:solidFill>
            <a:srgbClr val="DD8CDF"/>
          </a:solidFill>
        </p:spPr>
        <p:txBody>
          <a:bodyPr vert="horz" wrap="square" lIns="0" tIns="0" rIns="0" bIns="0" rtlCol="0">
            <a:spAutoFit/>
          </a:bodyPr>
          <a:lstStyle/>
          <a:p>
            <a:pPr>
              <a:lnSpc>
                <a:spcPct val="100000"/>
              </a:lnSpc>
            </a:pPr>
            <a:endParaRPr sz="1850">
              <a:latin typeface="Times New Roman"/>
              <a:cs typeface="Times New Roman"/>
            </a:endParaRPr>
          </a:p>
          <a:p>
            <a:pPr>
              <a:lnSpc>
                <a:spcPct val="100000"/>
              </a:lnSpc>
              <a:spcBef>
                <a:spcPts val="120"/>
              </a:spcBef>
            </a:pPr>
            <a:endParaRPr sz="1850">
              <a:latin typeface="Times New Roman"/>
              <a:cs typeface="Times New Roman"/>
            </a:endParaRPr>
          </a:p>
          <a:p>
            <a:pPr marR="62865" algn="ctr">
              <a:lnSpc>
                <a:spcPts val="2150"/>
              </a:lnSpc>
            </a:pPr>
            <a:r>
              <a:rPr sz="1850" spc="-105" dirty="0">
                <a:solidFill>
                  <a:srgbClr val="0E7970"/>
                </a:solidFill>
                <a:latin typeface="Arial MT"/>
                <a:cs typeface="Arial MT"/>
              </a:rPr>
              <a:t>What</a:t>
            </a:r>
            <a:r>
              <a:rPr sz="1850" spc="-114" dirty="0">
                <a:solidFill>
                  <a:srgbClr val="0E7970"/>
                </a:solidFill>
                <a:latin typeface="Arial MT"/>
                <a:cs typeface="Arial MT"/>
              </a:rPr>
              <a:t> </a:t>
            </a:r>
            <a:r>
              <a:rPr sz="1850" spc="-85" dirty="0">
                <a:solidFill>
                  <a:srgbClr val="349787"/>
                </a:solidFill>
                <a:latin typeface="Arial MT"/>
                <a:cs typeface="Arial MT"/>
              </a:rPr>
              <a:t>problem</a:t>
            </a:r>
            <a:r>
              <a:rPr sz="1850" spc="-5" dirty="0">
                <a:solidFill>
                  <a:srgbClr val="349787"/>
                </a:solidFill>
                <a:latin typeface="Arial MT"/>
                <a:cs typeface="Arial MT"/>
              </a:rPr>
              <a:t> </a:t>
            </a:r>
            <a:r>
              <a:rPr sz="1850" spc="-150" dirty="0">
                <a:solidFill>
                  <a:srgbClr val="31797B"/>
                </a:solidFill>
                <a:latin typeface="Arial MT"/>
                <a:cs typeface="Arial MT"/>
              </a:rPr>
              <a:t>does</a:t>
            </a:r>
            <a:r>
              <a:rPr sz="1850" spc="-35" dirty="0">
                <a:solidFill>
                  <a:srgbClr val="31797B"/>
                </a:solidFill>
                <a:latin typeface="Arial MT"/>
                <a:cs typeface="Arial MT"/>
              </a:rPr>
              <a:t> </a:t>
            </a:r>
            <a:r>
              <a:rPr sz="1850" spc="-10" dirty="0">
                <a:solidFill>
                  <a:srgbClr val="289783"/>
                </a:solidFill>
                <a:latin typeface="Arial MT"/>
                <a:cs typeface="Arial MT"/>
              </a:rPr>
              <a:t>Amazon</a:t>
            </a:r>
            <a:endParaRPr sz="1850">
              <a:latin typeface="Arial MT"/>
              <a:cs typeface="Arial MT"/>
            </a:endParaRPr>
          </a:p>
          <a:p>
            <a:pPr marR="53975" algn="ctr">
              <a:lnSpc>
                <a:spcPts val="2090"/>
              </a:lnSpc>
            </a:pPr>
            <a:r>
              <a:rPr sz="1800" spc="-260" dirty="0">
                <a:solidFill>
                  <a:srgbClr val="87E6DF"/>
                </a:solidFill>
                <a:latin typeface="Arial MT"/>
                <a:cs typeface="Arial MT"/>
              </a:rPr>
              <a:t>EC2</a:t>
            </a:r>
            <a:r>
              <a:rPr sz="1800" spc="5" dirty="0">
                <a:solidFill>
                  <a:srgbClr val="87E6DF"/>
                </a:solidFill>
                <a:latin typeface="Arial MT"/>
                <a:cs typeface="Arial MT"/>
              </a:rPr>
              <a:t> </a:t>
            </a:r>
            <a:r>
              <a:rPr sz="1800" spc="-10" dirty="0">
                <a:solidFill>
                  <a:srgbClr val="41A5A0"/>
                </a:solidFill>
                <a:latin typeface="Arial MT"/>
                <a:cs typeface="Arial MT"/>
              </a:rPr>
              <a:t>solve*</a:t>
            </a:r>
            <a:endParaRPr sz="1800">
              <a:latin typeface="Arial MT"/>
              <a:cs typeface="Arial MT"/>
            </a:endParaRPr>
          </a:p>
          <a:p>
            <a:pPr marL="406400" marR="452120" algn="ctr">
              <a:lnSpc>
                <a:spcPts val="2030"/>
              </a:lnSpc>
              <a:spcBef>
                <a:spcPts val="415"/>
              </a:spcBef>
            </a:pPr>
            <a:r>
              <a:rPr sz="1850" spc="-130" dirty="0">
                <a:solidFill>
                  <a:srgbClr val="268983"/>
                </a:solidFill>
                <a:latin typeface="Arial MT"/>
                <a:cs typeface="Arial MT"/>
              </a:rPr>
              <a:t>What</a:t>
            </a:r>
            <a:r>
              <a:rPr sz="1850" spc="-35" dirty="0">
                <a:solidFill>
                  <a:srgbClr val="268983"/>
                </a:solidFill>
                <a:latin typeface="Arial MT"/>
                <a:cs typeface="Arial MT"/>
              </a:rPr>
              <a:t> </a:t>
            </a:r>
            <a:r>
              <a:rPr sz="1850" spc="-155" dirty="0">
                <a:solidFill>
                  <a:srgbClr val="ACDBE4"/>
                </a:solidFill>
                <a:latin typeface="Arial MT"/>
                <a:cs typeface="Arial MT"/>
              </a:rPr>
              <a:t>are</a:t>
            </a:r>
            <a:r>
              <a:rPr sz="1850" spc="-95" dirty="0">
                <a:solidFill>
                  <a:srgbClr val="ACDBE4"/>
                </a:solidFill>
                <a:latin typeface="Arial MT"/>
                <a:cs typeface="Arial MT"/>
              </a:rPr>
              <a:t> </a:t>
            </a:r>
            <a:r>
              <a:rPr sz="1850" spc="-75" dirty="0">
                <a:solidFill>
                  <a:srgbClr val="9AE4E2"/>
                </a:solidFill>
                <a:latin typeface="Arial MT"/>
                <a:cs typeface="Arial MT"/>
              </a:rPr>
              <a:t>the</a:t>
            </a:r>
            <a:r>
              <a:rPr sz="1850" spc="-25" dirty="0">
                <a:solidFill>
                  <a:srgbClr val="9AE4E2"/>
                </a:solidFill>
                <a:latin typeface="Arial MT"/>
                <a:cs typeface="Arial MT"/>
              </a:rPr>
              <a:t> </a:t>
            </a:r>
            <a:r>
              <a:rPr sz="1850" spc="-80" dirty="0">
                <a:solidFill>
                  <a:srgbClr val="42ACA3"/>
                </a:solidFill>
                <a:latin typeface="Arial MT"/>
                <a:cs typeface="Arial MT"/>
              </a:rPr>
              <a:t>benefits</a:t>
            </a:r>
            <a:r>
              <a:rPr sz="1850" spc="25" dirty="0">
                <a:solidFill>
                  <a:srgbClr val="42ACA3"/>
                </a:solidFill>
                <a:latin typeface="Arial MT"/>
                <a:cs typeface="Arial MT"/>
              </a:rPr>
              <a:t> </a:t>
            </a:r>
            <a:r>
              <a:rPr sz="1850" spc="-25" dirty="0">
                <a:solidFill>
                  <a:srgbClr val="269393"/>
                </a:solidFill>
                <a:latin typeface="Arial MT"/>
                <a:cs typeface="Arial MT"/>
              </a:rPr>
              <a:t>of </a:t>
            </a:r>
            <a:r>
              <a:rPr sz="1850" spc="-160" dirty="0">
                <a:solidFill>
                  <a:srgbClr val="348E89"/>
                </a:solidFill>
                <a:latin typeface="Arial MT"/>
                <a:cs typeface="Arial MT"/>
              </a:rPr>
              <a:t>Amazon</a:t>
            </a:r>
            <a:r>
              <a:rPr sz="1850" spc="5" dirty="0">
                <a:solidFill>
                  <a:srgbClr val="348E89"/>
                </a:solidFill>
                <a:latin typeface="Arial MT"/>
                <a:cs typeface="Arial MT"/>
              </a:rPr>
              <a:t> </a:t>
            </a:r>
            <a:r>
              <a:rPr sz="1850" spc="-315" dirty="0">
                <a:solidFill>
                  <a:srgbClr val="49A09E"/>
                </a:solidFill>
                <a:latin typeface="Arial MT"/>
                <a:cs typeface="Arial MT"/>
              </a:rPr>
              <a:t>EC2?</a:t>
            </a:r>
            <a:endParaRPr sz="1850">
              <a:latin typeface="Arial MT"/>
              <a:cs typeface="Arial MT"/>
            </a:endParaRPr>
          </a:p>
          <a:p>
            <a:pPr marR="57785" algn="ctr">
              <a:lnSpc>
                <a:spcPts val="2150"/>
              </a:lnSpc>
            </a:pPr>
            <a:r>
              <a:rPr sz="2000" spc="-260" dirty="0">
                <a:solidFill>
                  <a:srgbClr val="C3FFFF"/>
                </a:solidFill>
                <a:latin typeface="Arial MT"/>
                <a:cs typeface="Arial MT"/>
              </a:rPr>
              <a:t>How</a:t>
            </a:r>
            <a:r>
              <a:rPr sz="2000" spc="-65" dirty="0">
                <a:solidFill>
                  <a:srgbClr val="C3FFFF"/>
                </a:solidFill>
                <a:latin typeface="Arial MT"/>
                <a:cs typeface="Arial MT"/>
              </a:rPr>
              <a:t> </a:t>
            </a:r>
            <a:r>
              <a:rPr sz="2000" spc="-254" dirty="0">
                <a:solidFill>
                  <a:srgbClr val="428E8C"/>
                </a:solidFill>
                <a:latin typeface="Arial MT"/>
                <a:cs typeface="Arial MT"/>
              </a:rPr>
              <a:t>can</a:t>
            </a:r>
            <a:r>
              <a:rPr sz="2000" spc="-90" dirty="0">
                <a:solidFill>
                  <a:srgbClr val="428E8C"/>
                </a:solidFill>
                <a:latin typeface="Arial MT"/>
                <a:cs typeface="Arial MT"/>
              </a:rPr>
              <a:t> </a:t>
            </a:r>
            <a:r>
              <a:rPr sz="2000" spc="-135" dirty="0">
                <a:solidFill>
                  <a:srgbClr val="1C9382"/>
                </a:solidFill>
                <a:latin typeface="Arial MT"/>
                <a:cs typeface="Arial MT"/>
              </a:rPr>
              <a:t>I</a:t>
            </a:r>
            <a:r>
              <a:rPr sz="2000" spc="-100" dirty="0">
                <a:solidFill>
                  <a:srgbClr val="1C9382"/>
                </a:solidFill>
                <a:latin typeface="Arial MT"/>
                <a:cs typeface="Arial MT"/>
              </a:rPr>
              <a:t> </a:t>
            </a:r>
            <a:r>
              <a:rPr sz="2000" spc="-170" dirty="0">
                <a:solidFill>
                  <a:srgbClr val="3D9A99"/>
                </a:solidFill>
                <a:latin typeface="Arial MT"/>
                <a:cs typeface="Arial MT"/>
              </a:rPr>
              <a:t>architect</a:t>
            </a:r>
            <a:r>
              <a:rPr sz="2000" spc="25" dirty="0">
                <a:solidFill>
                  <a:srgbClr val="3D9A99"/>
                </a:solidFill>
                <a:latin typeface="Arial MT"/>
                <a:cs typeface="Arial MT"/>
              </a:rPr>
              <a:t> </a:t>
            </a:r>
            <a:r>
              <a:rPr sz="2000" spc="-270" dirty="0">
                <a:solidFill>
                  <a:srgbClr val="3A9A93"/>
                </a:solidFill>
                <a:latin typeface="Arial MT"/>
                <a:cs typeface="Arial MT"/>
              </a:rPr>
              <a:t>a</a:t>
            </a:r>
            <a:r>
              <a:rPr sz="2000" spc="-130" dirty="0">
                <a:solidFill>
                  <a:srgbClr val="3A9A93"/>
                </a:solidFill>
                <a:latin typeface="Arial MT"/>
                <a:cs typeface="Arial MT"/>
              </a:rPr>
              <a:t> </a:t>
            </a:r>
            <a:r>
              <a:rPr sz="2000" spc="-10" dirty="0">
                <a:solidFill>
                  <a:srgbClr val="67B8B8"/>
                </a:solidFill>
                <a:latin typeface="Arial MT"/>
                <a:cs typeface="Arial MT"/>
              </a:rPr>
              <a:t>cloud</a:t>
            </a:r>
            <a:endParaRPr sz="2000">
              <a:latin typeface="Arial MT"/>
              <a:cs typeface="Arial MT"/>
            </a:endParaRPr>
          </a:p>
          <a:p>
            <a:pPr marR="65405" algn="ctr">
              <a:lnSpc>
                <a:spcPts val="2180"/>
              </a:lnSpc>
            </a:pPr>
            <a:r>
              <a:rPr sz="1950" spc="-145" dirty="0">
                <a:solidFill>
                  <a:srgbClr val="AAFFFF"/>
                </a:solidFill>
                <a:latin typeface="Arial MT"/>
                <a:cs typeface="Arial MT"/>
              </a:rPr>
              <a:t>solution</a:t>
            </a:r>
            <a:r>
              <a:rPr sz="1950" spc="20" dirty="0">
                <a:solidFill>
                  <a:srgbClr val="AAFFFF"/>
                </a:solidFill>
                <a:latin typeface="Arial MT"/>
                <a:cs typeface="Arial MT"/>
              </a:rPr>
              <a:t> </a:t>
            </a:r>
            <a:r>
              <a:rPr sz="1950" spc="-180" dirty="0">
                <a:solidFill>
                  <a:srgbClr val="3A8987"/>
                </a:solidFill>
                <a:latin typeface="Arial MT"/>
                <a:cs typeface="Arial MT"/>
              </a:rPr>
              <a:t>using</a:t>
            </a:r>
            <a:r>
              <a:rPr sz="1950" spc="35" dirty="0">
                <a:solidFill>
                  <a:srgbClr val="3A8987"/>
                </a:solidFill>
                <a:latin typeface="Arial MT"/>
                <a:cs typeface="Arial MT"/>
              </a:rPr>
              <a:t> </a:t>
            </a:r>
            <a:r>
              <a:rPr sz="1950" spc="-250" dirty="0">
                <a:solidFill>
                  <a:srgbClr val="26918C"/>
                </a:solidFill>
                <a:latin typeface="Arial MT"/>
                <a:cs typeface="Arial MT"/>
              </a:rPr>
              <a:t>Amazon</a:t>
            </a:r>
            <a:r>
              <a:rPr sz="1950" spc="-5" dirty="0">
                <a:solidFill>
                  <a:srgbClr val="26918C"/>
                </a:solidFill>
                <a:latin typeface="Arial MT"/>
                <a:cs typeface="Arial MT"/>
              </a:rPr>
              <a:t> </a:t>
            </a:r>
            <a:r>
              <a:rPr sz="1950" spc="-395" dirty="0">
                <a:solidFill>
                  <a:srgbClr val="A1FFFF"/>
                </a:solidFill>
                <a:latin typeface="Arial MT"/>
                <a:cs typeface="Arial MT"/>
              </a:rPr>
              <a:t>EC2?</a:t>
            </a:r>
            <a:endParaRPr sz="1950">
              <a:latin typeface="Arial MT"/>
              <a:cs typeface="Arial MT"/>
            </a:endParaRPr>
          </a:p>
          <a:p>
            <a:pPr marR="58419" algn="ctr">
              <a:lnSpc>
                <a:spcPct val="100000"/>
              </a:lnSpc>
              <a:spcBef>
                <a:spcPts val="1110"/>
              </a:spcBef>
            </a:pPr>
            <a:r>
              <a:rPr sz="1950" spc="-235" dirty="0">
                <a:solidFill>
                  <a:srgbClr val="4F999C"/>
                </a:solidFill>
                <a:latin typeface="Arial MT"/>
                <a:cs typeface="Arial MT"/>
              </a:rPr>
              <a:t>How</a:t>
            </a:r>
            <a:r>
              <a:rPr sz="1950" spc="-45" dirty="0">
                <a:solidFill>
                  <a:srgbClr val="4F999C"/>
                </a:solidFill>
                <a:latin typeface="Arial MT"/>
                <a:cs typeface="Arial MT"/>
              </a:rPr>
              <a:t> </a:t>
            </a:r>
            <a:r>
              <a:rPr sz="1950" spc="-229" dirty="0">
                <a:solidFill>
                  <a:srgbClr val="1F8780"/>
                </a:solidFill>
                <a:latin typeface="Arial MT"/>
                <a:cs typeface="Arial MT"/>
              </a:rPr>
              <a:t>can</a:t>
            </a:r>
            <a:r>
              <a:rPr sz="1950" spc="-65" dirty="0">
                <a:solidFill>
                  <a:srgbClr val="1F8780"/>
                </a:solidFill>
                <a:latin typeface="Arial MT"/>
                <a:cs typeface="Arial MT"/>
              </a:rPr>
              <a:t> </a:t>
            </a:r>
            <a:r>
              <a:rPr sz="1950" spc="-120" dirty="0">
                <a:solidFill>
                  <a:srgbClr val="349995"/>
                </a:solidFill>
                <a:latin typeface="Arial MT"/>
                <a:cs typeface="Arial MT"/>
              </a:rPr>
              <a:t>I</a:t>
            </a:r>
            <a:r>
              <a:rPr sz="1950" spc="-65" dirty="0">
                <a:solidFill>
                  <a:srgbClr val="349995"/>
                </a:solidFill>
                <a:latin typeface="Arial MT"/>
                <a:cs typeface="Arial MT"/>
              </a:rPr>
              <a:t> </a:t>
            </a:r>
            <a:r>
              <a:rPr sz="1950" spc="-260" dirty="0">
                <a:solidFill>
                  <a:srgbClr val="268985"/>
                </a:solidFill>
                <a:latin typeface="Arial MT"/>
                <a:cs typeface="Arial MT"/>
              </a:rPr>
              <a:t>use</a:t>
            </a:r>
            <a:r>
              <a:rPr sz="1950" spc="-35" dirty="0">
                <a:solidFill>
                  <a:srgbClr val="268985"/>
                </a:solidFill>
                <a:latin typeface="Arial MT"/>
                <a:cs typeface="Arial MT"/>
              </a:rPr>
              <a:t> </a:t>
            </a:r>
            <a:r>
              <a:rPr sz="1950" spc="-240" dirty="0">
                <a:solidFill>
                  <a:srgbClr val="1F837E"/>
                </a:solidFill>
                <a:latin typeface="Arial MT"/>
                <a:cs typeface="Arial MT"/>
              </a:rPr>
              <a:t>Amazon</a:t>
            </a:r>
            <a:r>
              <a:rPr sz="1950" spc="-15" dirty="0">
                <a:solidFill>
                  <a:srgbClr val="1F837E"/>
                </a:solidFill>
                <a:latin typeface="Arial MT"/>
                <a:cs typeface="Arial MT"/>
              </a:rPr>
              <a:t> </a:t>
            </a:r>
            <a:r>
              <a:rPr sz="1950" spc="-395" dirty="0">
                <a:solidFill>
                  <a:srgbClr val="1A918E"/>
                </a:solidFill>
                <a:latin typeface="Arial MT"/>
                <a:cs typeface="Arial MT"/>
              </a:rPr>
              <a:t>EC2?</a:t>
            </a:r>
            <a:endParaRPr sz="1950">
              <a:latin typeface="Arial MT"/>
              <a:cs typeface="Arial MT"/>
            </a:endParaRPr>
          </a:p>
          <a:p>
            <a:pPr marL="63500" marR="113030" algn="ctr">
              <a:lnSpc>
                <a:spcPts val="1950"/>
              </a:lnSpc>
              <a:spcBef>
                <a:spcPts val="1500"/>
              </a:spcBef>
            </a:pPr>
            <a:r>
              <a:rPr sz="1950" spc="-195" dirty="0">
                <a:solidFill>
                  <a:srgbClr val="3B858A"/>
                </a:solidFill>
                <a:latin typeface="Arial MT"/>
                <a:cs typeface="Arial MT"/>
              </a:rPr>
              <a:t>What</a:t>
            </a:r>
            <a:r>
              <a:rPr sz="1950" spc="-30" dirty="0">
                <a:solidFill>
                  <a:srgbClr val="3B858A"/>
                </a:solidFill>
                <a:latin typeface="Arial MT"/>
                <a:cs typeface="Arial MT"/>
              </a:rPr>
              <a:t> </a:t>
            </a:r>
            <a:r>
              <a:rPr sz="1950" spc="-210" dirty="0">
                <a:solidFill>
                  <a:srgbClr val="97C3D1"/>
                </a:solidFill>
                <a:latin typeface="Arial MT"/>
                <a:cs typeface="Arial MT"/>
              </a:rPr>
              <a:t>else</a:t>
            </a:r>
            <a:r>
              <a:rPr sz="1950" spc="-110" dirty="0">
                <a:solidFill>
                  <a:srgbClr val="97C3D1"/>
                </a:solidFill>
                <a:latin typeface="Arial MT"/>
                <a:cs typeface="Arial MT"/>
              </a:rPr>
              <a:t> </a:t>
            </a:r>
            <a:r>
              <a:rPr sz="1950" spc="-165" dirty="0">
                <a:solidFill>
                  <a:srgbClr val="368E8C"/>
                </a:solidFill>
                <a:latin typeface="Arial MT"/>
                <a:cs typeface="Arial MT"/>
              </a:rPr>
              <a:t>should</a:t>
            </a:r>
            <a:r>
              <a:rPr sz="1950" spc="-120" dirty="0">
                <a:solidFill>
                  <a:srgbClr val="368E8C"/>
                </a:solidFill>
                <a:latin typeface="Arial MT"/>
                <a:cs typeface="Arial MT"/>
              </a:rPr>
              <a:t> </a:t>
            </a:r>
            <a:r>
              <a:rPr sz="1950" spc="-120" dirty="0">
                <a:solidFill>
                  <a:srgbClr val="2D9395"/>
                </a:solidFill>
                <a:latin typeface="Arial MT"/>
                <a:cs typeface="Arial MT"/>
              </a:rPr>
              <a:t>I</a:t>
            </a:r>
            <a:r>
              <a:rPr sz="1950" spc="-70" dirty="0">
                <a:solidFill>
                  <a:srgbClr val="2D9395"/>
                </a:solidFill>
                <a:latin typeface="Arial MT"/>
                <a:cs typeface="Arial MT"/>
              </a:rPr>
              <a:t> </a:t>
            </a:r>
            <a:r>
              <a:rPr sz="1950" spc="-235" dirty="0">
                <a:solidFill>
                  <a:srgbClr val="3B938C"/>
                </a:solidFill>
                <a:latin typeface="Arial MT"/>
                <a:cs typeface="Arial MT"/>
              </a:rPr>
              <a:t>keep</a:t>
            </a:r>
            <a:r>
              <a:rPr sz="1950" spc="10" dirty="0">
                <a:solidFill>
                  <a:srgbClr val="3B938C"/>
                </a:solidFill>
                <a:latin typeface="Arial MT"/>
                <a:cs typeface="Arial MT"/>
              </a:rPr>
              <a:t> </a:t>
            </a:r>
            <a:r>
              <a:rPr sz="1950" spc="-110" dirty="0">
                <a:solidFill>
                  <a:srgbClr val="3F998E"/>
                </a:solidFill>
                <a:latin typeface="Arial MT"/>
                <a:cs typeface="Arial MT"/>
              </a:rPr>
              <a:t>in</a:t>
            </a:r>
            <a:r>
              <a:rPr sz="1950" spc="-130" dirty="0">
                <a:solidFill>
                  <a:srgbClr val="3F998E"/>
                </a:solidFill>
                <a:latin typeface="Arial MT"/>
                <a:cs typeface="Arial MT"/>
              </a:rPr>
              <a:t> </a:t>
            </a:r>
            <a:r>
              <a:rPr sz="1950" spc="-100" dirty="0">
                <a:solidFill>
                  <a:srgbClr val="2B9087"/>
                </a:solidFill>
                <a:latin typeface="Arial MT"/>
                <a:cs typeface="Arial MT"/>
              </a:rPr>
              <a:t>mind </a:t>
            </a:r>
            <a:r>
              <a:rPr sz="1950" spc="-210" dirty="0">
                <a:solidFill>
                  <a:srgbClr val="239385"/>
                </a:solidFill>
                <a:latin typeface="Arial MT"/>
                <a:cs typeface="Arial MT"/>
              </a:rPr>
              <a:t>when</a:t>
            </a:r>
            <a:r>
              <a:rPr sz="1950" spc="-45" dirty="0">
                <a:solidFill>
                  <a:srgbClr val="239385"/>
                </a:solidFill>
                <a:latin typeface="Arial MT"/>
                <a:cs typeface="Arial MT"/>
              </a:rPr>
              <a:t> </a:t>
            </a:r>
            <a:r>
              <a:rPr sz="1950" spc="-200" dirty="0">
                <a:solidFill>
                  <a:srgbClr val="368582"/>
                </a:solidFill>
                <a:latin typeface="Arial MT"/>
                <a:cs typeface="Arial MT"/>
              </a:rPr>
              <a:t>using</a:t>
            </a:r>
            <a:r>
              <a:rPr sz="1950" spc="60" dirty="0">
                <a:solidFill>
                  <a:srgbClr val="368582"/>
                </a:solidFill>
                <a:latin typeface="Arial MT"/>
                <a:cs typeface="Arial MT"/>
              </a:rPr>
              <a:t> </a:t>
            </a:r>
            <a:r>
              <a:rPr sz="1950" spc="-240" dirty="0">
                <a:solidFill>
                  <a:srgbClr val="34AA97"/>
                </a:solidFill>
                <a:latin typeface="Arial MT"/>
                <a:cs typeface="Arial MT"/>
              </a:rPr>
              <a:t>Amazon</a:t>
            </a:r>
            <a:r>
              <a:rPr sz="1950" dirty="0">
                <a:solidFill>
                  <a:srgbClr val="34AA97"/>
                </a:solidFill>
                <a:latin typeface="Arial MT"/>
                <a:cs typeface="Arial MT"/>
              </a:rPr>
              <a:t> </a:t>
            </a:r>
            <a:r>
              <a:rPr sz="1950" spc="-395" dirty="0">
                <a:solidFill>
                  <a:srgbClr val="31A097"/>
                </a:solidFill>
                <a:latin typeface="Arial MT"/>
                <a:cs typeface="Arial MT"/>
              </a:rPr>
              <a:t>EC2?</a:t>
            </a:r>
            <a:endParaRPr sz="1950">
              <a:latin typeface="Arial MT"/>
              <a:cs typeface="Arial MT"/>
            </a:endParaRPr>
          </a:p>
          <a:p>
            <a:pPr marR="53340" algn="ctr">
              <a:lnSpc>
                <a:spcPts val="2030"/>
              </a:lnSpc>
              <a:spcBef>
                <a:spcPts val="285"/>
              </a:spcBef>
            </a:pPr>
            <a:r>
              <a:rPr sz="1800" spc="-110" dirty="0">
                <a:solidFill>
                  <a:srgbClr val="FFB3FF"/>
                </a:solidFill>
                <a:latin typeface="Arial MT"/>
                <a:cs typeface="Arial MT"/>
              </a:rPr>
              <a:t>How</a:t>
            </a:r>
            <a:r>
              <a:rPr sz="1800" spc="-5" dirty="0">
                <a:solidFill>
                  <a:srgbClr val="FFB3FF"/>
                </a:solidFill>
                <a:latin typeface="Arial MT"/>
                <a:cs typeface="Arial MT"/>
              </a:rPr>
              <a:t> </a:t>
            </a:r>
            <a:r>
              <a:rPr sz="1800" spc="-105" dirty="0">
                <a:solidFill>
                  <a:srgbClr val="C134BF"/>
                </a:solidFill>
                <a:latin typeface="Arial MT"/>
                <a:cs typeface="Arial MT"/>
              </a:rPr>
              <a:t>much</a:t>
            </a:r>
            <a:r>
              <a:rPr sz="1800" spc="-15" dirty="0">
                <a:solidFill>
                  <a:srgbClr val="C134BF"/>
                </a:solidFill>
                <a:latin typeface="Arial MT"/>
                <a:cs typeface="Arial MT"/>
              </a:rPr>
              <a:t> </a:t>
            </a:r>
            <a:r>
              <a:rPr sz="1800" spc="-20" dirty="0">
                <a:solidFill>
                  <a:srgbClr val="AF33AF"/>
                </a:solidFill>
                <a:latin typeface="Arial MT"/>
                <a:cs typeface="Arial MT"/>
              </a:rPr>
              <a:t>does</a:t>
            </a:r>
            <a:endParaRPr sz="1800">
              <a:latin typeface="Arial MT"/>
              <a:cs typeface="Arial MT"/>
            </a:endParaRPr>
          </a:p>
          <a:p>
            <a:pPr marR="40005" algn="ctr">
              <a:lnSpc>
                <a:spcPts val="2090"/>
              </a:lnSpc>
            </a:pPr>
            <a:r>
              <a:rPr sz="1850" spc="-170" dirty="0">
                <a:solidFill>
                  <a:srgbClr val="C636BC"/>
                </a:solidFill>
                <a:latin typeface="Arial MT"/>
                <a:cs typeface="Arial MT"/>
              </a:rPr>
              <a:t>Amazon</a:t>
            </a:r>
            <a:r>
              <a:rPr sz="1850" spc="-30" dirty="0">
                <a:solidFill>
                  <a:srgbClr val="C636BC"/>
                </a:solidFill>
                <a:latin typeface="Arial MT"/>
                <a:cs typeface="Arial MT"/>
              </a:rPr>
              <a:t> </a:t>
            </a:r>
            <a:r>
              <a:rPr sz="1850" spc="-305" dirty="0">
                <a:solidFill>
                  <a:srgbClr val="F767E8"/>
                </a:solidFill>
                <a:latin typeface="Arial MT"/>
                <a:cs typeface="Arial MT"/>
              </a:rPr>
              <a:t>EC2</a:t>
            </a:r>
            <a:r>
              <a:rPr sz="1850" spc="80" dirty="0">
                <a:solidFill>
                  <a:srgbClr val="F767E8"/>
                </a:solidFill>
                <a:latin typeface="Arial MT"/>
                <a:cs typeface="Arial MT"/>
              </a:rPr>
              <a:t> </a:t>
            </a:r>
            <a:r>
              <a:rPr sz="1850" spc="-20" dirty="0">
                <a:solidFill>
                  <a:srgbClr val="D634D6"/>
                </a:solidFill>
                <a:latin typeface="Arial MT"/>
                <a:cs typeface="Arial MT"/>
              </a:rPr>
              <a:t>cost?</a:t>
            </a:r>
            <a:endParaRPr sz="1850">
              <a:latin typeface="Arial MT"/>
              <a:cs typeface="Arial MT"/>
            </a:endParaRPr>
          </a:p>
        </p:txBody>
      </p:sp>
      <p:grpSp>
        <p:nvGrpSpPr>
          <p:cNvPr id="8" name="object 8"/>
          <p:cNvGrpSpPr/>
          <p:nvPr/>
        </p:nvGrpSpPr>
        <p:grpSpPr>
          <a:xfrm>
            <a:off x="8929548" y="2013148"/>
            <a:ext cx="1515110" cy="524510"/>
            <a:chOff x="8929548" y="2013148"/>
            <a:chExt cx="1515110" cy="524510"/>
          </a:xfrm>
        </p:grpSpPr>
        <p:pic>
          <p:nvPicPr>
            <p:cNvPr id="9" name="object 9"/>
            <p:cNvPicPr/>
            <p:nvPr/>
          </p:nvPicPr>
          <p:blipFill>
            <a:blip r:embed="rId4" cstate="print"/>
            <a:stretch>
              <a:fillRect/>
            </a:stretch>
          </p:blipFill>
          <p:spPr>
            <a:xfrm>
              <a:off x="8929548" y="2041726"/>
              <a:ext cx="1514638" cy="495359"/>
            </a:xfrm>
            <a:prstGeom prst="rect">
              <a:avLst/>
            </a:prstGeom>
          </p:spPr>
        </p:pic>
        <p:pic>
          <p:nvPicPr>
            <p:cNvPr id="10" name="object 10"/>
            <p:cNvPicPr/>
            <p:nvPr/>
          </p:nvPicPr>
          <p:blipFill>
            <a:blip r:embed="rId5" cstate="print"/>
            <a:stretch>
              <a:fillRect/>
            </a:stretch>
          </p:blipFill>
          <p:spPr>
            <a:xfrm>
              <a:off x="8929548" y="2013148"/>
              <a:ext cx="1514638" cy="523937"/>
            </a:xfrm>
            <a:prstGeom prst="rect">
              <a:avLst/>
            </a:prstGeom>
          </p:spPr>
        </p:pic>
      </p:grpSp>
      <p:sp>
        <p:nvSpPr>
          <p:cNvPr id="11" name="object 11"/>
          <p:cNvSpPr txBox="1"/>
          <p:nvPr/>
        </p:nvSpPr>
        <p:spPr>
          <a:xfrm>
            <a:off x="1673809" y="5383816"/>
            <a:ext cx="2679700" cy="132715"/>
          </a:xfrm>
          <a:prstGeom prst="rect">
            <a:avLst/>
          </a:prstGeom>
        </p:spPr>
        <p:txBody>
          <a:bodyPr vert="horz" wrap="square" lIns="0" tIns="12700" rIns="0" bIns="0" rtlCol="0">
            <a:spAutoFit/>
          </a:bodyPr>
          <a:lstStyle/>
          <a:p>
            <a:pPr marL="12700">
              <a:lnSpc>
                <a:spcPct val="100000"/>
              </a:lnSpc>
              <a:spcBef>
                <a:spcPts val="100"/>
              </a:spcBef>
            </a:pPr>
            <a:r>
              <a:rPr sz="700" dirty="0">
                <a:solidFill>
                  <a:srgbClr val="5E5E5E"/>
                </a:solidFill>
                <a:latin typeface="Arial MT"/>
                <a:cs typeface="Arial MT"/>
              </a:rPr>
              <a:t>e2fi2</a:t>
            </a:r>
            <a:r>
              <a:rPr sz="700" spc="-120" dirty="0">
                <a:solidFill>
                  <a:srgbClr val="5E5E5E"/>
                </a:solidFill>
                <a:latin typeface="Arial MT"/>
                <a:cs typeface="Arial MT"/>
              </a:rPr>
              <a:t> </a:t>
            </a:r>
            <a:r>
              <a:rPr sz="700" dirty="0">
                <a:solidFill>
                  <a:srgbClr val="8E8E8E"/>
                </a:solidFill>
                <a:latin typeface="Arial MT"/>
                <a:cs typeface="Arial MT"/>
              </a:rPr>
              <a:t>1</a:t>
            </a:r>
            <a:r>
              <a:rPr sz="700" spc="-5" dirty="0">
                <a:solidFill>
                  <a:srgbClr val="8E8E8E"/>
                </a:solidFill>
                <a:latin typeface="Arial MT"/>
                <a:cs typeface="Arial MT"/>
              </a:rPr>
              <a:t> </a:t>
            </a:r>
            <a:r>
              <a:rPr sz="700" spc="-10" dirty="0">
                <a:solidFill>
                  <a:srgbClr val="676767"/>
                </a:solidFill>
                <a:latin typeface="Arial MT"/>
                <a:cs typeface="Arial MT"/>
              </a:rPr>
              <a:t>Amazon</a:t>
            </a:r>
            <a:r>
              <a:rPr sz="700" spc="70" dirty="0">
                <a:solidFill>
                  <a:srgbClr val="676767"/>
                </a:solidFill>
                <a:latin typeface="Arial MT"/>
                <a:cs typeface="Arial MT"/>
              </a:rPr>
              <a:t> </a:t>
            </a:r>
            <a:r>
              <a:rPr sz="700" spc="-20" dirty="0">
                <a:solidFill>
                  <a:srgbClr val="707070"/>
                </a:solidFill>
                <a:latin typeface="Arial MT"/>
                <a:cs typeface="Arial MT"/>
              </a:rPr>
              <a:t>w'eo</a:t>
            </a:r>
            <a:r>
              <a:rPr sz="700" spc="25" dirty="0">
                <a:solidFill>
                  <a:srgbClr val="707070"/>
                </a:solidFill>
                <a:latin typeface="Arial MT"/>
                <a:cs typeface="Arial MT"/>
              </a:rPr>
              <a:t> </a:t>
            </a:r>
            <a:r>
              <a:rPr sz="700" dirty="0">
                <a:solidFill>
                  <a:srgbClr val="5B5B5B"/>
                </a:solidFill>
                <a:latin typeface="Arial MT"/>
                <a:cs typeface="Arial MT"/>
              </a:rPr>
              <a:t>@wiczg</a:t>
            </a:r>
            <a:r>
              <a:rPr sz="700" spc="95" dirty="0">
                <a:solidFill>
                  <a:srgbClr val="5B5B5B"/>
                </a:solidFill>
                <a:latin typeface="Arial MT"/>
                <a:cs typeface="Arial MT"/>
              </a:rPr>
              <a:t> </a:t>
            </a:r>
            <a:r>
              <a:rPr sz="700" dirty="0">
                <a:solidFill>
                  <a:srgbClr val="898989"/>
                </a:solidFill>
                <a:latin typeface="Arial MT"/>
                <a:cs typeface="Arial MT"/>
              </a:rPr>
              <a:t>inc</a:t>
            </a:r>
            <a:r>
              <a:rPr sz="700" spc="125" dirty="0">
                <a:solidFill>
                  <a:srgbClr val="898989"/>
                </a:solidFill>
                <a:latin typeface="Arial MT"/>
                <a:cs typeface="Arial MT"/>
              </a:rPr>
              <a:t> </a:t>
            </a:r>
            <a:r>
              <a:rPr sz="700" spc="-10" dirty="0">
                <a:solidFill>
                  <a:srgbClr val="8A8A8A"/>
                </a:solidFill>
                <a:latin typeface="Arial MT"/>
                <a:cs typeface="Arial MT"/>
              </a:rPr>
              <a:t>or</a:t>
            </a:r>
            <a:r>
              <a:rPr sz="700" spc="125" dirty="0">
                <a:solidFill>
                  <a:srgbClr val="8A8A8A"/>
                </a:solidFill>
                <a:latin typeface="Arial MT"/>
                <a:cs typeface="Arial MT"/>
              </a:rPr>
              <a:t> </a:t>
            </a:r>
            <a:r>
              <a:rPr sz="700" spc="-10" dirty="0">
                <a:solidFill>
                  <a:srgbClr val="545454"/>
                </a:solidFill>
                <a:latin typeface="Arial MT"/>
                <a:cs typeface="Arial MT"/>
              </a:rPr>
              <a:t>us</a:t>
            </a:r>
            <a:r>
              <a:rPr sz="700" spc="-65" dirty="0">
                <a:solidFill>
                  <a:srgbClr val="545454"/>
                </a:solidFill>
                <a:latin typeface="Arial MT"/>
                <a:cs typeface="Arial MT"/>
              </a:rPr>
              <a:t> </a:t>
            </a:r>
            <a:r>
              <a:rPr sz="700" spc="-10" dirty="0">
                <a:solidFill>
                  <a:srgbClr val="3F3F3F"/>
                </a:solidFill>
                <a:latin typeface="Arial MT"/>
                <a:cs typeface="Arial MT"/>
              </a:rPr>
              <a:t>aGliates.</a:t>
            </a:r>
            <a:r>
              <a:rPr sz="700" spc="-40" dirty="0">
                <a:solidFill>
                  <a:srgbClr val="3F3F3F"/>
                </a:solidFill>
                <a:latin typeface="Arial MT"/>
                <a:cs typeface="Arial MT"/>
              </a:rPr>
              <a:t> </a:t>
            </a:r>
            <a:r>
              <a:rPr sz="700" spc="-45" dirty="0">
                <a:solidFill>
                  <a:srgbClr val="898989"/>
                </a:solidFill>
                <a:latin typeface="Arial MT"/>
                <a:cs typeface="Arial MT"/>
              </a:rPr>
              <a:t>Ak</a:t>
            </a:r>
            <a:r>
              <a:rPr sz="700" spc="20" dirty="0">
                <a:solidFill>
                  <a:srgbClr val="898989"/>
                </a:solidFill>
                <a:latin typeface="Arial MT"/>
                <a:cs typeface="Arial MT"/>
              </a:rPr>
              <a:t> </a:t>
            </a:r>
            <a:r>
              <a:rPr sz="700" spc="60" dirty="0">
                <a:solidFill>
                  <a:srgbClr val="606060"/>
                </a:solidFill>
                <a:latin typeface="Arial MT"/>
                <a:cs typeface="Arial MT"/>
              </a:rPr>
              <a:t>nghs</a:t>
            </a:r>
            <a:r>
              <a:rPr sz="700" spc="5" dirty="0">
                <a:solidFill>
                  <a:srgbClr val="606060"/>
                </a:solidFill>
                <a:latin typeface="Arial MT"/>
                <a:cs typeface="Arial MT"/>
              </a:rPr>
              <a:t> </a:t>
            </a:r>
            <a:r>
              <a:rPr sz="700" spc="-45" dirty="0">
                <a:solidFill>
                  <a:srgbClr val="8E8E8E"/>
                </a:solidFill>
                <a:latin typeface="Arial MT"/>
                <a:cs typeface="Arial MT"/>
              </a:rPr>
              <a:t>reser</a:t>
            </a:r>
            <a:r>
              <a:rPr sz="700" spc="-60" dirty="0">
                <a:solidFill>
                  <a:srgbClr val="8E8E8E"/>
                </a:solidFill>
                <a:latin typeface="Arial MT"/>
                <a:cs typeface="Arial MT"/>
              </a:rPr>
              <a:t> </a:t>
            </a:r>
            <a:r>
              <a:rPr sz="700" spc="-20" dirty="0">
                <a:solidFill>
                  <a:srgbClr val="6E6E6E"/>
                </a:solidFill>
                <a:latin typeface="Arial MT"/>
                <a:cs typeface="Arial MT"/>
              </a:rPr>
              <a:t>vec).</a:t>
            </a:r>
            <a:endParaRPr sz="700">
              <a:latin typeface="Arial MT"/>
              <a:cs typeface="Arial MT"/>
            </a:endParaRPr>
          </a:p>
        </p:txBody>
      </p:sp>
      <p:sp>
        <p:nvSpPr>
          <p:cNvPr id="12" name="object 12"/>
          <p:cNvSpPr txBox="1"/>
          <p:nvPr/>
        </p:nvSpPr>
        <p:spPr>
          <a:xfrm>
            <a:off x="4771202" y="1366959"/>
            <a:ext cx="5548630" cy="552450"/>
          </a:xfrm>
          <a:prstGeom prst="rect">
            <a:avLst/>
          </a:prstGeom>
        </p:spPr>
        <p:txBody>
          <a:bodyPr vert="horz" wrap="square" lIns="0" tIns="12700" rIns="0" bIns="0" rtlCol="0">
            <a:spAutoFit/>
          </a:bodyPr>
          <a:lstStyle/>
          <a:p>
            <a:pPr marL="24130">
              <a:lnSpc>
                <a:spcPct val="100000"/>
              </a:lnSpc>
              <a:spcBef>
                <a:spcPts val="100"/>
              </a:spcBef>
            </a:pPr>
            <a:r>
              <a:rPr sz="1650" spc="-25" dirty="0">
                <a:latin typeface="Arial MT"/>
                <a:cs typeface="Arial MT"/>
              </a:rPr>
              <a:t>Amazon</a:t>
            </a:r>
            <a:r>
              <a:rPr sz="1650" spc="-85" dirty="0">
                <a:latin typeface="Arial MT"/>
                <a:cs typeface="Arial MT"/>
              </a:rPr>
              <a:t> </a:t>
            </a:r>
            <a:r>
              <a:rPr sz="1650" spc="-125" dirty="0">
                <a:latin typeface="Arial MT"/>
                <a:cs typeface="Arial MT"/>
              </a:rPr>
              <a:t>EC2</a:t>
            </a:r>
            <a:r>
              <a:rPr sz="1650" spc="10" dirty="0">
                <a:latin typeface="Arial MT"/>
                <a:cs typeface="Arial MT"/>
              </a:rPr>
              <a:t> </a:t>
            </a:r>
            <a:r>
              <a:rPr sz="1650" spc="-40" dirty="0">
                <a:solidFill>
                  <a:srgbClr val="181818"/>
                </a:solidFill>
                <a:latin typeface="Arial MT"/>
                <a:cs typeface="Arial MT"/>
              </a:rPr>
              <a:t>has</a:t>
            </a:r>
            <a:r>
              <a:rPr sz="1650" spc="-25" dirty="0">
                <a:solidFill>
                  <a:srgbClr val="181818"/>
                </a:solidFill>
                <a:latin typeface="Arial MT"/>
                <a:cs typeface="Arial MT"/>
              </a:rPr>
              <a:t> </a:t>
            </a:r>
            <a:r>
              <a:rPr sz="1650" dirty="0">
                <a:latin typeface="Arial MT"/>
                <a:cs typeface="Arial MT"/>
              </a:rPr>
              <a:t>three</a:t>
            </a:r>
            <a:r>
              <a:rPr sz="1650" spc="-30" dirty="0">
                <a:latin typeface="Arial MT"/>
                <a:cs typeface="Arial MT"/>
              </a:rPr>
              <a:t> </a:t>
            </a:r>
            <a:r>
              <a:rPr sz="1650" dirty="0">
                <a:latin typeface="Arial MT"/>
                <a:cs typeface="Arial MT"/>
              </a:rPr>
              <a:t>main</a:t>
            </a:r>
            <a:r>
              <a:rPr sz="1650" spc="-85" dirty="0">
                <a:latin typeface="Arial MT"/>
                <a:cs typeface="Arial MT"/>
              </a:rPr>
              <a:t> </a:t>
            </a:r>
            <a:r>
              <a:rPr sz="1650" dirty="0">
                <a:latin typeface="Arial MT"/>
                <a:cs typeface="Arial MT"/>
              </a:rPr>
              <a:t>pricing</a:t>
            </a:r>
            <a:r>
              <a:rPr sz="1650" spc="-65" dirty="0">
                <a:latin typeface="Arial MT"/>
                <a:cs typeface="Arial MT"/>
              </a:rPr>
              <a:t> </a:t>
            </a:r>
            <a:r>
              <a:rPr sz="1650" spc="-10" dirty="0">
                <a:latin typeface="Arial MT"/>
                <a:cs typeface="Arial MT"/>
              </a:rPr>
              <a:t>models.</a:t>
            </a:r>
            <a:r>
              <a:rPr sz="1650" spc="-30" dirty="0">
                <a:latin typeface="Arial MT"/>
                <a:cs typeface="Arial MT"/>
              </a:rPr>
              <a:t> </a:t>
            </a:r>
            <a:r>
              <a:rPr sz="1650" spc="-60" dirty="0">
                <a:latin typeface="Arial MT"/>
                <a:cs typeface="Arial MT"/>
              </a:rPr>
              <a:t>Choose</a:t>
            </a:r>
            <a:r>
              <a:rPr sz="1650" spc="-30" dirty="0">
                <a:latin typeface="Arial MT"/>
                <a:cs typeface="Arial MT"/>
              </a:rPr>
              <a:t> </a:t>
            </a:r>
            <a:r>
              <a:rPr sz="1650" spc="-35" dirty="0">
                <a:solidFill>
                  <a:srgbClr val="151515"/>
                </a:solidFill>
                <a:latin typeface="Arial MT"/>
                <a:cs typeface="Arial MT"/>
              </a:rPr>
              <a:t>each</a:t>
            </a:r>
            <a:r>
              <a:rPr sz="1650" spc="-10" dirty="0">
                <a:solidFill>
                  <a:srgbClr val="151515"/>
                </a:solidFill>
                <a:latin typeface="Arial MT"/>
                <a:cs typeface="Arial MT"/>
              </a:rPr>
              <a:t> </a:t>
            </a:r>
            <a:r>
              <a:rPr sz="1650" spc="30" dirty="0">
                <a:solidFill>
                  <a:srgbClr val="1A1A1A"/>
                </a:solidFill>
                <a:latin typeface="Arial MT"/>
                <a:cs typeface="Arial MT"/>
              </a:rPr>
              <a:t>to</a:t>
            </a:r>
            <a:endParaRPr sz="1650">
              <a:latin typeface="Arial MT"/>
              <a:cs typeface="Arial MT"/>
            </a:endParaRPr>
          </a:p>
          <a:p>
            <a:pPr marL="12700">
              <a:lnSpc>
                <a:spcPct val="100000"/>
              </a:lnSpc>
              <a:spcBef>
                <a:spcPts val="5"/>
              </a:spcBef>
            </a:pPr>
            <a:r>
              <a:rPr sz="1800" spc="-195" dirty="0">
                <a:latin typeface="Verdana"/>
                <a:cs typeface="Verdana"/>
              </a:rPr>
              <a:t>learn </a:t>
            </a:r>
            <a:r>
              <a:rPr sz="1800" spc="-229" dirty="0">
                <a:solidFill>
                  <a:srgbClr val="0A0A0A"/>
                </a:solidFill>
                <a:latin typeface="Verdana"/>
                <a:cs typeface="Verdana"/>
              </a:rPr>
              <a:t>more</a:t>
            </a:r>
            <a:r>
              <a:rPr sz="1800" spc="-120" dirty="0">
                <a:solidFill>
                  <a:srgbClr val="0A0A0A"/>
                </a:solidFill>
                <a:latin typeface="Verdana"/>
                <a:cs typeface="Verdana"/>
              </a:rPr>
              <a:t> </a:t>
            </a:r>
            <a:r>
              <a:rPr sz="1800" spc="-195" dirty="0">
                <a:latin typeface="Verdana"/>
                <a:cs typeface="Verdana"/>
              </a:rPr>
              <a:t>about</a:t>
            </a:r>
            <a:r>
              <a:rPr sz="1800" spc="-135" dirty="0">
                <a:latin typeface="Verdana"/>
                <a:cs typeface="Verdana"/>
              </a:rPr>
              <a:t> </a:t>
            </a:r>
            <a:r>
              <a:rPr sz="1800" spc="-30" dirty="0">
                <a:latin typeface="Verdana"/>
                <a:cs typeface="Verdana"/>
              </a:rPr>
              <a:t>them.</a:t>
            </a:r>
            <a:endParaRPr sz="1800">
              <a:latin typeface="Verdana"/>
              <a:cs typeface="Verdana"/>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394460" y="1327265"/>
            <a:ext cx="3134064" cy="3915245"/>
          </a:xfrm>
          <a:prstGeom prst="rect">
            <a:avLst/>
          </a:prstGeom>
        </p:spPr>
      </p:pic>
      <p:sp>
        <p:nvSpPr>
          <p:cNvPr id="3" name="object 3" descr="$PPTXTitle"/>
          <p:cNvSpPr txBox="1">
            <a:spLocks noGrp="1"/>
          </p:cNvSpPr>
          <p:nvPr>
            <p:ph type="title"/>
          </p:nvPr>
        </p:nvSpPr>
        <p:spPr>
          <a:xfrm>
            <a:off x="1394460" y="365125"/>
            <a:ext cx="9392920" cy="838835"/>
          </a:xfrm>
          <a:prstGeom prst="rect">
            <a:avLst/>
          </a:prstGeom>
          <a:solidFill>
            <a:srgbClr val="3B8E87"/>
          </a:solidFill>
        </p:spPr>
        <p:txBody>
          <a:bodyPr vert="horz" wrap="square" lIns="0" tIns="152400" rIns="0" bIns="0" rtlCol="0">
            <a:spAutoFit/>
          </a:bodyPr>
          <a:lstStyle/>
          <a:p>
            <a:pPr marL="400050">
              <a:lnSpc>
                <a:spcPct val="100000"/>
              </a:lnSpc>
              <a:spcBef>
                <a:spcPts val="1200"/>
              </a:spcBef>
              <a:tabLst>
                <a:tab pos="7676515" algn="l"/>
              </a:tabLst>
            </a:pPr>
            <a:r>
              <a:rPr sz="3150" spc="-505" dirty="0">
                <a:solidFill>
                  <a:srgbClr val="418C87"/>
                </a:solidFill>
                <a:latin typeface="Arial MT"/>
                <a:cs typeface="Arial MT"/>
              </a:rPr>
              <a:t>A</a:t>
            </a:r>
            <a:r>
              <a:rPr sz="3150" spc="-204" dirty="0">
                <a:solidFill>
                  <a:srgbClr val="418C87"/>
                </a:solidFill>
                <a:latin typeface="Arial MT"/>
                <a:cs typeface="Arial MT"/>
              </a:rPr>
              <a:t> </a:t>
            </a:r>
            <a:r>
              <a:rPr sz="3150" dirty="0">
                <a:solidFill>
                  <a:srgbClr val="418A8C"/>
                </a:solidFill>
                <a:latin typeface="Arial MT"/>
                <a:cs typeface="Arial MT"/>
              </a:rPr>
              <a:t>uazon</a:t>
            </a:r>
            <a:r>
              <a:rPr sz="3150" spc="-80" dirty="0">
                <a:solidFill>
                  <a:srgbClr val="418A8C"/>
                </a:solidFill>
                <a:latin typeface="Arial MT"/>
                <a:cs typeface="Arial MT"/>
              </a:rPr>
              <a:t> </a:t>
            </a:r>
            <a:r>
              <a:rPr sz="3150" spc="-440" dirty="0">
                <a:solidFill>
                  <a:srgbClr val="7EB5B6"/>
                </a:solidFill>
                <a:latin typeface="Arial MT"/>
                <a:cs typeface="Arial MT"/>
              </a:rPr>
              <a:t>E</a:t>
            </a:r>
            <a:r>
              <a:rPr sz="3150" spc="-440" dirty="0">
                <a:solidFill>
                  <a:srgbClr val="317472"/>
                </a:solidFill>
                <a:latin typeface="Arial MT"/>
                <a:cs typeface="Arial MT"/>
              </a:rPr>
              <a:t>Mastic</a:t>
            </a:r>
            <a:r>
              <a:rPr sz="3150" spc="225" dirty="0">
                <a:solidFill>
                  <a:srgbClr val="317472"/>
                </a:solidFill>
                <a:latin typeface="Arial MT"/>
                <a:cs typeface="Arial MT"/>
              </a:rPr>
              <a:t> </a:t>
            </a:r>
            <a:r>
              <a:rPr sz="3150" spc="-45" dirty="0">
                <a:solidFill>
                  <a:srgbClr val="FFFFFF"/>
                </a:solidFill>
                <a:latin typeface="Arial MT"/>
                <a:cs typeface="Arial MT"/>
              </a:rPr>
              <a:t>Compute</a:t>
            </a:r>
            <a:r>
              <a:rPr sz="3150" spc="165" dirty="0">
                <a:solidFill>
                  <a:srgbClr val="FFFFFF"/>
                </a:solidFill>
                <a:latin typeface="Arial MT"/>
                <a:cs typeface="Arial MT"/>
              </a:rPr>
              <a:t> </a:t>
            </a:r>
            <a:r>
              <a:rPr sz="3150" spc="-50" dirty="0">
                <a:solidFill>
                  <a:srgbClr val="34727E"/>
                </a:solidFill>
                <a:latin typeface="Arial MT"/>
                <a:cs typeface="Arial MT"/>
              </a:rPr>
              <a:t>Cloud</a:t>
            </a:r>
            <a:r>
              <a:rPr sz="3150" spc="75" dirty="0">
                <a:solidFill>
                  <a:srgbClr val="34727E"/>
                </a:solidFill>
                <a:latin typeface="Arial MT"/>
                <a:cs typeface="Arial MT"/>
              </a:rPr>
              <a:t> </a:t>
            </a:r>
            <a:r>
              <a:rPr sz="3150" dirty="0">
                <a:solidFill>
                  <a:srgbClr val="317987"/>
                </a:solidFill>
                <a:latin typeface="Arial MT"/>
                <a:cs typeface="Arial MT"/>
              </a:rPr>
              <a:t>-</a:t>
            </a:r>
            <a:r>
              <a:rPr sz="3150" spc="-45" dirty="0">
                <a:solidFill>
                  <a:srgbClr val="317987"/>
                </a:solidFill>
                <a:latin typeface="Arial MT"/>
                <a:cs typeface="Arial MT"/>
              </a:rPr>
              <a:t> </a:t>
            </a:r>
            <a:r>
              <a:rPr sz="3150" spc="-400" dirty="0">
                <a:solidFill>
                  <a:srgbClr val="8EB1BA"/>
                </a:solidFill>
                <a:latin typeface="Arial MT"/>
                <a:cs typeface="Arial MT"/>
              </a:rPr>
              <a:t>EC2</a:t>
            </a:r>
            <a:r>
              <a:rPr sz="3150" dirty="0">
                <a:solidFill>
                  <a:srgbClr val="8EB1BA"/>
                </a:solidFill>
                <a:latin typeface="Arial MT"/>
                <a:cs typeface="Arial MT"/>
              </a:rPr>
              <a:t>	</a:t>
            </a:r>
            <a:r>
              <a:rPr sz="3150" spc="-25" dirty="0">
                <a:solidFill>
                  <a:srgbClr val="B8DBEF"/>
                </a:solidFill>
                <a:latin typeface="Arial MT"/>
                <a:cs typeface="Arial MT"/>
              </a:rPr>
              <a:t>^^</a:t>
            </a:r>
            <a:r>
              <a:rPr sz="3000" spc="-37" baseline="31944" dirty="0">
                <a:solidFill>
                  <a:srgbClr val="B8DBEF"/>
                </a:solidFill>
                <a:latin typeface="Arial MT"/>
                <a:cs typeface="Arial MT"/>
              </a:rPr>
              <a:t>S</a:t>
            </a:r>
            <a:endParaRPr sz="3000" baseline="31944">
              <a:latin typeface="Arial MT"/>
              <a:cs typeface="Arial MT"/>
            </a:endParaRPr>
          </a:p>
        </p:txBody>
      </p:sp>
      <p:grpSp>
        <p:nvGrpSpPr>
          <p:cNvPr id="4" name="object 4"/>
          <p:cNvGrpSpPr/>
          <p:nvPr/>
        </p:nvGrpSpPr>
        <p:grpSpPr>
          <a:xfrm>
            <a:off x="5042929" y="1994095"/>
            <a:ext cx="1534160" cy="524510"/>
            <a:chOff x="5042929" y="1994095"/>
            <a:chExt cx="1534160" cy="524510"/>
          </a:xfrm>
        </p:grpSpPr>
        <p:pic>
          <p:nvPicPr>
            <p:cNvPr id="5" name="object 5"/>
            <p:cNvPicPr/>
            <p:nvPr/>
          </p:nvPicPr>
          <p:blipFill>
            <a:blip r:embed="rId3" cstate="print"/>
            <a:stretch>
              <a:fillRect/>
            </a:stretch>
          </p:blipFill>
          <p:spPr>
            <a:xfrm>
              <a:off x="5385866" y="2079830"/>
              <a:ext cx="1190753" cy="152418"/>
            </a:xfrm>
            <a:prstGeom prst="rect">
              <a:avLst/>
            </a:prstGeom>
          </p:spPr>
        </p:pic>
        <p:pic>
          <p:nvPicPr>
            <p:cNvPr id="6" name="object 6"/>
            <p:cNvPicPr/>
            <p:nvPr/>
          </p:nvPicPr>
          <p:blipFill>
            <a:blip r:embed="rId4" cstate="print"/>
            <a:stretch>
              <a:fillRect/>
            </a:stretch>
          </p:blipFill>
          <p:spPr>
            <a:xfrm>
              <a:off x="5042929" y="2308458"/>
              <a:ext cx="1533690" cy="209575"/>
            </a:xfrm>
            <a:prstGeom prst="rect">
              <a:avLst/>
            </a:prstGeom>
          </p:spPr>
        </p:pic>
        <p:pic>
          <p:nvPicPr>
            <p:cNvPr id="7" name="object 7"/>
            <p:cNvPicPr/>
            <p:nvPr/>
          </p:nvPicPr>
          <p:blipFill>
            <a:blip r:embed="rId5" cstate="print"/>
            <a:stretch>
              <a:fillRect/>
            </a:stretch>
          </p:blipFill>
          <p:spPr>
            <a:xfrm>
              <a:off x="5042929" y="1994095"/>
              <a:ext cx="1533690" cy="523938"/>
            </a:xfrm>
            <a:prstGeom prst="rect">
              <a:avLst/>
            </a:prstGeom>
          </p:spPr>
        </p:pic>
      </p:grpSp>
      <p:grpSp>
        <p:nvGrpSpPr>
          <p:cNvPr id="8" name="object 8"/>
          <p:cNvGrpSpPr/>
          <p:nvPr/>
        </p:nvGrpSpPr>
        <p:grpSpPr>
          <a:xfrm>
            <a:off x="6986239" y="1994095"/>
            <a:ext cx="1515110" cy="524510"/>
            <a:chOff x="6986239" y="1994095"/>
            <a:chExt cx="1515110" cy="524510"/>
          </a:xfrm>
        </p:grpSpPr>
        <p:pic>
          <p:nvPicPr>
            <p:cNvPr id="9" name="object 9"/>
            <p:cNvPicPr/>
            <p:nvPr/>
          </p:nvPicPr>
          <p:blipFill>
            <a:blip r:embed="rId6" cstate="print"/>
            <a:stretch>
              <a:fillRect/>
            </a:stretch>
          </p:blipFill>
          <p:spPr>
            <a:xfrm>
              <a:off x="7100552" y="2194144"/>
              <a:ext cx="1286013" cy="161944"/>
            </a:xfrm>
            <a:prstGeom prst="rect">
              <a:avLst/>
            </a:prstGeom>
          </p:spPr>
        </p:pic>
        <p:pic>
          <p:nvPicPr>
            <p:cNvPr id="10" name="object 10"/>
            <p:cNvPicPr/>
            <p:nvPr/>
          </p:nvPicPr>
          <p:blipFill>
            <a:blip r:embed="rId7" cstate="print"/>
            <a:stretch>
              <a:fillRect/>
            </a:stretch>
          </p:blipFill>
          <p:spPr>
            <a:xfrm>
              <a:off x="6986239" y="1994095"/>
              <a:ext cx="1514638" cy="523938"/>
            </a:xfrm>
            <a:prstGeom prst="rect">
              <a:avLst/>
            </a:prstGeom>
          </p:spPr>
        </p:pic>
      </p:grpSp>
      <p:sp>
        <p:nvSpPr>
          <p:cNvPr id="11" name="object 11"/>
          <p:cNvSpPr/>
          <p:nvPr/>
        </p:nvSpPr>
        <p:spPr>
          <a:xfrm>
            <a:off x="8948601" y="1994095"/>
            <a:ext cx="1505585" cy="514984"/>
          </a:xfrm>
          <a:custGeom>
            <a:avLst/>
            <a:gdLst/>
            <a:ahLst/>
            <a:cxnLst/>
            <a:rect l="l" t="t" r="r" b="b"/>
            <a:pathLst>
              <a:path w="1505584" h="514985">
                <a:moveTo>
                  <a:pt x="1504950" y="514350"/>
                </a:moveTo>
                <a:lnTo>
                  <a:pt x="0" y="514350"/>
                </a:lnTo>
                <a:lnTo>
                  <a:pt x="0" y="0"/>
                </a:lnTo>
                <a:lnTo>
                  <a:pt x="1504950" y="0"/>
                </a:lnTo>
                <a:lnTo>
                  <a:pt x="1504950" y="514350"/>
                </a:lnTo>
                <a:close/>
              </a:path>
            </a:pathLst>
          </a:custGeom>
          <a:solidFill>
            <a:srgbClr val="7EAFD8"/>
          </a:solidFill>
        </p:spPr>
        <p:txBody>
          <a:bodyPr wrap="square" lIns="0" tIns="0" rIns="0" bIns="0" rtlCol="0"/>
          <a:lstStyle/>
          <a:p>
            <a:endParaRPr/>
          </a:p>
        </p:txBody>
      </p:sp>
      <p:sp>
        <p:nvSpPr>
          <p:cNvPr id="12" name="object 12"/>
          <p:cNvSpPr txBox="1"/>
          <p:nvPr/>
        </p:nvSpPr>
        <p:spPr>
          <a:xfrm>
            <a:off x="4678347" y="1327267"/>
            <a:ext cx="5902325" cy="3846829"/>
          </a:xfrm>
          <a:prstGeom prst="rect">
            <a:avLst/>
          </a:prstGeom>
        </p:spPr>
        <p:txBody>
          <a:bodyPr vert="horz" wrap="square" lIns="0" tIns="34290" rIns="0" bIns="0" rtlCol="0">
            <a:spAutoFit/>
          </a:bodyPr>
          <a:lstStyle/>
          <a:p>
            <a:pPr marL="127000" marR="5080" indent="-635">
              <a:lnSpc>
                <a:spcPts val="2100"/>
              </a:lnSpc>
              <a:spcBef>
                <a:spcPts val="270"/>
              </a:spcBef>
            </a:pPr>
            <a:r>
              <a:rPr sz="1850" spc="-270" dirty="0">
                <a:latin typeface="Arial MT"/>
                <a:cs typeface="Arial MT"/>
              </a:rPr>
              <a:t>EC2</a:t>
            </a:r>
            <a:r>
              <a:rPr sz="1850" spc="-25" dirty="0">
                <a:latin typeface="Arial MT"/>
                <a:cs typeface="Arial MT"/>
              </a:rPr>
              <a:t> </a:t>
            </a:r>
            <a:r>
              <a:rPr sz="1850" spc="-195" dirty="0">
                <a:latin typeface="Arial MT"/>
                <a:cs typeface="Arial MT"/>
              </a:rPr>
              <a:t>has</a:t>
            </a:r>
            <a:r>
              <a:rPr sz="1850" spc="-55" dirty="0">
                <a:latin typeface="Arial MT"/>
                <a:cs typeface="Arial MT"/>
              </a:rPr>
              <a:t> </a:t>
            </a:r>
            <a:r>
              <a:rPr sz="1850" spc="-95" dirty="0">
                <a:latin typeface="Arial MT"/>
                <a:cs typeface="Arial MT"/>
              </a:rPr>
              <a:t>three</a:t>
            </a:r>
            <a:r>
              <a:rPr sz="1850" spc="5" dirty="0">
                <a:latin typeface="Arial MT"/>
                <a:cs typeface="Arial MT"/>
              </a:rPr>
              <a:t> </a:t>
            </a:r>
            <a:r>
              <a:rPr sz="1850" spc="-110" dirty="0">
                <a:latin typeface="Arial MT"/>
                <a:cs typeface="Arial MT"/>
              </a:rPr>
              <a:t>main</a:t>
            </a:r>
            <a:r>
              <a:rPr sz="1850" spc="-60" dirty="0">
                <a:latin typeface="Arial MT"/>
                <a:cs typeface="Arial MT"/>
              </a:rPr>
              <a:t> </a:t>
            </a:r>
            <a:r>
              <a:rPr sz="1850" spc="-95" dirty="0">
                <a:latin typeface="Arial MT"/>
                <a:cs typeface="Arial MT"/>
              </a:rPr>
              <a:t>pricing</a:t>
            </a:r>
            <a:r>
              <a:rPr sz="1850" spc="-25" dirty="0">
                <a:latin typeface="Arial MT"/>
                <a:cs typeface="Arial MT"/>
              </a:rPr>
              <a:t> </a:t>
            </a:r>
            <a:r>
              <a:rPr sz="1850" spc="-135" dirty="0">
                <a:latin typeface="Arial MT"/>
                <a:cs typeface="Arial MT"/>
              </a:rPr>
              <a:t>models.</a:t>
            </a:r>
            <a:r>
              <a:rPr sz="1850" spc="40" dirty="0">
                <a:latin typeface="Arial MT"/>
                <a:cs typeface="Arial MT"/>
              </a:rPr>
              <a:t> </a:t>
            </a:r>
            <a:r>
              <a:rPr sz="1850" spc="-190" dirty="0">
                <a:latin typeface="Arial MT"/>
                <a:cs typeface="Arial MT"/>
              </a:rPr>
              <a:t>Choose</a:t>
            </a:r>
            <a:r>
              <a:rPr sz="1850" spc="5" dirty="0">
                <a:latin typeface="Arial MT"/>
                <a:cs typeface="Arial MT"/>
              </a:rPr>
              <a:t> </a:t>
            </a:r>
            <a:r>
              <a:rPr sz="1850" spc="-170" dirty="0">
                <a:latin typeface="Arial MT"/>
                <a:cs typeface="Arial MT"/>
              </a:rPr>
              <a:t>each</a:t>
            </a:r>
            <a:r>
              <a:rPr sz="1850" spc="-10" dirty="0">
                <a:latin typeface="Arial MT"/>
                <a:cs typeface="Arial MT"/>
              </a:rPr>
              <a:t> </a:t>
            </a:r>
            <a:r>
              <a:rPr sz="1850" dirty="0">
                <a:solidFill>
                  <a:srgbClr val="2D2D2D"/>
                </a:solidFill>
                <a:latin typeface="Arial MT"/>
                <a:cs typeface="Arial MT"/>
              </a:rPr>
              <a:t>to</a:t>
            </a:r>
            <a:r>
              <a:rPr sz="1850" spc="-60" dirty="0">
                <a:solidFill>
                  <a:srgbClr val="2D2D2D"/>
                </a:solidFill>
                <a:latin typeface="Arial MT"/>
                <a:cs typeface="Arial MT"/>
              </a:rPr>
              <a:t> </a:t>
            </a:r>
            <a:r>
              <a:rPr sz="1850" spc="-120" dirty="0">
                <a:latin typeface="Arial MT"/>
                <a:cs typeface="Arial MT"/>
              </a:rPr>
              <a:t>learn</a:t>
            </a:r>
            <a:r>
              <a:rPr sz="1850" spc="-35" dirty="0">
                <a:latin typeface="Arial MT"/>
                <a:cs typeface="Arial MT"/>
              </a:rPr>
              <a:t> more </a:t>
            </a:r>
            <a:r>
              <a:rPr sz="1850" spc="-90" dirty="0">
                <a:latin typeface="Arial MT"/>
                <a:cs typeface="Arial MT"/>
              </a:rPr>
              <a:t>about</a:t>
            </a:r>
            <a:r>
              <a:rPr sz="1850" spc="-30" dirty="0">
                <a:latin typeface="Arial MT"/>
                <a:cs typeface="Arial MT"/>
              </a:rPr>
              <a:t> </a:t>
            </a:r>
            <a:r>
              <a:rPr sz="1850" spc="-10" dirty="0">
                <a:latin typeface="Arial MT"/>
                <a:cs typeface="Arial MT"/>
              </a:rPr>
              <a:t>them.</a:t>
            </a:r>
            <a:endParaRPr sz="1850">
              <a:latin typeface="Arial MT"/>
              <a:cs typeface="Arial MT"/>
            </a:endParaRPr>
          </a:p>
          <a:p>
            <a:pPr marR="505459" algn="r">
              <a:lnSpc>
                <a:spcPts val="1914"/>
              </a:lnSpc>
              <a:spcBef>
                <a:spcPts val="705"/>
              </a:spcBef>
              <a:tabLst>
                <a:tab pos="414655" algn="l"/>
              </a:tabLst>
            </a:pPr>
            <a:r>
              <a:rPr sz="1650" spc="-50" dirty="0">
                <a:solidFill>
                  <a:srgbClr val="EDF7FF"/>
                </a:solidFill>
                <a:latin typeface="Arial MT"/>
                <a:cs typeface="Arial MT"/>
              </a:rPr>
              <a:t>"</a:t>
            </a:r>
            <a:r>
              <a:rPr sz="1650" dirty="0">
                <a:solidFill>
                  <a:srgbClr val="EDF7FF"/>
                </a:solidFill>
                <a:latin typeface="Arial MT"/>
                <a:cs typeface="Arial MT"/>
              </a:rPr>
              <a:t>	</a:t>
            </a:r>
            <a:r>
              <a:rPr sz="1650" spc="-40" dirty="0">
                <a:solidFill>
                  <a:srgbClr val="5B8AB8"/>
                </a:solidFill>
                <a:latin typeface="Arial MT"/>
                <a:cs typeface="Arial MT"/>
              </a:rPr>
              <a:t>Reserved</a:t>
            </a:r>
            <a:endParaRPr sz="1650">
              <a:latin typeface="Arial MT"/>
              <a:cs typeface="Arial MT"/>
            </a:endParaRPr>
          </a:p>
          <a:p>
            <a:pPr marR="504190" algn="r">
              <a:lnSpc>
                <a:spcPts val="1855"/>
              </a:lnSpc>
            </a:pPr>
            <a:r>
              <a:rPr sz="1600" spc="-10" dirty="0">
                <a:solidFill>
                  <a:srgbClr val="A3D8FF"/>
                </a:solidFill>
                <a:latin typeface="Arial MT"/>
                <a:cs typeface="Arial MT"/>
              </a:rPr>
              <a:t>Instances</a:t>
            </a:r>
            <a:endParaRPr sz="1600">
              <a:latin typeface="Arial MT"/>
              <a:cs typeface="Arial MT"/>
            </a:endParaRPr>
          </a:p>
          <a:p>
            <a:pPr marL="17780" marR="173355" indent="10160">
              <a:lnSpc>
                <a:spcPct val="96200"/>
              </a:lnSpc>
              <a:spcBef>
                <a:spcPts val="1785"/>
              </a:spcBef>
            </a:pPr>
            <a:r>
              <a:rPr sz="1800" spc="-65" dirty="0">
                <a:latin typeface="Arial MT"/>
                <a:cs typeface="Arial MT"/>
              </a:rPr>
              <a:t>With</a:t>
            </a:r>
            <a:r>
              <a:rPr sz="1800" spc="-60" dirty="0">
                <a:latin typeface="Arial MT"/>
                <a:cs typeface="Arial MT"/>
              </a:rPr>
              <a:t> </a:t>
            </a:r>
            <a:r>
              <a:rPr sz="1800" spc="-105" dirty="0">
                <a:latin typeface="Arial MT"/>
                <a:cs typeface="Arial MT"/>
              </a:rPr>
              <a:t>On-</a:t>
            </a:r>
            <a:r>
              <a:rPr sz="1800" spc="-114" dirty="0">
                <a:latin typeface="Arial MT"/>
                <a:cs typeface="Arial MT"/>
              </a:rPr>
              <a:t>Demand</a:t>
            </a:r>
            <a:r>
              <a:rPr sz="1800" spc="-10" dirty="0">
                <a:latin typeface="Arial MT"/>
                <a:cs typeface="Arial MT"/>
              </a:rPr>
              <a:t> </a:t>
            </a:r>
            <a:r>
              <a:rPr sz="1800" spc="-120" dirty="0">
                <a:latin typeface="Arial MT"/>
                <a:cs typeface="Arial MT"/>
              </a:rPr>
              <a:t>instances,</a:t>
            </a:r>
            <a:r>
              <a:rPr sz="1800" spc="80" dirty="0">
                <a:latin typeface="Arial MT"/>
                <a:cs typeface="Arial MT"/>
              </a:rPr>
              <a:t> </a:t>
            </a:r>
            <a:r>
              <a:rPr sz="1800" spc="-100" dirty="0">
                <a:solidFill>
                  <a:srgbClr val="181818"/>
                </a:solidFill>
                <a:latin typeface="Arial MT"/>
                <a:cs typeface="Arial MT"/>
              </a:rPr>
              <a:t>you</a:t>
            </a:r>
            <a:r>
              <a:rPr sz="1800" spc="-85" dirty="0">
                <a:solidFill>
                  <a:srgbClr val="181818"/>
                </a:solidFill>
                <a:latin typeface="Arial MT"/>
                <a:cs typeface="Arial MT"/>
              </a:rPr>
              <a:t> </a:t>
            </a:r>
            <a:r>
              <a:rPr sz="1800" spc="-130" dirty="0">
                <a:latin typeface="Arial MT"/>
                <a:cs typeface="Arial MT"/>
              </a:rPr>
              <a:t>pay</a:t>
            </a:r>
            <a:r>
              <a:rPr sz="1800" dirty="0">
                <a:latin typeface="Arial MT"/>
                <a:cs typeface="Arial MT"/>
              </a:rPr>
              <a:t> for</a:t>
            </a:r>
            <a:r>
              <a:rPr sz="1800" spc="-55" dirty="0">
                <a:latin typeface="Arial MT"/>
                <a:cs typeface="Arial MT"/>
              </a:rPr>
              <a:t> </a:t>
            </a:r>
            <a:r>
              <a:rPr sz="1800" spc="-114" dirty="0">
                <a:latin typeface="Arial MT"/>
                <a:cs typeface="Arial MT"/>
              </a:rPr>
              <a:t>instances</a:t>
            </a:r>
            <a:r>
              <a:rPr sz="1800" spc="50" dirty="0">
                <a:latin typeface="Arial MT"/>
                <a:cs typeface="Arial MT"/>
              </a:rPr>
              <a:t> </a:t>
            </a:r>
            <a:r>
              <a:rPr sz="1800" spc="-65" dirty="0">
                <a:latin typeface="Arial MT"/>
                <a:cs typeface="Arial MT"/>
              </a:rPr>
              <a:t>only</a:t>
            </a:r>
            <a:r>
              <a:rPr sz="1800" spc="-35" dirty="0">
                <a:latin typeface="Arial MT"/>
                <a:cs typeface="Arial MT"/>
              </a:rPr>
              <a:t> </a:t>
            </a:r>
            <a:r>
              <a:rPr sz="1800" spc="-10" dirty="0">
                <a:latin typeface="Arial MT"/>
                <a:cs typeface="Arial MT"/>
              </a:rPr>
              <a:t>for</a:t>
            </a:r>
            <a:r>
              <a:rPr sz="1800" spc="-110" dirty="0">
                <a:latin typeface="Arial MT"/>
                <a:cs typeface="Arial MT"/>
              </a:rPr>
              <a:t> </a:t>
            </a:r>
            <a:r>
              <a:rPr sz="1800" spc="-25" dirty="0">
                <a:solidFill>
                  <a:srgbClr val="151515"/>
                </a:solidFill>
                <a:latin typeface="Arial MT"/>
                <a:cs typeface="Arial MT"/>
              </a:rPr>
              <a:t>the </a:t>
            </a:r>
            <a:r>
              <a:rPr sz="1800" spc="-50" dirty="0">
                <a:latin typeface="Arial MT"/>
                <a:cs typeface="Arial MT"/>
              </a:rPr>
              <a:t>amount</a:t>
            </a:r>
            <a:r>
              <a:rPr sz="1800" spc="-15" dirty="0">
                <a:latin typeface="Arial MT"/>
                <a:cs typeface="Arial MT"/>
              </a:rPr>
              <a:t> </a:t>
            </a:r>
            <a:r>
              <a:rPr sz="1800" dirty="0">
                <a:latin typeface="Arial MT"/>
                <a:cs typeface="Arial MT"/>
              </a:rPr>
              <a:t>of</a:t>
            </a:r>
            <a:r>
              <a:rPr sz="1800" spc="-15" dirty="0">
                <a:latin typeface="Arial MT"/>
                <a:cs typeface="Arial MT"/>
              </a:rPr>
              <a:t> </a:t>
            </a:r>
            <a:r>
              <a:rPr sz="1800" spc="-45" dirty="0">
                <a:latin typeface="Arial MT"/>
                <a:cs typeface="Arial MT"/>
              </a:rPr>
              <a:t>time</a:t>
            </a:r>
            <a:r>
              <a:rPr sz="1800" spc="-90" dirty="0">
                <a:latin typeface="Arial MT"/>
                <a:cs typeface="Arial MT"/>
              </a:rPr>
              <a:t> </a:t>
            </a:r>
            <a:r>
              <a:rPr sz="1800" dirty="0">
                <a:solidFill>
                  <a:srgbClr val="0F0F0F"/>
                </a:solidFill>
                <a:latin typeface="Arial MT"/>
                <a:cs typeface="Arial MT"/>
              </a:rPr>
              <a:t>that</a:t>
            </a:r>
            <a:r>
              <a:rPr sz="1800" spc="-65" dirty="0">
                <a:solidFill>
                  <a:srgbClr val="0F0F0F"/>
                </a:solidFill>
                <a:latin typeface="Arial MT"/>
                <a:cs typeface="Arial MT"/>
              </a:rPr>
              <a:t> </a:t>
            </a:r>
            <a:r>
              <a:rPr sz="1800" spc="-100" dirty="0">
                <a:solidFill>
                  <a:srgbClr val="212121"/>
                </a:solidFill>
                <a:latin typeface="Arial MT"/>
                <a:cs typeface="Arial MT"/>
              </a:rPr>
              <a:t>you</a:t>
            </a:r>
            <a:r>
              <a:rPr sz="1800" spc="-80" dirty="0">
                <a:solidFill>
                  <a:srgbClr val="212121"/>
                </a:solidFill>
                <a:latin typeface="Arial MT"/>
                <a:cs typeface="Arial MT"/>
              </a:rPr>
              <a:t> </a:t>
            </a:r>
            <a:r>
              <a:rPr sz="1800" spc="-165" dirty="0">
                <a:latin typeface="Arial MT"/>
                <a:cs typeface="Arial MT"/>
              </a:rPr>
              <a:t>use</a:t>
            </a:r>
            <a:r>
              <a:rPr sz="1800" spc="-5" dirty="0">
                <a:latin typeface="Arial MT"/>
                <a:cs typeface="Arial MT"/>
              </a:rPr>
              <a:t> </a:t>
            </a:r>
            <a:r>
              <a:rPr sz="1800" spc="-65" dirty="0">
                <a:latin typeface="Arial MT"/>
                <a:cs typeface="Arial MT"/>
              </a:rPr>
              <a:t>them.</a:t>
            </a:r>
            <a:r>
              <a:rPr sz="1800" spc="-110" dirty="0">
                <a:latin typeface="Arial MT"/>
                <a:cs typeface="Arial MT"/>
              </a:rPr>
              <a:t> </a:t>
            </a:r>
            <a:r>
              <a:rPr sz="1800" spc="-60" dirty="0">
                <a:solidFill>
                  <a:srgbClr val="111111"/>
                </a:solidFill>
                <a:latin typeface="Arial MT"/>
                <a:cs typeface="Arial MT"/>
              </a:rPr>
              <a:t>No</a:t>
            </a:r>
            <a:r>
              <a:rPr sz="1800" spc="-170" dirty="0">
                <a:solidFill>
                  <a:srgbClr val="111111"/>
                </a:solidFill>
                <a:latin typeface="Arial MT"/>
                <a:cs typeface="Arial MT"/>
              </a:rPr>
              <a:t> </a:t>
            </a:r>
            <a:r>
              <a:rPr sz="1800" spc="-114" dirty="0">
                <a:latin typeface="Arial MT"/>
                <a:cs typeface="Arial MT"/>
              </a:rPr>
              <a:t>IOng-</a:t>
            </a:r>
            <a:r>
              <a:rPr sz="1800" spc="-20" dirty="0">
                <a:latin typeface="Arial MT"/>
                <a:cs typeface="Arial MT"/>
              </a:rPr>
              <a:t>term </a:t>
            </a:r>
            <a:r>
              <a:rPr sz="1800" spc="-65" dirty="0">
                <a:latin typeface="Arial MT"/>
                <a:cs typeface="Arial MT"/>
              </a:rPr>
              <a:t>commitments</a:t>
            </a:r>
            <a:r>
              <a:rPr sz="1800" spc="100" dirty="0">
                <a:latin typeface="Arial MT"/>
                <a:cs typeface="Arial MT"/>
              </a:rPr>
              <a:t> </a:t>
            </a:r>
            <a:r>
              <a:rPr sz="1800" spc="-50" dirty="0">
                <a:latin typeface="Arial MT"/>
                <a:cs typeface="Arial MT"/>
              </a:rPr>
              <a:t>or</a:t>
            </a:r>
            <a:r>
              <a:rPr sz="1800" spc="-110" dirty="0">
                <a:latin typeface="Arial MT"/>
                <a:cs typeface="Arial MT"/>
              </a:rPr>
              <a:t> </a:t>
            </a:r>
            <a:r>
              <a:rPr sz="1800" spc="-85" dirty="0">
                <a:latin typeface="Arial MT"/>
                <a:cs typeface="Arial MT"/>
              </a:rPr>
              <a:t>upfrOnt</a:t>
            </a:r>
            <a:r>
              <a:rPr sz="1800" spc="15" dirty="0">
                <a:latin typeface="Arial MT"/>
                <a:cs typeface="Arial MT"/>
              </a:rPr>
              <a:t> </a:t>
            </a:r>
            <a:r>
              <a:rPr sz="1800" spc="-95" dirty="0">
                <a:latin typeface="Arial MT"/>
                <a:cs typeface="Arial MT"/>
              </a:rPr>
              <a:t>payments</a:t>
            </a:r>
            <a:r>
              <a:rPr sz="1800" spc="-50" dirty="0">
                <a:latin typeface="Arial MT"/>
                <a:cs typeface="Arial MT"/>
              </a:rPr>
              <a:t> </a:t>
            </a:r>
            <a:r>
              <a:rPr sz="1800" spc="-125" dirty="0">
                <a:latin typeface="Arial MT"/>
                <a:cs typeface="Arial MT"/>
              </a:rPr>
              <a:t>are</a:t>
            </a:r>
            <a:r>
              <a:rPr sz="1800" spc="-15" dirty="0">
                <a:latin typeface="Arial MT"/>
                <a:cs typeface="Arial MT"/>
              </a:rPr>
              <a:t> </a:t>
            </a:r>
            <a:r>
              <a:rPr sz="1800" spc="-100" dirty="0">
                <a:latin typeface="Arial MT"/>
                <a:cs typeface="Arial MT"/>
              </a:rPr>
              <a:t>required.</a:t>
            </a:r>
            <a:r>
              <a:rPr sz="1800" spc="30" dirty="0">
                <a:latin typeface="Arial MT"/>
                <a:cs typeface="Arial MT"/>
              </a:rPr>
              <a:t> </a:t>
            </a:r>
            <a:r>
              <a:rPr sz="1800" spc="-180" dirty="0">
                <a:solidFill>
                  <a:srgbClr val="0F0F0F"/>
                </a:solidFill>
                <a:latin typeface="Arial MT"/>
                <a:cs typeface="Arial MT"/>
              </a:rPr>
              <a:t>You</a:t>
            </a:r>
            <a:r>
              <a:rPr sz="1800" spc="-30" dirty="0">
                <a:solidFill>
                  <a:srgbClr val="0F0F0F"/>
                </a:solidFill>
                <a:latin typeface="Arial MT"/>
                <a:cs typeface="Arial MT"/>
              </a:rPr>
              <a:t> </a:t>
            </a:r>
            <a:r>
              <a:rPr sz="1800" spc="-25" dirty="0">
                <a:solidFill>
                  <a:srgbClr val="131313"/>
                </a:solidFill>
                <a:latin typeface="Arial MT"/>
                <a:cs typeface="Arial MT"/>
              </a:rPr>
              <a:t>can </a:t>
            </a:r>
            <a:r>
              <a:rPr sz="1850" spc="-165" dirty="0">
                <a:latin typeface="Arial MT"/>
                <a:cs typeface="Arial MT"/>
              </a:rPr>
              <a:t>increase</a:t>
            </a:r>
            <a:r>
              <a:rPr sz="1850" spc="35" dirty="0">
                <a:latin typeface="Arial MT"/>
                <a:cs typeface="Arial MT"/>
              </a:rPr>
              <a:t> </a:t>
            </a:r>
            <a:r>
              <a:rPr sz="1850" spc="-80" dirty="0">
                <a:latin typeface="Arial MT"/>
                <a:cs typeface="Arial MT"/>
              </a:rPr>
              <a:t>or</a:t>
            </a:r>
            <a:r>
              <a:rPr sz="1850" spc="-65" dirty="0">
                <a:latin typeface="Arial MT"/>
                <a:cs typeface="Arial MT"/>
              </a:rPr>
              <a:t> </a:t>
            </a:r>
            <a:r>
              <a:rPr sz="1850" spc="-180" dirty="0">
                <a:solidFill>
                  <a:srgbClr val="0F0F0F"/>
                </a:solidFill>
                <a:latin typeface="Arial MT"/>
                <a:cs typeface="Arial MT"/>
              </a:rPr>
              <a:t>decrease</a:t>
            </a:r>
            <a:r>
              <a:rPr sz="1850" spc="80" dirty="0">
                <a:solidFill>
                  <a:srgbClr val="0F0F0F"/>
                </a:solidFill>
                <a:latin typeface="Arial MT"/>
                <a:cs typeface="Arial MT"/>
              </a:rPr>
              <a:t> </a:t>
            </a:r>
            <a:r>
              <a:rPr sz="1850" spc="-114" dirty="0">
                <a:latin typeface="Arial MT"/>
                <a:cs typeface="Arial MT"/>
              </a:rPr>
              <a:t>your</a:t>
            </a:r>
            <a:r>
              <a:rPr sz="1850" spc="-50" dirty="0">
                <a:latin typeface="Arial MT"/>
                <a:cs typeface="Arial MT"/>
              </a:rPr>
              <a:t> </a:t>
            </a:r>
            <a:r>
              <a:rPr sz="1850" spc="-105" dirty="0">
                <a:latin typeface="Arial MT"/>
                <a:cs typeface="Arial MT"/>
              </a:rPr>
              <a:t>compute</a:t>
            </a:r>
            <a:r>
              <a:rPr sz="1850" spc="-10" dirty="0">
                <a:latin typeface="Arial MT"/>
                <a:cs typeface="Arial MT"/>
              </a:rPr>
              <a:t> </a:t>
            </a:r>
            <a:r>
              <a:rPr sz="1850" spc="-130" dirty="0">
                <a:solidFill>
                  <a:srgbClr val="131313"/>
                </a:solidFill>
                <a:latin typeface="Arial MT"/>
                <a:cs typeface="Arial MT"/>
              </a:rPr>
              <a:t>capacity</a:t>
            </a:r>
            <a:r>
              <a:rPr sz="1850" spc="85" dirty="0">
                <a:solidFill>
                  <a:srgbClr val="131313"/>
                </a:solidFill>
                <a:latin typeface="Arial MT"/>
                <a:cs typeface="Arial MT"/>
              </a:rPr>
              <a:t> </a:t>
            </a:r>
            <a:r>
              <a:rPr sz="1850" spc="-114" dirty="0">
                <a:solidFill>
                  <a:srgbClr val="0F0F0F"/>
                </a:solidFill>
                <a:latin typeface="Arial MT"/>
                <a:cs typeface="Arial MT"/>
              </a:rPr>
              <a:t>depending</a:t>
            </a:r>
            <a:r>
              <a:rPr sz="1850" spc="50" dirty="0">
                <a:solidFill>
                  <a:srgbClr val="0F0F0F"/>
                </a:solidFill>
                <a:latin typeface="Arial MT"/>
                <a:cs typeface="Arial MT"/>
              </a:rPr>
              <a:t> </a:t>
            </a:r>
            <a:r>
              <a:rPr sz="1850" spc="-105" dirty="0">
                <a:solidFill>
                  <a:srgbClr val="111111"/>
                </a:solidFill>
                <a:latin typeface="Arial MT"/>
                <a:cs typeface="Arial MT"/>
              </a:rPr>
              <a:t>on</a:t>
            </a:r>
            <a:r>
              <a:rPr sz="1850" spc="-90" dirty="0">
                <a:solidFill>
                  <a:srgbClr val="111111"/>
                </a:solidFill>
                <a:latin typeface="Arial MT"/>
                <a:cs typeface="Arial MT"/>
              </a:rPr>
              <a:t> </a:t>
            </a:r>
            <a:r>
              <a:rPr sz="1850" spc="-25" dirty="0">
                <a:latin typeface="Arial MT"/>
                <a:cs typeface="Arial MT"/>
              </a:rPr>
              <a:t>the </a:t>
            </a:r>
            <a:r>
              <a:rPr sz="1750" spc="-90" dirty="0">
                <a:latin typeface="Arial MT"/>
                <a:cs typeface="Arial MT"/>
              </a:rPr>
              <a:t>demands</a:t>
            </a:r>
            <a:r>
              <a:rPr sz="1750" spc="-35" dirty="0">
                <a:latin typeface="Arial MT"/>
                <a:cs typeface="Arial MT"/>
              </a:rPr>
              <a:t> </a:t>
            </a:r>
            <a:r>
              <a:rPr sz="1750" dirty="0">
                <a:solidFill>
                  <a:srgbClr val="262626"/>
                </a:solidFill>
                <a:latin typeface="Arial MT"/>
                <a:cs typeface="Arial MT"/>
              </a:rPr>
              <a:t>of</a:t>
            </a:r>
            <a:r>
              <a:rPr sz="1750" spc="-120" dirty="0">
                <a:solidFill>
                  <a:srgbClr val="262626"/>
                </a:solidFill>
                <a:latin typeface="Arial MT"/>
                <a:cs typeface="Arial MT"/>
              </a:rPr>
              <a:t> </a:t>
            </a:r>
            <a:r>
              <a:rPr sz="1750" spc="-40" dirty="0">
                <a:solidFill>
                  <a:srgbClr val="0E0E0E"/>
                </a:solidFill>
                <a:latin typeface="Arial MT"/>
                <a:cs typeface="Arial MT"/>
              </a:rPr>
              <a:t>your</a:t>
            </a:r>
            <a:r>
              <a:rPr sz="1750" spc="5" dirty="0">
                <a:solidFill>
                  <a:srgbClr val="0E0E0E"/>
                </a:solidFill>
                <a:latin typeface="Arial MT"/>
                <a:cs typeface="Arial MT"/>
              </a:rPr>
              <a:t> </a:t>
            </a:r>
            <a:r>
              <a:rPr sz="1750" spc="-90" dirty="0">
                <a:latin typeface="Arial MT"/>
                <a:cs typeface="Arial MT"/>
              </a:rPr>
              <a:t>applicatiOn</a:t>
            </a:r>
            <a:r>
              <a:rPr sz="1750" spc="80" dirty="0">
                <a:latin typeface="Arial MT"/>
                <a:cs typeface="Arial MT"/>
              </a:rPr>
              <a:t> </a:t>
            </a:r>
            <a:r>
              <a:rPr sz="1750" spc="-110" dirty="0">
                <a:latin typeface="Arial MT"/>
                <a:cs typeface="Arial MT"/>
              </a:rPr>
              <a:t>and</a:t>
            </a:r>
            <a:r>
              <a:rPr sz="1750" spc="-45" dirty="0">
                <a:latin typeface="Arial MT"/>
                <a:cs typeface="Arial MT"/>
              </a:rPr>
              <a:t> </a:t>
            </a:r>
            <a:r>
              <a:rPr sz="1750" spc="-85" dirty="0">
                <a:latin typeface="Arial MT"/>
                <a:cs typeface="Arial MT"/>
              </a:rPr>
              <a:t>pay</a:t>
            </a:r>
            <a:r>
              <a:rPr sz="1750" spc="-55" dirty="0">
                <a:latin typeface="Arial MT"/>
                <a:cs typeface="Arial MT"/>
              </a:rPr>
              <a:t> </a:t>
            </a:r>
            <a:r>
              <a:rPr sz="1750" spc="-45" dirty="0">
                <a:latin typeface="Arial MT"/>
                <a:cs typeface="Arial MT"/>
              </a:rPr>
              <a:t>only</a:t>
            </a:r>
            <a:r>
              <a:rPr sz="1750" spc="-50" dirty="0">
                <a:latin typeface="Arial MT"/>
                <a:cs typeface="Arial MT"/>
              </a:rPr>
              <a:t> </a:t>
            </a:r>
            <a:r>
              <a:rPr sz="1750" spc="-145" dirty="0">
                <a:solidFill>
                  <a:srgbClr val="0C0C0C"/>
                </a:solidFill>
                <a:latin typeface="Arial MT"/>
                <a:cs typeface="Arial MT"/>
              </a:rPr>
              <a:t>fOr</a:t>
            </a:r>
            <a:r>
              <a:rPr sz="1750" spc="5" dirty="0">
                <a:solidFill>
                  <a:srgbClr val="0C0C0C"/>
                </a:solidFill>
                <a:latin typeface="Arial MT"/>
                <a:cs typeface="Arial MT"/>
              </a:rPr>
              <a:t> </a:t>
            </a:r>
            <a:r>
              <a:rPr sz="1750" spc="-35" dirty="0">
                <a:latin typeface="Arial MT"/>
                <a:cs typeface="Arial MT"/>
              </a:rPr>
              <a:t>the</a:t>
            </a:r>
            <a:r>
              <a:rPr sz="1750" spc="-95" dirty="0">
                <a:latin typeface="Arial MT"/>
                <a:cs typeface="Arial MT"/>
              </a:rPr>
              <a:t> </a:t>
            </a:r>
            <a:r>
              <a:rPr sz="1750" dirty="0">
                <a:solidFill>
                  <a:srgbClr val="0C0C0C"/>
                </a:solidFill>
                <a:latin typeface="Arial MT"/>
                <a:cs typeface="Arial MT"/>
              </a:rPr>
              <a:t>time</a:t>
            </a:r>
            <a:r>
              <a:rPr sz="1750" spc="-45" dirty="0">
                <a:solidFill>
                  <a:srgbClr val="0C0C0C"/>
                </a:solidFill>
                <a:latin typeface="Arial MT"/>
                <a:cs typeface="Arial MT"/>
              </a:rPr>
              <a:t> </a:t>
            </a:r>
            <a:r>
              <a:rPr sz="1750" spc="-20" dirty="0">
                <a:latin typeface="Arial MT"/>
                <a:cs typeface="Arial MT"/>
              </a:rPr>
              <a:t>that </a:t>
            </a:r>
            <a:r>
              <a:rPr sz="1800" spc="-70" dirty="0">
                <a:latin typeface="Arial MT"/>
                <a:cs typeface="Arial MT"/>
              </a:rPr>
              <a:t>you </a:t>
            </a:r>
            <a:r>
              <a:rPr sz="1800" spc="-165" dirty="0">
                <a:latin typeface="Arial MT"/>
                <a:cs typeface="Arial MT"/>
              </a:rPr>
              <a:t>use</a:t>
            </a:r>
            <a:r>
              <a:rPr sz="1800" spc="20" dirty="0">
                <a:latin typeface="Arial MT"/>
                <a:cs typeface="Arial MT"/>
              </a:rPr>
              <a:t> </a:t>
            </a:r>
            <a:r>
              <a:rPr sz="1800" spc="-10" dirty="0">
                <a:latin typeface="Arial MT"/>
                <a:cs typeface="Arial MT"/>
              </a:rPr>
              <a:t>them.</a:t>
            </a:r>
            <a:endParaRPr sz="1800">
              <a:latin typeface="Arial MT"/>
              <a:cs typeface="Arial MT"/>
            </a:endParaRPr>
          </a:p>
          <a:p>
            <a:pPr marL="22225" marR="275590" indent="-10160">
              <a:lnSpc>
                <a:spcPct val="93800"/>
              </a:lnSpc>
              <a:spcBef>
                <a:spcPts val="740"/>
              </a:spcBef>
            </a:pPr>
            <a:r>
              <a:rPr sz="1850" spc="-165" dirty="0">
                <a:latin typeface="Arial MT"/>
                <a:cs typeface="Arial MT"/>
              </a:rPr>
              <a:t>Use</a:t>
            </a:r>
            <a:r>
              <a:rPr sz="1850" spc="-45" dirty="0">
                <a:latin typeface="Arial MT"/>
                <a:cs typeface="Arial MT"/>
              </a:rPr>
              <a:t> </a:t>
            </a:r>
            <a:r>
              <a:rPr sz="1850" spc="-170" dirty="0">
                <a:latin typeface="Arial MT"/>
                <a:cs typeface="Arial MT"/>
              </a:rPr>
              <a:t>case:</a:t>
            </a:r>
            <a:r>
              <a:rPr sz="1850" spc="-25" dirty="0">
                <a:latin typeface="Arial MT"/>
                <a:cs typeface="Arial MT"/>
              </a:rPr>
              <a:t> </a:t>
            </a:r>
            <a:r>
              <a:rPr sz="1850" spc="-135" dirty="0">
                <a:latin typeface="Arial MT"/>
                <a:cs typeface="Arial MT"/>
              </a:rPr>
              <a:t>Show-</a:t>
            </a:r>
            <a:r>
              <a:rPr sz="1850" spc="-75" dirty="0">
                <a:latin typeface="Arial MT"/>
                <a:cs typeface="Arial MT"/>
              </a:rPr>
              <a:t>term</a:t>
            </a:r>
            <a:r>
              <a:rPr sz="1850" spc="30" dirty="0">
                <a:latin typeface="Arial MT"/>
                <a:cs typeface="Arial MT"/>
              </a:rPr>
              <a:t> </a:t>
            </a:r>
            <a:r>
              <a:rPr sz="1850" spc="-95" dirty="0">
                <a:latin typeface="Arial MT"/>
                <a:cs typeface="Arial MT"/>
              </a:rPr>
              <a:t>computing</a:t>
            </a:r>
            <a:r>
              <a:rPr sz="1850" spc="25" dirty="0">
                <a:latin typeface="Arial MT"/>
                <a:cs typeface="Arial MT"/>
              </a:rPr>
              <a:t> </a:t>
            </a:r>
            <a:r>
              <a:rPr sz="1850" spc="-125" dirty="0">
                <a:latin typeface="Arial MT"/>
                <a:cs typeface="Arial MT"/>
              </a:rPr>
              <a:t>workloads</a:t>
            </a:r>
            <a:r>
              <a:rPr sz="1850" dirty="0">
                <a:latin typeface="Arial MT"/>
                <a:cs typeface="Arial MT"/>
              </a:rPr>
              <a:t> </a:t>
            </a:r>
            <a:r>
              <a:rPr sz="1850" dirty="0">
                <a:solidFill>
                  <a:srgbClr val="0E0E0E"/>
                </a:solidFill>
                <a:latin typeface="Arial MT"/>
                <a:cs typeface="Arial MT"/>
              </a:rPr>
              <a:t>that</a:t>
            </a:r>
            <a:r>
              <a:rPr sz="1850" spc="-40" dirty="0">
                <a:solidFill>
                  <a:srgbClr val="0E0E0E"/>
                </a:solidFill>
                <a:latin typeface="Arial MT"/>
                <a:cs typeface="Arial MT"/>
              </a:rPr>
              <a:t> </a:t>
            </a:r>
            <a:r>
              <a:rPr sz="1850" spc="-125" dirty="0">
                <a:latin typeface="Arial MT"/>
                <a:cs typeface="Arial MT"/>
              </a:rPr>
              <a:t>cannot</a:t>
            </a:r>
            <a:r>
              <a:rPr sz="1850" dirty="0">
                <a:latin typeface="Arial MT"/>
                <a:cs typeface="Arial MT"/>
              </a:rPr>
              <a:t> </a:t>
            </a:r>
            <a:r>
              <a:rPr sz="1850" spc="-25" dirty="0">
                <a:latin typeface="Arial MT"/>
                <a:cs typeface="Arial MT"/>
              </a:rPr>
              <a:t>be </a:t>
            </a:r>
            <a:r>
              <a:rPr sz="1850" spc="-80" dirty="0">
                <a:latin typeface="Arial MT"/>
                <a:cs typeface="Arial MT"/>
              </a:rPr>
              <a:t>interrupted;</a:t>
            </a:r>
            <a:r>
              <a:rPr sz="1850" spc="40" dirty="0">
                <a:latin typeface="Arial MT"/>
                <a:cs typeface="Arial MT"/>
              </a:rPr>
              <a:t> </a:t>
            </a:r>
            <a:r>
              <a:rPr sz="1850" spc="-155" dirty="0">
                <a:latin typeface="Arial MT"/>
                <a:cs typeface="Arial MT"/>
              </a:rPr>
              <a:t>and</a:t>
            </a:r>
            <a:r>
              <a:rPr sz="1850" spc="5" dirty="0">
                <a:latin typeface="Arial MT"/>
                <a:cs typeface="Arial MT"/>
              </a:rPr>
              <a:t> </a:t>
            </a:r>
            <a:r>
              <a:rPr sz="1850" spc="-180" dirty="0">
                <a:solidFill>
                  <a:srgbClr val="0E0E0E"/>
                </a:solidFill>
                <a:latin typeface="Arial MT"/>
                <a:cs typeface="Arial MT"/>
              </a:rPr>
              <a:t>users</a:t>
            </a:r>
            <a:r>
              <a:rPr sz="1850" spc="-45" dirty="0">
                <a:solidFill>
                  <a:srgbClr val="0E0E0E"/>
                </a:solidFill>
                <a:latin typeface="Arial MT"/>
                <a:cs typeface="Arial MT"/>
              </a:rPr>
              <a:t> </a:t>
            </a:r>
            <a:r>
              <a:rPr sz="1850" spc="-20" dirty="0">
                <a:latin typeface="Arial MT"/>
                <a:cs typeface="Arial MT"/>
              </a:rPr>
              <a:t>that</a:t>
            </a:r>
            <a:r>
              <a:rPr sz="1850" spc="-80" dirty="0">
                <a:latin typeface="Arial MT"/>
                <a:cs typeface="Arial MT"/>
              </a:rPr>
              <a:t> </a:t>
            </a:r>
            <a:r>
              <a:rPr sz="1850" spc="-165" dirty="0">
                <a:latin typeface="Arial MT"/>
                <a:cs typeface="Arial MT"/>
              </a:rPr>
              <a:t>need</a:t>
            </a:r>
            <a:r>
              <a:rPr sz="1850" spc="-15" dirty="0">
                <a:latin typeface="Arial MT"/>
                <a:cs typeface="Arial MT"/>
              </a:rPr>
              <a:t> </a:t>
            </a:r>
            <a:r>
              <a:rPr sz="1850" spc="-180" dirty="0">
                <a:latin typeface="Arial MT"/>
                <a:cs typeface="Arial MT"/>
              </a:rPr>
              <a:t>IOw-</a:t>
            </a:r>
            <a:r>
              <a:rPr sz="1850" spc="-150" dirty="0">
                <a:latin typeface="Arial MT"/>
                <a:cs typeface="Arial MT"/>
              </a:rPr>
              <a:t>cost</a:t>
            </a:r>
            <a:r>
              <a:rPr sz="1850" spc="35" dirty="0">
                <a:latin typeface="Arial MT"/>
                <a:cs typeface="Arial MT"/>
              </a:rPr>
              <a:t> </a:t>
            </a:r>
            <a:r>
              <a:rPr sz="1850" spc="-185" dirty="0">
                <a:latin typeface="Arial MT"/>
                <a:cs typeface="Arial MT"/>
              </a:rPr>
              <a:t>COmputing</a:t>
            </a:r>
            <a:r>
              <a:rPr sz="1850" spc="135" dirty="0">
                <a:latin typeface="Arial MT"/>
                <a:cs typeface="Arial MT"/>
              </a:rPr>
              <a:t> </a:t>
            </a:r>
            <a:r>
              <a:rPr sz="1850" spc="-30" dirty="0">
                <a:solidFill>
                  <a:srgbClr val="0C0C0C"/>
                </a:solidFill>
                <a:latin typeface="Arial MT"/>
                <a:cs typeface="Arial MT"/>
              </a:rPr>
              <a:t>without </a:t>
            </a:r>
            <a:r>
              <a:rPr sz="1850" spc="-175" dirty="0">
                <a:latin typeface="Arial MT"/>
                <a:cs typeface="Arial MT"/>
              </a:rPr>
              <a:t>any</a:t>
            </a:r>
            <a:r>
              <a:rPr sz="1850" spc="30" dirty="0">
                <a:latin typeface="Arial MT"/>
                <a:cs typeface="Arial MT"/>
              </a:rPr>
              <a:t> </a:t>
            </a:r>
            <a:r>
              <a:rPr sz="1850" spc="-45" dirty="0">
                <a:latin typeface="Arial MT"/>
                <a:cs typeface="Arial MT"/>
              </a:rPr>
              <a:t>upfront</a:t>
            </a:r>
            <a:r>
              <a:rPr sz="1850" spc="-85" dirty="0">
                <a:latin typeface="Arial MT"/>
                <a:cs typeface="Arial MT"/>
              </a:rPr>
              <a:t> </a:t>
            </a:r>
            <a:r>
              <a:rPr sz="1850" spc="-110" dirty="0">
                <a:solidFill>
                  <a:srgbClr val="1F1F1F"/>
                </a:solidFill>
                <a:latin typeface="Arial MT"/>
                <a:cs typeface="Arial MT"/>
              </a:rPr>
              <a:t>or</a:t>
            </a:r>
            <a:r>
              <a:rPr sz="1850" spc="-55" dirty="0">
                <a:solidFill>
                  <a:srgbClr val="1F1F1F"/>
                </a:solidFill>
                <a:latin typeface="Arial MT"/>
                <a:cs typeface="Arial MT"/>
              </a:rPr>
              <a:t> </a:t>
            </a:r>
            <a:r>
              <a:rPr sz="1850" spc="-75" dirty="0">
                <a:latin typeface="Arial MT"/>
                <a:cs typeface="Arial MT"/>
              </a:rPr>
              <a:t>long-</a:t>
            </a:r>
            <a:r>
              <a:rPr sz="1850" spc="-35" dirty="0">
                <a:latin typeface="Arial MT"/>
                <a:cs typeface="Arial MT"/>
              </a:rPr>
              <a:t>term</a:t>
            </a:r>
            <a:r>
              <a:rPr sz="1850" spc="-5" dirty="0">
                <a:latin typeface="Arial MT"/>
                <a:cs typeface="Arial MT"/>
              </a:rPr>
              <a:t> </a:t>
            </a:r>
            <a:r>
              <a:rPr sz="1850" spc="-10" dirty="0">
                <a:solidFill>
                  <a:srgbClr val="0F0F0F"/>
                </a:solidFill>
                <a:latin typeface="Arial MT"/>
                <a:cs typeface="Arial MT"/>
              </a:rPr>
              <a:t>commitment.</a:t>
            </a:r>
            <a:endParaRPr sz="1850">
              <a:latin typeface="Arial MT"/>
              <a:cs typeface="Arial MT"/>
            </a:endParaRPr>
          </a:p>
        </p:txBody>
      </p:sp>
      <p:sp>
        <p:nvSpPr>
          <p:cNvPr id="13" name="object 13"/>
          <p:cNvSpPr txBox="1"/>
          <p:nvPr/>
        </p:nvSpPr>
        <p:spPr>
          <a:xfrm>
            <a:off x="1675258" y="5345712"/>
            <a:ext cx="2680335" cy="155575"/>
          </a:xfrm>
          <a:prstGeom prst="rect">
            <a:avLst/>
          </a:prstGeom>
        </p:spPr>
        <p:txBody>
          <a:bodyPr vert="horz" wrap="square" lIns="0" tIns="12700" rIns="0" bIns="0" rtlCol="0">
            <a:spAutoFit/>
          </a:bodyPr>
          <a:lstStyle/>
          <a:p>
            <a:pPr marL="12700">
              <a:lnSpc>
                <a:spcPct val="100000"/>
              </a:lnSpc>
              <a:spcBef>
                <a:spcPts val="100"/>
              </a:spcBef>
            </a:pPr>
            <a:r>
              <a:rPr sz="850" spc="-10" dirty="0">
                <a:solidFill>
                  <a:srgbClr val="5B5B5B"/>
                </a:solidFill>
                <a:latin typeface="Courier New"/>
                <a:cs typeface="Courier New"/>
              </a:rPr>
              <a:t>fM2AmaonWebSrvbe&amp;</a:t>
            </a:r>
            <a:r>
              <a:rPr sz="850" spc="-10" dirty="0">
                <a:solidFill>
                  <a:srgbClr val="545454"/>
                </a:solidFill>
                <a:latin typeface="Courier New"/>
                <a:cs typeface="Courier New"/>
              </a:rPr>
              <a:t>Iu.wIaaV#aesflngnaeaeved</a:t>
            </a:r>
            <a:endParaRPr sz="850">
              <a:latin typeface="Courier New"/>
              <a:cs typeface="Courier New"/>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365885" y="365125"/>
            <a:ext cx="9459341" cy="4944065"/>
          </a:xfrm>
          <a:prstGeom prst="rect">
            <a:avLst/>
          </a:prstGeom>
        </p:spPr>
      </p:pic>
      <p:sp>
        <p:nvSpPr>
          <p:cNvPr id="3" name="object 3"/>
          <p:cNvSpPr txBox="1"/>
          <p:nvPr/>
        </p:nvSpPr>
        <p:spPr>
          <a:xfrm>
            <a:off x="4776896" y="1413001"/>
            <a:ext cx="5802630" cy="551815"/>
          </a:xfrm>
          <a:prstGeom prst="rect">
            <a:avLst/>
          </a:prstGeom>
        </p:spPr>
        <p:txBody>
          <a:bodyPr vert="horz" wrap="square" lIns="0" tIns="5080" rIns="0" bIns="0" rtlCol="0">
            <a:spAutoFit/>
          </a:bodyPr>
          <a:lstStyle/>
          <a:p>
            <a:pPr marL="12700" marR="5080" indent="15240">
              <a:lnSpc>
                <a:spcPct val="103000"/>
              </a:lnSpc>
              <a:spcBef>
                <a:spcPts val="40"/>
              </a:spcBef>
            </a:pPr>
            <a:r>
              <a:rPr sz="1700" spc="-95" dirty="0">
                <a:latin typeface="Courier New"/>
                <a:cs typeface="Courier New"/>
              </a:rPr>
              <a:t>ECZ</a:t>
            </a:r>
            <a:r>
              <a:rPr sz="1700" spc="-545" dirty="0">
                <a:latin typeface="Courier New"/>
                <a:cs typeface="Courier New"/>
              </a:rPr>
              <a:t> </a:t>
            </a:r>
            <a:r>
              <a:rPr sz="1700" spc="-204" dirty="0">
                <a:latin typeface="Courier New"/>
                <a:cs typeface="Courier New"/>
              </a:rPr>
              <a:t>has</a:t>
            </a:r>
            <a:r>
              <a:rPr sz="1700" spc="-720" dirty="0">
                <a:latin typeface="Courier New"/>
                <a:cs typeface="Courier New"/>
              </a:rPr>
              <a:t> </a:t>
            </a:r>
            <a:r>
              <a:rPr sz="1700" spc="-275" dirty="0">
                <a:latin typeface="Courier New"/>
                <a:cs typeface="Courier New"/>
              </a:rPr>
              <a:t>three</a:t>
            </a:r>
            <a:r>
              <a:rPr sz="1700" spc="-365" dirty="0">
                <a:latin typeface="Courier New"/>
                <a:cs typeface="Courier New"/>
              </a:rPr>
              <a:t> </a:t>
            </a:r>
            <a:r>
              <a:rPr sz="1700" spc="-204" dirty="0">
                <a:latin typeface="Courier New"/>
                <a:cs typeface="Courier New"/>
              </a:rPr>
              <a:t>main</a:t>
            </a:r>
            <a:r>
              <a:rPr sz="1700" spc="-380" dirty="0">
                <a:latin typeface="Courier New"/>
                <a:cs typeface="Courier New"/>
              </a:rPr>
              <a:t> </a:t>
            </a:r>
            <a:r>
              <a:rPr sz="1700" spc="-375" dirty="0">
                <a:latin typeface="Courier New"/>
                <a:cs typeface="Courier New"/>
              </a:rPr>
              <a:t>pricing</a:t>
            </a:r>
            <a:r>
              <a:rPr sz="1700" spc="-285" dirty="0">
                <a:latin typeface="Courier New"/>
                <a:cs typeface="Courier New"/>
              </a:rPr>
              <a:t> </a:t>
            </a:r>
            <a:r>
              <a:rPr sz="1700" spc="-225" dirty="0">
                <a:latin typeface="Courier New"/>
                <a:cs typeface="Courier New"/>
              </a:rPr>
              <a:t>models.</a:t>
            </a:r>
            <a:r>
              <a:rPr sz="1700" spc="-735" dirty="0">
                <a:latin typeface="Courier New"/>
                <a:cs typeface="Courier New"/>
              </a:rPr>
              <a:t> </a:t>
            </a:r>
            <a:r>
              <a:rPr sz="1700" spc="-145" dirty="0">
                <a:latin typeface="Courier New"/>
                <a:cs typeface="Courier New"/>
              </a:rPr>
              <a:t>Choose</a:t>
            </a:r>
            <a:r>
              <a:rPr sz="1700" spc="-540" dirty="0">
                <a:latin typeface="Courier New"/>
                <a:cs typeface="Courier New"/>
              </a:rPr>
              <a:t> </a:t>
            </a:r>
            <a:r>
              <a:rPr sz="1700" spc="-225" dirty="0">
                <a:latin typeface="Courier New"/>
                <a:cs typeface="Courier New"/>
              </a:rPr>
              <a:t>each</a:t>
            </a:r>
            <a:r>
              <a:rPr sz="1700" spc="-525" dirty="0">
                <a:latin typeface="Courier New"/>
                <a:cs typeface="Courier New"/>
              </a:rPr>
              <a:t> </a:t>
            </a:r>
            <a:r>
              <a:rPr sz="1700" spc="-235" dirty="0">
                <a:latin typeface="Courier New"/>
                <a:cs typeface="Courier New"/>
              </a:rPr>
              <a:t>to</a:t>
            </a:r>
            <a:r>
              <a:rPr sz="1700" spc="-625" dirty="0">
                <a:latin typeface="Courier New"/>
                <a:cs typeface="Courier New"/>
              </a:rPr>
              <a:t> </a:t>
            </a:r>
            <a:r>
              <a:rPr sz="1700" spc="-325" dirty="0">
                <a:latin typeface="Courier New"/>
                <a:cs typeface="Courier New"/>
              </a:rPr>
              <a:t>learn</a:t>
            </a:r>
            <a:r>
              <a:rPr sz="1700" spc="-375" dirty="0">
                <a:latin typeface="Courier New"/>
                <a:cs typeface="Courier New"/>
              </a:rPr>
              <a:t> </a:t>
            </a:r>
            <a:r>
              <a:rPr sz="1700" spc="-20" dirty="0">
                <a:latin typeface="Courier New"/>
                <a:cs typeface="Courier New"/>
              </a:rPr>
              <a:t>more </a:t>
            </a:r>
            <a:r>
              <a:rPr sz="1700" spc="-175" dirty="0">
                <a:latin typeface="Courier New"/>
                <a:cs typeface="Courier New"/>
              </a:rPr>
              <a:t>about</a:t>
            </a:r>
            <a:r>
              <a:rPr sz="1700" spc="-600" dirty="0">
                <a:latin typeface="Courier New"/>
                <a:cs typeface="Courier New"/>
              </a:rPr>
              <a:t> </a:t>
            </a:r>
            <a:r>
              <a:rPr sz="1700" spc="-10" dirty="0">
                <a:latin typeface="Courier New"/>
                <a:cs typeface="Courier New"/>
              </a:rPr>
              <a:t>them.</a:t>
            </a:r>
            <a:endParaRPr sz="1700">
              <a:latin typeface="Courier New"/>
              <a:cs typeface="Courier New"/>
            </a:endParaRPr>
          </a:p>
        </p:txBody>
      </p:sp>
      <p:sp>
        <p:nvSpPr>
          <p:cNvPr id="4" name="object 4"/>
          <p:cNvSpPr txBox="1"/>
          <p:nvPr/>
        </p:nvSpPr>
        <p:spPr>
          <a:xfrm>
            <a:off x="4665468" y="2699030"/>
            <a:ext cx="5582920" cy="2501900"/>
          </a:xfrm>
          <a:prstGeom prst="rect">
            <a:avLst/>
          </a:prstGeom>
        </p:spPr>
        <p:txBody>
          <a:bodyPr vert="horz" wrap="square" lIns="0" tIns="30480" rIns="0" bIns="0" rtlCol="0">
            <a:spAutoFit/>
          </a:bodyPr>
          <a:lstStyle/>
          <a:p>
            <a:pPr marL="12700" marR="5080" indent="10795">
              <a:lnSpc>
                <a:spcPts val="1950"/>
              </a:lnSpc>
              <a:spcBef>
                <a:spcPts val="240"/>
              </a:spcBef>
            </a:pPr>
            <a:r>
              <a:rPr sz="1700" spc="-195" dirty="0">
                <a:latin typeface="Courier New"/>
                <a:cs typeface="Courier New"/>
              </a:rPr>
              <a:t>You</a:t>
            </a:r>
            <a:r>
              <a:rPr sz="1700" spc="-605" dirty="0">
                <a:latin typeface="Courier New"/>
                <a:cs typeface="Courier New"/>
              </a:rPr>
              <a:t> </a:t>
            </a:r>
            <a:r>
              <a:rPr sz="1700" spc="-260" dirty="0">
                <a:latin typeface="Courier New"/>
                <a:cs typeface="Courier New"/>
              </a:rPr>
              <a:t>can</a:t>
            </a:r>
            <a:r>
              <a:rPr sz="1700" spc="-480" dirty="0">
                <a:latin typeface="Courier New"/>
                <a:cs typeface="Courier New"/>
              </a:rPr>
              <a:t> </a:t>
            </a:r>
            <a:r>
              <a:rPr sz="1700" spc="-260" dirty="0">
                <a:latin typeface="Courier New"/>
                <a:cs typeface="Courier New"/>
              </a:rPr>
              <a:t>use</a:t>
            </a:r>
            <a:r>
              <a:rPr sz="1700" spc="-565" dirty="0">
                <a:latin typeface="Courier New"/>
                <a:cs typeface="Courier New"/>
              </a:rPr>
              <a:t> </a:t>
            </a:r>
            <a:r>
              <a:rPr sz="1700" spc="-125" dirty="0">
                <a:latin typeface="Courier New"/>
                <a:cs typeface="Courier New"/>
              </a:rPr>
              <a:t>Amazon</a:t>
            </a:r>
            <a:r>
              <a:rPr sz="1700" spc="-495" dirty="0">
                <a:latin typeface="Courier New"/>
                <a:cs typeface="Courier New"/>
              </a:rPr>
              <a:t> </a:t>
            </a:r>
            <a:r>
              <a:rPr sz="1700" spc="-165" dirty="0">
                <a:latin typeface="Courier New"/>
                <a:cs typeface="Courier New"/>
              </a:rPr>
              <a:t>EC2</a:t>
            </a:r>
            <a:r>
              <a:rPr sz="1700" spc="-640" dirty="0">
                <a:latin typeface="Courier New"/>
                <a:cs typeface="Courier New"/>
              </a:rPr>
              <a:t> </a:t>
            </a:r>
            <a:r>
              <a:rPr sz="1700" spc="-245" dirty="0">
                <a:latin typeface="Courier New"/>
                <a:cs typeface="Courier New"/>
              </a:rPr>
              <a:t>Spot</a:t>
            </a:r>
            <a:r>
              <a:rPr sz="1700" spc="-625" dirty="0">
                <a:latin typeface="Courier New"/>
                <a:cs typeface="Courier New"/>
              </a:rPr>
              <a:t> </a:t>
            </a:r>
            <a:r>
              <a:rPr sz="1700" spc="-355" dirty="0">
                <a:latin typeface="Courier New"/>
                <a:cs typeface="Courier New"/>
              </a:rPr>
              <a:t>Instances</a:t>
            </a:r>
            <a:r>
              <a:rPr sz="1700" spc="-405" dirty="0">
                <a:latin typeface="Courier New"/>
                <a:cs typeface="Courier New"/>
              </a:rPr>
              <a:t> </a:t>
            </a:r>
            <a:r>
              <a:rPr sz="1700" spc="-355" dirty="0">
                <a:latin typeface="Courier New"/>
                <a:cs typeface="Courier New"/>
              </a:rPr>
              <a:t>to</a:t>
            </a:r>
            <a:r>
              <a:rPr sz="1700" spc="-570" dirty="0">
                <a:latin typeface="Courier New"/>
                <a:cs typeface="Courier New"/>
              </a:rPr>
              <a:t> </a:t>
            </a:r>
            <a:r>
              <a:rPr sz="1700" spc="-315" dirty="0">
                <a:latin typeface="Courier New"/>
                <a:cs typeface="Courier New"/>
              </a:rPr>
              <a:t>take</a:t>
            </a:r>
            <a:r>
              <a:rPr sz="1700" spc="-600" dirty="0">
                <a:latin typeface="Courier New"/>
                <a:cs typeface="Courier New"/>
              </a:rPr>
              <a:t> </a:t>
            </a:r>
            <a:r>
              <a:rPr sz="1700" spc="-254" dirty="0">
                <a:latin typeface="Courier New"/>
                <a:cs typeface="Courier New"/>
              </a:rPr>
              <a:t>advantage</a:t>
            </a:r>
            <a:r>
              <a:rPr sz="1700" spc="-570" dirty="0">
                <a:latin typeface="Courier New"/>
                <a:cs typeface="Courier New"/>
              </a:rPr>
              <a:t> </a:t>
            </a:r>
            <a:r>
              <a:rPr sz="1700" spc="-310" dirty="0">
                <a:latin typeface="Courier New"/>
                <a:cs typeface="Courier New"/>
              </a:rPr>
              <a:t>of </a:t>
            </a:r>
            <a:r>
              <a:rPr sz="1700" spc="-254" dirty="0">
                <a:latin typeface="Courier New"/>
                <a:cs typeface="Courier New"/>
              </a:rPr>
              <a:t>unused</a:t>
            </a:r>
            <a:r>
              <a:rPr sz="1700" spc="-400" dirty="0">
                <a:latin typeface="Courier New"/>
                <a:cs typeface="Courier New"/>
              </a:rPr>
              <a:t> </a:t>
            </a:r>
            <a:r>
              <a:rPr sz="1700" spc="-125" dirty="0">
                <a:latin typeface="Courier New"/>
                <a:cs typeface="Courier New"/>
              </a:rPr>
              <a:t>Amazon</a:t>
            </a:r>
            <a:r>
              <a:rPr sz="1700" spc="-490" dirty="0">
                <a:latin typeface="Courier New"/>
                <a:cs typeface="Courier New"/>
              </a:rPr>
              <a:t> </a:t>
            </a:r>
            <a:r>
              <a:rPr sz="1700" spc="-145" dirty="0">
                <a:latin typeface="Courier New"/>
                <a:cs typeface="Courier New"/>
              </a:rPr>
              <a:t>EC2</a:t>
            </a:r>
            <a:r>
              <a:rPr sz="1700" spc="-690" dirty="0">
                <a:latin typeface="Courier New"/>
                <a:cs typeface="Courier New"/>
              </a:rPr>
              <a:t> </a:t>
            </a:r>
            <a:r>
              <a:rPr sz="1700" spc="-365" dirty="0">
                <a:latin typeface="Courier New"/>
                <a:cs typeface="Courier New"/>
              </a:rPr>
              <a:t>capacity</a:t>
            </a:r>
            <a:r>
              <a:rPr sz="1700" spc="-475" dirty="0">
                <a:latin typeface="Courier New"/>
                <a:cs typeface="Courier New"/>
              </a:rPr>
              <a:t> </a:t>
            </a:r>
            <a:r>
              <a:rPr sz="1700" spc="-434" dirty="0">
                <a:latin typeface="Courier New"/>
                <a:cs typeface="Courier New"/>
              </a:rPr>
              <a:t>in</a:t>
            </a:r>
            <a:r>
              <a:rPr sz="1700" spc="-515" dirty="0">
                <a:latin typeface="Courier New"/>
                <a:cs typeface="Courier New"/>
              </a:rPr>
              <a:t> </a:t>
            </a:r>
            <a:r>
              <a:rPr sz="1700" spc="-285" dirty="0">
                <a:latin typeface="Courier New"/>
                <a:cs typeface="Courier New"/>
              </a:rPr>
              <a:t>the</a:t>
            </a:r>
            <a:r>
              <a:rPr sz="1700" spc="-535" dirty="0">
                <a:latin typeface="Courier New"/>
                <a:cs typeface="Courier New"/>
              </a:rPr>
              <a:t> </a:t>
            </a:r>
            <a:r>
              <a:rPr sz="1700" dirty="0">
                <a:latin typeface="Courier New"/>
                <a:cs typeface="Courier New"/>
              </a:rPr>
              <a:t>AWS</a:t>
            </a:r>
            <a:r>
              <a:rPr sz="1700" spc="-685" dirty="0">
                <a:latin typeface="Courier New"/>
                <a:cs typeface="Courier New"/>
              </a:rPr>
              <a:t> </a:t>
            </a:r>
            <a:r>
              <a:rPr sz="1700" spc="-325" dirty="0">
                <a:latin typeface="Courier New"/>
                <a:cs typeface="Courier New"/>
              </a:rPr>
              <a:t>cloud</a:t>
            </a:r>
            <a:r>
              <a:rPr sz="1700" spc="-475" dirty="0">
                <a:latin typeface="Courier New"/>
                <a:cs typeface="Courier New"/>
              </a:rPr>
              <a:t> </a:t>
            </a:r>
            <a:r>
              <a:rPr sz="1700" spc="-355" dirty="0">
                <a:latin typeface="Courier New"/>
                <a:cs typeface="Courier New"/>
              </a:rPr>
              <a:t>for</a:t>
            </a:r>
            <a:r>
              <a:rPr sz="1700" spc="-675" dirty="0">
                <a:latin typeface="Courier New"/>
                <a:cs typeface="Courier New"/>
              </a:rPr>
              <a:t> </a:t>
            </a:r>
            <a:r>
              <a:rPr sz="1700" spc="-254" dirty="0">
                <a:latin typeface="Courier New"/>
                <a:cs typeface="Courier New"/>
              </a:rPr>
              <a:t>a</a:t>
            </a:r>
            <a:r>
              <a:rPr sz="1700" spc="-575" dirty="0">
                <a:latin typeface="Courier New"/>
                <a:cs typeface="Courier New"/>
              </a:rPr>
              <a:t> </a:t>
            </a:r>
            <a:r>
              <a:rPr sz="1700" spc="-365" dirty="0">
                <a:latin typeface="Courier New"/>
                <a:cs typeface="Courier New"/>
              </a:rPr>
              <a:t>discount. </a:t>
            </a:r>
            <a:r>
              <a:rPr sz="1700" spc="-195" dirty="0">
                <a:latin typeface="Courier New"/>
                <a:cs typeface="Courier New"/>
              </a:rPr>
              <a:t>You</a:t>
            </a:r>
            <a:r>
              <a:rPr sz="1700" spc="-605" dirty="0">
                <a:latin typeface="Courier New"/>
                <a:cs typeface="Courier New"/>
              </a:rPr>
              <a:t> </a:t>
            </a:r>
            <a:r>
              <a:rPr sz="1700" spc="-260" dirty="0">
                <a:latin typeface="Courier New"/>
                <a:cs typeface="Courier New"/>
              </a:rPr>
              <a:t>can</a:t>
            </a:r>
            <a:r>
              <a:rPr sz="1700" spc="-585" dirty="0">
                <a:latin typeface="Courier New"/>
                <a:cs typeface="Courier New"/>
              </a:rPr>
              <a:t> </a:t>
            </a:r>
            <a:r>
              <a:rPr sz="1700" spc="-285" dirty="0">
                <a:latin typeface="Courier New"/>
                <a:cs typeface="Courier New"/>
              </a:rPr>
              <a:t>save</a:t>
            </a:r>
            <a:r>
              <a:rPr sz="1700" spc="-470" dirty="0">
                <a:latin typeface="Courier New"/>
                <a:cs typeface="Courier New"/>
              </a:rPr>
              <a:t> </a:t>
            </a:r>
            <a:r>
              <a:rPr sz="1700" spc="-185" dirty="0">
                <a:latin typeface="Courier New"/>
                <a:cs typeface="Courier New"/>
              </a:rPr>
              <a:t>up</a:t>
            </a:r>
            <a:r>
              <a:rPr sz="1700" spc="-585" dirty="0">
                <a:latin typeface="Courier New"/>
                <a:cs typeface="Courier New"/>
              </a:rPr>
              <a:t> </a:t>
            </a:r>
            <a:r>
              <a:rPr sz="1700" spc="-310" dirty="0">
                <a:latin typeface="Courier New"/>
                <a:cs typeface="Courier New"/>
              </a:rPr>
              <a:t>to</a:t>
            </a:r>
            <a:r>
              <a:rPr sz="1700" spc="-765" dirty="0">
                <a:latin typeface="Courier New"/>
                <a:cs typeface="Courier New"/>
              </a:rPr>
              <a:t> </a:t>
            </a:r>
            <a:r>
              <a:rPr sz="1700" dirty="0">
                <a:latin typeface="Courier New"/>
                <a:cs typeface="Courier New"/>
              </a:rPr>
              <a:t>90</a:t>
            </a:r>
            <a:r>
              <a:rPr sz="1700" spc="-650" dirty="0">
                <a:latin typeface="Courier New"/>
                <a:cs typeface="Courier New"/>
              </a:rPr>
              <a:t> </a:t>
            </a:r>
            <a:r>
              <a:rPr sz="1700" spc="-315" dirty="0">
                <a:latin typeface="Courier New"/>
                <a:cs typeface="Courier New"/>
              </a:rPr>
              <a:t>percent</a:t>
            </a:r>
            <a:r>
              <a:rPr sz="1700" spc="-705" dirty="0">
                <a:latin typeface="Courier New"/>
                <a:cs typeface="Courier New"/>
              </a:rPr>
              <a:t> </a:t>
            </a:r>
            <a:r>
              <a:rPr sz="1700" spc="-204" dirty="0">
                <a:latin typeface="Courier New"/>
                <a:cs typeface="Courier New"/>
              </a:rPr>
              <a:t>compared</a:t>
            </a:r>
            <a:r>
              <a:rPr sz="1700" spc="-390" dirty="0">
                <a:latin typeface="Courier New"/>
                <a:cs typeface="Courier New"/>
              </a:rPr>
              <a:t> </a:t>
            </a:r>
            <a:r>
              <a:rPr sz="1700" spc="-310" dirty="0">
                <a:latin typeface="Courier New"/>
                <a:cs typeface="Courier New"/>
              </a:rPr>
              <a:t>to</a:t>
            </a:r>
            <a:r>
              <a:rPr sz="1700" spc="-615" dirty="0">
                <a:latin typeface="Courier New"/>
                <a:cs typeface="Courier New"/>
              </a:rPr>
              <a:t> </a:t>
            </a:r>
            <a:r>
              <a:rPr sz="1700" spc="-135" dirty="0">
                <a:latin typeface="Courier New"/>
                <a:cs typeface="Courier New"/>
              </a:rPr>
              <a:t>On—Demand</a:t>
            </a:r>
            <a:r>
              <a:rPr sz="1700" spc="-260" dirty="0">
                <a:latin typeface="Courier New"/>
                <a:cs typeface="Courier New"/>
              </a:rPr>
              <a:t> </a:t>
            </a:r>
            <a:r>
              <a:rPr sz="1700" spc="-450" dirty="0">
                <a:latin typeface="Courier New"/>
                <a:cs typeface="Courier New"/>
              </a:rPr>
              <a:t>prices. </a:t>
            </a:r>
            <a:r>
              <a:rPr sz="1700" spc="-155" dirty="0">
                <a:latin typeface="Courier New"/>
                <a:cs typeface="Courier New"/>
              </a:rPr>
              <a:t>To</a:t>
            </a:r>
            <a:r>
              <a:rPr sz="1700" spc="-670" dirty="0">
                <a:latin typeface="Courier New"/>
                <a:cs typeface="Courier New"/>
              </a:rPr>
              <a:t> </a:t>
            </a:r>
            <a:r>
              <a:rPr sz="1700" spc="-260" dirty="0">
                <a:latin typeface="Courier New"/>
                <a:cs typeface="Courier New"/>
              </a:rPr>
              <a:t>get</a:t>
            </a:r>
            <a:r>
              <a:rPr sz="1700" spc="-730" dirty="0">
                <a:latin typeface="Courier New"/>
                <a:cs typeface="Courier New"/>
              </a:rPr>
              <a:t> </a:t>
            </a:r>
            <a:r>
              <a:rPr sz="1700" spc="-150" dirty="0">
                <a:latin typeface="Courier New"/>
                <a:cs typeface="Courier New"/>
              </a:rPr>
              <a:t>a</a:t>
            </a:r>
            <a:r>
              <a:rPr sz="1700" spc="-730" dirty="0">
                <a:latin typeface="Courier New"/>
                <a:cs typeface="Courier New"/>
              </a:rPr>
              <a:t> </a:t>
            </a:r>
            <a:r>
              <a:rPr sz="1700" spc="-225" dirty="0">
                <a:latin typeface="Courier New"/>
                <a:cs typeface="Courier New"/>
              </a:rPr>
              <a:t>Spot</a:t>
            </a:r>
            <a:r>
              <a:rPr sz="1700" spc="-635" dirty="0">
                <a:latin typeface="Courier New"/>
                <a:cs typeface="Courier New"/>
              </a:rPr>
              <a:t> </a:t>
            </a:r>
            <a:r>
              <a:rPr sz="1700" spc="-375" dirty="0">
                <a:latin typeface="Courier New"/>
                <a:cs typeface="Courier New"/>
              </a:rPr>
              <a:t>Instance,</a:t>
            </a:r>
            <a:r>
              <a:rPr sz="1700" spc="-685" dirty="0">
                <a:latin typeface="Courier New"/>
                <a:cs typeface="Courier New"/>
              </a:rPr>
              <a:t> </a:t>
            </a:r>
            <a:r>
              <a:rPr sz="1700" spc="-185" dirty="0">
                <a:latin typeface="Courier New"/>
                <a:cs typeface="Courier New"/>
              </a:rPr>
              <a:t>you</a:t>
            </a:r>
            <a:r>
              <a:rPr sz="1700" spc="-700" dirty="0">
                <a:latin typeface="Courier New"/>
                <a:cs typeface="Courier New"/>
              </a:rPr>
              <a:t> </a:t>
            </a:r>
            <a:r>
              <a:rPr sz="1700" spc="-245" dirty="0">
                <a:latin typeface="Courier New"/>
                <a:cs typeface="Courier New"/>
              </a:rPr>
              <a:t>submit</a:t>
            </a:r>
            <a:r>
              <a:rPr sz="1700" spc="-630" dirty="0">
                <a:latin typeface="Courier New"/>
                <a:cs typeface="Courier New"/>
              </a:rPr>
              <a:t> </a:t>
            </a:r>
            <a:r>
              <a:rPr sz="1700" spc="-150" dirty="0">
                <a:latin typeface="Courier New"/>
                <a:cs typeface="Courier New"/>
              </a:rPr>
              <a:t>a</a:t>
            </a:r>
            <a:r>
              <a:rPr sz="1700" spc="-645" dirty="0">
                <a:latin typeface="Courier New"/>
                <a:cs typeface="Courier New"/>
              </a:rPr>
              <a:t> </a:t>
            </a:r>
            <a:r>
              <a:rPr sz="1700" spc="-315" dirty="0">
                <a:latin typeface="Courier New"/>
                <a:cs typeface="Courier New"/>
              </a:rPr>
              <a:t>request</a:t>
            </a:r>
            <a:r>
              <a:rPr sz="1700" spc="-575" dirty="0">
                <a:latin typeface="Courier New"/>
                <a:cs typeface="Courier New"/>
              </a:rPr>
              <a:t> </a:t>
            </a:r>
            <a:r>
              <a:rPr sz="1700" spc="-315" dirty="0">
                <a:latin typeface="Courier New"/>
                <a:cs typeface="Courier New"/>
              </a:rPr>
              <a:t>with</a:t>
            </a:r>
            <a:r>
              <a:rPr sz="1700" spc="-520" dirty="0">
                <a:latin typeface="Courier New"/>
                <a:cs typeface="Courier New"/>
              </a:rPr>
              <a:t> </a:t>
            </a:r>
            <a:r>
              <a:rPr sz="1700" spc="-285" dirty="0">
                <a:latin typeface="Courier New"/>
                <a:cs typeface="Courier New"/>
              </a:rPr>
              <a:t>the</a:t>
            </a:r>
            <a:r>
              <a:rPr sz="1700" spc="-685" dirty="0">
                <a:latin typeface="Courier New"/>
                <a:cs typeface="Courier New"/>
              </a:rPr>
              <a:t> </a:t>
            </a:r>
            <a:r>
              <a:rPr sz="1700" spc="-355" dirty="0">
                <a:latin typeface="Courier New"/>
                <a:cs typeface="Courier New"/>
              </a:rPr>
              <a:t>instance </a:t>
            </a:r>
            <a:r>
              <a:rPr sz="1700" spc="-335" dirty="0">
                <a:latin typeface="Courier New"/>
                <a:cs typeface="Courier New"/>
              </a:rPr>
              <a:t>speciﬁcations</a:t>
            </a:r>
            <a:r>
              <a:rPr sz="1700" spc="-580" dirty="0">
                <a:latin typeface="Courier New"/>
                <a:cs typeface="Courier New"/>
              </a:rPr>
              <a:t> </a:t>
            </a:r>
            <a:r>
              <a:rPr sz="1700" spc="-204" dirty="0">
                <a:latin typeface="Courier New"/>
                <a:cs typeface="Courier New"/>
              </a:rPr>
              <a:t>and</a:t>
            </a:r>
            <a:r>
              <a:rPr sz="1700" spc="-440" dirty="0">
                <a:latin typeface="Courier New"/>
                <a:cs typeface="Courier New"/>
              </a:rPr>
              <a:t> </a:t>
            </a:r>
            <a:r>
              <a:rPr sz="1700" spc="-315" dirty="0">
                <a:latin typeface="Courier New"/>
                <a:cs typeface="Courier New"/>
              </a:rPr>
              <a:t>the</a:t>
            </a:r>
            <a:r>
              <a:rPr sz="1700" spc="-445" dirty="0">
                <a:latin typeface="Courier New"/>
                <a:cs typeface="Courier New"/>
              </a:rPr>
              <a:t> </a:t>
            </a:r>
            <a:r>
              <a:rPr sz="1700" spc="-125" dirty="0">
                <a:latin typeface="Courier New"/>
                <a:cs typeface="Courier New"/>
              </a:rPr>
              <a:t>maximum</a:t>
            </a:r>
            <a:r>
              <a:rPr sz="1700" spc="-320" dirty="0">
                <a:latin typeface="Courier New"/>
                <a:cs typeface="Courier New"/>
              </a:rPr>
              <a:t> </a:t>
            </a:r>
            <a:r>
              <a:rPr sz="1700" spc="-395" dirty="0">
                <a:latin typeface="Courier New"/>
                <a:cs typeface="Courier New"/>
              </a:rPr>
              <a:t>price</a:t>
            </a:r>
            <a:r>
              <a:rPr sz="1700" spc="-555" dirty="0">
                <a:latin typeface="Courier New"/>
                <a:cs typeface="Courier New"/>
              </a:rPr>
              <a:t> </a:t>
            </a:r>
            <a:r>
              <a:rPr sz="1700" spc="-355" dirty="0">
                <a:latin typeface="Courier New"/>
                <a:cs typeface="Courier New"/>
              </a:rPr>
              <a:t>that</a:t>
            </a:r>
            <a:r>
              <a:rPr sz="1700" spc="-675" dirty="0">
                <a:latin typeface="Courier New"/>
                <a:cs typeface="Courier New"/>
              </a:rPr>
              <a:t> </a:t>
            </a:r>
            <a:r>
              <a:rPr sz="1700" spc="-185" dirty="0">
                <a:latin typeface="Courier New"/>
                <a:cs typeface="Courier New"/>
              </a:rPr>
              <a:t>you</a:t>
            </a:r>
            <a:r>
              <a:rPr sz="1700" spc="-650" dirty="0">
                <a:latin typeface="Courier New"/>
                <a:cs typeface="Courier New"/>
              </a:rPr>
              <a:t> </a:t>
            </a:r>
            <a:r>
              <a:rPr sz="1700" spc="-315" dirty="0">
                <a:latin typeface="Courier New"/>
                <a:cs typeface="Courier New"/>
              </a:rPr>
              <a:t>are</a:t>
            </a:r>
            <a:r>
              <a:rPr sz="1700" spc="-615" dirty="0">
                <a:latin typeface="Courier New"/>
                <a:cs typeface="Courier New"/>
              </a:rPr>
              <a:t> </a:t>
            </a:r>
            <a:r>
              <a:rPr sz="1700" spc="-434" dirty="0">
                <a:latin typeface="Courier New"/>
                <a:cs typeface="Courier New"/>
              </a:rPr>
              <a:t>Willing</a:t>
            </a:r>
            <a:r>
              <a:rPr sz="1700" spc="-430" dirty="0">
                <a:latin typeface="Courier New"/>
                <a:cs typeface="Courier New"/>
              </a:rPr>
              <a:t> </a:t>
            </a:r>
            <a:r>
              <a:rPr sz="1700" spc="-310" dirty="0">
                <a:latin typeface="Courier New"/>
                <a:cs typeface="Courier New"/>
              </a:rPr>
              <a:t>to</a:t>
            </a:r>
            <a:r>
              <a:rPr sz="1700" spc="-495" dirty="0">
                <a:latin typeface="Courier New"/>
                <a:cs typeface="Courier New"/>
              </a:rPr>
              <a:t> </a:t>
            </a:r>
            <a:r>
              <a:rPr sz="1700" spc="-300" dirty="0">
                <a:latin typeface="Courier New"/>
                <a:cs typeface="Courier New"/>
              </a:rPr>
              <a:t>pay </a:t>
            </a:r>
            <a:r>
              <a:rPr sz="1700" spc="-315" dirty="0">
                <a:latin typeface="Courier New"/>
                <a:cs typeface="Courier New"/>
              </a:rPr>
              <a:t>per</a:t>
            </a:r>
            <a:r>
              <a:rPr sz="1700" spc="-595" dirty="0">
                <a:latin typeface="Courier New"/>
                <a:cs typeface="Courier New"/>
              </a:rPr>
              <a:t> </a:t>
            </a:r>
            <a:r>
              <a:rPr sz="1700" spc="-345" dirty="0">
                <a:latin typeface="Courier New"/>
                <a:cs typeface="Courier New"/>
              </a:rPr>
              <a:t>hour.</a:t>
            </a:r>
            <a:r>
              <a:rPr sz="1700" spc="-690" dirty="0">
                <a:latin typeface="Courier New"/>
                <a:cs typeface="Courier New"/>
              </a:rPr>
              <a:t> </a:t>
            </a:r>
            <a:r>
              <a:rPr sz="1700" spc="-55" dirty="0">
                <a:latin typeface="Courier New"/>
                <a:cs typeface="Courier New"/>
              </a:rPr>
              <a:t>When</a:t>
            </a:r>
            <a:r>
              <a:rPr sz="1700" spc="-590" dirty="0">
                <a:latin typeface="Courier New"/>
                <a:cs typeface="Courier New"/>
              </a:rPr>
              <a:t> </a:t>
            </a:r>
            <a:r>
              <a:rPr sz="1700" spc="-254" dirty="0">
                <a:latin typeface="Courier New"/>
                <a:cs typeface="Courier New"/>
              </a:rPr>
              <a:t>a</a:t>
            </a:r>
            <a:r>
              <a:rPr sz="1700" spc="-630" dirty="0">
                <a:latin typeface="Courier New"/>
                <a:cs typeface="Courier New"/>
              </a:rPr>
              <a:t> </a:t>
            </a:r>
            <a:r>
              <a:rPr sz="1700" spc="-225" dirty="0">
                <a:latin typeface="Courier New"/>
                <a:cs typeface="Courier New"/>
              </a:rPr>
              <a:t>Spot</a:t>
            </a:r>
            <a:r>
              <a:rPr sz="1700" spc="-715" dirty="0">
                <a:latin typeface="Courier New"/>
                <a:cs typeface="Courier New"/>
              </a:rPr>
              <a:t> </a:t>
            </a:r>
            <a:r>
              <a:rPr sz="1700" spc="-345" dirty="0">
                <a:latin typeface="Courier New"/>
                <a:cs typeface="Courier New"/>
              </a:rPr>
              <a:t>Instance</a:t>
            </a:r>
            <a:r>
              <a:rPr sz="1700" spc="-450" dirty="0">
                <a:latin typeface="Courier New"/>
                <a:cs typeface="Courier New"/>
              </a:rPr>
              <a:t> </a:t>
            </a:r>
            <a:r>
              <a:rPr sz="1700" spc="-530" dirty="0">
                <a:latin typeface="Courier New"/>
                <a:cs typeface="Courier New"/>
              </a:rPr>
              <a:t>is</a:t>
            </a:r>
            <a:r>
              <a:rPr sz="1700" spc="-640" dirty="0">
                <a:latin typeface="Courier New"/>
                <a:cs typeface="Courier New"/>
              </a:rPr>
              <a:t> </a:t>
            </a:r>
            <a:r>
              <a:rPr sz="1700" spc="-395" dirty="0">
                <a:latin typeface="Courier New"/>
                <a:cs typeface="Courier New"/>
              </a:rPr>
              <a:t>available</a:t>
            </a:r>
            <a:r>
              <a:rPr sz="1700" spc="-490" dirty="0">
                <a:latin typeface="Courier New"/>
                <a:cs typeface="Courier New"/>
              </a:rPr>
              <a:t> </a:t>
            </a:r>
            <a:r>
              <a:rPr sz="1700" spc="-310" dirty="0">
                <a:latin typeface="Courier New"/>
                <a:cs typeface="Courier New"/>
              </a:rPr>
              <a:t>at</a:t>
            </a:r>
            <a:r>
              <a:rPr sz="1700" spc="-740" dirty="0">
                <a:latin typeface="Courier New"/>
                <a:cs typeface="Courier New"/>
              </a:rPr>
              <a:t> </a:t>
            </a:r>
            <a:r>
              <a:rPr sz="1700" spc="-254" dirty="0">
                <a:latin typeface="Courier New"/>
                <a:cs typeface="Courier New"/>
              </a:rPr>
              <a:t>your</a:t>
            </a:r>
            <a:r>
              <a:rPr sz="1700" spc="-755" dirty="0">
                <a:latin typeface="Courier New"/>
                <a:cs typeface="Courier New"/>
              </a:rPr>
              <a:t> </a:t>
            </a:r>
            <a:r>
              <a:rPr sz="1700" spc="-295" dirty="0">
                <a:latin typeface="Courier New"/>
                <a:cs typeface="Courier New"/>
              </a:rPr>
              <a:t>submitted </a:t>
            </a:r>
            <a:r>
              <a:rPr sz="1700" spc="-445" dirty="0">
                <a:latin typeface="Courier New"/>
                <a:cs typeface="Courier New"/>
              </a:rPr>
              <a:t>price,</a:t>
            </a:r>
            <a:r>
              <a:rPr sz="1700" spc="-755" dirty="0">
                <a:latin typeface="Courier New"/>
                <a:cs typeface="Courier New"/>
              </a:rPr>
              <a:t> </a:t>
            </a:r>
            <a:r>
              <a:rPr sz="1700" spc="-185" dirty="0">
                <a:latin typeface="Courier New"/>
                <a:cs typeface="Courier New"/>
              </a:rPr>
              <a:t>you</a:t>
            </a:r>
            <a:r>
              <a:rPr sz="1700" spc="-580" dirty="0">
                <a:latin typeface="Courier New"/>
                <a:cs typeface="Courier New"/>
              </a:rPr>
              <a:t> </a:t>
            </a:r>
            <a:r>
              <a:rPr sz="1700" spc="-480" dirty="0">
                <a:latin typeface="Courier New"/>
                <a:cs typeface="Courier New"/>
              </a:rPr>
              <a:t>will</a:t>
            </a:r>
            <a:r>
              <a:rPr sz="1700" spc="-505" dirty="0">
                <a:latin typeface="Courier New"/>
                <a:cs typeface="Courier New"/>
              </a:rPr>
              <a:t> </a:t>
            </a:r>
            <a:r>
              <a:rPr sz="1700" spc="-260" dirty="0">
                <a:latin typeface="Courier New"/>
                <a:cs typeface="Courier New"/>
              </a:rPr>
              <a:t>have</a:t>
            </a:r>
            <a:r>
              <a:rPr sz="1700" spc="-635" dirty="0">
                <a:latin typeface="Courier New"/>
                <a:cs typeface="Courier New"/>
              </a:rPr>
              <a:t> </a:t>
            </a:r>
            <a:r>
              <a:rPr sz="1700" spc="-335" dirty="0">
                <a:latin typeface="Courier New"/>
                <a:cs typeface="Courier New"/>
              </a:rPr>
              <a:t>access</a:t>
            </a:r>
            <a:r>
              <a:rPr sz="1700" spc="-585" dirty="0">
                <a:latin typeface="Courier New"/>
                <a:cs typeface="Courier New"/>
              </a:rPr>
              <a:t> </a:t>
            </a:r>
            <a:r>
              <a:rPr sz="1700" spc="-310" dirty="0">
                <a:latin typeface="Courier New"/>
                <a:cs typeface="Courier New"/>
              </a:rPr>
              <a:t>to</a:t>
            </a:r>
            <a:r>
              <a:rPr sz="1700" spc="-505" dirty="0">
                <a:latin typeface="Courier New"/>
                <a:cs typeface="Courier New"/>
              </a:rPr>
              <a:t> </a:t>
            </a:r>
            <a:r>
              <a:rPr sz="1700" spc="-315" dirty="0">
                <a:latin typeface="Courier New"/>
                <a:cs typeface="Courier New"/>
              </a:rPr>
              <a:t>the</a:t>
            </a:r>
            <a:r>
              <a:rPr sz="1700" spc="-595" dirty="0">
                <a:latin typeface="Courier New"/>
                <a:cs typeface="Courier New"/>
              </a:rPr>
              <a:t> </a:t>
            </a:r>
            <a:r>
              <a:rPr sz="1700" spc="-395" dirty="0">
                <a:latin typeface="Courier New"/>
                <a:cs typeface="Courier New"/>
              </a:rPr>
              <a:t>instance.</a:t>
            </a:r>
            <a:endParaRPr sz="1700">
              <a:latin typeface="Courier New"/>
              <a:cs typeface="Courier New"/>
            </a:endParaRPr>
          </a:p>
          <a:p>
            <a:pPr>
              <a:lnSpc>
                <a:spcPct val="100000"/>
              </a:lnSpc>
              <a:spcBef>
                <a:spcPts val="220"/>
              </a:spcBef>
            </a:pPr>
            <a:endParaRPr sz="1700">
              <a:latin typeface="Courier New"/>
              <a:cs typeface="Courier New"/>
            </a:endParaRPr>
          </a:p>
          <a:p>
            <a:pPr marL="17145" marR="348615" indent="8255">
              <a:lnSpc>
                <a:spcPts val="1800"/>
              </a:lnSpc>
            </a:pPr>
            <a:r>
              <a:rPr sz="1600" spc="-105" dirty="0">
                <a:latin typeface="Courier New"/>
                <a:cs typeface="Courier New"/>
              </a:rPr>
              <a:t>Use</a:t>
            </a:r>
            <a:r>
              <a:rPr sz="1600" spc="-635" dirty="0">
                <a:latin typeface="Courier New"/>
                <a:cs typeface="Courier New"/>
              </a:rPr>
              <a:t> </a:t>
            </a:r>
            <a:r>
              <a:rPr sz="2400" spc="-382" baseline="1736" dirty="0">
                <a:latin typeface="Courier New"/>
                <a:cs typeface="Courier New"/>
              </a:rPr>
              <a:t>case:</a:t>
            </a:r>
            <a:r>
              <a:rPr sz="2400" spc="-802" baseline="1736" dirty="0">
                <a:latin typeface="Courier New"/>
                <a:cs typeface="Courier New"/>
              </a:rPr>
              <a:t> </a:t>
            </a:r>
            <a:r>
              <a:rPr sz="2400" spc="-307" baseline="3472" dirty="0">
                <a:latin typeface="Courier New"/>
                <a:cs typeface="Courier New"/>
              </a:rPr>
              <a:t>Workloads</a:t>
            </a:r>
            <a:r>
              <a:rPr sz="2400" spc="-667" baseline="3472" dirty="0">
                <a:latin typeface="Courier New"/>
                <a:cs typeface="Courier New"/>
              </a:rPr>
              <a:t> </a:t>
            </a:r>
            <a:r>
              <a:rPr sz="2400" spc="-427" baseline="3472" dirty="0">
                <a:latin typeface="Courier New"/>
                <a:cs typeface="Courier New"/>
              </a:rPr>
              <a:t>that</a:t>
            </a:r>
            <a:r>
              <a:rPr sz="2400" spc="-862" baseline="3472" dirty="0">
                <a:latin typeface="Courier New"/>
                <a:cs typeface="Courier New"/>
              </a:rPr>
              <a:t> </a:t>
            </a:r>
            <a:r>
              <a:rPr sz="2400" spc="-262" baseline="3472" dirty="0">
                <a:latin typeface="Courier New"/>
                <a:cs typeface="Courier New"/>
              </a:rPr>
              <a:t>can</a:t>
            </a:r>
            <a:r>
              <a:rPr sz="2400" spc="-607" baseline="3472" dirty="0">
                <a:latin typeface="Courier New"/>
                <a:cs typeface="Courier New"/>
              </a:rPr>
              <a:t> </a:t>
            </a:r>
            <a:r>
              <a:rPr sz="2400" spc="-247" baseline="3472" dirty="0">
                <a:latin typeface="Courier New"/>
                <a:cs typeface="Courier New"/>
              </a:rPr>
              <a:t>be</a:t>
            </a:r>
            <a:r>
              <a:rPr sz="2400" spc="-697" baseline="3472" dirty="0">
                <a:latin typeface="Courier New"/>
                <a:cs typeface="Courier New"/>
              </a:rPr>
              <a:t> </a:t>
            </a:r>
            <a:r>
              <a:rPr sz="2400" spc="-322" baseline="3472" dirty="0">
                <a:latin typeface="Courier New"/>
                <a:cs typeface="Courier New"/>
              </a:rPr>
              <a:t>paused</a:t>
            </a:r>
            <a:r>
              <a:rPr sz="2400" spc="-555" baseline="3472" dirty="0">
                <a:latin typeface="Courier New"/>
                <a:cs typeface="Courier New"/>
              </a:rPr>
              <a:t> </a:t>
            </a:r>
            <a:r>
              <a:rPr sz="2400" spc="-217" baseline="3472" dirty="0">
                <a:latin typeface="Courier New"/>
                <a:cs typeface="Courier New"/>
              </a:rPr>
              <a:t>and</a:t>
            </a:r>
            <a:r>
              <a:rPr sz="2400" spc="-697" baseline="3472" dirty="0">
                <a:latin typeface="Courier New"/>
                <a:cs typeface="Courier New"/>
              </a:rPr>
              <a:t> </a:t>
            </a:r>
            <a:r>
              <a:rPr sz="2400" spc="-487" baseline="3472" dirty="0">
                <a:latin typeface="Courier New"/>
                <a:cs typeface="Courier New"/>
              </a:rPr>
              <a:t>restarted</a:t>
            </a:r>
            <a:r>
              <a:rPr sz="2400" spc="-390" baseline="3472" dirty="0">
                <a:latin typeface="Courier New"/>
                <a:cs typeface="Courier New"/>
              </a:rPr>
              <a:t> </a:t>
            </a:r>
            <a:r>
              <a:rPr sz="2400" spc="-217" baseline="3472" dirty="0">
                <a:latin typeface="Courier New"/>
                <a:cs typeface="Courier New"/>
              </a:rPr>
              <a:t>vvhen </a:t>
            </a:r>
            <a:r>
              <a:rPr sz="1600" spc="-175" dirty="0">
                <a:latin typeface="Courier New"/>
                <a:cs typeface="Courier New"/>
              </a:rPr>
              <a:t>computing</a:t>
            </a:r>
            <a:r>
              <a:rPr sz="1600" spc="-270" dirty="0">
                <a:latin typeface="Courier New"/>
                <a:cs typeface="Courier New"/>
              </a:rPr>
              <a:t> </a:t>
            </a:r>
            <a:r>
              <a:rPr sz="1600" spc="-345" dirty="0">
                <a:latin typeface="Courier New"/>
                <a:cs typeface="Courier New"/>
              </a:rPr>
              <a:t>prices</a:t>
            </a:r>
            <a:r>
              <a:rPr sz="1600" spc="-430" dirty="0">
                <a:latin typeface="Courier New"/>
                <a:cs typeface="Courier New"/>
              </a:rPr>
              <a:t> </a:t>
            </a:r>
            <a:r>
              <a:rPr sz="1600" spc="-100" dirty="0">
                <a:latin typeface="Courier New"/>
                <a:cs typeface="Courier New"/>
              </a:rPr>
              <a:t>meet</a:t>
            </a:r>
            <a:r>
              <a:rPr sz="1600" spc="-675" dirty="0">
                <a:latin typeface="Courier New"/>
                <a:cs typeface="Courier New"/>
              </a:rPr>
              <a:t> </a:t>
            </a:r>
            <a:r>
              <a:rPr sz="1600" spc="-195" dirty="0">
                <a:latin typeface="Courier New"/>
                <a:cs typeface="Courier New"/>
              </a:rPr>
              <a:t>your</a:t>
            </a:r>
            <a:r>
              <a:rPr sz="1600" spc="-465" dirty="0">
                <a:latin typeface="Courier New"/>
                <a:cs typeface="Courier New"/>
              </a:rPr>
              <a:t> </a:t>
            </a:r>
            <a:r>
              <a:rPr sz="1600" spc="-185" dirty="0">
                <a:latin typeface="Courier New"/>
                <a:cs typeface="Courier New"/>
              </a:rPr>
              <a:t>budget</a:t>
            </a:r>
            <a:r>
              <a:rPr sz="1600" spc="-600" dirty="0">
                <a:latin typeface="Courier New"/>
                <a:cs typeface="Courier New"/>
              </a:rPr>
              <a:t> </a:t>
            </a:r>
            <a:r>
              <a:rPr sz="1600" spc="-325" dirty="0">
                <a:latin typeface="Courier New"/>
                <a:cs typeface="Courier New"/>
              </a:rPr>
              <a:t>for</a:t>
            </a:r>
            <a:r>
              <a:rPr sz="1600" spc="-459" dirty="0">
                <a:latin typeface="Courier New"/>
                <a:cs typeface="Courier New"/>
              </a:rPr>
              <a:t> </a:t>
            </a:r>
            <a:r>
              <a:rPr sz="1600" spc="-185" dirty="0">
                <a:latin typeface="Courier New"/>
                <a:cs typeface="Courier New"/>
              </a:rPr>
              <a:t>Spot</a:t>
            </a:r>
            <a:r>
              <a:rPr sz="1600" spc="-555" dirty="0">
                <a:latin typeface="Courier New"/>
                <a:cs typeface="Courier New"/>
              </a:rPr>
              <a:t> </a:t>
            </a:r>
            <a:r>
              <a:rPr sz="1600" spc="-325" dirty="0">
                <a:latin typeface="Courier New"/>
                <a:cs typeface="Courier New"/>
              </a:rPr>
              <a:t>Instances.</a:t>
            </a:r>
            <a:endParaRPr sz="1600">
              <a:latin typeface="Courier New"/>
              <a:cs typeface="Courier New"/>
            </a:endParaRP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361439" y="365125"/>
            <a:ext cx="9468866" cy="5277484"/>
          </a:xfrm>
          <a:prstGeom prst="rect">
            <a:avLst/>
          </a:prstGeom>
        </p:spPr>
      </p:pic>
      <p:sp>
        <p:nvSpPr>
          <p:cNvPr id="3" name="object 3"/>
          <p:cNvSpPr txBox="1"/>
          <p:nvPr/>
        </p:nvSpPr>
        <p:spPr>
          <a:xfrm>
            <a:off x="1686857" y="5412396"/>
            <a:ext cx="1028065" cy="132715"/>
          </a:xfrm>
          <a:prstGeom prst="rect">
            <a:avLst/>
          </a:prstGeom>
        </p:spPr>
        <p:txBody>
          <a:bodyPr vert="horz" wrap="square" lIns="0" tIns="12700" rIns="0" bIns="0" rtlCol="0">
            <a:spAutoFit/>
          </a:bodyPr>
          <a:lstStyle/>
          <a:p>
            <a:pPr marL="12700">
              <a:lnSpc>
                <a:spcPct val="100000"/>
              </a:lnSpc>
              <a:spcBef>
                <a:spcPts val="100"/>
              </a:spcBef>
            </a:pPr>
            <a:r>
              <a:rPr sz="700" dirty="0">
                <a:solidFill>
                  <a:srgbClr val="727272"/>
                </a:solidFill>
                <a:latin typeface="Arial MT"/>
                <a:cs typeface="Arial MT"/>
              </a:rPr>
              <a:t>@2gJ</a:t>
            </a:r>
            <a:r>
              <a:rPr sz="700" dirty="0">
                <a:solidFill>
                  <a:srgbClr val="828282"/>
                </a:solidFill>
                <a:latin typeface="Arial MT"/>
                <a:cs typeface="Arial MT"/>
              </a:rPr>
              <a:t>1</a:t>
            </a:r>
            <a:r>
              <a:rPr sz="700" spc="-5" dirty="0">
                <a:solidFill>
                  <a:srgbClr val="828282"/>
                </a:solidFill>
                <a:latin typeface="Arial MT"/>
                <a:cs typeface="Arial MT"/>
              </a:rPr>
              <a:t> </a:t>
            </a:r>
            <a:r>
              <a:rPr sz="700" spc="-10" dirty="0">
                <a:solidFill>
                  <a:srgbClr val="5D5D5D"/>
                </a:solidFill>
                <a:latin typeface="Arial MT"/>
                <a:cs typeface="Arial MT"/>
              </a:rPr>
              <a:t>Amazan</a:t>
            </a:r>
            <a:r>
              <a:rPr sz="700" spc="10" dirty="0">
                <a:solidFill>
                  <a:srgbClr val="5D5D5D"/>
                </a:solidFill>
                <a:latin typeface="Arial MT"/>
                <a:cs typeface="Arial MT"/>
              </a:rPr>
              <a:t> </a:t>
            </a:r>
            <a:r>
              <a:rPr sz="700" spc="-35" dirty="0">
                <a:solidFill>
                  <a:srgbClr val="838383"/>
                </a:solidFill>
                <a:latin typeface="Arial MT"/>
                <a:cs typeface="Arial MT"/>
              </a:rPr>
              <a:t>Web</a:t>
            </a:r>
            <a:r>
              <a:rPr sz="700" spc="-15" dirty="0">
                <a:solidFill>
                  <a:srgbClr val="838383"/>
                </a:solidFill>
                <a:latin typeface="Arial MT"/>
                <a:cs typeface="Arial MT"/>
              </a:rPr>
              <a:t> </a:t>
            </a:r>
            <a:r>
              <a:rPr sz="700" spc="-40" dirty="0">
                <a:solidFill>
                  <a:srgbClr val="7C7C7C"/>
                </a:solidFill>
                <a:latin typeface="Arial MT"/>
                <a:cs typeface="Arial MT"/>
              </a:rPr>
              <a:t>@-</a:t>
            </a:r>
            <a:r>
              <a:rPr sz="700" spc="-50" dirty="0">
                <a:solidFill>
                  <a:srgbClr val="7C7C7C"/>
                </a:solidFill>
                <a:latin typeface="Arial MT"/>
                <a:cs typeface="Arial MT"/>
              </a:rPr>
              <a:t>s</a:t>
            </a:r>
            <a:endParaRPr sz="700">
              <a:latin typeface="Arial MT"/>
              <a:cs typeface="Arial MT"/>
            </a:endParaRPr>
          </a:p>
        </p:txBody>
      </p:sp>
      <p:sp>
        <p:nvSpPr>
          <p:cNvPr id="4" name="object 4"/>
          <p:cNvSpPr txBox="1"/>
          <p:nvPr/>
        </p:nvSpPr>
        <p:spPr>
          <a:xfrm>
            <a:off x="2883663" y="5412396"/>
            <a:ext cx="1475740" cy="132715"/>
          </a:xfrm>
          <a:prstGeom prst="rect">
            <a:avLst/>
          </a:prstGeom>
        </p:spPr>
        <p:txBody>
          <a:bodyPr vert="horz" wrap="square" lIns="0" tIns="12700" rIns="0" bIns="0" rtlCol="0">
            <a:spAutoFit/>
          </a:bodyPr>
          <a:lstStyle/>
          <a:p>
            <a:pPr marL="12700">
              <a:lnSpc>
                <a:spcPct val="100000"/>
              </a:lnSpc>
              <a:spcBef>
                <a:spcPts val="100"/>
              </a:spcBef>
            </a:pPr>
            <a:r>
              <a:rPr sz="700" dirty="0">
                <a:solidFill>
                  <a:srgbClr val="7E7E7E"/>
                </a:solidFill>
                <a:latin typeface="Arial MT"/>
                <a:cs typeface="Arial MT"/>
              </a:rPr>
              <a:t>Inc</a:t>
            </a:r>
            <a:r>
              <a:rPr sz="700" spc="260" dirty="0">
                <a:solidFill>
                  <a:srgbClr val="7E7E7E"/>
                </a:solidFill>
                <a:latin typeface="Arial MT"/>
                <a:cs typeface="Arial MT"/>
              </a:rPr>
              <a:t> </a:t>
            </a:r>
            <a:r>
              <a:rPr sz="700" dirty="0">
                <a:solidFill>
                  <a:srgbClr val="828282"/>
                </a:solidFill>
                <a:latin typeface="Arial MT"/>
                <a:cs typeface="Arial MT"/>
              </a:rPr>
              <a:t>or</a:t>
            </a:r>
            <a:r>
              <a:rPr sz="700" spc="10" dirty="0">
                <a:solidFill>
                  <a:srgbClr val="828282"/>
                </a:solidFill>
                <a:latin typeface="Arial MT"/>
                <a:cs typeface="Arial MT"/>
              </a:rPr>
              <a:t> </a:t>
            </a:r>
            <a:r>
              <a:rPr sz="700" spc="-145" dirty="0">
                <a:solidFill>
                  <a:srgbClr val="505050"/>
                </a:solidFill>
                <a:latin typeface="Arial MT"/>
                <a:cs typeface="Arial MT"/>
              </a:rPr>
              <a:t>me</a:t>
            </a:r>
            <a:r>
              <a:rPr sz="700" spc="-55" dirty="0">
                <a:solidFill>
                  <a:srgbClr val="505050"/>
                </a:solidFill>
                <a:latin typeface="Arial MT"/>
                <a:cs typeface="Arial MT"/>
              </a:rPr>
              <a:t> </a:t>
            </a:r>
            <a:r>
              <a:rPr sz="700" spc="-10" dirty="0">
                <a:solidFill>
                  <a:srgbClr val="626262"/>
                </a:solidFill>
                <a:latin typeface="Arial MT"/>
                <a:cs typeface="Arial MT"/>
              </a:rPr>
              <a:t>affiIiaas..Ah</a:t>
            </a:r>
            <a:r>
              <a:rPr sz="700" spc="-5" dirty="0">
                <a:solidFill>
                  <a:srgbClr val="626262"/>
                </a:solidFill>
                <a:latin typeface="Arial MT"/>
                <a:cs typeface="Arial MT"/>
              </a:rPr>
              <a:t> </a:t>
            </a:r>
            <a:r>
              <a:rPr sz="700" spc="60" dirty="0">
                <a:solidFill>
                  <a:srgbClr val="8C8C8C"/>
                </a:solidFill>
                <a:latin typeface="Arial MT"/>
                <a:cs typeface="Arial MT"/>
              </a:rPr>
              <a:t>nghs</a:t>
            </a:r>
            <a:r>
              <a:rPr sz="700" spc="-15" dirty="0">
                <a:solidFill>
                  <a:srgbClr val="8C8C8C"/>
                </a:solidFill>
                <a:latin typeface="Arial MT"/>
                <a:cs typeface="Arial MT"/>
              </a:rPr>
              <a:t> </a:t>
            </a:r>
            <a:r>
              <a:rPr sz="700" spc="-45" dirty="0">
                <a:solidFill>
                  <a:srgbClr val="858585"/>
                </a:solidFill>
                <a:latin typeface="Arial MT"/>
                <a:cs typeface="Arial MT"/>
              </a:rPr>
              <a:t>reser</a:t>
            </a:r>
            <a:r>
              <a:rPr sz="700" spc="-75" dirty="0">
                <a:solidFill>
                  <a:srgbClr val="858585"/>
                </a:solidFill>
                <a:latin typeface="Arial MT"/>
                <a:cs typeface="Arial MT"/>
              </a:rPr>
              <a:t> </a:t>
            </a:r>
            <a:r>
              <a:rPr sz="700" spc="-25" dirty="0">
                <a:solidFill>
                  <a:srgbClr val="575757"/>
                </a:solidFill>
                <a:latin typeface="Arial MT"/>
                <a:cs typeface="Arial MT"/>
              </a:rPr>
              <a:t>ved</a:t>
            </a:r>
            <a:endParaRPr sz="700">
              <a:latin typeface="Arial MT"/>
              <a:cs typeface="Arial MT"/>
            </a:endParaRPr>
          </a:p>
        </p:txBody>
      </p:sp>
      <p:sp>
        <p:nvSpPr>
          <p:cNvPr id="5" name="object 5"/>
          <p:cNvSpPr txBox="1"/>
          <p:nvPr/>
        </p:nvSpPr>
        <p:spPr>
          <a:xfrm>
            <a:off x="4798881" y="1393950"/>
            <a:ext cx="5788025" cy="551815"/>
          </a:xfrm>
          <a:prstGeom prst="rect">
            <a:avLst/>
          </a:prstGeom>
        </p:spPr>
        <p:txBody>
          <a:bodyPr vert="horz" wrap="square" lIns="0" tIns="5080" rIns="0" bIns="0" rtlCol="0">
            <a:spAutoFit/>
          </a:bodyPr>
          <a:lstStyle/>
          <a:p>
            <a:pPr marL="12700" marR="5080">
              <a:lnSpc>
                <a:spcPct val="103000"/>
              </a:lnSpc>
              <a:spcBef>
                <a:spcPts val="40"/>
              </a:spcBef>
            </a:pPr>
            <a:r>
              <a:rPr sz="1700" spc="-200" dirty="0">
                <a:latin typeface="Arial MT"/>
                <a:cs typeface="Arial MT"/>
              </a:rPr>
              <a:t>EC2</a:t>
            </a:r>
            <a:r>
              <a:rPr sz="1700" spc="80" dirty="0">
                <a:latin typeface="Arial MT"/>
                <a:cs typeface="Arial MT"/>
              </a:rPr>
              <a:t> </a:t>
            </a:r>
            <a:r>
              <a:rPr sz="1700" spc="-110" dirty="0">
                <a:latin typeface="Arial MT"/>
                <a:cs typeface="Arial MT"/>
              </a:rPr>
              <a:t>has</a:t>
            </a:r>
            <a:r>
              <a:rPr sz="1700" spc="-55" dirty="0">
                <a:latin typeface="Arial MT"/>
                <a:cs typeface="Arial MT"/>
              </a:rPr>
              <a:t> </a:t>
            </a:r>
            <a:r>
              <a:rPr sz="1700" spc="-10" dirty="0">
                <a:latin typeface="Arial MT"/>
                <a:cs typeface="Arial MT"/>
              </a:rPr>
              <a:t>three</a:t>
            </a:r>
            <a:r>
              <a:rPr sz="1700" spc="-60" dirty="0">
                <a:latin typeface="Arial MT"/>
                <a:cs typeface="Arial MT"/>
              </a:rPr>
              <a:t> </a:t>
            </a:r>
            <a:r>
              <a:rPr sz="1700" spc="-20" dirty="0">
                <a:solidFill>
                  <a:srgbClr val="151515"/>
                </a:solidFill>
                <a:latin typeface="Arial MT"/>
                <a:cs typeface="Arial MT"/>
              </a:rPr>
              <a:t>main</a:t>
            </a:r>
            <a:r>
              <a:rPr sz="1700" spc="-65" dirty="0">
                <a:solidFill>
                  <a:srgbClr val="151515"/>
                </a:solidFill>
                <a:latin typeface="Arial MT"/>
                <a:cs typeface="Arial MT"/>
              </a:rPr>
              <a:t> </a:t>
            </a:r>
            <a:r>
              <a:rPr sz="1700" spc="-25" dirty="0">
                <a:latin typeface="Arial MT"/>
                <a:cs typeface="Arial MT"/>
              </a:rPr>
              <a:t>pricing</a:t>
            </a:r>
            <a:r>
              <a:rPr sz="1700" spc="-40" dirty="0">
                <a:latin typeface="Arial MT"/>
                <a:cs typeface="Arial MT"/>
              </a:rPr>
              <a:t> </a:t>
            </a:r>
            <a:r>
              <a:rPr sz="1700" spc="-50" dirty="0">
                <a:latin typeface="Arial MT"/>
                <a:cs typeface="Arial MT"/>
              </a:rPr>
              <a:t>models.</a:t>
            </a:r>
            <a:r>
              <a:rPr sz="1700" dirty="0">
                <a:latin typeface="Arial MT"/>
                <a:cs typeface="Arial MT"/>
              </a:rPr>
              <a:t> </a:t>
            </a:r>
            <a:r>
              <a:rPr sz="1700" spc="-105" dirty="0">
                <a:latin typeface="Arial MT"/>
                <a:cs typeface="Arial MT"/>
              </a:rPr>
              <a:t>Choose</a:t>
            </a:r>
            <a:r>
              <a:rPr sz="1700" spc="10" dirty="0">
                <a:latin typeface="Arial MT"/>
                <a:cs typeface="Arial MT"/>
              </a:rPr>
              <a:t> </a:t>
            </a:r>
            <a:r>
              <a:rPr sz="1700" spc="-80" dirty="0">
                <a:latin typeface="Arial MT"/>
                <a:cs typeface="Arial MT"/>
              </a:rPr>
              <a:t>each</a:t>
            </a:r>
            <a:r>
              <a:rPr sz="1700" spc="-35" dirty="0">
                <a:latin typeface="Arial MT"/>
                <a:cs typeface="Arial MT"/>
              </a:rPr>
              <a:t> </a:t>
            </a:r>
            <a:r>
              <a:rPr sz="1700" dirty="0">
                <a:latin typeface="Arial MT"/>
                <a:cs typeface="Arial MT"/>
              </a:rPr>
              <a:t>to</a:t>
            </a:r>
            <a:r>
              <a:rPr sz="1700" spc="-65" dirty="0">
                <a:latin typeface="Arial MT"/>
                <a:cs typeface="Arial MT"/>
              </a:rPr>
              <a:t> </a:t>
            </a:r>
            <a:r>
              <a:rPr sz="1700" spc="-45" dirty="0">
                <a:latin typeface="Arial MT"/>
                <a:cs typeface="Arial MT"/>
              </a:rPr>
              <a:t>learn</a:t>
            </a:r>
            <a:r>
              <a:rPr sz="1700" spc="-55" dirty="0">
                <a:latin typeface="Arial MT"/>
                <a:cs typeface="Arial MT"/>
              </a:rPr>
              <a:t> </a:t>
            </a:r>
            <a:r>
              <a:rPr sz="1700" spc="-20" dirty="0">
                <a:latin typeface="Arial MT"/>
                <a:cs typeface="Arial MT"/>
              </a:rPr>
              <a:t>more </a:t>
            </a:r>
            <a:r>
              <a:rPr sz="1700" dirty="0">
                <a:latin typeface="Arial MT"/>
                <a:cs typeface="Arial MT"/>
              </a:rPr>
              <a:t>about</a:t>
            </a:r>
            <a:r>
              <a:rPr sz="1700" spc="-105" dirty="0">
                <a:latin typeface="Arial MT"/>
                <a:cs typeface="Arial MT"/>
              </a:rPr>
              <a:t> </a:t>
            </a:r>
            <a:r>
              <a:rPr sz="1700" spc="-10" dirty="0">
                <a:solidFill>
                  <a:srgbClr val="0F0F0F"/>
                </a:solidFill>
                <a:latin typeface="Arial MT"/>
                <a:cs typeface="Arial MT"/>
              </a:rPr>
              <a:t>them.</a:t>
            </a:r>
            <a:endParaRPr sz="1700">
              <a:latin typeface="Arial MT"/>
              <a:cs typeface="Arial MT"/>
            </a:endParaRPr>
          </a:p>
        </p:txBody>
      </p:sp>
      <p:sp>
        <p:nvSpPr>
          <p:cNvPr id="6" name="object 6" descr="$PPTXTitle"/>
          <p:cNvSpPr txBox="1">
            <a:spLocks noGrp="1"/>
          </p:cNvSpPr>
          <p:nvPr>
            <p:ph type="title"/>
          </p:nvPr>
        </p:nvSpPr>
        <p:spPr>
          <a:xfrm>
            <a:off x="4797741" y="2670454"/>
            <a:ext cx="5409565" cy="1361440"/>
          </a:xfrm>
          <a:prstGeom prst="rect">
            <a:avLst/>
          </a:prstGeom>
        </p:spPr>
        <p:txBody>
          <a:bodyPr vert="horz" wrap="square" lIns="0" tIns="17780" rIns="0" bIns="0" rtlCol="0">
            <a:spAutoFit/>
          </a:bodyPr>
          <a:lstStyle/>
          <a:p>
            <a:pPr marL="16510" marR="5080" indent="-4445">
              <a:lnSpc>
                <a:spcPct val="98100"/>
              </a:lnSpc>
              <a:spcBef>
                <a:spcPts val="140"/>
              </a:spcBef>
            </a:pPr>
            <a:r>
              <a:rPr sz="1850" spc="-190" dirty="0">
                <a:latin typeface="Arial MT"/>
                <a:cs typeface="Arial MT"/>
              </a:rPr>
              <a:t>Reserved</a:t>
            </a:r>
            <a:r>
              <a:rPr sz="1850" spc="15" dirty="0">
                <a:latin typeface="Arial MT"/>
                <a:cs typeface="Arial MT"/>
              </a:rPr>
              <a:t> </a:t>
            </a:r>
            <a:r>
              <a:rPr sz="1850" spc="-145" dirty="0">
                <a:latin typeface="Arial MT"/>
                <a:cs typeface="Arial MT"/>
              </a:rPr>
              <a:t>Instances</a:t>
            </a:r>
            <a:r>
              <a:rPr sz="1850" spc="70" dirty="0">
                <a:latin typeface="Arial MT"/>
                <a:cs typeface="Arial MT"/>
              </a:rPr>
              <a:t> </a:t>
            </a:r>
            <a:r>
              <a:rPr sz="1850" spc="-105" dirty="0">
                <a:latin typeface="Arial MT"/>
                <a:cs typeface="Arial MT"/>
              </a:rPr>
              <a:t>provide</a:t>
            </a:r>
            <a:r>
              <a:rPr sz="1850" spc="70" dirty="0">
                <a:latin typeface="Arial MT"/>
                <a:cs typeface="Arial MT"/>
              </a:rPr>
              <a:t> </a:t>
            </a:r>
            <a:r>
              <a:rPr sz="1850" spc="-130" dirty="0">
                <a:solidFill>
                  <a:srgbClr val="0F0F0F"/>
                </a:solidFill>
                <a:latin typeface="Arial MT"/>
                <a:cs typeface="Arial MT"/>
              </a:rPr>
              <a:t>you</a:t>
            </a:r>
            <a:r>
              <a:rPr sz="1850" spc="-40" dirty="0">
                <a:solidFill>
                  <a:srgbClr val="0F0F0F"/>
                </a:solidFill>
                <a:latin typeface="Arial MT"/>
                <a:cs typeface="Arial MT"/>
              </a:rPr>
              <a:t> </a:t>
            </a:r>
            <a:r>
              <a:rPr sz="1850" spc="-45" dirty="0">
                <a:latin typeface="Arial MT"/>
                <a:cs typeface="Arial MT"/>
              </a:rPr>
              <a:t>with</a:t>
            </a:r>
            <a:r>
              <a:rPr sz="1850" spc="-100" dirty="0">
                <a:latin typeface="Arial MT"/>
                <a:cs typeface="Arial MT"/>
              </a:rPr>
              <a:t> </a:t>
            </a:r>
            <a:r>
              <a:rPr sz="1850" spc="-270" dirty="0">
                <a:latin typeface="Arial MT"/>
                <a:cs typeface="Arial MT"/>
              </a:rPr>
              <a:t>a</a:t>
            </a:r>
            <a:r>
              <a:rPr sz="1850" spc="80" dirty="0">
                <a:latin typeface="Arial MT"/>
                <a:cs typeface="Arial MT"/>
              </a:rPr>
              <a:t> </a:t>
            </a:r>
            <a:r>
              <a:rPr sz="1850" spc="-95" dirty="0">
                <a:latin typeface="Arial MT"/>
                <a:cs typeface="Arial MT"/>
              </a:rPr>
              <a:t>significant</a:t>
            </a:r>
            <a:r>
              <a:rPr sz="1850" spc="50" dirty="0">
                <a:latin typeface="Arial MT"/>
                <a:cs typeface="Arial MT"/>
              </a:rPr>
              <a:t> </a:t>
            </a:r>
            <a:r>
              <a:rPr sz="1850" spc="-25" dirty="0">
                <a:solidFill>
                  <a:srgbClr val="111111"/>
                </a:solidFill>
                <a:latin typeface="Arial MT"/>
                <a:cs typeface="Arial MT"/>
              </a:rPr>
              <a:t>discount </a:t>
            </a:r>
            <a:r>
              <a:rPr sz="1850" spc="-135" dirty="0">
                <a:latin typeface="Arial MT"/>
                <a:cs typeface="Arial MT"/>
              </a:rPr>
              <a:t>(up</a:t>
            </a:r>
            <a:r>
              <a:rPr sz="1850" spc="-10" dirty="0">
                <a:latin typeface="Arial MT"/>
                <a:cs typeface="Arial MT"/>
              </a:rPr>
              <a:t> </a:t>
            </a:r>
            <a:r>
              <a:rPr sz="1850" spc="-30" dirty="0">
                <a:solidFill>
                  <a:srgbClr val="131313"/>
                </a:solidFill>
                <a:latin typeface="Arial MT"/>
                <a:cs typeface="Arial MT"/>
              </a:rPr>
              <a:t>to</a:t>
            </a:r>
            <a:r>
              <a:rPr sz="1850" spc="-120" dirty="0">
                <a:solidFill>
                  <a:srgbClr val="131313"/>
                </a:solidFill>
                <a:latin typeface="Arial MT"/>
                <a:cs typeface="Arial MT"/>
              </a:rPr>
              <a:t> </a:t>
            </a:r>
            <a:r>
              <a:rPr sz="1850" spc="-80" dirty="0">
                <a:solidFill>
                  <a:srgbClr val="151515"/>
                </a:solidFill>
                <a:latin typeface="Arial MT"/>
                <a:cs typeface="Arial MT"/>
              </a:rPr>
              <a:t>75</a:t>
            </a:r>
            <a:r>
              <a:rPr sz="1850" spc="-65" dirty="0">
                <a:solidFill>
                  <a:srgbClr val="151515"/>
                </a:solidFill>
                <a:latin typeface="Arial MT"/>
                <a:cs typeface="Arial MT"/>
              </a:rPr>
              <a:t> </a:t>
            </a:r>
            <a:r>
              <a:rPr sz="1850" spc="-114" dirty="0">
                <a:latin typeface="Arial MT"/>
                <a:cs typeface="Arial MT"/>
              </a:rPr>
              <a:t>percent)</a:t>
            </a:r>
            <a:r>
              <a:rPr sz="1850" spc="-15" dirty="0">
                <a:latin typeface="Arial MT"/>
                <a:cs typeface="Arial MT"/>
              </a:rPr>
              <a:t> </a:t>
            </a:r>
            <a:r>
              <a:rPr sz="1850" spc="-140" dirty="0">
                <a:latin typeface="Arial MT"/>
                <a:cs typeface="Arial MT"/>
              </a:rPr>
              <a:t>compared</a:t>
            </a:r>
            <a:r>
              <a:rPr sz="1850" spc="55" dirty="0">
                <a:latin typeface="Arial MT"/>
                <a:cs typeface="Arial MT"/>
              </a:rPr>
              <a:t> </a:t>
            </a:r>
            <a:r>
              <a:rPr sz="1850" dirty="0">
                <a:latin typeface="Arial MT"/>
                <a:cs typeface="Arial MT"/>
              </a:rPr>
              <a:t>to</a:t>
            </a:r>
            <a:r>
              <a:rPr sz="1850" spc="-70" dirty="0">
                <a:latin typeface="Arial MT"/>
                <a:cs typeface="Arial MT"/>
              </a:rPr>
              <a:t> </a:t>
            </a:r>
            <a:r>
              <a:rPr sz="1850" spc="-145" dirty="0">
                <a:latin typeface="Arial MT"/>
                <a:cs typeface="Arial MT"/>
              </a:rPr>
              <a:t>On-Demand</a:t>
            </a:r>
            <a:r>
              <a:rPr sz="1850" spc="50" dirty="0">
                <a:latin typeface="Arial MT"/>
                <a:cs typeface="Arial MT"/>
              </a:rPr>
              <a:t> </a:t>
            </a:r>
            <a:r>
              <a:rPr sz="1850" spc="-10" dirty="0">
                <a:latin typeface="Arial MT"/>
                <a:cs typeface="Arial MT"/>
              </a:rPr>
              <a:t>Instance </a:t>
            </a:r>
            <a:r>
              <a:rPr sz="1800" spc="-360" dirty="0">
                <a:latin typeface="Courier New"/>
                <a:cs typeface="Courier New"/>
              </a:rPr>
              <a:t>pricing.With</a:t>
            </a:r>
            <a:r>
              <a:rPr sz="1800" spc="-245" dirty="0">
                <a:latin typeface="Courier New"/>
                <a:cs typeface="Courier New"/>
              </a:rPr>
              <a:t> </a:t>
            </a:r>
            <a:r>
              <a:rPr sz="1800" spc="-295" dirty="0">
                <a:latin typeface="Courier New"/>
                <a:cs typeface="Courier New"/>
              </a:rPr>
              <a:t>Reservedlnsiances,</a:t>
            </a:r>
            <a:r>
              <a:rPr sz="1800" spc="-844" dirty="0">
                <a:latin typeface="Courier New"/>
                <a:cs typeface="Courier New"/>
              </a:rPr>
              <a:t> </a:t>
            </a:r>
            <a:r>
              <a:rPr sz="1800" spc="-225" dirty="0">
                <a:solidFill>
                  <a:srgbClr val="1A1A1A"/>
                </a:solidFill>
                <a:latin typeface="Courier New"/>
                <a:cs typeface="Courier New"/>
              </a:rPr>
              <a:t>you</a:t>
            </a:r>
            <a:r>
              <a:rPr sz="1800" spc="-600" dirty="0">
                <a:solidFill>
                  <a:srgbClr val="1A1A1A"/>
                </a:solidFill>
                <a:latin typeface="Courier New"/>
                <a:cs typeface="Courier New"/>
              </a:rPr>
              <a:t> </a:t>
            </a:r>
            <a:r>
              <a:rPr sz="1800" spc="-175" dirty="0">
                <a:latin typeface="Courier New"/>
                <a:cs typeface="Courier New"/>
              </a:rPr>
              <a:t>committO</a:t>
            </a:r>
            <a:r>
              <a:rPr sz="1800" spc="-330" dirty="0">
                <a:latin typeface="Courier New"/>
                <a:cs typeface="Courier New"/>
              </a:rPr>
              <a:t> </a:t>
            </a:r>
            <a:r>
              <a:rPr sz="1800" spc="-125" dirty="0">
                <a:latin typeface="Courier New"/>
                <a:cs typeface="Courier New"/>
              </a:rPr>
              <a:t>payngfOr </a:t>
            </a:r>
            <a:r>
              <a:rPr sz="1700" dirty="0">
                <a:latin typeface="Arial MT"/>
                <a:cs typeface="Arial MT"/>
              </a:rPr>
              <a:t>the</a:t>
            </a:r>
            <a:r>
              <a:rPr sz="1700" spc="-65" dirty="0">
                <a:latin typeface="Arial MT"/>
                <a:cs typeface="Arial MT"/>
              </a:rPr>
              <a:t> </a:t>
            </a:r>
            <a:r>
              <a:rPr sz="1700" spc="-75" dirty="0">
                <a:latin typeface="Arial MT"/>
                <a:cs typeface="Arial MT"/>
              </a:rPr>
              <a:t>instance</a:t>
            </a:r>
            <a:r>
              <a:rPr sz="1700" spc="5" dirty="0">
                <a:latin typeface="Arial MT"/>
                <a:cs typeface="Arial MT"/>
              </a:rPr>
              <a:t> </a:t>
            </a:r>
            <a:r>
              <a:rPr sz="1700" dirty="0">
                <a:solidFill>
                  <a:srgbClr val="0E0E0E"/>
                </a:solidFill>
                <a:latin typeface="Arial MT"/>
                <a:cs typeface="Arial MT"/>
              </a:rPr>
              <a:t>for</a:t>
            </a:r>
            <a:r>
              <a:rPr sz="1700" spc="-80" dirty="0">
                <a:solidFill>
                  <a:srgbClr val="0E0E0E"/>
                </a:solidFill>
                <a:latin typeface="Arial MT"/>
                <a:cs typeface="Arial MT"/>
              </a:rPr>
              <a:t> </a:t>
            </a:r>
            <a:r>
              <a:rPr sz="1700" spc="55" dirty="0">
                <a:solidFill>
                  <a:srgbClr val="424242"/>
                </a:solidFill>
                <a:latin typeface="Arial MT"/>
                <a:cs typeface="Arial MT"/>
              </a:rPr>
              <a:t>1</a:t>
            </a:r>
            <a:r>
              <a:rPr sz="1700" spc="-55" dirty="0">
                <a:solidFill>
                  <a:srgbClr val="424242"/>
                </a:solidFill>
                <a:latin typeface="Arial MT"/>
                <a:cs typeface="Arial MT"/>
              </a:rPr>
              <a:t> </a:t>
            </a:r>
            <a:r>
              <a:rPr sz="1700" spc="-235" dirty="0">
                <a:solidFill>
                  <a:srgbClr val="1A1A1A"/>
                </a:solidFill>
                <a:latin typeface="Arial MT"/>
                <a:cs typeface="Arial MT"/>
              </a:rPr>
              <a:t>Or</a:t>
            </a:r>
            <a:r>
              <a:rPr sz="1700" spc="50" dirty="0">
                <a:solidFill>
                  <a:srgbClr val="1A1A1A"/>
                </a:solidFill>
                <a:latin typeface="Arial MT"/>
                <a:cs typeface="Arial MT"/>
              </a:rPr>
              <a:t> </a:t>
            </a:r>
            <a:r>
              <a:rPr sz="1700" dirty="0">
                <a:solidFill>
                  <a:srgbClr val="080808"/>
                </a:solidFill>
                <a:latin typeface="Arial MT"/>
                <a:cs typeface="Arial MT"/>
              </a:rPr>
              <a:t>3</a:t>
            </a:r>
            <a:r>
              <a:rPr sz="1700" spc="30" dirty="0">
                <a:solidFill>
                  <a:srgbClr val="080808"/>
                </a:solidFill>
                <a:latin typeface="Arial MT"/>
                <a:cs typeface="Arial MT"/>
              </a:rPr>
              <a:t> </a:t>
            </a:r>
            <a:r>
              <a:rPr sz="1700" spc="-105" dirty="0">
                <a:latin typeface="Arial MT"/>
                <a:cs typeface="Arial MT"/>
              </a:rPr>
              <a:t>years,</a:t>
            </a:r>
            <a:r>
              <a:rPr sz="1700" spc="25" dirty="0">
                <a:latin typeface="Arial MT"/>
                <a:cs typeface="Arial MT"/>
              </a:rPr>
              <a:t> </a:t>
            </a:r>
            <a:r>
              <a:rPr sz="1700" spc="-35" dirty="0">
                <a:solidFill>
                  <a:srgbClr val="131313"/>
                </a:solidFill>
                <a:latin typeface="Arial MT"/>
                <a:cs typeface="Arial MT"/>
              </a:rPr>
              <a:t>depending</a:t>
            </a:r>
            <a:r>
              <a:rPr sz="1700" spc="60" dirty="0">
                <a:solidFill>
                  <a:srgbClr val="131313"/>
                </a:solidFill>
                <a:latin typeface="Arial MT"/>
                <a:cs typeface="Arial MT"/>
              </a:rPr>
              <a:t> </a:t>
            </a:r>
            <a:r>
              <a:rPr sz="1700" dirty="0">
                <a:solidFill>
                  <a:srgbClr val="161616"/>
                </a:solidFill>
                <a:latin typeface="Arial MT"/>
                <a:cs typeface="Arial MT"/>
              </a:rPr>
              <a:t>on </a:t>
            </a:r>
            <a:r>
              <a:rPr sz="1700" dirty="0">
                <a:solidFill>
                  <a:srgbClr val="0C0C0C"/>
                </a:solidFill>
                <a:latin typeface="Arial MT"/>
                <a:cs typeface="Arial MT"/>
              </a:rPr>
              <a:t>the</a:t>
            </a:r>
            <a:r>
              <a:rPr sz="1700" spc="-65" dirty="0">
                <a:solidFill>
                  <a:srgbClr val="0C0C0C"/>
                </a:solidFill>
                <a:latin typeface="Arial MT"/>
                <a:cs typeface="Arial MT"/>
              </a:rPr>
              <a:t> </a:t>
            </a:r>
            <a:r>
              <a:rPr sz="1700" spc="-10" dirty="0">
                <a:latin typeface="Arial MT"/>
                <a:cs typeface="Arial MT"/>
              </a:rPr>
              <a:t>conditions you</a:t>
            </a:r>
            <a:r>
              <a:rPr sz="1700" spc="-45" dirty="0">
                <a:latin typeface="Arial MT"/>
                <a:cs typeface="Arial MT"/>
              </a:rPr>
              <a:t> </a:t>
            </a:r>
            <a:r>
              <a:rPr sz="1700" spc="-80" dirty="0">
                <a:solidFill>
                  <a:srgbClr val="131313"/>
                </a:solidFill>
                <a:latin typeface="Arial MT"/>
                <a:cs typeface="Arial MT"/>
              </a:rPr>
              <a:t>agree</a:t>
            </a:r>
            <a:r>
              <a:rPr sz="1700" spc="-30" dirty="0">
                <a:solidFill>
                  <a:srgbClr val="131313"/>
                </a:solidFill>
                <a:latin typeface="Arial MT"/>
                <a:cs typeface="Arial MT"/>
              </a:rPr>
              <a:t> </a:t>
            </a:r>
            <a:r>
              <a:rPr sz="1700" dirty="0">
                <a:latin typeface="Arial MT"/>
                <a:cs typeface="Arial MT"/>
              </a:rPr>
              <a:t>to</a:t>
            </a:r>
            <a:r>
              <a:rPr sz="1700" spc="-55" dirty="0">
                <a:latin typeface="Arial MT"/>
                <a:cs typeface="Arial MT"/>
              </a:rPr>
              <a:t> </a:t>
            </a:r>
            <a:r>
              <a:rPr sz="1700" spc="-30" dirty="0">
                <a:latin typeface="Arial MT"/>
                <a:cs typeface="Arial MT"/>
              </a:rPr>
              <a:t>when</a:t>
            </a:r>
            <a:r>
              <a:rPr sz="1700" spc="-75" dirty="0">
                <a:latin typeface="Arial MT"/>
                <a:cs typeface="Arial MT"/>
              </a:rPr>
              <a:t> </a:t>
            </a:r>
            <a:r>
              <a:rPr sz="1700" spc="-60" dirty="0">
                <a:latin typeface="Arial MT"/>
                <a:cs typeface="Arial MT"/>
              </a:rPr>
              <a:t>purchasing</a:t>
            </a:r>
            <a:r>
              <a:rPr sz="1700" spc="60" dirty="0">
                <a:latin typeface="Arial MT"/>
                <a:cs typeface="Arial MT"/>
              </a:rPr>
              <a:t> </a:t>
            </a:r>
            <a:r>
              <a:rPr sz="1700" spc="-20" dirty="0">
                <a:solidFill>
                  <a:srgbClr val="0C0C0C"/>
                </a:solidFill>
                <a:latin typeface="Arial MT"/>
                <a:cs typeface="Arial MT"/>
              </a:rPr>
              <a:t>them.</a:t>
            </a:r>
            <a:endParaRPr sz="1700">
              <a:latin typeface="Arial MT"/>
              <a:cs typeface="Arial MT"/>
            </a:endParaRPr>
          </a:p>
        </p:txBody>
      </p:sp>
      <p:sp>
        <p:nvSpPr>
          <p:cNvPr id="7" name="object 7"/>
          <p:cNvSpPr txBox="1"/>
          <p:nvPr/>
        </p:nvSpPr>
        <p:spPr>
          <a:xfrm>
            <a:off x="4799238" y="4256452"/>
            <a:ext cx="5471160" cy="564515"/>
          </a:xfrm>
          <a:prstGeom prst="rect">
            <a:avLst/>
          </a:prstGeom>
        </p:spPr>
        <p:txBody>
          <a:bodyPr vert="horz" wrap="square" lIns="0" tIns="26670" rIns="0" bIns="0" rtlCol="0">
            <a:spAutoFit/>
          </a:bodyPr>
          <a:lstStyle/>
          <a:p>
            <a:pPr marL="12700">
              <a:lnSpc>
                <a:spcPct val="100000"/>
              </a:lnSpc>
              <a:spcBef>
                <a:spcPts val="210"/>
              </a:spcBef>
            </a:pPr>
            <a:r>
              <a:rPr sz="1700" spc="-105" dirty="0">
                <a:latin typeface="Arial MT"/>
                <a:cs typeface="Arial MT"/>
              </a:rPr>
              <a:t>Use</a:t>
            </a:r>
            <a:r>
              <a:rPr sz="1700" spc="-15" dirty="0">
                <a:latin typeface="Arial MT"/>
                <a:cs typeface="Arial MT"/>
              </a:rPr>
              <a:t> </a:t>
            </a:r>
            <a:r>
              <a:rPr sz="1700" spc="-95" dirty="0">
                <a:latin typeface="Arial MT"/>
                <a:cs typeface="Arial MT"/>
              </a:rPr>
              <a:t>case:</a:t>
            </a:r>
            <a:r>
              <a:rPr sz="1700" spc="-25" dirty="0">
                <a:latin typeface="Arial MT"/>
                <a:cs typeface="Arial MT"/>
              </a:rPr>
              <a:t> </a:t>
            </a:r>
            <a:r>
              <a:rPr sz="1700" spc="-35" dirty="0">
                <a:latin typeface="Arial MT"/>
                <a:cs typeface="Arial MT"/>
              </a:rPr>
              <a:t>Computing</a:t>
            </a:r>
            <a:r>
              <a:rPr sz="1700" spc="-85" dirty="0">
                <a:latin typeface="Arial MT"/>
                <a:cs typeface="Arial MT"/>
              </a:rPr>
              <a:t> </a:t>
            </a:r>
            <a:r>
              <a:rPr sz="1700" spc="-60" dirty="0">
                <a:solidFill>
                  <a:srgbClr val="131313"/>
                </a:solidFill>
                <a:latin typeface="Arial MT"/>
                <a:cs typeface="Arial MT"/>
              </a:rPr>
              <a:t>needs</a:t>
            </a:r>
            <a:r>
              <a:rPr sz="1700" spc="-55" dirty="0">
                <a:solidFill>
                  <a:srgbClr val="131313"/>
                </a:solidFill>
                <a:latin typeface="Arial MT"/>
                <a:cs typeface="Arial MT"/>
              </a:rPr>
              <a:t> </a:t>
            </a:r>
            <a:r>
              <a:rPr sz="1700" dirty="0">
                <a:latin typeface="Arial MT"/>
                <a:cs typeface="Arial MT"/>
              </a:rPr>
              <a:t>with</a:t>
            </a:r>
            <a:r>
              <a:rPr sz="1700" spc="-60" dirty="0">
                <a:latin typeface="Arial MT"/>
                <a:cs typeface="Arial MT"/>
              </a:rPr>
              <a:t> </a:t>
            </a:r>
            <a:r>
              <a:rPr sz="1700" spc="-110" dirty="0">
                <a:solidFill>
                  <a:srgbClr val="0E0E0E"/>
                </a:solidFill>
                <a:latin typeface="Arial MT"/>
                <a:cs typeface="Arial MT"/>
              </a:rPr>
              <a:t>a</a:t>
            </a:r>
            <a:r>
              <a:rPr sz="1700" spc="-40" dirty="0">
                <a:solidFill>
                  <a:srgbClr val="0E0E0E"/>
                </a:solidFill>
                <a:latin typeface="Arial MT"/>
                <a:cs typeface="Arial MT"/>
              </a:rPr>
              <a:t> </a:t>
            </a:r>
            <a:r>
              <a:rPr sz="1700" spc="-50" dirty="0">
                <a:latin typeface="Arial MT"/>
                <a:cs typeface="Arial MT"/>
              </a:rPr>
              <a:t>steady</a:t>
            </a:r>
            <a:r>
              <a:rPr sz="1700" spc="40" dirty="0">
                <a:latin typeface="Arial MT"/>
                <a:cs typeface="Arial MT"/>
              </a:rPr>
              <a:t> </a:t>
            </a:r>
            <a:r>
              <a:rPr sz="1700" spc="-80" dirty="0">
                <a:latin typeface="Arial MT"/>
                <a:cs typeface="Arial MT"/>
              </a:rPr>
              <a:t>amOunt</a:t>
            </a:r>
            <a:r>
              <a:rPr sz="1700" spc="25" dirty="0">
                <a:latin typeface="Arial MT"/>
                <a:cs typeface="Arial MT"/>
              </a:rPr>
              <a:t> </a:t>
            </a:r>
            <a:r>
              <a:rPr sz="1700" spc="-90" dirty="0">
                <a:latin typeface="Arial MT"/>
                <a:cs typeface="Arial MT"/>
              </a:rPr>
              <a:t>usage</a:t>
            </a:r>
            <a:r>
              <a:rPr sz="1700" spc="-25" dirty="0">
                <a:latin typeface="Arial MT"/>
                <a:cs typeface="Arial MT"/>
              </a:rPr>
              <a:t> </a:t>
            </a:r>
            <a:r>
              <a:rPr sz="1700" spc="-25" dirty="0">
                <a:solidFill>
                  <a:srgbClr val="212121"/>
                </a:solidFill>
                <a:latin typeface="Arial MT"/>
                <a:cs typeface="Arial MT"/>
              </a:rPr>
              <a:t>of</a:t>
            </a:r>
            <a:endParaRPr sz="1700">
              <a:latin typeface="Arial MT"/>
              <a:cs typeface="Arial MT"/>
            </a:endParaRPr>
          </a:p>
          <a:p>
            <a:pPr marL="15875">
              <a:lnSpc>
                <a:spcPct val="100000"/>
              </a:lnSpc>
              <a:spcBef>
                <a:spcPts val="110"/>
              </a:spcBef>
            </a:pPr>
            <a:r>
              <a:rPr sz="1650" dirty="0">
                <a:latin typeface="Arial MT"/>
                <a:cs typeface="Arial MT"/>
              </a:rPr>
              <a:t>up</a:t>
            </a:r>
            <a:r>
              <a:rPr sz="1650" spc="-110" dirty="0">
                <a:latin typeface="Arial MT"/>
                <a:cs typeface="Arial MT"/>
              </a:rPr>
              <a:t> </a:t>
            </a:r>
            <a:r>
              <a:rPr sz="1650" dirty="0">
                <a:solidFill>
                  <a:srgbClr val="232323"/>
                </a:solidFill>
                <a:latin typeface="Arial MT"/>
                <a:cs typeface="Arial MT"/>
              </a:rPr>
              <a:t>to</a:t>
            </a:r>
            <a:r>
              <a:rPr sz="1650" spc="140" dirty="0">
                <a:solidFill>
                  <a:srgbClr val="232323"/>
                </a:solidFill>
                <a:latin typeface="Arial MT"/>
                <a:cs typeface="Arial MT"/>
              </a:rPr>
              <a:t> </a:t>
            </a:r>
            <a:r>
              <a:rPr sz="1650" dirty="0">
                <a:solidFill>
                  <a:srgbClr val="282828"/>
                </a:solidFill>
                <a:latin typeface="Arial MT"/>
                <a:cs typeface="Arial MT"/>
              </a:rPr>
              <a:t>1</a:t>
            </a:r>
            <a:r>
              <a:rPr sz="1650" spc="-50" dirty="0">
                <a:solidFill>
                  <a:srgbClr val="282828"/>
                </a:solidFill>
                <a:latin typeface="Arial MT"/>
                <a:cs typeface="Arial MT"/>
              </a:rPr>
              <a:t> </a:t>
            </a:r>
            <a:r>
              <a:rPr sz="1650" spc="-10" dirty="0">
                <a:latin typeface="Arial MT"/>
                <a:cs typeface="Arial MT"/>
              </a:rPr>
              <a:t>year</a:t>
            </a:r>
            <a:r>
              <a:rPr sz="1650" spc="50" dirty="0">
                <a:latin typeface="Arial MT"/>
                <a:cs typeface="Arial MT"/>
              </a:rPr>
              <a:t> </a:t>
            </a:r>
            <a:r>
              <a:rPr sz="1650" spc="-215" dirty="0">
                <a:latin typeface="Arial MT"/>
                <a:cs typeface="Arial MT"/>
              </a:rPr>
              <a:t>Or</a:t>
            </a:r>
            <a:r>
              <a:rPr sz="1650" spc="30" dirty="0">
                <a:latin typeface="Arial MT"/>
                <a:cs typeface="Arial MT"/>
              </a:rPr>
              <a:t> </a:t>
            </a:r>
            <a:r>
              <a:rPr sz="1650" spc="-10" dirty="0">
                <a:latin typeface="Arial MT"/>
                <a:cs typeface="Arial MT"/>
              </a:rPr>
              <a:t>more.</a:t>
            </a:r>
            <a:endParaRPr sz="1650">
              <a:latin typeface="Arial MT"/>
              <a:cs typeface="Arial MT"/>
            </a:endParaRP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1361439" y="2718082"/>
            <a:ext cx="3162935" cy="2581910"/>
            <a:chOff x="1361439" y="2718082"/>
            <a:chExt cx="3162935" cy="2581910"/>
          </a:xfrm>
        </p:grpSpPr>
        <p:pic>
          <p:nvPicPr>
            <p:cNvPr id="3" name="object 3"/>
            <p:cNvPicPr/>
            <p:nvPr/>
          </p:nvPicPr>
          <p:blipFill>
            <a:blip r:embed="rId2" cstate="print"/>
            <a:stretch>
              <a:fillRect/>
            </a:stretch>
          </p:blipFill>
          <p:spPr>
            <a:xfrm>
              <a:off x="1361439" y="3613539"/>
              <a:ext cx="3162639" cy="1686127"/>
            </a:xfrm>
            <a:prstGeom prst="rect">
              <a:avLst/>
            </a:prstGeom>
          </p:spPr>
        </p:pic>
        <p:sp>
          <p:nvSpPr>
            <p:cNvPr id="4" name="object 4"/>
            <p:cNvSpPr/>
            <p:nvPr/>
          </p:nvSpPr>
          <p:spPr>
            <a:xfrm>
              <a:off x="4490547" y="2718082"/>
              <a:ext cx="0" cy="898525"/>
            </a:xfrm>
            <a:custGeom>
              <a:avLst/>
              <a:gdLst/>
              <a:ahLst/>
              <a:cxnLst/>
              <a:rect l="l" t="t" r="r" b="b"/>
              <a:pathLst>
                <a:path h="898525">
                  <a:moveTo>
                    <a:pt x="0" y="0"/>
                  </a:moveTo>
                  <a:lnTo>
                    <a:pt x="0" y="898125"/>
                  </a:lnTo>
                </a:path>
              </a:pathLst>
            </a:custGeom>
            <a:ln w="9144">
              <a:solidFill>
                <a:srgbClr val="239790"/>
              </a:solidFill>
            </a:ln>
          </p:spPr>
          <p:txBody>
            <a:bodyPr wrap="square" lIns="0" tIns="0" rIns="0" bIns="0" rtlCol="0"/>
            <a:lstStyle/>
            <a:p>
              <a:endParaRPr/>
            </a:p>
          </p:txBody>
        </p:sp>
      </p:grpSp>
      <p:sp>
        <p:nvSpPr>
          <p:cNvPr id="5" name="object 5"/>
          <p:cNvSpPr/>
          <p:nvPr/>
        </p:nvSpPr>
        <p:spPr>
          <a:xfrm>
            <a:off x="4490547" y="1736888"/>
            <a:ext cx="0" cy="800735"/>
          </a:xfrm>
          <a:custGeom>
            <a:avLst/>
            <a:gdLst/>
            <a:ahLst/>
            <a:cxnLst/>
            <a:rect l="l" t="t" r="r" b="b"/>
            <a:pathLst>
              <a:path h="800735">
                <a:moveTo>
                  <a:pt x="0" y="0"/>
                </a:moveTo>
                <a:lnTo>
                  <a:pt x="0" y="800196"/>
                </a:lnTo>
              </a:path>
            </a:pathLst>
          </a:custGeom>
          <a:ln w="9144">
            <a:solidFill>
              <a:srgbClr val="239790"/>
            </a:solidFill>
          </a:ln>
        </p:spPr>
        <p:txBody>
          <a:bodyPr wrap="square" lIns="0" tIns="0" rIns="0" bIns="0" rtlCol="0"/>
          <a:lstStyle/>
          <a:p>
            <a:endParaRPr/>
          </a:p>
        </p:txBody>
      </p:sp>
      <p:sp>
        <p:nvSpPr>
          <p:cNvPr id="6" name="object 6"/>
          <p:cNvSpPr/>
          <p:nvPr/>
        </p:nvSpPr>
        <p:spPr>
          <a:xfrm>
            <a:off x="4490547" y="1396997"/>
            <a:ext cx="0" cy="149860"/>
          </a:xfrm>
          <a:custGeom>
            <a:avLst/>
            <a:gdLst/>
            <a:ahLst/>
            <a:cxnLst/>
            <a:rect l="l" t="t" r="r" b="b"/>
            <a:pathLst>
              <a:path h="149859">
                <a:moveTo>
                  <a:pt x="0" y="0"/>
                </a:moveTo>
                <a:lnTo>
                  <a:pt x="0" y="149368"/>
                </a:lnTo>
              </a:path>
            </a:pathLst>
          </a:custGeom>
          <a:ln w="9144">
            <a:solidFill>
              <a:srgbClr val="239790"/>
            </a:solidFill>
          </a:ln>
        </p:spPr>
        <p:txBody>
          <a:bodyPr wrap="square" lIns="0" tIns="0" rIns="0" bIns="0" rtlCol="0"/>
          <a:lstStyle/>
          <a:p>
            <a:endParaRPr/>
          </a:p>
        </p:txBody>
      </p:sp>
      <p:sp>
        <p:nvSpPr>
          <p:cNvPr id="7" name="object 7"/>
          <p:cNvSpPr/>
          <p:nvPr/>
        </p:nvSpPr>
        <p:spPr>
          <a:xfrm>
            <a:off x="10788391" y="387987"/>
            <a:ext cx="0" cy="887094"/>
          </a:xfrm>
          <a:custGeom>
            <a:avLst/>
            <a:gdLst/>
            <a:ahLst/>
            <a:cxnLst/>
            <a:rect l="l" t="t" r="r" b="b"/>
            <a:pathLst>
              <a:path h="887094">
                <a:moveTo>
                  <a:pt x="0" y="887074"/>
                </a:moveTo>
                <a:lnTo>
                  <a:pt x="0" y="0"/>
                </a:lnTo>
              </a:path>
            </a:pathLst>
          </a:custGeom>
          <a:ln w="9144">
            <a:solidFill>
              <a:srgbClr val="3B8087"/>
            </a:solidFill>
          </a:ln>
        </p:spPr>
        <p:txBody>
          <a:bodyPr wrap="square" lIns="0" tIns="0" rIns="0" bIns="0" rtlCol="0"/>
          <a:lstStyle/>
          <a:p>
            <a:endParaRPr/>
          </a:p>
        </p:txBody>
      </p:sp>
      <p:sp>
        <p:nvSpPr>
          <p:cNvPr id="8" name="object 8"/>
          <p:cNvSpPr/>
          <p:nvPr/>
        </p:nvSpPr>
        <p:spPr>
          <a:xfrm>
            <a:off x="1752006" y="736644"/>
            <a:ext cx="991235" cy="210185"/>
          </a:xfrm>
          <a:custGeom>
            <a:avLst/>
            <a:gdLst/>
            <a:ahLst/>
            <a:cxnLst/>
            <a:rect l="l" t="t" r="r" b="b"/>
            <a:pathLst>
              <a:path w="991235" h="210184">
                <a:moveTo>
                  <a:pt x="990600" y="209550"/>
                </a:moveTo>
                <a:lnTo>
                  <a:pt x="0" y="209550"/>
                </a:lnTo>
                <a:lnTo>
                  <a:pt x="0" y="0"/>
                </a:lnTo>
                <a:lnTo>
                  <a:pt x="990600" y="0"/>
                </a:lnTo>
                <a:lnTo>
                  <a:pt x="990600" y="209550"/>
                </a:lnTo>
                <a:close/>
              </a:path>
            </a:pathLst>
          </a:custGeom>
          <a:solidFill>
            <a:srgbClr val="13918A"/>
          </a:solidFill>
        </p:spPr>
        <p:txBody>
          <a:bodyPr wrap="square" lIns="0" tIns="0" rIns="0" bIns="0" rtlCol="0"/>
          <a:lstStyle/>
          <a:p>
            <a:endParaRPr/>
          </a:p>
        </p:txBody>
      </p:sp>
      <p:sp>
        <p:nvSpPr>
          <p:cNvPr id="9" name="object 9"/>
          <p:cNvSpPr/>
          <p:nvPr/>
        </p:nvSpPr>
        <p:spPr>
          <a:xfrm>
            <a:off x="1704376" y="3099127"/>
            <a:ext cx="781685" cy="172085"/>
          </a:xfrm>
          <a:custGeom>
            <a:avLst/>
            <a:gdLst/>
            <a:ahLst/>
            <a:cxnLst/>
            <a:rect l="l" t="t" r="r" b="b"/>
            <a:pathLst>
              <a:path w="781685" h="172085">
                <a:moveTo>
                  <a:pt x="781050" y="171450"/>
                </a:moveTo>
                <a:lnTo>
                  <a:pt x="0" y="171450"/>
                </a:lnTo>
                <a:lnTo>
                  <a:pt x="0" y="0"/>
                </a:lnTo>
                <a:lnTo>
                  <a:pt x="781050" y="0"/>
                </a:lnTo>
                <a:lnTo>
                  <a:pt x="781050" y="171450"/>
                </a:lnTo>
                <a:close/>
              </a:path>
            </a:pathLst>
          </a:custGeom>
          <a:solidFill>
            <a:srgbClr val="1D9590"/>
          </a:solidFill>
        </p:spPr>
        <p:txBody>
          <a:bodyPr wrap="square" lIns="0" tIns="0" rIns="0" bIns="0" rtlCol="0"/>
          <a:lstStyle/>
          <a:p>
            <a:endParaRPr/>
          </a:p>
        </p:txBody>
      </p:sp>
      <p:sp>
        <p:nvSpPr>
          <p:cNvPr id="10" name="object 10"/>
          <p:cNvSpPr/>
          <p:nvPr/>
        </p:nvSpPr>
        <p:spPr>
          <a:xfrm>
            <a:off x="1618642" y="3356333"/>
            <a:ext cx="734060" cy="181610"/>
          </a:xfrm>
          <a:custGeom>
            <a:avLst/>
            <a:gdLst/>
            <a:ahLst/>
            <a:cxnLst/>
            <a:rect l="l" t="t" r="r" b="b"/>
            <a:pathLst>
              <a:path w="734060" h="181610">
                <a:moveTo>
                  <a:pt x="733425" y="180975"/>
                </a:moveTo>
                <a:lnTo>
                  <a:pt x="0" y="180975"/>
                </a:lnTo>
                <a:lnTo>
                  <a:pt x="0" y="0"/>
                </a:lnTo>
                <a:lnTo>
                  <a:pt x="733425" y="0"/>
                </a:lnTo>
                <a:lnTo>
                  <a:pt x="733425" y="180975"/>
                </a:lnTo>
                <a:close/>
              </a:path>
            </a:pathLst>
          </a:custGeom>
          <a:solidFill>
            <a:srgbClr val="189589"/>
          </a:solidFill>
        </p:spPr>
        <p:txBody>
          <a:bodyPr wrap="square" lIns="0" tIns="0" rIns="0" bIns="0" rtlCol="0"/>
          <a:lstStyle/>
          <a:p>
            <a:endParaRPr/>
          </a:p>
        </p:txBody>
      </p:sp>
      <p:sp>
        <p:nvSpPr>
          <p:cNvPr id="11" name="object 11"/>
          <p:cNvSpPr/>
          <p:nvPr/>
        </p:nvSpPr>
        <p:spPr>
          <a:xfrm>
            <a:off x="2837973" y="717591"/>
            <a:ext cx="1181735" cy="229235"/>
          </a:xfrm>
          <a:custGeom>
            <a:avLst/>
            <a:gdLst/>
            <a:ahLst/>
            <a:cxnLst/>
            <a:rect l="l" t="t" r="r" b="b"/>
            <a:pathLst>
              <a:path w="1181735" h="229234">
                <a:moveTo>
                  <a:pt x="1181100" y="228600"/>
                </a:moveTo>
                <a:lnTo>
                  <a:pt x="0" y="228600"/>
                </a:lnTo>
                <a:lnTo>
                  <a:pt x="0" y="0"/>
                </a:lnTo>
                <a:lnTo>
                  <a:pt x="1181100" y="0"/>
                </a:lnTo>
                <a:lnTo>
                  <a:pt x="1181100" y="228600"/>
                </a:lnTo>
                <a:close/>
              </a:path>
            </a:pathLst>
          </a:custGeom>
          <a:solidFill>
            <a:srgbClr val="0F8582"/>
          </a:solidFill>
        </p:spPr>
        <p:txBody>
          <a:bodyPr wrap="square" lIns="0" tIns="0" rIns="0" bIns="0" rtlCol="0"/>
          <a:lstStyle/>
          <a:p>
            <a:endParaRPr/>
          </a:p>
        </p:txBody>
      </p:sp>
      <p:sp>
        <p:nvSpPr>
          <p:cNvPr id="12" name="object 12"/>
          <p:cNvSpPr txBox="1"/>
          <p:nvPr/>
        </p:nvSpPr>
        <p:spPr>
          <a:xfrm>
            <a:off x="1370966" y="1546365"/>
            <a:ext cx="3119755" cy="191135"/>
          </a:xfrm>
          <a:prstGeom prst="rect">
            <a:avLst/>
          </a:prstGeom>
          <a:solidFill>
            <a:srgbClr val="1A9389"/>
          </a:solidFill>
        </p:spPr>
        <p:txBody>
          <a:bodyPr vert="horz" wrap="square" lIns="0" tIns="0" rIns="0" bIns="0" rtlCol="0">
            <a:spAutoFit/>
          </a:bodyPr>
          <a:lstStyle/>
          <a:p>
            <a:pPr marL="254000">
              <a:lnSpc>
                <a:spcPts val="1500"/>
              </a:lnSpc>
            </a:pPr>
            <a:r>
              <a:rPr sz="1950" spc="-195" dirty="0">
                <a:solidFill>
                  <a:srgbClr val="49AFA5"/>
                </a:solidFill>
                <a:latin typeface="Arial MT"/>
                <a:cs typeface="Arial MT"/>
              </a:rPr>
              <a:t>What</a:t>
            </a:r>
            <a:r>
              <a:rPr sz="1950" spc="-25" dirty="0">
                <a:solidFill>
                  <a:srgbClr val="49AFA5"/>
                </a:solidFill>
                <a:latin typeface="Arial MT"/>
                <a:cs typeface="Arial MT"/>
              </a:rPr>
              <a:t> </a:t>
            </a:r>
            <a:r>
              <a:rPr sz="1950" spc="-220" dirty="0">
                <a:solidFill>
                  <a:srgbClr val="49A09C"/>
                </a:solidFill>
                <a:latin typeface="Arial MT"/>
                <a:cs typeface="Arial MT"/>
              </a:rPr>
              <a:t>does</a:t>
            </a:r>
            <a:r>
              <a:rPr sz="1950" spc="-45" dirty="0">
                <a:solidFill>
                  <a:srgbClr val="49A09C"/>
                </a:solidFill>
                <a:latin typeface="Arial MT"/>
                <a:cs typeface="Arial MT"/>
              </a:rPr>
              <a:t> </a:t>
            </a:r>
            <a:r>
              <a:rPr sz="1950" spc="-240" dirty="0">
                <a:solidFill>
                  <a:srgbClr val="24998C"/>
                </a:solidFill>
                <a:latin typeface="Arial MT"/>
                <a:cs typeface="Arial MT"/>
              </a:rPr>
              <a:t>Amazon</a:t>
            </a:r>
            <a:r>
              <a:rPr sz="1950" spc="-5" dirty="0">
                <a:solidFill>
                  <a:srgbClr val="24998C"/>
                </a:solidFill>
                <a:latin typeface="Arial MT"/>
                <a:cs typeface="Arial MT"/>
              </a:rPr>
              <a:t> </a:t>
            </a:r>
            <a:r>
              <a:rPr sz="1950" spc="-405" dirty="0">
                <a:solidFill>
                  <a:srgbClr val="33998A"/>
                </a:solidFill>
                <a:latin typeface="Arial MT"/>
                <a:cs typeface="Arial MT"/>
              </a:rPr>
              <a:t>RDS</a:t>
            </a:r>
            <a:r>
              <a:rPr sz="1950" spc="-10" dirty="0">
                <a:solidFill>
                  <a:srgbClr val="33998A"/>
                </a:solidFill>
                <a:latin typeface="Arial MT"/>
                <a:cs typeface="Arial MT"/>
              </a:rPr>
              <a:t> </a:t>
            </a:r>
            <a:r>
              <a:rPr sz="1950" spc="-25" dirty="0">
                <a:solidFill>
                  <a:srgbClr val="5BB5B3"/>
                </a:solidFill>
                <a:latin typeface="Arial MT"/>
                <a:cs typeface="Arial MT"/>
              </a:rPr>
              <a:t>do?</a:t>
            </a:r>
            <a:endParaRPr sz="1950">
              <a:latin typeface="Arial MT"/>
              <a:cs typeface="Arial MT"/>
            </a:endParaRPr>
          </a:p>
        </p:txBody>
      </p:sp>
      <p:sp>
        <p:nvSpPr>
          <p:cNvPr id="13" name="object 13"/>
          <p:cNvSpPr txBox="1"/>
          <p:nvPr/>
        </p:nvSpPr>
        <p:spPr>
          <a:xfrm>
            <a:off x="4469227" y="1457457"/>
            <a:ext cx="80010" cy="323215"/>
          </a:xfrm>
          <a:prstGeom prst="rect">
            <a:avLst/>
          </a:prstGeom>
        </p:spPr>
        <p:txBody>
          <a:bodyPr vert="horz" wrap="square" lIns="0" tIns="12700" rIns="0" bIns="0" rtlCol="0">
            <a:spAutoFit/>
          </a:bodyPr>
          <a:lstStyle/>
          <a:p>
            <a:pPr marL="12700">
              <a:lnSpc>
                <a:spcPct val="100000"/>
              </a:lnSpc>
              <a:spcBef>
                <a:spcPts val="100"/>
              </a:spcBef>
            </a:pPr>
            <a:r>
              <a:rPr sz="1950" spc="-65" dirty="0">
                <a:solidFill>
                  <a:srgbClr val="1A9389"/>
                </a:solidFill>
                <a:latin typeface="Arial MT"/>
                <a:cs typeface="Arial MT"/>
              </a:rPr>
              <a:t>I</a:t>
            </a:r>
            <a:endParaRPr sz="1950">
              <a:latin typeface="Arial MT"/>
              <a:cs typeface="Arial MT"/>
            </a:endParaRPr>
          </a:p>
        </p:txBody>
      </p:sp>
      <p:sp>
        <p:nvSpPr>
          <p:cNvPr id="14" name="object 14"/>
          <p:cNvSpPr txBox="1"/>
          <p:nvPr/>
        </p:nvSpPr>
        <p:spPr>
          <a:xfrm>
            <a:off x="1370966" y="1975043"/>
            <a:ext cx="3143885" cy="448309"/>
          </a:xfrm>
          <a:prstGeom prst="rect">
            <a:avLst/>
          </a:prstGeom>
          <a:solidFill>
            <a:srgbClr val="16958E"/>
          </a:solidFill>
        </p:spPr>
        <p:txBody>
          <a:bodyPr vert="horz" wrap="square" lIns="0" tIns="0" rIns="0" bIns="0" rtlCol="0">
            <a:spAutoFit/>
          </a:bodyPr>
          <a:lstStyle/>
          <a:p>
            <a:pPr marR="24765" algn="ctr">
              <a:lnSpc>
                <a:spcPts val="1625"/>
              </a:lnSpc>
            </a:pPr>
            <a:r>
              <a:rPr sz="1850" spc="-130" dirty="0">
                <a:solidFill>
                  <a:srgbClr val="389390"/>
                </a:solidFill>
                <a:latin typeface="Arial MT"/>
                <a:cs typeface="Arial MT"/>
              </a:rPr>
              <a:t>What</a:t>
            </a:r>
            <a:r>
              <a:rPr sz="1850" spc="-30" dirty="0">
                <a:solidFill>
                  <a:srgbClr val="389390"/>
                </a:solidFill>
                <a:latin typeface="Arial MT"/>
                <a:cs typeface="Arial MT"/>
              </a:rPr>
              <a:t> </a:t>
            </a:r>
            <a:r>
              <a:rPr sz="1850" spc="-85" dirty="0">
                <a:solidFill>
                  <a:srgbClr val="268987"/>
                </a:solidFill>
                <a:latin typeface="Arial MT"/>
                <a:cs typeface="Arial MT"/>
              </a:rPr>
              <a:t>problem</a:t>
            </a:r>
            <a:r>
              <a:rPr sz="1850" spc="5" dirty="0">
                <a:solidFill>
                  <a:srgbClr val="268987"/>
                </a:solidFill>
                <a:latin typeface="Arial MT"/>
                <a:cs typeface="Arial MT"/>
              </a:rPr>
              <a:t> </a:t>
            </a:r>
            <a:r>
              <a:rPr sz="1850" spc="-150" dirty="0">
                <a:solidFill>
                  <a:srgbClr val="36757B"/>
                </a:solidFill>
                <a:latin typeface="Arial MT"/>
                <a:cs typeface="Arial MT"/>
              </a:rPr>
              <a:t>does</a:t>
            </a:r>
            <a:r>
              <a:rPr sz="1850" spc="-35" dirty="0">
                <a:solidFill>
                  <a:srgbClr val="36757B"/>
                </a:solidFill>
                <a:latin typeface="Arial MT"/>
                <a:cs typeface="Arial MT"/>
              </a:rPr>
              <a:t> </a:t>
            </a:r>
            <a:r>
              <a:rPr sz="1850" spc="-10" dirty="0">
                <a:solidFill>
                  <a:srgbClr val="2A706E"/>
                </a:solidFill>
                <a:latin typeface="Arial MT"/>
                <a:cs typeface="Arial MT"/>
              </a:rPr>
              <a:t>Amazon</a:t>
            </a:r>
            <a:endParaRPr sz="1850">
              <a:latin typeface="Arial MT"/>
              <a:cs typeface="Arial MT"/>
            </a:endParaRPr>
          </a:p>
          <a:p>
            <a:pPr marR="26670" algn="ctr">
              <a:lnSpc>
                <a:spcPts val="1905"/>
              </a:lnSpc>
            </a:pPr>
            <a:r>
              <a:rPr sz="1850" spc="-330" dirty="0">
                <a:solidFill>
                  <a:srgbClr val="34908E"/>
                </a:solidFill>
                <a:latin typeface="Arial MT"/>
                <a:cs typeface="Arial MT"/>
              </a:rPr>
              <a:t>RDS</a:t>
            </a:r>
            <a:r>
              <a:rPr sz="1850" spc="55" dirty="0">
                <a:solidFill>
                  <a:srgbClr val="34908E"/>
                </a:solidFill>
                <a:latin typeface="Arial MT"/>
                <a:cs typeface="Arial MT"/>
              </a:rPr>
              <a:t> </a:t>
            </a:r>
            <a:r>
              <a:rPr sz="1850" spc="-10" dirty="0">
                <a:solidFill>
                  <a:srgbClr val="A5FFF7"/>
                </a:solidFill>
                <a:latin typeface="Arial MT"/>
                <a:cs typeface="Arial MT"/>
              </a:rPr>
              <a:t>solve*</a:t>
            </a:r>
            <a:endParaRPr sz="1850">
              <a:latin typeface="Arial MT"/>
              <a:cs typeface="Arial MT"/>
            </a:endParaRPr>
          </a:p>
        </p:txBody>
      </p:sp>
      <p:sp>
        <p:nvSpPr>
          <p:cNvPr id="15" name="object 15"/>
          <p:cNvSpPr txBox="1"/>
          <p:nvPr/>
        </p:nvSpPr>
        <p:spPr>
          <a:xfrm>
            <a:off x="1370966" y="2537085"/>
            <a:ext cx="3119755" cy="181610"/>
          </a:xfrm>
          <a:prstGeom prst="rect">
            <a:avLst/>
          </a:prstGeom>
          <a:solidFill>
            <a:srgbClr val="1A9389"/>
          </a:solidFill>
        </p:spPr>
        <p:txBody>
          <a:bodyPr vert="horz" wrap="square" lIns="0" tIns="0" rIns="0" bIns="0" rtlCol="0">
            <a:spAutoFit/>
          </a:bodyPr>
          <a:lstStyle/>
          <a:p>
            <a:pPr marL="444500">
              <a:lnSpc>
                <a:spcPts val="1425"/>
              </a:lnSpc>
            </a:pPr>
            <a:r>
              <a:rPr sz="1950" spc="-195" dirty="0">
                <a:solidFill>
                  <a:srgbClr val="319795"/>
                </a:solidFill>
                <a:latin typeface="Arial MT"/>
                <a:cs typeface="Arial MT"/>
              </a:rPr>
              <a:t>What</a:t>
            </a:r>
            <a:r>
              <a:rPr sz="1950" spc="-35" dirty="0">
                <a:solidFill>
                  <a:srgbClr val="319795"/>
                </a:solidFill>
                <a:latin typeface="Arial MT"/>
                <a:cs typeface="Arial MT"/>
              </a:rPr>
              <a:t> </a:t>
            </a:r>
            <a:r>
              <a:rPr sz="1950" spc="-235" dirty="0">
                <a:solidFill>
                  <a:srgbClr val="A3EBE8"/>
                </a:solidFill>
                <a:latin typeface="Arial MT"/>
                <a:cs typeface="Arial MT"/>
              </a:rPr>
              <a:t>are</a:t>
            </a:r>
            <a:r>
              <a:rPr sz="1950" spc="-110" dirty="0">
                <a:solidFill>
                  <a:srgbClr val="A3EBE8"/>
                </a:solidFill>
                <a:latin typeface="Arial MT"/>
                <a:cs typeface="Arial MT"/>
              </a:rPr>
              <a:t> </a:t>
            </a:r>
            <a:r>
              <a:rPr sz="1950" spc="-100" dirty="0">
                <a:solidFill>
                  <a:srgbClr val="347C80"/>
                </a:solidFill>
                <a:latin typeface="Arial MT"/>
                <a:cs typeface="Arial MT"/>
              </a:rPr>
              <a:t>the</a:t>
            </a:r>
            <a:r>
              <a:rPr sz="1950" spc="-85" dirty="0">
                <a:solidFill>
                  <a:srgbClr val="347C80"/>
                </a:solidFill>
                <a:latin typeface="Arial MT"/>
                <a:cs typeface="Arial MT"/>
              </a:rPr>
              <a:t> </a:t>
            </a:r>
            <a:r>
              <a:rPr sz="1950" spc="-140" dirty="0">
                <a:solidFill>
                  <a:srgbClr val="4DB6AF"/>
                </a:solidFill>
                <a:latin typeface="Arial MT"/>
                <a:cs typeface="Arial MT"/>
              </a:rPr>
              <a:t>benefits</a:t>
            </a:r>
            <a:r>
              <a:rPr sz="1950" spc="45" dirty="0">
                <a:solidFill>
                  <a:srgbClr val="4DB6AF"/>
                </a:solidFill>
                <a:latin typeface="Arial MT"/>
                <a:cs typeface="Arial MT"/>
              </a:rPr>
              <a:t> </a:t>
            </a:r>
            <a:r>
              <a:rPr sz="1950" spc="-25" dirty="0">
                <a:solidFill>
                  <a:srgbClr val="21938C"/>
                </a:solidFill>
                <a:latin typeface="Arial MT"/>
                <a:cs typeface="Arial MT"/>
              </a:rPr>
              <a:t>of</a:t>
            </a:r>
            <a:endParaRPr sz="1950">
              <a:latin typeface="Arial MT"/>
              <a:cs typeface="Arial MT"/>
            </a:endParaRPr>
          </a:p>
        </p:txBody>
      </p:sp>
      <p:sp>
        <p:nvSpPr>
          <p:cNvPr id="16" name="object 16"/>
          <p:cNvSpPr txBox="1"/>
          <p:nvPr/>
        </p:nvSpPr>
        <p:spPr>
          <a:xfrm>
            <a:off x="4469227" y="2448175"/>
            <a:ext cx="80010" cy="323215"/>
          </a:xfrm>
          <a:prstGeom prst="rect">
            <a:avLst/>
          </a:prstGeom>
        </p:spPr>
        <p:txBody>
          <a:bodyPr vert="horz" wrap="square" lIns="0" tIns="12700" rIns="0" bIns="0" rtlCol="0">
            <a:spAutoFit/>
          </a:bodyPr>
          <a:lstStyle/>
          <a:p>
            <a:pPr marL="12700">
              <a:lnSpc>
                <a:spcPct val="100000"/>
              </a:lnSpc>
              <a:spcBef>
                <a:spcPts val="100"/>
              </a:spcBef>
            </a:pPr>
            <a:r>
              <a:rPr sz="1950" spc="-65" dirty="0">
                <a:solidFill>
                  <a:srgbClr val="1A9389"/>
                </a:solidFill>
                <a:latin typeface="Arial MT"/>
                <a:cs typeface="Arial MT"/>
              </a:rPr>
              <a:t>I</a:t>
            </a:r>
            <a:endParaRPr sz="1950">
              <a:latin typeface="Arial MT"/>
              <a:cs typeface="Arial MT"/>
            </a:endParaRPr>
          </a:p>
        </p:txBody>
      </p:sp>
      <p:grpSp>
        <p:nvGrpSpPr>
          <p:cNvPr id="17" name="object 17"/>
          <p:cNvGrpSpPr/>
          <p:nvPr/>
        </p:nvGrpSpPr>
        <p:grpSpPr>
          <a:xfrm>
            <a:off x="1370966" y="2813343"/>
            <a:ext cx="3153410" cy="181610"/>
            <a:chOff x="1370966" y="2813343"/>
            <a:chExt cx="3153410" cy="181610"/>
          </a:xfrm>
        </p:grpSpPr>
        <p:pic>
          <p:nvPicPr>
            <p:cNvPr id="18" name="object 18"/>
            <p:cNvPicPr/>
            <p:nvPr/>
          </p:nvPicPr>
          <p:blipFill>
            <a:blip r:embed="rId3" cstate="print"/>
            <a:stretch>
              <a:fillRect/>
            </a:stretch>
          </p:blipFill>
          <p:spPr>
            <a:xfrm>
              <a:off x="1370966" y="2813343"/>
              <a:ext cx="3153112" cy="180996"/>
            </a:xfrm>
            <a:prstGeom prst="rect">
              <a:avLst/>
            </a:prstGeom>
          </p:spPr>
        </p:pic>
        <p:pic>
          <p:nvPicPr>
            <p:cNvPr id="19" name="object 19"/>
            <p:cNvPicPr/>
            <p:nvPr/>
          </p:nvPicPr>
          <p:blipFill>
            <a:blip r:embed="rId4" cstate="print"/>
            <a:stretch>
              <a:fillRect/>
            </a:stretch>
          </p:blipFill>
          <p:spPr>
            <a:xfrm>
              <a:off x="1370966" y="2813343"/>
              <a:ext cx="3153112" cy="180996"/>
            </a:xfrm>
            <a:prstGeom prst="rect">
              <a:avLst/>
            </a:prstGeom>
          </p:spPr>
        </p:pic>
      </p:grpSp>
      <p:sp>
        <p:nvSpPr>
          <p:cNvPr id="20" name="object 20"/>
          <p:cNvSpPr/>
          <p:nvPr/>
        </p:nvSpPr>
        <p:spPr>
          <a:xfrm>
            <a:off x="2561718" y="3089601"/>
            <a:ext cx="1600835" cy="181610"/>
          </a:xfrm>
          <a:custGeom>
            <a:avLst/>
            <a:gdLst/>
            <a:ahLst/>
            <a:cxnLst/>
            <a:rect l="l" t="t" r="r" b="b"/>
            <a:pathLst>
              <a:path w="1600835" h="181610">
                <a:moveTo>
                  <a:pt x="1600200" y="180975"/>
                </a:moveTo>
                <a:lnTo>
                  <a:pt x="0" y="180975"/>
                </a:lnTo>
                <a:lnTo>
                  <a:pt x="0" y="0"/>
                </a:lnTo>
                <a:lnTo>
                  <a:pt x="1600200" y="0"/>
                </a:lnTo>
                <a:lnTo>
                  <a:pt x="1600200" y="180975"/>
                </a:lnTo>
                <a:close/>
              </a:path>
            </a:pathLst>
          </a:custGeom>
          <a:solidFill>
            <a:srgbClr val="1D958E"/>
          </a:solidFill>
        </p:spPr>
        <p:txBody>
          <a:bodyPr wrap="square" lIns="0" tIns="0" rIns="0" bIns="0" rtlCol="0"/>
          <a:lstStyle/>
          <a:p>
            <a:endParaRPr/>
          </a:p>
        </p:txBody>
      </p:sp>
      <p:sp>
        <p:nvSpPr>
          <p:cNvPr id="21" name="object 21"/>
          <p:cNvSpPr/>
          <p:nvPr/>
        </p:nvSpPr>
        <p:spPr>
          <a:xfrm>
            <a:off x="2418827" y="3365859"/>
            <a:ext cx="1296035" cy="210185"/>
          </a:xfrm>
          <a:custGeom>
            <a:avLst/>
            <a:gdLst/>
            <a:ahLst/>
            <a:cxnLst/>
            <a:rect l="l" t="t" r="r" b="b"/>
            <a:pathLst>
              <a:path w="1296035" h="210185">
                <a:moveTo>
                  <a:pt x="1295400" y="209550"/>
                </a:moveTo>
                <a:lnTo>
                  <a:pt x="0" y="209550"/>
                </a:lnTo>
                <a:lnTo>
                  <a:pt x="0" y="0"/>
                </a:lnTo>
                <a:lnTo>
                  <a:pt x="1295400" y="0"/>
                </a:lnTo>
                <a:lnTo>
                  <a:pt x="1295400" y="209550"/>
                </a:lnTo>
                <a:close/>
              </a:path>
            </a:pathLst>
          </a:custGeom>
          <a:solidFill>
            <a:srgbClr val="15998C"/>
          </a:solidFill>
        </p:spPr>
        <p:txBody>
          <a:bodyPr wrap="square" lIns="0" tIns="0" rIns="0" bIns="0" rtlCol="0"/>
          <a:lstStyle/>
          <a:p>
            <a:endParaRPr/>
          </a:p>
        </p:txBody>
      </p:sp>
      <p:sp>
        <p:nvSpPr>
          <p:cNvPr id="22" name="object 22"/>
          <p:cNvSpPr/>
          <p:nvPr/>
        </p:nvSpPr>
        <p:spPr>
          <a:xfrm>
            <a:off x="4114460" y="717591"/>
            <a:ext cx="1105535" cy="229235"/>
          </a:xfrm>
          <a:custGeom>
            <a:avLst/>
            <a:gdLst/>
            <a:ahLst/>
            <a:cxnLst/>
            <a:rect l="l" t="t" r="r" b="b"/>
            <a:pathLst>
              <a:path w="1105535" h="229234">
                <a:moveTo>
                  <a:pt x="1104900" y="228600"/>
                </a:moveTo>
                <a:lnTo>
                  <a:pt x="0" y="228600"/>
                </a:lnTo>
                <a:lnTo>
                  <a:pt x="0" y="0"/>
                </a:lnTo>
                <a:lnTo>
                  <a:pt x="1104900" y="0"/>
                </a:lnTo>
                <a:lnTo>
                  <a:pt x="1104900" y="228600"/>
                </a:lnTo>
                <a:close/>
              </a:path>
            </a:pathLst>
          </a:custGeom>
          <a:solidFill>
            <a:srgbClr val="1C90A3"/>
          </a:solidFill>
        </p:spPr>
        <p:txBody>
          <a:bodyPr wrap="square" lIns="0" tIns="0" rIns="0" bIns="0" rtlCol="0"/>
          <a:lstStyle/>
          <a:p>
            <a:endParaRPr/>
          </a:p>
        </p:txBody>
      </p:sp>
      <p:sp>
        <p:nvSpPr>
          <p:cNvPr id="23" name="object 23"/>
          <p:cNvSpPr/>
          <p:nvPr/>
        </p:nvSpPr>
        <p:spPr>
          <a:xfrm>
            <a:off x="3781049" y="3365859"/>
            <a:ext cx="467359" cy="172085"/>
          </a:xfrm>
          <a:custGeom>
            <a:avLst/>
            <a:gdLst/>
            <a:ahLst/>
            <a:cxnLst/>
            <a:rect l="l" t="t" r="r" b="b"/>
            <a:pathLst>
              <a:path w="467360" h="172085">
                <a:moveTo>
                  <a:pt x="466725" y="171450"/>
                </a:moveTo>
                <a:lnTo>
                  <a:pt x="0" y="171450"/>
                </a:lnTo>
                <a:lnTo>
                  <a:pt x="0" y="0"/>
                </a:lnTo>
                <a:lnTo>
                  <a:pt x="466725" y="0"/>
                </a:lnTo>
                <a:lnTo>
                  <a:pt x="466725" y="171450"/>
                </a:lnTo>
                <a:close/>
              </a:path>
            </a:pathLst>
          </a:custGeom>
          <a:solidFill>
            <a:srgbClr val="1C9191"/>
          </a:solidFill>
        </p:spPr>
        <p:txBody>
          <a:bodyPr wrap="square" lIns="0" tIns="0" rIns="0" bIns="0" rtlCol="0"/>
          <a:lstStyle/>
          <a:p>
            <a:endParaRPr/>
          </a:p>
        </p:txBody>
      </p:sp>
      <p:sp>
        <p:nvSpPr>
          <p:cNvPr id="24" name="object 24"/>
          <p:cNvSpPr txBox="1"/>
          <p:nvPr/>
        </p:nvSpPr>
        <p:spPr>
          <a:xfrm>
            <a:off x="1569095" y="3000692"/>
            <a:ext cx="2722245" cy="589915"/>
          </a:xfrm>
          <a:prstGeom prst="rect">
            <a:avLst/>
          </a:prstGeom>
        </p:spPr>
        <p:txBody>
          <a:bodyPr vert="horz" wrap="square" lIns="0" tIns="12700" rIns="0" bIns="0" rtlCol="0">
            <a:spAutoFit/>
          </a:bodyPr>
          <a:lstStyle/>
          <a:p>
            <a:pPr marL="125095">
              <a:lnSpc>
                <a:spcPts val="2220"/>
              </a:lnSpc>
              <a:spcBef>
                <a:spcPts val="100"/>
              </a:spcBef>
            </a:pPr>
            <a:r>
              <a:rPr sz="1900" spc="-190" dirty="0">
                <a:solidFill>
                  <a:srgbClr val="3D9390"/>
                </a:solidFill>
                <a:latin typeface="Arial MT"/>
                <a:cs typeface="Arial MT"/>
              </a:rPr>
              <a:t>How</a:t>
            </a:r>
            <a:r>
              <a:rPr sz="1900" spc="-70" dirty="0">
                <a:solidFill>
                  <a:srgbClr val="3D9390"/>
                </a:solidFill>
                <a:latin typeface="Arial MT"/>
                <a:cs typeface="Arial MT"/>
              </a:rPr>
              <a:t> </a:t>
            </a:r>
            <a:r>
              <a:rPr sz="1900" spc="-204" dirty="0">
                <a:solidFill>
                  <a:srgbClr val="2B8C7E"/>
                </a:solidFill>
                <a:latin typeface="Arial MT"/>
                <a:cs typeface="Arial MT"/>
              </a:rPr>
              <a:t>can</a:t>
            </a:r>
            <a:r>
              <a:rPr sz="1900" spc="-60" dirty="0">
                <a:solidFill>
                  <a:srgbClr val="2B8C7E"/>
                </a:solidFill>
                <a:latin typeface="Arial MT"/>
                <a:cs typeface="Arial MT"/>
              </a:rPr>
              <a:t> </a:t>
            </a:r>
            <a:r>
              <a:rPr sz="1950" spc="-120" dirty="0">
                <a:solidFill>
                  <a:srgbClr val="38977C"/>
                </a:solidFill>
                <a:latin typeface="Arial MT"/>
                <a:cs typeface="Arial MT"/>
              </a:rPr>
              <a:t>I</a:t>
            </a:r>
            <a:r>
              <a:rPr sz="1950" spc="-95" dirty="0">
                <a:solidFill>
                  <a:srgbClr val="38977C"/>
                </a:solidFill>
                <a:latin typeface="Arial MT"/>
                <a:cs typeface="Arial MT"/>
              </a:rPr>
              <a:t> </a:t>
            </a:r>
            <a:r>
              <a:rPr sz="1950" spc="-155" dirty="0">
                <a:solidFill>
                  <a:srgbClr val="2D8979"/>
                </a:solidFill>
                <a:latin typeface="Arial MT"/>
                <a:cs typeface="Arial MT"/>
              </a:rPr>
              <a:t>architect</a:t>
            </a:r>
            <a:r>
              <a:rPr sz="1950" spc="45" dirty="0">
                <a:solidFill>
                  <a:srgbClr val="2D8979"/>
                </a:solidFill>
                <a:latin typeface="Arial MT"/>
                <a:cs typeface="Arial MT"/>
              </a:rPr>
              <a:t> </a:t>
            </a:r>
            <a:r>
              <a:rPr sz="1950" spc="-240" dirty="0">
                <a:solidFill>
                  <a:srgbClr val="2B8E8C"/>
                </a:solidFill>
                <a:latin typeface="Arial MT"/>
                <a:cs typeface="Arial MT"/>
              </a:rPr>
              <a:t>a</a:t>
            </a:r>
            <a:r>
              <a:rPr sz="1950" spc="-114" dirty="0">
                <a:solidFill>
                  <a:srgbClr val="2B8E8C"/>
                </a:solidFill>
                <a:latin typeface="Arial MT"/>
                <a:cs typeface="Arial MT"/>
              </a:rPr>
              <a:t> </a:t>
            </a:r>
            <a:r>
              <a:rPr sz="1950" spc="-10" dirty="0">
                <a:solidFill>
                  <a:srgbClr val="7EC6CA"/>
                </a:solidFill>
                <a:latin typeface="Arial MT"/>
                <a:cs typeface="Arial MT"/>
              </a:rPr>
              <a:t>cloud</a:t>
            </a:r>
            <a:endParaRPr sz="1950">
              <a:latin typeface="Arial MT"/>
              <a:cs typeface="Arial MT"/>
            </a:endParaRPr>
          </a:p>
          <a:p>
            <a:pPr marL="50800">
              <a:lnSpc>
                <a:spcPts val="2220"/>
              </a:lnSpc>
            </a:pPr>
            <a:r>
              <a:rPr sz="1450" spc="-70" dirty="0">
                <a:solidFill>
                  <a:srgbClr val="2F8E89"/>
                </a:solidFill>
                <a:latin typeface="Arial MT"/>
                <a:cs typeface="Arial MT"/>
              </a:rPr>
              <a:t>SOlUtiOÜ</a:t>
            </a:r>
            <a:r>
              <a:rPr sz="1450" spc="80" dirty="0">
                <a:solidFill>
                  <a:srgbClr val="2F8E89"/>
                </a:solidFill>
                <a:latin typeface="Arial MT"/>
                <a:cs typeface="Arial MT"/>
              </a:rPr>
              <a:t> </a:t>
            </a:r>
            <a:r>
              <a:rPr sz="2550" spc="-150" baseline="1633" dirty="0">
                <a:solidFill>
                  <a:srgbClr val="6BA79A"/>
                </a:solidFill>
                <a:latin typeface="Arial MT"/>
                <a:cs typeface="Arial MT"/>
              </a:rPr>
              <a:t>uSin</a:t>
            </a:r>
            <a:r>
              <a:rPr sz="2550" spc="-150" baseline="-8169" dirty="0">
                <a:solidFill>
                  <a:srgbClr val="6BA79A"/>
                </a:solidFill>
                <a:latin typeface="Arial MT"/>
                <a:cs typeface="Arial MT"/>
              </a:rPr>
              <a:t>9</a:t>
            </a:r>
            <a:r>
              <a:rPr sz="2550" spc="-67" baseline="-8169" dirty="0">
                <a:solidFill>
                  <a:srgbClr val="6BA79A"/>
                </a:solidFill>
                <a:latin typeface="Arial MT"/>
                <a:cs typeface="Arial MT"/>
              </a:rPr>
              <a:t> </a:t>
            </a:r>
            <a:r>
              <a:rPr sz="1700" spc="-80" dirty="0">
                <a:solidFill>
                  <a:srgbClr val="38908C"/>
                </a:solidFill>
                <a:latin typeface="Arial MT"/>
                <a:cs typeface="Arial MT"/>
              </a:rPr>
              <a:t>Amazon</a:t>
            </a:r>
            <a:r>
              <a:rPr sz="1700" spc="-40" dirty="0">
                <a:solidFill>
                  <a:srgbClr val="38908C"/>
                </a:solidFill>
                <a:latin typeface="Arial MT"/>
                <a:cs typeface="Arial MT"/>
              </a:rPr>
              <a:t> </a:t>
            </a:r>
            <a:r>
              <a:rPr sz="2925" spc="-630" baseline="1424" dirty="0">
                <a:solidFill>
                  <a:srgbClr val="21827E"/>
                </a:solidFill>
                <a:latin typeface="Arial MT"/>
                <a:cs typeface="Arial MT"/>
              </a:rPr>
              <a:t>RDS?</a:t>
            </a:r>
            <a:endParaRPr sz="2925" baseline="1424">
              <a:latin typeface="Arial MT"/>
              <a:cs typeface="Arial MT"/>
            </a:endParaRPr>
          </a:p>
        </p:txBody>
      </p:sp>
      <p:sp>
        <p:nvSpPr>
          <p:cNvPr id="25" name="object 25"/>
          <p:cNvSpPr/>
          <p:nvPr/>
        </p:nvSpPr>
        <p:spPr>
          <a:xfrm>
            <a:off x="5305212" y="727118"/>
            <a:ext cx="848360" cy="219710"/>
          </a:xfrm>
          <a:custGeom>
            <a:avLst/>
            <a:gdLst/>
            <a:ahLst/>
            <a:cxnLst/>
            <a:rect l="l" t="t" r="r" b="b"/>
            <a:pathLst>
              <a:path w="848360" h="219709">
                <a:moveTo>
                  <a:pt x="847725" y="219075"/>
                </a:moveTo>
                <a:lnTo>
                  <a:pt x="0" y="219075"/>
                </a:lnTo>
                <a:lnTo>
                  <a:pt x="0" y="0"/>
                </a:lnTo>
                <a:lnTo>
                  <a:pt x="847725" y="0"/>
                </a:lnTo>
                <a:lnTo>
                  <a:pt x="847725" y="219075"/>
                </a:lnTo>
                <a:close/>
              </a:path>
            </a:pathLst>
          </a:custGeom>
          <a:solidFill>
            <a:srgbClr val="0A858A"/>
          </a:solidFill>
        </p:spPr>
        <p:txBody>
          <a:bodyPr wrap="square" lIns="0" tIns="0" rIns="0" bIns="0" rtlCol="0"/>
          <a:lstStyle/>
          <a:p>
            <a:endParaRPr/>
          </a:p>
        </p:txBody>
      </p:sp>
      <p:sp>
        <p:nvSpPr>
          <p:cNvPr id="26" name="object 26"/>
          <p:cNvSpPr/>
          <p:nvPr/>
        </p:nvSpPr>
        <p:spPr>
          <a:xfrm>
            <a:off x="6229236" y="717591"/>
            <a:ext cx="1057910" cy="257810"/>
          </a:xfrm>
          <a:custGeom>
            <a:avLst/>
            <a:gdLst/>
            <a:ahLst/>
            <a:cxnLst/>
            <a:rect l="l" t="t" r="r" b="b"/>
            <a:pathLst>
              <a:path w="1057909" h="257809">
                <a:moveTo>
                  <a:pt x="1057275" y="257175"/>
                </a:moveTo>
                <a:lnTo>
                  <a:pt x="0" y="257175"/>
                </a:lnTo>
                <a:lnTo>
                  <a:pt x="0" y="0"/>
                </a:lnTo>
                <a:lnTo>
                  <a:pt x="1057275" y="0"/>
                </a:lnTo>
                <a:lnTo>
                  <a:pt x="1057275" y="257175"/>
                </a:lnTo>
                <a:close/>
              </a:path>
            </a:pathLst>
          </a:custGeom>
          <a:solidFill>
            <a:srgbClr val="1391A1"/>
          </a:solidFill>
        </p:spPr>
        <p:txBody>
          <a:bodyPr wrap="square" lIns="0" tIns="0" rIns="0" bIns="0" rtlCol="0"/>
          <a:lstStyle/>
          <a:p>
            <a:endParaRPr/>
          </a:p>
        </p:txBody>
      </p:sp>
      <p:sp>
        <p:nvSpPr>
          <p:cNvPr id="27" name="object 27"/>
          <p:cNvSpPr/>
          <p:nvPr/>
        </p:nvSpPr>
        <p:spPr>
          <a:xfrm>
            <a:off x="7381886" y="717591"/>
            <a:ext cx="553085" cy="257810"/>
          </a:xfrm>
          <a:custGeom>
            <a:avLst/>
            <a:gdLst/>
            <a:ahLst/>
            <a:cxnLst/>
            <a:rect l="l" t="t" r="r" b="b"/>
            <a:pathLst>
              <a:path w="553084" h="257809">
                <a:moveTo>
                  <a:pt x="552450" y="257175"/>
                </a:moveTo>
                <a:lnTo>
                  <a:pt x="0" y="257175"/>
                </a:lnTo>
                <a:lnTo>
                  <a:pt x="0" y="0"/>
                </a:lnTo>
                <a:lnTo>
                  <a:pt x="552450" y="0"/>
                </a:lnTo>
                <a:lnTo>
                  <a:pt x="552450" y="257175"/>
                </a:lnTo>
                <a:close/>
              </a:path>
            </a:pathLst>
          </a:custGeom>
          <a:solidFill>
            <a:srgbClr val="157987"/>
          </a:solidFill>
        </p:spPr>
        <p:txBody>
          <a:bodyPr wrap="square" lIns="0" tIns="0" rIns="0" bIns="0" rtlCol="0"/>
          <a:lstStyle/>
          <a:p>
            <a:endParaRPr/>
          </a:p>
        </p:txBody>
      </p:sp>
      <p:sp>
        <p:nvSpPr>
          <p:cNvPr id="28" name="object 28"/>
          <p:cNvSpPr txBox="1"/>
          <p:nvPr/>
        </p:nvSpPr>
        <p:spPr>
          <a:xfrm>
            <a:off x="1749299" y="606455"/>
            <a:ext cx="6180455" cy="407034"/>
          </a:xfrm>
          <a:prstGeom prst="rect">
            <a:avLst/>
          </a:prstGeom>
        </p:spPr>
        <p:txBody>
          <a:bodyPr vert="horz" wrap="square" lIns="0" tIns="12700" rIns="0" bIns="0" rtlCol="0">
            <a:spAutoFit/>
          </a:bodyPr>
          <a:lstStyle/>
          <a:p>
            <a:pPr marL="12700">
              <a:lnSpc>
                <a:spcPct val="100000"/>
              </a:lnSpc>
              <a:spcBef>
                <a:spcPts val="100"/>
              </a:spcBef>
            </a:pPr>
            <a:r>
              <a:rPr sz="3750" spc="-382" baseline="2222" dirty="0">
                <a:solidFill>
                  <a:srgbClr val="2D8E83"/>
                </a:solidFill>
                <a:latin typeface="Arial MT"/>
                <a:cs typeface="Arial MT"/>
              </a:rPr>
              <a:t>Amazon</a:t>
            </a:r>
            <a:r>
              <a:rPr sz="3750" spc="-7" baseline="2222" dirty="0">
                <a:solidFill>
                  <a:srgbClr val="2D8E83"/>
                </a:solidFill>
                <a:latin typeface="Arial MT"/>
                <a:cs typeface="Arial MT"/>
              </a:rPr>
              <a:t> </a:t>
            </a:r>
            <a:r>
              <a:rPr sz="2450" spc="-175" dirty="0">
                <a:solidFill>
                  <a:srgbClr val="338089"/>
                </a:solidFill>
                <a:latin typeface="Arial MT"/>
                <a:cs typeface="Arial MT"/>
              </a:rPr>
              <a:t>Relational</a:t>
            </a:r>
            <a:r>
              <a:rPr sz="2450" spc="55" dirty="0">
                <a:solidFill>
                  <a:srgbClr val="338089"/>
                </a:solidFill>
                <a:latin typeface="Arial MT"/>
                <a:cs typeface="Arial MT"/>
              </a:rPr>
              <a:t> </a:t>
            </a:r>
            <a:r>
              <a:rPr sz="2450" spc="-229" dirty="0">
                <a:solidFill>
                  <a:srgbClr val="217C7E"/>
                </a:solidFill>
                <a:latin typeface="Arial MT"/>
                <a:cs typeface="Arial MT"/>
              </a:rPr>
              <a:t>Database</a:t>
            </a:r>
            <a:r>
              <a:rPr sz="2450" spc="120" dirty="0">
                <a:solidFill>
                  <a:srgbClr val="217C7E"/>
                </a:solidFill>
                <a:latin typeface="Arial MT"/>
                <a:cs typeface="Arial MT"/>
              </a:rPr>
              <a:t> </a:t>
            </a:r>
            <a:r>
              <a:rPr sz="2450" spc="-245" dirty="0">
                <a:solidFill>
                  <a:srgbClr val="217077"/>
                </a:solidFill>
                <a:latin typeface="Arial MT"/>
                <a:cs typeface="Arial MT"/>
              </a:rPr>
              <a:t>Service</a:t>
            </a:r>
            <a:r>
              <a:rPr sz="2450" spc="-25" dirty="0">
                <a:solidFill>
                  <a:srgbClr val="217077"/>
                </a:solidFill>
                <a:latin typeface="Arial MT"/>
                <a:cs typeface="Arial MT"/>
              </a:rPr>
              <a:t> </a:t>
            </a:r>
            <a:r>
              <a:rPr sz="2500" spc="-254" dirty="0">
                <a:solidFill>
                  <a:srgbClr val="2F7C89"/>
                </a:solidFill>
                <a:latin typeface="Arial MT"/>
                <a:cs typeface="Arial MT"/>
              </a:rPr>
              <a:t>(Amazon</a:t>
            </a:r>
            <a:r>
              <a:rPr sz="2500" spc="80" dirty="0">
                <a:solidFill>
                  <a:srgbClr val="2F7C89"/>
                </a:solidFill>
                <a:latin typeface="Arial MT"/>
                <a:cs typeface="Arial MT"/>
              </a:rPr>
              <a:t> </a:t>
            </a:r>
            <a:r>
              <a:rPr sz="3750" spc="-705" baseline="2222" dirty="0">
                <a:solidFill>
                  <a:srgbClr val="3D7E83"/>
                </a:solidFill>
                <a:latin typeface="Arial MT"/>
                <a:cs typeface="Arial MT"/>
              </a:rPr>
              <a:t>RDS)</a:t>
            </a:r>
            <a:endParaRPr sz="3750" baseline="2222">
              <a:latin typeface="Arial MT"/>
              <a:cs typeface="Arial MT"/>
            </a:endParaRPr>
          </a:p>
        </p:txBody>
      </p:sp>
      <p:sp>
        <p:nvSpPr>
          <p:cNvPr id="29" name="object 29"/>
          <p:cNvSpPr/>
          <p:nvPr/>
        </p:nvSpPr>
        <p:spPr>
          <a:xfrm>
            <a:off x="9048940" y="650909"/>
            <a:ext cx="524510" cy="334010"/>
          </a:xfrm>
          <a:custGeom>
            <a:avLst/>
            <a:gdLst/>
            <a:ahLst/>
            <a:cxnLst/>
            <a:rect l="l" t="t" r="r" b="b"/>
            <a:pathLst>
              <a:path w="524509" h="334009">
                <a:moveTo>
                  <a:pt x="523875" y="333375"/>
                </a:moveTo>
                <a:lnTo>
                  <a:pt x="0" y="333375"/>
                </a:lnTo>
                <a:lnTo>
                  <a:pt x="0" y="0"/>
                </a:lnTo>
                <a:lnTo>
                  <a:pt x="523875" y="0"/>
                </a:lnTo>
                <a:lnTo>
                  <a:pt x="523875" y="333375"/>
                </a:lnTo>
                <a:close/>
              </a:path>
            </a:pathLst>
          </a:custGeom>
          <a:solidFill>
            <a:srgbClr val="1A7E99"/>
          </a:solidFill>
        </p:spPr>
        <p:txBody>
          <a:bodyPr wrap="square" lIns="0" tIns="0" rIns="0" bIns="0" rtlCol="0"/>
          <a:lstStyle/>
          <a:p>
            <a:endParaRPr/>
          </a:p>
        </p:txBody>
      </p:sp>
      <p:sp>
        <p:nvSpPr>
          <p:cNvPr id="30" name="object 30"/>
          <p:cNvSpPr/>
          <p:nvPr/>
        </p:nvSpPr>
        <p:spPr>
          <a:xfrm>
            <a:off x="9649079" y="679488"/>
            <a:ext cx="619760" cy="143510"/>
          </a:xfrm>
          <a:custGeom>
            <a:avLst/>
            <a:gdLst/>
            <a:ahLst/>
            <a:cxnLst/>
            <a:rect l="l" t="t" r="r" b="b"/>
            <a:pathLst>
              <a:path w="619759" h="143509">
                <a:moveTo>
                  <a:pt x="619125" y="142875"/>
                </a:moveTo>
                <a:lnTo>
                  <a:pt x="0" y="142875"/>
                </a:lnTo>
                <a:lnTo>
                  <a:pt x="0" y="0"/>
                </a:lnTo>
                <a:lnTo>
                  <a:pt x="619125" y="0"/>
                </a:lnTo>
                <a:lnTo>
                  <a:pt x="619125" y="142875"/>
                </a:lnTo>
                <a:close/>
              </a:path>
            </a:pathLst>
          </a:custGeom>
          <a:solidFill>
            <a:srgbClr val="237491"/>
          </a:solidFill>
        </p:spPr>
        <p:txBody>
          <a:bodyPr wrap="square" lIns="0" tIns="0" rIns="0" bIns="0" rtlCol="0"/>
          <a:lstStyle/>
          <a:p>
            <a:endParaRPr/>
          </a:p>
        </p:txBody>
      </p:sp>
      <p:sp>
        <p:nvSpPr>
          <p:cNvPr id="31" name="object 31" descr="$PPTXTitle"/>
          <p:cNvSpPr txBox="1">
            <a:spLocks noGrp="1"/>
          </p:cNvSpPr>
          <p:nvPr>
            <p:ph type="title"/>
          </p:nvPr>
        </p:nvSpPr>
        <p:spPr>
          <a:xfrm>
            <a:off x="9033435" y="473089"/>
            <a:ext cx="1240790" cy="429895"/>
          </a:xfrm>
          <a:prstGeom prst="rect">
            <a:avLst/>
          </a:prstGeom>
        </p:spPr>
        <p:txBody>
          <a:bodyPr vert="horz" wrap="square" lIns="0" tIns="12700" rIns="0" bIns="0" rtlCol="0">
            <a:spAutoFit/>
          </a:bodyPr>
          <a:lstStyle/>
          <a:p>
            <a:pPr marL="12700">
              <a:lnSpc>
                <a:spcPct val="100000"/>
              </a:lnSpc>
              <a:spcBef>
                <a:spcPts val="100"/>
              </a:spcBef>
            </a:pPr>
            <a:r>
              <a:rPr sz="2650" spc="-85" dirty="0">
                <a:solidFill>
                  <a:srgbClr val="317579"/>
                </a:solidFill>
                <a:latin typeface="Consolas"/>
                <a:cs typeface="Consolas"/>
              </a:rPr>
              <a:t>aws</a:t>
            </a:r>
            <a:r>
              <a:rPr sz="2650" spc="-855" dirty="0">
                <a:solidFill>
                  <a:srgbClr val="317579"/>
                </a:solidFill>
                <a:latin typeface="Consolas"/>
                <a:cs typeface="Consolas"/>
              </a:rPr>
              <a:t> </a:t>
            </a:r>
            <a:r>
              <a:rPr sz="2175" spc="-75" baseline="3831" dirty="0">
                <a:solidFill>
                  <a:srgbClr val="247787"/>
                </a:solidFill>
                <a:latin typeface="Arial MT"/>
                <a:cs typeface="Arial MT"/>
              </a:rPr>
              <a:t>educate</a:t>
            </a:r>
            <a:endParaRPr sz="2175" baseline="3831">
              <a:latin typeface="Arial MT"/>
              <a:cs typeface="Arial MT"/>
            </a:endParaRPr>
          </a:p>
        </p:txBody>
      </p:sp>
      <p:pic>
        <p:nvPicPr>
          <p:cNvPr id="32" name="object 32"/>
          <p:cNvPicPr/>
          <p:nvPr/>
        </p:nvPicPr>
        <p:blipFill>
          <a:blip r:embed="rId5" cstate="print"/>
          <a:stretch>
            <a:fillRect/>
          </a:stretch>
        </p:blipFill>
        <p:spPr>
          <a:xfrm>
            <a:off x="1361439" y="5452084"/>
            <a:ext cx="2991170" cy="95261"/>
          </a:xfrm>
          <a:prstGeom prst="rect">
            <a:avLst/>
          </a:prstGeom>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361439" y="365125"/>
            <a:ext cx="9468866" cy="5306059"/>
          </a:xfrm>
          <a:prstGeom prst="rect">
            <a:avLst/>
          </a:prstGeom>
        </p:spPr>
      </p:pic>
      <p:sp>
        <p:nvSpPr>
          <p:cNvPr id="3" name="object 3"/>
          <p:cNvSpPr txBox="1"/>
          <p:nvPr/>
        </p:nvSpPr>
        <p:spPr>
          <a:xfrm>
            <a:off x="1686857" y="5412392"/>
            <a:ext cx="1028065" cy="132715"/>
          </a:xfrm>
          <a:prstGeom prst="rect">
            <a:avLst/>
          </a:prstGeom>
        </p:spPr>
        <p:txBody>
          <a:bodyPr vert="horz" wrap="square" lIns="0" tIns="12700" rIns="0" bIns="0" rtlCol="0">
            <a:spAutoFit/>
          </a:bodyPr>
          <a:lstStyle/>
          <a:p>
            <a:pPr marL="12700">
              <a:lnSpc>
                <a:spcPct val="100000"/>
              </a:lnSpc>
              <a:spcBef>
                <a:spcPts val="100"/>
              </a:spcBef>
            </a:pPr>
            <a:r>
              <a:rPr sz="700" dirty="0">
                <a:solidFill>
                  <a:srgbClr val="727272"/>
                </a:solidFill>
                <a:latin typeface="Arial MT"/>
                <a:cs typeface="Arial MT"/>
              </a:rPr>
              <a:t>@2gJ</a:t>
            </a:r>
            <a:r>
              <a:rPr sz="700" dirty="0">
                <a:solidFill>
                  <a:srgbClr val="828282"/>
                </a:solidFill>
                <a:latin typeface="Arial MT"/>
                <a:cs typeface="Arial MT"/>
              </a:rPr>
              <a:t>1</a:t>
            </a:r>
            <a:r>
              <a:rPr sz="700" spc="-5" dirty="0">
                <a:solidFill>
                  <a:srgbClr val="828282"/>
                </a:solidFill>
                <a:latin typeface="Arial MT"/>
                <a:cs typeface="Arial MT"/>
              </a:rPr>
              <a:t> </a:t>
            </a:r>
            <a:r>
              <a:rPr sz="700" spc="-10" dirty="0">
                <a:solidFill>
                  <a:srgbClr val="5D5D5D"/>
                </a:solidFill>
                <a:latin typeface="Arial MT"/>
                <a:cs typeface="Arial MT"/>
              </a:rPr>
              <a:t>Amazan</a:t>
            </a:r>
            <a:r>
              <a:rPr sz="700" spc="10" dirty="0">
                <a:solidFill>
                  <a:srgbClr val="5D5D5D"/>
                </a:solidFill>
                <a:latin typeface="Arial MT"/>
                <a:cs typeface="Arial MT"/>
              </a:rPr>
              <a:t> </a:t>
            </a:r>
            <a:r>
              <a:rPr sz="700" spc="-35" dirty="0">
                <a:solidFill>
                  <a:srgbClr val="838383"/>
                </a:solidFill>
                <a:latin typeface="Arial MT"/>
                <a:cs typeface="Arial MT"/>
              </a:rPr>
              <a:t>Web</a:t>
            </a:r>
            <a:r>
              <a:rPr sz="700" spc="-15" dirty="0">
                <a:solidFill>
                  <a:srgbClr val="838383"/>
                </a:solidFill>
                <a:latin typeface="Arial MT"/>
                <a:cs typeface="Arial MT"/>
              </a:rPr>
              <a:t> </a:t>
            </a:r>
            <a:r>
              <a:rPr sz="700" spc="-40" dirty="0">
                <a:solidFill>
                  <a:srgbClr val="7C7C7C"/>
                </a:solidFill>
                <a:latin typeface="Arial MT"/>
                <a:cs typeface="Arial MT"/>
              </a:rPr>
              <a:t>@-</a:t>
            </a:r>
            <a:r>
              <a:rPr sz="700" spc="-50" dirty="0">
                <a:solidFill>
                  <a:srgbClr val="7C7C7C"/>
                </a:solidFill>
                <a:latin typeface="Arial MT"/>
                <a:cs typeface="Arial MT"/>
              </a:rPr>
              <a:t>s</a:t>
            </a:r>
            <a:endParaRPr sz="700">
              <a:latin typeface="Arial MT"/>
              <a:cs typeface="Arial MT"/>
            </a:endParaRPr>
          </a:p>
        </p:txBody>
      </p:sp>
      <p:sp>
        <p:nvSpPr>
          <p:cNvPr id="4" name="object 4"/>
          <p:cNvSpPr txBox="1"/>
          <p:nvPr/>
        </p:nvSpPr>
        <p:spPr>
          <a:xfrm>
            <a:off x="2883663" y="5412392"/>
            <a:ext cx="1475740" cy="132715"/>
          </a:xfrm>
          <a:prstGeom prst="rect">
            <a:avLst/>
          </a:prstGeom>
        </p:spPr>
        <p:txBody>
          <a:bodyPr vert="horz" wrap="square" lIns="0" tIns="12700" rIns="0" bIns="0" rtlCol="0">
            <a:spAutoFit/>
          </a:bodyPr>
          <a:lstStyle/>
          <a:p>
            <a:pPr marL="12700">
              <a:lnSpc>
                <a:spcPct val="100000"/>
              </a:lnSpc>
              <a:spcBef>
                <a:spcPts val="100"/>
              </a:spcBef>
            </a:pPr>
            <a:r>
              <a:rPr sz="700" dirty="0">
                <a:solidFill>
                  <a:srgbClr val="7E7E7E"/>
                </a:solidFill>
                <a:latin typeface="Arial MT"/>
                <a:cs typeface="Arial MT"/>
              </a:rPr>
              <a:t>Inc</a:t>
            </a:r>
            <a:r>
              <a:rPr sz="700" spc="235" dirty="0">
                <a:solidFill>
                  <a:srgbClr val="7E7E7E"/>
                </a:solidFill>
                <a:latin typeface="Arial MT"/>
                <a:cs typeface="Arial MT"/>
              </a:rPr>
              <a:t> </a:t>
            </a:r>
            <a:r>
              <a:rPr sz="700" dirty="0">
                <a:solidFill>
                  <a:srgbClr val="828282"/>
                </a:solidFill>
                <a:latin typeface="Arial MT"/>
                <a:cs typeface="Arial MT"/>
              </a:rPr>
              <a:t>or</a:t>
            </a:r>
            <a:r>
              <a:rPr sz="700" spc="-5" dirty="0">
                <a:solidFill>
                  <a:srgbClr val="828282"/>
                </a:solidFill>
                <a:latin typeface="Arial MT"/>
                <a:cs typeface="Arial MT"/>
              </a:rPr>
              <a:t> </a:t>
            </a:r>
            <a:r>
              <a:rPr sz="700" spc="-145" dirty="0">
                <a:solidFill>
                  <a:srgbClr val="505050"/>
                </a:solidFill>
                <a:latin typeface="Arial MT"/>
                <a:cs typeface="Arial MT"/>
              </a:rPr>
              <a:t>me</a:t>
            </a:r>
            <a:r>
              <a:rPr sz="700" spc="-60" dirty="0">
                <a:solidFill>
                  <a:srgbClr val="505050"/>
                </a:solidFill>
                <a:latin typeface="Arial MT"/>
                <a:cs typeface="Arial MT"/>
              </a:rPr>
              <a:t> </a:t>
            </a:r>
            <a:r>
              <a:rPr sz="700" dirty="0">
                <a:solidFill>
                  <a:srgbClr val="626262"/>
                </a:solidFill>
                <a:latin typeface="Arial MT"/>
                <a:cs typeface="Arial MT"/>
              </a:rPr>
              <a:t>affiIiaas..Alt</a:t>
            </a:r>
            <a:r>
              <a:rPr sz="700" spc="-35" dirty="0">
                <a:solidFill>
                  <a:srgbClr val="626262"/>
                </a:solidFill>
                <a:latin typeface="Arial MT"/>
                <a:cs typeface="Arial MT"/>
              </a:rPr>
              <a:t> </a:t>
            </a:r>
            <a:r>
              <a:rPr sz="700" spc="60" dirty="0">
                <a:solidFill>
                  <a:srgbClr val="8C8C8C"/>
                </a:solidFill>
                <a:latin typeface="Arial MT"/>
                <a:cs typeface="Arial MT"/>
              </a:rPr>
              <a:t>nghs</a:t>
            </a:r>
            <a:r>
              <a:rPr sz="700" spc="-25" dirty="0">
                <a:solidFill>
                  <a:srgbClr val="8C8C8C"/>
                </a:solidFill>
                <a:latin typeface="Arial MT"/>
                <a:cs typeface="Arial MT"/>
              </a:rPr>
              <a:t> </a:t>
            </a:r>
            <a:r>
              <a:rPr sz="700" spc="-45" dirty="0">
                <a:solidFill>
                  <a:srgbClr val="858585"/>
                </a:solidFill>
                <a:latin typeface="Arial MT"/>
                <a:cs typeface="Arial MT"/>
              </a:rPr>
              <a:t>reser</a:t>
            </a:r>
            <a:r>
              <a:rPr sz="700" spc="-80" dirty="0">
                <a:solidFill>
                  <a:srgbClr val="858585"/>
                </a:solidFill>
                <a:latin typeface="Arial MT"/>
                <a:cs typeface="Arial MT"/>
              </a:rPr>
              <a:t> </a:t>
            </a:r>
            <a:r>
              <a:rPr sz="700" spc="-25" dirty="0">
                <a:solidFill>
                  <a:srgbClr val="575757"/>
                </a:solidFill>
                <a:latin typeface="Arial MT"/>
                <a:cs typeface="Arial MT"/>
              </a:rPr>
              <a:t>ved</a:t>
            </a:r>
            <a:endParaRPr sz="700">
              <a:latin typeface="Arial MT"/>
              <a:cs typeface="Arial MT"/>
            </a:endParaRPr>
          </a:p>
        </p:txBody>
      </p:sp>
      <p:sp>
        <p:nvSpPr>
          <p:cNvPr id="5" name="object 5"/>
          <p:cNvSpPr txBox="1"/>
          <p:nvPr/>
        </p:nvSpPr>
        <p:spPr>
          <a:xfrm>
            <a:off x="4798870" y="1374896"/>
            <a:ext cx="5519420" cy="1621155"/>
          </a:xfrm>
          <a:prstGeom prst="rect">
            <a:avLst/>
          </a:prstGeom>
        </p:spPr>
        <p:txBody>
          <a:bodyPr vert="horz" wrap="square" lIns="0" tIns="28575" rIns="0" bIns="0" rtlCol="0">
            <a:spAutoFit/>
          </a:bodyPr>
          <a:lstStyle/>
          <a:p>
            <a:pPr marL="12700" marR="5080" indent="7620">
              <a:lnSpc>
                <a:spcPct val="94200"/>
              </a:lnSpc>
              <a:spcBef>
                <a:spcPts val="225"/>
              </a:spcBef>
            </a:pPr>
            <a:r>
              <a:rPr sz="1850" spc="-170" dirty="0">
                <a:latin typeface="Arial MT"/>
                <a:cs typeface="Arial MT"/>
              </a:rPr>
              <a:t>Amazon</a:t>
            </a:r>
            <a:r>
              <a:rPr sz="1850" spc="-10" dirty="0">
                <a:latin typeface="Arial MT"/>
                <a:cs typeface="Arial MT"/>
              </a:rPr>
              <a:t> </a:t>
            </a:r>
            <a:r>
              <a:rPr sz="1850" spc="-120" dirty="0">
                <a:latin typeface="Arial MT"/>
                <a:cs typeface="Arial MT"/>
              </a:rPr>
              <a:t>Relational</a:t>
            </a:r>
            <a:r>
              <a:rPr sz="1850" spc="25" dirty="0">
                <a:latin typeface="Arial MT"/>
                <a:cs typeface="Arial MT"/>
              </a:rPr>
              <a:t> </a:t>
            </a:r>
            <a:r>
              <a:rPr sz="1850" spc="-170" dirty="0">
                <a:latin typeface="Arial MT"/>
                <a:cs typeface="Arial MT"/>
              </a:rPr>
              <a:t>Database</a:t>
            </a:r>
            <a:r>
              <a:rPr sz="1850" spc="70" dirty="0">
                <a:latin typeface="Arial MT"/>
                <a:cs typeface="Arial MT"/>
              </a:rPr>
              <a:t> </a:t>
            </a:r>
            <a:r>
              <a:rPr sz="1850" spc="-170" dirty="0">
                <a:solidFill>
                  <a:srgbClr val="161616"/>
                </a:solidFill>
                <a:latin typeface="Arial MT"/>
                <a:cs typeface="Arial MT"/>
              </a:rPr>
              <a:t>Service</a:t>
            </a:r>
            <a:r>
              <a:rPr sz="1850" spc="70" dirty="0">
                <a:solidFill>
                  <a:srgbClr val="161616"/>
                </a:solidFill>
                <a:latin typeface="Arial MT"/>
                <a:cs typeface="Arial MT"/>
              </a:rPr>
              <a:t> </a:t>
            </a:r>
            <a:r>
              <a:rPr sz="1850" spc="-170" dirty="0">
                <a:latin typeface="Arial MT"/>
                <a:cs typeface="Arial MT"/>
              </a:rPr>
              <a:t>(Amazon</a:t>
            </a:r>
            <a:r>
              <a:rPr sz="1850" spc="35" dirty="0">
                <a:latin typeface="Arial MT"/>
                <a:cs typeface="Arial MT"/>
              </a:rPr>
              <a:t> </a:t>
            </a:r>
            <a:r>
              <a:rPr sz="1850" spc="-300" dirty="0">
                <a:latin typeface="Arial MT"/>
                <a:cs typeface="Arial MT"/>
              </a:rPr>
              <a:t>RDS)</a:t>
            </a:r>
            <a:r>
              <a:rPr sz="1850" spc="65" dirty="0">
                <a:latin typeface="Arial MT"/>
                <a:cs typeface="Arial MT"/>
              </a:rPr>
              <a:t> </a:t>
            </a:r>
            <a:r>
              <a:rPr sz="1850" spc="-165" dirty="0">
                <a:solidFill>
                  <a:srgbClr val="0E0E0E"/>
                </a:solidFill>
                <a:latin typeface="Arial MT"/>
                <a:cs typeface="Arial MT"/>
              </a:rPr>
              <a:t>is</a:t>
            </a:r>
            <a:r>
              <a:rPr sz="1850" spc="60" dirty="0">
                <a:solidFill>
                  <a:srgbClr val="0E0E0E"/>
                </a:solidFill>
                <a:latin typeface="Arial MT"/>
                <a:cs typeface="Arial MT"/>
              </a:rPr>
              <a:t> </a:t>
            </a:r>
            <a:r>
              <a:rPr sz="1850" spc="-320" dirty="0">
                <a:solidFill>
                  <a:srgbClr val="333333"/>
                </a:solidFill>
                <a:latin typeface="Arial MT"/>
                <a:cs typeface="Arial MT"/>
              </a:rPr>
              <a:t>a</a:t>
            </a:r>
            <a:r>
              <a:rPr sz="1850" spc="-50" dirty="0">
                <a:solidFill>
                  <a:srgbClr val="333333"/>
                </a:solidFill>
                <a:latin typeface="Arial MT"/>
                <a:cs typeface="Arial MT"/>
              </a:rPr>
              <a:t> </a:t>
            </a:r>
            <a:r>
              <a:rPr sz="1800" spc="-50" dirty="0">
                <a:latin typeface="Arial MT"/>
                <a:cs typeface="Arial MT"/>
              </a:rPr>
              <a:t>distributed</a:t>
            </a:r>
            <a:r>
              <a:rPr sz="1800" spc="155" dirty="0">
                <a:latin typeface="Arial MT"/>
                <a:cs typeface="Arial MT"/>
              </a:rPr>
              <a:t> </a:t>
            </a:r>
            <a:r>
              <a:rPr sz="1800" spc="-70" dirty="0">
                <a:latin typeface="Arial MT"/>
                <a:cs typeface="Arial MT"/>
              </a:rPr>
              <a:t>relational</a:t>
            </a:r>
            <a:r>
              <a:rPr sz="1800" spc="-20" dirty="0">
                <a:latin typeface="Arial MT"/>
                <a:cs typeface="Arial MT"/>
              </a:rPr>
              <a:t> </a:t>
            </a:r>
            <a:r>
              <a:rPr sz="1800" spc="-125" dirty="0">
                <a:latin typeface="Arial MT"/>
                <a:cs typeface="Arial MT"/>
              </a:rPr>
              <a:t>database</a:t>
            </a:r>
            <a:r>
              <a:rPr sz="1800" spc="-5" dirty="0">
                <a:latin typeface="Arial MT"/>
                <a:cs typeface="Arial MT"/>
              </a:rPr>
              <a:t> </a:t>
            </a:r>
            <a:r>
              <a:rPr sz="1800" spc="-114" dirty="0">
                <a:latin typeface="Arial MT"/>
                <a:cs typeface="Arial MT"/>
              </a:rPr>
              <a:t>managed</a:t>
            </a:r>
            <a:r>
              <a:rPr sz="1800" spc="25" dirty="0">
                <a:latin typeface="Arial MT"/>
                <a:cs typeface="Arial MT"/>
              </a:rPr>
              <a:t> </a:t>
            </a:r>
            <a:r>
              <a:rPr sz="1800" spc="-135" dirty="0">
                <a:latin typeface="Arial MT"/>
                <a:cs typeface="Arial MT"/>
              </a:rPr>
              <a:t>service.</a:t>
            </a:r>
            <a:r>
              <a:rPr sz="1800" spc="-20" dirty="0">
                <a:latin typeface="Arial MT"/>
                <a:cs typeface="Arial MT"/>
              </a:rPr>
              <a:t> </a:t>
            </a:r>
            <a:r>
              <a:rPr sz="1800" dirty="0">
                <a:solidFill>
                  <a:srgbClr val="0F0F0F"/>
                </a:solidFill>
                <a:latin typeface="Arial MT"/>
                <a:cs typeface="Arial MT"/>
              </a:rPr>
              <a:t>It</a:t>
            </a:r>
            <a:r>
              <a:rPr sz="1800" spc="-95" dirty="0">
                <a:solidFill>
                  <a:srgbClr val="0F0F0F"/>
                </a:solidFill>
                <a:latin typeface="Arial MT"/>
                <a:cs typeface="Arial MT"/>
              </a:rPr>
              <a:t> </a:t>
            </a:r>
            <a:r>
              <a:rPr sz="1800" spc="-60" dirty="0">
                <a:latin typeface="Arial MT"/>
                <a:cs typeface="Arial MT"/>
              </a:rPr>
              <a:t>is</a:t>
            </a:r>
            <a:r>
              <a:rPr sz="1800" spc="-145" dirty="0">
                <a:latin typeface="Arial MT"/>
                <a:cs typeface="Arial MT"/>
              </a:rPr>
              <a:t> </a:t>
            </a:r>
            <a:r>
              <a:rPr sz="1800" spc="-10" dirty="0">
                <a:latin typeface="Arial MT"/>
                <a:cs typeface="Arial MT"/>
              </a:rPr>
              <a:t>cloud-</a:t>
            </a:r>
            <a:r>
              <a:rPr sz="1850" spc="-170" dirty="0">
                <a:latin typeface="Arial MT"/>
                <a:cs typeface="Arial MT"/>
              </a:rPr>
              <a:t>based</a:t>
            </a:r>
            <a:r>
              <a:rPr sz="1850" spc="-45" dirty="0">
                <a:latin typeface="Arial MT"/>
                <a:cs typeface="Arial MT"/>
              </a:rPr>
              <a:t> </a:t>
            </a:r>
            <a:r>
              <a:rPr sz="1850" spc="-120" dirty="0">
                <a:solidFill>
                  <a:srgbClr val="0C0C0C"/>
                </a:solidFill>
                <a:latin typeface="Arial MT"/>
                <a:cs typeface="Arial MT"/>
              </a:rPr>
              <a:t>and</a:t>
            </a:r>
            <a:r>
              <a:rPr sz="1850" spc="-30" dirty="0">
                <a:solidFill>
                  <a:srgbClr val="0C0C0C"/>
                </a:solidFill>
                <a:latin typeface="Arial MT"/>
                <a:cs typeface="Arial MT"/>
              </a:rPr>
              <a:t> </a:t>
            </a:r>
            <a:r>
              <a:rPr sz="1850" spc="-145" dirty="0">
                <a:latin typeface="Arial MT"/>
                <a:cs typeface="Arial MT"/>
              </a:rPr>
              <a:t>designed</a:t>
            </a:r>
            <a:r>
              <a:rPr sz="1850" spc="40" dirty="0">
                <a:latin typeface="Arial MT"/>
                <a:cs typeface="Arial MT"/>
              </a:rPr>
              <a:t> </a:t>
            </a:r>
            <a:r>
              <a:rPr sz="1850" spc="-204" dirty="0">
                <a:latin typeface="Arial MT"/>
                <a:cs typeface="Arial MT"/>
              </a:rPr>
              <a:t>tO</a:t>
            </a:r>
            <a:r>
              <a:rPr sz="1850" spc="-105" dirty="0">
                <a:latin typeface="Arial MT"/>
                <a:cs typeface="Arial MT"/>
              </a:rPr>
              <a:t> </a:t>
            </a:r>
            <a:r>
              <a:rPr sz="1850" spc="-120" dirty="0">
                <a:latin typeface="Arial MT"/>
                <a:cs typeface="Arial MT"/>
              </a:rPr>
              <a:t>Simplify</a:t>
            </a:r>
            <a:r>
              <a:rPr sz="1850" spc="35" dirty="0">
                <a:latin typeface="Arial MT"/>
                <a:cs typeface="Arial MT"/>
              </a:rPr>
              <a:t> </a:t>
            </a:r>
            <a:r>
              <a:rPr sz="1850" spc="-45" dirty="0">
                <a:latin typeface="Arial MT"/>
                <a:cs typeface="Arial MT"/>
              </a:rPr>
              <a:t>the</a:t>
            </a:r>
            <a:r>
              <a:rPr sz="1850" spc="-155" dirty="0">
                <a:latin typeface="Arial MT"/>
                <a:cs typeface="Arial MT"/>
              </a:rPr>
              <a:t> </a:t>
            </a:r>
            <a:r>
              <a:rPr sz="1850" spc="-120" dirty="0">
                <a:latin typeface="Arial MT"/>
                <a:cs typeface="Arial MT"/>
              </a:rPr>
              <a:t>setup,</a:t>
            </a:r>
            <a:r>
              <a:rPr sz="1850" spc="-25" dirty="0">
                <a:latin typeface="Arial MT"/>
                <a:cs typeface="Arial MT"/>
              </a:rPr>
              <a:t> </a:t>
            </a:r>
            <a:r>
              <a:rPr sz="1850" spc="-95" dirty="0">
                <a:latin typeface="Arial MT"/>
                <a:cs typeface="Arial MT"/>
              </a:rPr>
              <a:t>operation,</a:t>
            </a:r>
            <a:r>
              <a:rPr sz="1850" spc="55" dirty="0">
                <a:latin typeface="Arial MT"/>
                <a:cs typeface="Arial MT"/>
              </a:rPr>
              <a:t> </a:t>
            </a:r>
            <a:r>
              <a:rPr sz="1850" spc="-25" dirty="0">
                <a:solidFill>
                  <a:srgbClr val="131313"/>
                </a:solidFill>
                <a:latin typeface="Arial MT"/>
                <a:cs typeface="Arial MT"/>
              </a:rPr>
              <a:t>and </a:t>
            </a:r>
            <a:r>
              <a:rPr sz="1850" spc="-145" dirty="0">
                <a:solidFill>
                  <a:srgbClr val="0C0C0C"/>
                </a:solidFill>
                <a:latin typeface="Arial MT"/>
                <a:cs typeface="Arial MT"/>
              </a:rPr>
              <a:t>scaling</a:t>
            </a:r>
            <a:r>
              <a:rPr sz="1850" spc="-5" dirty="0">
                <a:solidFill>
                  <a:srgbClr val="0C0C0C"/>
                </a:solidFill>
                <a:latin typeface="Arial MT"/>
                <a:cs typeface="Arial MT"/>
              </a:rPr>
              <a:t> </a:t>
            </a:r>
            <a:r>
              <a:rPr sz="1850" dirty="0">
                <a:latin typeface="Arial MT"/>
                <a:cs typeface="Arial MT"/>
              </a:rPr>
              <a:t>of</a:t>
            </a:r>
            <a:r>
              <a:rPr sz="1850" spc="100" dirty="0">
                <a:latin typeface="Arial MT"/>
                <a:cs typeface="Arial MT"/>
              </a:rPr>
              <a:t> </a:t>
            </a:r>
            <a:r>
              <a:rPr sz="1850" spc="-85" dirty="0">
                <a:latin typeface="Arial MT"/>
                <a:cs typeface="Arial MT"/>
              </a:rPr>
              <a:t>relational</a:t>
            </a:r>
            <a:r>
              <a:rPr sz="1850" spc="-65" dirty="0">
                <a:latin typeface="Arial MT"/>
                <a:cs typeface="Arial MT"/>
              </a:rPr>
              <a:t> </a:t>
            </a:r>
            <a:r>
              <a:rPr sz="1850" spc="-160" dirty="0">
                <a:latin typeface="Arial MT"/>
                <a:cs typeface="Arial MT"/>
              </a:rPr>
              <a:t>databases.</a:t>
            </a:r>
            <a:r>
              <a:rPr sz="1850" spc="110" dirty="0">
                <a:latin typeface="Arial MT"/>
                <a:cs typeface="Arial MT"/>
              </a:rPr>
              <a:t> </a:t>
            </a:r>
            <a:r>
              <a:rPr sz="1850" spc="-95" dirty="0">
                <a:latin typeface="Arial MT"/>
                <a:cs typeface="Arial MT"/>
              </a:rPr>
              <a:t>Administrative</a:t>
            </a:r>
            <a:r>
              <a:rPr sz="1850" spc="-125" dirty="0">
                <a:latin typeface="Arial MT"/>
                <a:cs typeface="Arial MT"/>
              </a:rPr>
              <a:t> </a:t>
            </a:r>
            <a:r>
              <a:rPr sz="1850" spc="-180" dirty="0">
                <a:latin typeface="Arial MT"/>
                <a:cs typeface="Arial MT"/>
              </a:rPr>
              <a:t>processes</a:t>
            </a:r>
            <a:r>
              <a:rPr sz="1850" spc="125" dirty="0">
                <a:latin typeface="Arial MT"/>
                <a:cs typeface="Arial MT"/>
              </a:rPr>
              <a:t> </a:t>
            </a:r>
            <a:r>
              <a:rPr sz="1850" spc="-50" dirty="0">
                <a:solidFill>
                  <a:srgbClr val="131313"/>
                </a:solidFill>
                <a:latin typeface="Arial MT"/>
                <a:cs typeface="Arial MT"/>
              </a:rPr>
              <a:t>like </a:t>
            </a:r>
            <a:r>
              <a:rPr sz="1850" spc="-114" dirty="0">
                <a:latin typeface="Arial MT"/>
                <a:cs typeface="Arial MT"/>
              </a:rPr>
              <a:t>patching,</a:t>
            </a:r>
            <a:r>
              <a:rPr sz="1850" spc="20" dirty="0">
                <a:latin typeface="Arial MT"/>
                <a:cs typeface="Arial MT"/>
              </a:rPr>
              <a:t> </a:t>
            </a:r>
            <a:r>
              <a:rPr sz="1850" spc="-125" dirty="0">
                <a:latin typeface="Arial MT"/>
                <a:cs typeface="Arial MT"/>
              </a:rPr>
              <a:t>backing</a:t>
            </a:r>
            <a:r>
              <a:rPr sz="1850" spc="85" dirty="0">
                <a:latin typeface="Arial MT"/>
                <a:cs typeface="Arial MT"/>
              </a:rPr>
              <a:t> </a:t>
            </a:r>
            <a:r>
              <a:rPr sz="1850" spc="-105" dirty="0">
                <a:latin typeface="Arial MT"/>
                <a:cs typeface="Arial MT"/>
              </a:rPr>
              <a:t>up</a:t>
            </a:r>
            <a:r>
              <a:rPr sz="1850" spc="-60" dirty="0">
                <a:latin typeface="Arial MT"/>
                <a:cs typeface="Arial MT"/>
              </a:rPr>
              <a:t> </a:t>
            </a:r>
            <a:r>
              <a:rPr sz="1850" spc="-165" dirty="0">
                <a:latin typeface="Arial MT"/>
                <a:cs typeface="Arial MT"/>
              </a:rPr>
              <a:t>databases,</a:t>
            </a:r>
            <a:r>
              <a:rPr sz="1850" spc="105" dirty="0">
                <a:latin typeface="Arial MT"/>
                <a:cs typeface="Arial MT"/>
              </a:rPr>
              <a:t> </a:t>
            </a:r>
            <a:r>
              <a:rPr sz="1850" spc="-125" dirty="0">
                <a:solidFill>
                  <a:srgbClr val="0F0F0F"/>
                </a:solidFill>
                <a:latin typeface="Arial MT"/>
                <a:cs typeface="Arial MT"/>
              </a:rPr>
              <a:t>and</a:t>
            </a:r>
            <a:r>
              <a:rPr sz="1850" spc="-35" dirty="0">
                <a:solidFill>
                  <a:srgbClr val="0F0F0F"/>
                </a:solidFill>
                <a:latin typeface="Arial MT"/>
                <a:cs typeface="Arial MT"/>
              </a:rPr>
              <a:t> </a:t>
            </a:r>
            <a:r>
              <a:rPr sz="1850" spc="-120" dirty="0">
                <a:latin typeface="Arial MT"/>
                <a:cs typeface="Arial MT"/>
              </a:rPr>
              <a:t>enabling</a:t>
            </a:r>
            <a:r>
              <a:rPr sz="1850" spc="25" dirty="0">
                <a:latin typeface="Arial MT"/>
                <a:cs typeface="Arial MT"/>
              </a:rPr>
              <a:t> </a:t>
            </a:r>
            <a:r>
              <a:rPr sz="1850" spc="-65" dirty="0">
                <a:latin typeface="Arial MT"/>
                <a:cs typeface="Arial MT"/>
              </a:rPr>
              <a:t>point-</a:t>
            </a:r>
            <a:r>
              <a:rPr sz="1850" spc="-25" dirty="0">
                <a:latin typeface="Arial MT"/>
                <a:cs typeface="Arial MT"/>
              </a:rPr>
              <a:t>in </a:t>
            </a:r>
            <a:r>
              <a:rPr sz="1800" spc="-160" dirty="0">
                <a:latin typeface="Arial MT"/>
                <a:cs typeface="Arial MT"/>
              </a:rPr>
              <a:t>recOvery</a:t>
            </a:r>
            <a:r>
              <a:rPr sz="1800" spc="35" dirty="0">
                <a:latin typeface="Arial MT"/>
                <a:cs typeface="Arial MT"/>
              </a:rPr>
              <a:t> </a:t>
            </a:r>
            <a:r>
              <a:rPr sz="1800" spc="-125" dirty="0">
                <a:solidFill>
                  <a:srgbClr val="111111"/>
                </a:solidFill>
                <a:latin typeface="Arial MT"/>
                <a:cs typeface="Arial MT"/>
              </a:rPr>
              <a:t>are</a:t>
            </a:r>
            <a:r>
              <a:rPr sz="1800" spc="-20" dirty="0">
                <a:solidFill>
                  <a:srgbClr val="111111"/>
                </a:solidFill>
                <a:latin typeface="Arial MT"/>
                <a:cs typeface="Arial MT"/>
              </a:rPr>
              <a:t> </a:t>
            </a:r>
            <a:r>
              <a:rPr sz="1800" spc="-114" dirty="0">
                <a:latin typeface="Arial MT"/>
                <a:cs typeface="Arial MT"/>
              </a:rPr>
              <a:t>managed</a:t>
            </a:r>
            <a:r>
              <a:rPr sz="1800" spc="35" dirty="0">
                <a:latin typeface="Arial MT"/>
                <a:cs typeface="Arial MT"/>
              </a:rPr>
              <a:t> </a:t>
            </a:r>
            <a:r>
              <a:rPr sz="1800" spc="-10" dirty="0">
                <a:latin typeface="Arial MT"/>
                <a:cs typeface="Arial MT"/>
              </a:rPr>
              <a:t>automatically.</a:t>
            </a:r>
            <a:endParaRPr sz="1800">
              <a:latin typeface="Arial MT"/>
              <a:cs typeface="Arial MT"/>
            </a:endParaRP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380489" y="1355844"/>
            <a:ext cx="3143589" cy="3915247"/>
          </a:xfrm>
          <a:prstGeom prst="rect">
            <a:avLst/>
          </a:prstGeom>
        </p:spPr>
      </p:pic>
      <p:sp>
        <p:nvSpPr>
          <p:cNvPr id="3" name="object 3"/>
          <p:cNvSpPr/>
          <p:nvPr/>
        </p:nvSpPr>
        <p:spPr>
          <a:xfrm>
            <a:off x="1380489" y="365125"/>
            <a:ext cx="9421495" cy="876935"/>
          </a:xfrm>
          <a:custGeom>
            <a:avLst/>
            <a:gdLst/>
            <a:ahLst/>
            <a:cxnLst/>
            <a:rect l="l" t="t" r="r" b="b"/>
            <a:pathLst>
              <a:path w="9421495" h="876935">
                <a:moveTo>
                  <a:pt x="9420225" y="876300"/>
                </a:moveTo>
                <a:lnTo>
                  <a:pt x="0" y="876300"/>
                </a:lnTo>
                <a:lnTo>
                  <a:pt x="0" y="0"/>
                </a:lnTo>
                <a:lnTo>
                  <a:pt x="9420225" y="0"/>
                </a:lnTo>
                <a:lnTo>
                  <a:pt x="9420225" y="876300"/>
                </a:lnTo>
                <a:close/>
              </a:path>
            </a:pathLst>
          </a:custGeom>
          <a:solidFill>
            <a:srgbClr val="B1F6EF"/>
          </a:solidFill>
        </p:spPr>
        <p:txBody>
          <a:bodyPr wrap="square" lIns="0" tIns="0" rIns="0" bIns="0" rtlCol="0"/>
          <a:lstStyle/>
          <a:p>
            <a:endParaRPr/>
          </a:p>
        </p:txBody>
      </p:sp>
      <p:sp>
        <p:nvSpPr>
          <p:cNvPr id="4" name="object 4"/>
          <p:cNvSpPr txBox="1"/>
          <p:nvPr/>
        </p:nvSpPr>
        <p:spPr>
          <a:xfrm>
            <a:off x="1771533" y="581051"/>
            <a:ext cx="6170295" cy="414655"/>
          </a:xfrm>
          <a:prstGeom prst="rect">
            <a:avLst/>
          </a:prstGeom>
        </p:spPr>
        <p:txBody>
          <a:bodyPr vert="horz" wrap="square" lIns="0" tIns="12700" rIns="0" bIns="0" rtlCol="0">
            <a:spAutoFit/>
          </a:bodyPr>
          <a:lstStyle/>
          <a:p>
            <a:pPr>
              <a:lnSpc>
                <a:spcPct val="100000"/>
              </a:lnSpc>
              <a:spcBef>
                <a:spcPts val="100"/>
              </a:spcBef>
            </a:pPr>
            <a:r>
              <a:rPr sz="2550" spc="-285" dirty="0">
                <a:solidFill>
                  <a:srgbClr val="348989"/>
                </a:solidFill>
                <a:latin typeface="Arial MT"/>
                <a:cs typeface="Arial MT"/>
              </a:rPr>
              <a:t>Amazon</a:t>
            </a:r>
            <a:r>
              <a:rPr sz="2550" spc="-20" dirty="0">
                <a:solidFill>
                  <a:srgbClr val="348989"/>
                </a:solidFill>
                <a:latin typeface="Arial MT"/>
                <a:cs typeface="Arial MT"/>
              </a:rPr>
              <a:t> </a:t>
            </a:r>
            <a:r>
              <a:rPr sz="2550" spc="-215" dirty="0">
                <a:solidFill>
                  <a:srgbClr val="3F7787"/>
                </a:solidFill>
                <a:latin typeface="Arial MT"/>
                <a:cs typeface="Arial MT"/>
              </a:rPr>
              <a:t>Relational</a:t>
            </a:r>
            <a:r>
              <a:rPr sz="2550" dirty="0">
                <a:solidFill>
                  <a:srgbClr val="3F7787"/>
                </a:solidFill>
                <a:latin typeface="Arial MT"/>
                <a:cs typeface="Arial MT"/>
              </a:rPr>
              <a:t> </a:t>
            </a:r>
            <a:r>
              <a:rPr sz="2550" spc="-280" dirty="0">
                <a:solidFill>
                  <a:srgbClr val="347C89"/>
                </a:solidFill>
                <a:latin typeface="Arial MT"/>
                <a:cs typeface="Arial MT"/>
              </a:rPr>
              <a:t>Database</a:t>
            </a:r>
            <a:r>
              <a:rPr sz="2550" spc="45" dirty="0">
                <a:solidFill>
                  <a:srgbClr val="347C89"/>
                </a:solidFill>
                <a:latin typeface="Arial MT"/>
                <a:cs typeface="Arial MT"/>
              </a:rPr>
              <a:t> </a:t>
            </a:r>
            <a:r>
              <a:rPr sz="2550" spc="-260" dirty="0">
                <a:solidFill>
                  <a:srgbClr val="2A7579"/>
                </a:solidFill>
                <a:latin typeface="Arial MT"/>
                <a:cs typeface="Arial MT"/>
              </a:rPr>
              <a:t>Service</a:t>
            </a:r>
            <a:r>
              <a:rPr sz="2550" spc="-95" dirty="0">
                <a:solidFill>
                  <a:srgbClr val="2A7579"/>
                </a:solidFill>
                <a:latin typeface="Arial MT"/>
                <a:cs typeface="Arial MT"/>
              </a:rPr>
              <a:t> </a:t>
            </a:r>
            <a:r>
              <a:rPr sz="2550" spc="-270" dirty="0">
                <a:solidFill>
                  <a:srgbClr val="2A7C80"/>
                </a:solidFill>
                <a:latin typeface="Arial MT"/>
                <a:cs typeface="Arial MT"/>
              </a:rPr>
              <a:t>(Amazon</a:t>
            </a:r>
            <a:r>
              <a:rPr sz="2550" spc="-15" dirty="0">
                <a:solidFill>
                  <a:srgbClr val="2A7C80"/>
                </a:solidFill>
                <a:latin typeface="Arial MT"/>
                <a:cs typeface="Arial MT"/>
              </a:rPr>
              <a:t> </a:t>
            </a:r>
            <a:r>
              <a:rPr sz="2550" spc="-495" dirty="0">
                <a:solidFill>
                  <a:srgbClr val="348389"/>
                </a:solidFill>
                <a:latin typeface="Arial MT"/>
                <a:cs typeface="Arial MT"/>
              </a:rPr>
              <a:t>RDS)</a:t>
            </a:r>
            <a:endParaRPr sz="2550">
              <a:latin typeface="Arial MT"/>
              <a:cs typeface="Arial MT"/>
            </a:endParaRPr>
          </a:p>
        </p:txBody>
      </p:sp>
      <p:sp>
        <p:nvSpPr>
          <p:cNvPr id="5" name="object 5" descr="$PPTXTitle"/>
          <p:cNvSpPr txBox="1">
            <a:spLocks noGrp="1"/>
          </p:cNvSpPr>
          <p:nvPr>
            <p:ph type="title"/>
          </p:nvPr>
        </p:nvSpPr>
        <p:spPr>
          <a:xfrm>
            <a:off x="9068798" y="539772"/>
            <a:ext cx="1224280" cy="315595"/>
          </a:xfrm>
          <a:prstGeom prst="rect">
            <a:avLst/>
          </a:prstGeom>
        </p:spPr>
        <p:txBody>
          <a:bodyPr vert="horz" wrap="square" lIns="0" tIns="12700" rIns="0" bIns="0" rtlCol="0">
            <a:spAutoFit/>
          </a:bodyPr>
          <a:lstStyle/>
          <a:p>
            <a:pPr>
              <a:lnSpc>
                <a:spcPct val="100000"/>
              </a:lnSpc>
              <a:spcBef>
                <a:spcPts val="100"/>
              </a:spcBef>
              <a:tabLst>
                <a:tab pos="585470" algn="l"/>
              </a:tabLst>
            </a:pPr>
            <a:r>
              <a:rPr sz="1900" spc="-375" dirty="0">
                <a:solidFill>
                  <a:srgbClr val="24747B"/>
                </a:solidFill>
                <a:latin typeface="Arial MT"/>
                <a:cs typeface="Arial MT"/>
              </a:rPr>
              <a:t>aws</a:t>
            </a:r>
            <a:r>
              <a:rPr sz="1900" dirty="0">
                <a:solidFill>
                  <a:srgbClr val="24747B"/>
                </a:solidFill>
                <a:latin typeface="Arial MT"/>
                <a:cs typeface="Arial MT"/>
              </a:rPr>
              <a:t>	</a:t>
            </a:r>
            <a:r>
              <a:rPr sz="1900" spc="-355" dirty="0">
                <a:solidFill>
                  <a:srgbClr val="136077"/>
                </a:solidFill>
                <a:latin typeface="Arial MT"/>
                <a:cs typeface="Arial MT"/>
              </a:rPr>
              <a:t>+duca</a:t>
            </a:r>
            <a:r>
              <a:rPr sz="1900" spc="95" dirty="0">
                <a:solidFill>
                  <a:srgbClr val="136077"/>
                </a:solidFill>
                <a:latin typeface="Arial MT"/>
                <a:cs typeface="Arial MT"/>
              </a:rPr>
              <a:t> </a:t>
            </a:r>
            <a:r>
              <a:rPr sz="1900" spc="-360" dirty="0">
                <a:solidFill>
                  <a:srgbClr val="2D7793"/>
                </a:solidFill>
                <a:latin typeface="Arial MT"/>
                <a:cs typeface="Arial MT"/>
              </a:rPr>
              <a:t>e</a:t>
            </a:r>
            <a:endParaRPr sz="1900">
              <a:latin typeface="Arial MT"/>
              <a:cs typeface="Arial MT"/>
            </a:endParaRPr>
          </a:p>
        </p:txBody>
      </p:sp>
      <p:pic>
        <p:nvPicPr>
          <p:cNvPr id="6" name="object 6"/>
          <p:cNvPicPr/>
          <p:nvPr/>
        </p:nvPicPr>
        <p:blipFill>
          <a:blip r:embed="rId3" cstate="print"/>
          <a:stretch>
            <a:fillRect/>
          </a:stretch>
        </p:blipFill>
        <p:spPr>
          <a:xfrm>
            <a:off x="1694849" y="5423510"/>
            <a:ext cx="2638708" cy="104787"/>
          </a:xfrm>
          <a:prstGeom prst="rect">
            <a:avLst/>
          </a:prstGeom>
        </p:spPr>
      </p:pic>
      <p:sp>
        <p:nvSpPr>
          <p:cNvPr id="7" name="object 7"/>
          <p:cNvSpPr txBox="1"/>
          <p:nvPr/>
        </p:nvSpPr>
        <p:spPr>
          <a:xfrm>
            <a:off x="4793288" y="1359974"/>
            <a:ext cx="5400040" cy="1683385"/>
          </a:xfrm>
          <a:prstGeom prst="rect">
            <a:avLst/>
          </a:prstGeom>
        </p:spPr>
        <p:txBody>
          <a:bodyPr vert="horz" wrap="square" lIns="0" tIns="12700" rIns="0" bIns="0" rtlCol="0">
            <a:spAutoFit/>
          </a:bodyPr>
          <a:lstStyle/>
          <a:p>
            <a:pPr marL="12700" marR="5080" indent="3810">
              <a:lnSpc>
                <a:spcPct val="113300"/>
              </a:lnSpc>
              <a:spcBef>
                <a:spcPts val="100"/>
              </a:spcBef>
            </a:pPr>
            <a:r>
              <a:rPr sz="1600" dirty="0">
                <a:latin typeface="Arial MT"/>
                <a:cs typeface="Arial MT"/>
              </a:rPr>
              <a:t>Amazon</a:t>
            </a:r>
            <a:r>
              <a:rPr sz="1600" spc="70" dirty="0">
                <a:latin typeface="Arial MT"/>
                <a:cs typeface="Arial MT"/>
              </a:rPr>
              <a:t> </a:t>
            </a:r>
            <a:r>
              <a:rPr sz="1600" spc="-140" dirty="0">
                <a:solidFill>
                  <a:srgbClr val="1A1A1A"/>
                </a:solidFill>
                <a:latin typeface="Arial MT"/>
                <a:cs typeface="Arial MT"/>
              </a:rPr>
              <a:t>RDS</a:t>
            </a:r>
            <a:r>
              <a:rPr sz="1600" spc="45" dirty="0">
                <a:solidFill>
                  <a:srgbClr val="1A1A1A"/>
                </a:solidFill>
                <a:latin typeface="Arial MT"/>
                <a:cs typeface="Arial MT"/>
              </a:rPr>
              <a:t> </a:t>
            </a:r>
            <a:r>
              <a:rPr sz="1600" spc="-10" dirty="0">
                <a:latin typeface="Arial MT"/>
                <a:cs typeface="Arial MT"/>
              </a:rPr>
              <a:t>solves</a:t>
            </a:r>
            <a:r>
              <a:rPr sz="1600" spc="20" dirty="0">
                <a:latin typeface="Arial MT"/>
                <a:cs typeface="Arial MT"/>
              </a:rPr>
              <a:t> </a:t>
            </a:r>
            <a:r>
              <a:rPr sz="1600" dirty="0">
                <a:solidFill>
                  <a:srgbClr val="282828"/>
                </a:solidFill>
                <a:latin typeface="Arial MT"/>
                <a:cs typeface="Arial MT"/>
              </a:rPr>
              <a:t>the</a:t>
            </a:r>
            <a:r>
              <a:rPr sz="1600" spc="-25" dirty="0">
                <a:solidFill>
                  <a:srgbClr val="282828"/>
                </a:solidFill>
                <a:latin typeface="Arial MT"/>
                <a:cs typeface="Arial MT"/>
              </a:rPr>
              <a:t> </a:t>
            </a:r>
            <a:r>
              <a:rPr sz="1600" dirty="0">
                <a:latin typeface="Arial MT"/>
                <a:cs typeface="Arial MT"/>
              </a:rPr>
              <a:t>problem</a:t>
            </a:r>
            <a:r>
              <a:rPr sz="1600" spc="114" dirty="0">
                <a:latin typeface="Arial MT"/>
                <a:cs typeface="Arial MT"/>
              </a:rPr>
              <a:t> </a:t>
            </a:r>
            <a:r>
              <a:rPr sz="1600" dirty="0">
                <a:solidFill>
                  <a:srgbClr val="262626"/>
                </a:solidFill>
                <a:latin typeface="Arial MT"/>
                <a:cs typeface="Arial MT"/>
              </a:rPr>
              <a:t>of </a:t>
            </a:r>
            <a:r>
              <a:rPr sz="1600" dirty="0">
                <a:latin typeface="Arial MT"/>
                <a:cs typeface="Arial MT"/>
              </a:rPr>
              <a:t>purchasing</a:t>
            </a:r>
            <a:r>
              <a:rPr sz="1600" spc="200" dirty="0">
                <a:latin typeface="Arial MT"/>
                <a:cs typeface="Arial MT"/>
              </a:rPr>
              <a:t> </a:t>
            </a:r>
            <a:r>
              <a:rPr sz="1600" dirty="0">
                <a:solidFill>
                  <a:srgbClr val="1A1A1A"/>
                </a:solidFill>
                <a:latin typeface="Arial MT"/>
                <a:cs typeface="Arial MT"/>
              </a:rPr>
              <a:t>a</a:t>
            </a:r>
            <a:r>
              <a:rPr sz="1600" spc="90" dirty="0">
                <a:solidFill>
                  <a:srgbClr val="1A1A1A"/>
                </a:solidFill>
                <a:latin typeface="Arial MT"/>
                <a:cs typeface="Arial MT"/>
              </a:rPr>
              <a:t> </a:t>
            </a:r>
            <a:r>
              <a:rPr sz="1600" spc="-10" dirty="0">
                <a:latin typeface="Arial MT"/>
                <a:cs typeface="Arial MT"/>
              </a:rPr>
              <a:t>database </a:t>
            </a:r>
            <a:r>
              <a:rPr sz="1600" spc="50" dirty="0">
                <a:latin typeface="Arial MT"/>
                <a:cs typeface="Arial MT"/>
              </a:rPr>
              <a:t>witn</a:t>
            </a:r>
            <a:r>
              <a:rPr sz="1600" spc="20" dirty="0">
                <a:latin typeface="Arial MT"/>
                <a:cs typeface="Arial MT"/>
              </a:rPr>
              <a:t> </a:t>
            </a:r>
            <a:r>
              <a:rPr sz="1600" dirty="0">
                <a:solidFill>
                  <a:srgbClr val="1C1C1C"/>
                </a:solidFill>
                <a:latin typeface="Arial MT"/>
                <a:cs typeface="Arial MT"/>
              </a:rPr>
              <a:t>a</a:t>
            </a:r>
            <a:r>
              <a:rPr sz="1600" spc="55" dirty="0">
                <a:solidFill>
                  <a:srgbClr val="1C1C1C"/>
                </a:solidFill>
                <a:latin typeface="Arial MT"/>
                <a:cs typeface="Arial MT"/>
              </a:rPr>
              <a:t> </a:t>
            </a:r>
            <a:r>
              <a:rPr sz="1600" dirty="0">
                <a:latin typeface="Arial MT"/>
                <a:cs typeface="Arial MT"/>
              </a:rPr>
              <a:t>capacity</a:t>
            </a:r>
            <a:r>
              <a:rPr sz="1600" spc="130" dirty="0">
                <a:latin typeface="Arial MT"/>
                <a:cs typeface="Arial MT"/>
              </a:rPr>
              <a:t> </a:t>
            </a:r>
            <a:r>
              <a:rPr sz="1600" dirty="0">
                <a:latin typeface="Arial MT"/>
                <a:cs typeface="Arial MT"/>
              </a:rPr>
              <a:t>that</a:t>
            </a:r>
            <a:r>
              <a:rPr sz="1600" spc="90" dirty="0">
                <a:latin typeface="Arial MT"/>
                <a:cs typeface="Arial MT"/>
              </a:rPr>
              <a:t> </a:t>
            </a:r>
            <a:r>
              <a:rPr sz="1600" spc="-20" dirty="0">
                <a:latin typeface="Arial MT"/>
                <a:cs typeface="Arial MT"/>
              </a:rPr>
              <a:t>is</a:t>
            </a:r>
            <a:r>
              <a:rPr sz="1600" spc="75" dirty="0">
                <a:latin typeface="Arial MT"/>
                <a:cs typeface="Arial MT"/>
              </a:rPr>
              <a:t> </a:t>
            </a:r>
            <a:r>
              <a:rPr sz="1600" dirty="0">
                <a:latin typeface="Arial MT"/>
                <a:cs typeface="Arial MT"/>
              </a:rPr>
              <a:t>either</a:t>
            </a:r>
            <a:r>
              <a:rPr sz="1600" spc="70" dirty="0">
                <a:latin typeface="Arial MT"/>
                <a:cs typeface="Arial MT"/>
              </a:rPr>
              <a:t> </a:t>
            </a:r>
            <a:r>
              <a:rPr sz="1600" dirty="0">
                <a:latin typeface="Arial MT"/>
                <a:cs typeface="Arial MT"/>
              </a:rPr>
              <a:t>too</a:t>
            </a:r>
            <a:r>
              <a:rPr sz="1600" spc="90" dirty="0">
                <a:latin typeface="Arial MT"/>
                <a:cs typeface="Arial MT"/>
              </a:rPr>
              <a:t> </a:t>
            </a:r>
            <a:r>
              <a:rPr sz="1600" dirty="0">
                <a:latin typeface="Arial MT"/>
                <a:cs typeface="Arial MT"/>
              </a:rPr>
              <a:t>large</a:t>
            </a:r>
            <a:r>
              <a:rPr sz="1600" spc="85" dirty="0">
                <a:latin typeface="Arial MT"/>
                <a:cs typeface="Arial MT"/>
              </a:rPr>
              <a:t> </a:t>
            </a:r>
            <a:r>
              <a:rPr sz="1600" dirty="0">
                <a:solidFill>
                  <a:srgbClr val="444444"/>
                </a:solidFill>
                <a:latin typeface="Arial MT"/>
                <a:cs typeface="Arial MT"/>
              </a:rPr>
              <a:t>or</a:t>
            </a:r>
            <a:r>
              <a:rPr sz="1600" spc="25" dirty="0">
                <a:solidFill>
                  <a:srgbClr val="444444"/>
                </a:solidFill>
                <a:latin typeface="Arial MT"/>
                <a:cs typeface="Arial MT"/>
              </a:rPr>
              <a:t> </a:t>
            </a:r>
            <a:r>
              <a:rPr sz="1600" spc="60" dirty="0">
                <a:latin typeface="Arial MT"/>
                <a:cs typeface="Arial MT"/>
              </a:rPr>
              <a:t>too</a:t>
            </a:r>
            <a:r>
              <a:rPr sz="1600" spc="80" dirty="0">
                <a:latin typeface="Arial MT"/>
                <a:cs typeface="Arial MT"/>
              </a:rPr>
              <a:t> </a:t>
            </a:r>
            <a:r>
              <a:rPr sz="1600" dirty="0">
                <a:latin typeface="Arial MT"/>
                <a:cs typeface="Arial MT"/>
              </a:rPr>
              <a:t>small</a:t>
            </a:r>
            <a:r>
              <a:rPr sz="1600" spc="-60" dirty="0">
                <a:latin typeface="Arial MT"/>
                <a:cs typeface="Arial MT"/>
              </a:rPr>
              <a:t> </a:t>
            </a:r>
            <a:r>
              <a:rPr sz="1600" spc="55" dirty="0">
                <a:solidFill>
                  <a:srgbClr val="080808"/>
                </a:solidFill>
                <a:latin typeface="Arial MT"/>
                <a:cs typeface="Arial MT"/>
              </a:rPr>
              <a:t>for</a:t>
            </a:r>
            <a:r>
              <a:rPr sz="1600" spc="35" dirty="0">
                <a:solidFill>
                  <a:srgbClr val="080808"/>
                </a:solidFill>
                <a:latin typeface="Arial MT"/>
                <a:cs typeface="Arial MT"/>
              </a:rPr>
              <a:t> </a:t>
            </a:r>
            <a:r>
              <a:rPr sz="1600" spc="-20" dirty="0">
                <a:solidFill>
                  <a:srgbClr val="0A0A0A"/>
                </a:solidFill>
                <a:latin typeface="Arial MT"/>
                <a:cs typeface="Arial MT"/>
              </a:rPr>
              <a:t>your </a:t>
            </a:r>
            <a:r>
              <a:rPr sz="1600" spc="-20" dirty="0">
                <a:latin typeface="Arial MT"/>
                <a:cs typeface="Arial MT"/>
              </a:rPr>
              <a:t>use</a:t>
            </a:r>
            <a:r>
              <a:rPr sz="1600" spc="-40" dirty="0">
                <a:latin typeface="Arial MT"/>
                <a:cs typeface="Arial MT"/>
              </a:rPr>
              <a:t> </a:t>
            </a:r>
            <a:r>
              <a:rPr sz="1600" dirty="0">
                <a:latin typeface="Arial MT"/>
                <a:cs typeface="Arial MT"/>
              </a:rPr>
              <a:t>over</a:t>
            </a:r>
            <a:r>
              <a:rPr sz="1600" spc="60" dirty="0">
                <a:latin typeface="Arial MT"/>
                <a:cs typeface="Arial MT"/>
              </a:rPr>
              <a:t> </a:t>
            </a:r>
            <a:r>
              <a:rPr sz="1600" dirty="0">
                <a:latin typeface="Arial MT"/>
                <a:cs typeface="Arial MT"/>
              </a:rPr>
              <a:t>time.</a:t>
            </a:r>
            <a:r>
              <a:rPr sz="1600" spc="-15" dirty="0">
                <a:latin typeface="Arial MT"/>
                <a:cs typeface="Arial MT"/>
              </a:rPr>
              <a:t> </a:t>
            </a:r>
            <a:r>
              <a:rPr sz="1600" dirty="0">
                <a:latin typeface="Arial MT"/>
                <a:cs typeface="Arial MT"/>
              </a:rPr>
              <a:t>With</a:t>
            </a:r>
            <a:r>
              <a:rPr sz="1600" spc="35" dirty="0">
                <a:latin typeface="Arial MT"/>
                <a:cs typeface="Arial MT"/>
              </a:rPr>
              <a:t> </a:t>
            </a:r>
            <a:r>
              <a:rPr sz="1600" dirty="0">
                <a:latin typeface="Arial MT"/>
                <a:cs typeface="Arial MT"/>
              </a:rPr>
              <a:t>Amazon</a:t>
            </a:r>
            <a:r>
              <a:rPr sz="1600" spc="125" dirty="0">
                <a:latin typeface="Arial MT"/>
                <a:cs typeface="Arial MT"/>
              </a:rPr>
              <a:t> </a:t>
            </a:r>
            <a:r>
              <a:rPr sz="1600" spc="-140" dirty="0">
                <a:solidFill>
                  <a:srgbClr val="151515"/>
                </a:solidFill>
                <a:latin typeface="Arial MT"/>
                <a:cs typeface="Arial MT"/>
              </a:rPr>
              <a:t>RDS,</a:t>
            </a:r>
            <a:r>
              <a:rPr sz="1600" spc="25" dirty="0">
                <a:solidFill>
                  <a:srgbClr val="151515"/>
                </a:solidFill>
                <a:latin typeface="Arial MT"/>
                <a:cs typeface="Arial MT"/>
              </a:rPr>
              <a:t> </a:t>
            </a:r>
            <a:r>
              <a:rPr sz="1600" dirty="0">
                <a:latin typeface="Arial MT"/>
                <a:cs typeface="Arial MT"/>
              </a:rPr>
              <a:t>you</a:t>
            </a:r>
            <a:r>
              <a:rPr sz="1600" spc="50" dirty="0">
                <a:latin typeface="Arial MT"/>
                <a:cs typeface="Arial MT"/>
              </a:rPr>
              <a:t> </a:t>
            </a:r>
            <a:r>
              <a:rPr sz="1600" spc="-20" dirty="0">
                <a:solidFill>
                  <a:srgbClr val="0F0F0F"/>
                </a:solidFill>
                <a:latin typeface="Arial MT"/>
                <a:cs typeface="Arial MT"/>
              </a:rPr>
              <a:t>can</a:t>
            </a:r>
            <a:r>
              <a:rPr sz="1600" spc="70" dirty="0">
                <a:solidFill>
                  <a:srgbClr val="0F0F0F"/>
                </a:solidFill>
                <a:latin typeface="Arial MT"/>
                <a:cs typeface="Arial MT"/>
              </a:rPr>
              <a:t> </a:t>
            </a:r>
            <a:r>
              <a:rPr sz="1600" spc="-35" dirty="0">
                <a:latin typeface="Arial MT"/>
                <a:cs typeface="Arial MT"/>
              </a:rPr>
              <a:t>scale</a:t>
            </a:r>
            <a:r>
              <a:rPr sz="1600" spc="80" dirty="0">
                <a:latin typeface="Arial MT"/>
                <a:cs typeface="Arial MT"/>
              </a:rPr>
              <a:t> </a:t>
            </a:r>
            <a:r>
              <a:rPr sz="1600" dirty="0">
                <a:solidFill>
                  <a:srgbClr val="0A0A0A"/>
                </a:solidFill>
                <a:latin typeface="Arial MT"/>
                <a:cs typeface="Arial MT"/>
              </a:rPr>
              <a:t>up</a:t>
            </a:r>
            <a:r>
              <a:rPr sz="1600" spc="5" dirty="0">
                <a:solidFill>
                  <a:srgbClr val="0A0A0A"/>
                </a:solidFill>
                <a:latin typeface="Arial MT"/>
                <a:cs typeface="Arial MT"/>
              </a:rPr>
              <a:t> </a:t>
            </a:r>
            <a:r>
              <a:rPr sz="1600" spc="-25" dirty="0">
                <a:latin typeface="Arial MT"/>
                <a:cs typeface="Arial MT"/>
              </a:rPr>
              <a:t>and </a:t>
            </a:r>
            <a:r>
              <a:rPr sz="1600" dirty="0">
                <a:latin typeface="Arial MT"/>
                <a:cs typeface="Arial MT"/>
              </a:rPr>
              <a:t>down</a:t>
            </a:r>
            <a:r>
              <a:rPr sz="1600" spc="-35" dirty="0">
                <a:latin typeface="Arial MT"/>
                <a:cs typeface="Arial MT"/>
              </a:rPr>
              <a:t> </a:t>
            </a:r>
            <a:r>
              <a:rPr sz="1600" dirty="0">
                <a:latin typeface="Arial MT"/>
                <a:cs typeface="Arial MT"/>
              </a:rPr>
              <a:t>based</a:t>
            </a:r>
            <a:r>
              <a:rPr sz="1600" spc="30" dirty="0">
                <a:latin typeface="Arial MT"/>
                <a:cs typeface="Arial MT"/>
              </a:rPr>
              <a:t> </a:t>
            </a:r>
            <a:r>
              <a:rPr sz="1600" dirty="0">
                <a:solidFill>
                  <a:srgbClr val="3F3F3F"/>
                </a:solidFill>
                <a:latin typeface="Arial MT"/>
                <a:cs typeface="Arial MT"/>
              </a:rPr>
              <a:t>on</a:t>
            </a:r>
            <a:r>
              <a:rPr sz="1600" spc="-45" dirty="0">
                <a:solidFill>
                  <a:srgbClr val="3F3F3F"/>
                </a:solidFill>
                <a:latin typeface="Arial MT"/>
                <a:cs typeface="Arial MT"/>
              </a:rPr>
              <a:t> </a:t>
            </a:r>
            <a:r>
              <a:rPr sz="1600" dirty="0">
                <a:latin typeface="Arial MT"/>
                <a:cs typeface="Arial MT"/>
              </a:rPr>
              <a:t>your</a:t>
            </a:r>
            <a:r>
              <a:rPr sz="1600" spc="15" dirty="0">
                <a:latin typeface="Arial MT"/>
                <a:cs typeface="Arial MT"/>
              </a:rPr>
              <a:t> </a:t>
            </a:r>
            <a:r>
              <a:rPr sz="1600" dirty="0">
                <a:latin typeface="Arial MT"/>
                <a:cs typeface="Arial MT"/>
              </a:rPr>
              <a:t>database</a:t>
            </a:r>
            <a:r>
              <a:rPr sz="1600" spc="30" dirty="0">
                <a:latin typeface="Arial MT"/>
                <a:cs typeface="Arial MT"/>
              </a:rPr>
              <a:t> </a:t>
            </a:r>
            <a:r>
              <a:rPr sz="1600" dirty="0">
                <a:latin typeface="Arial MT"/>
                <a:cs typeface="Arial MT"/>
              </a:rPr>
              <a:t>capacity</a:t>
            </a:r>
            <a:r>
              <a:rPr sz="1600" spc="-35" dirty="0">
                <a:latin typeface="Arial MT"/>
                <a:cs typeface="Arial MT"/>
              </a:rPr>
              <a:t> </a:t>
            </a:r>
            <a:r>
              <a:rPr sz="1600" spc="-20" dirty="0">
                <a:latin typeface="Arial MT"/>
                <a:cs typeface="Arial MT"/>
              </a:rPr>
              <a:t>needs.</a:t>
            </a:r>
            <a:r>
              <a:rPr sz="1600" spc="15" dirty="0">
                <a:latin typeface="Arial MT"/>
                <a:cs typeface="Arial MT"/>
              </a:rPr>
              <a:t> </a:t>
            </a:r>
            <a:r>
              <a:rPr sz="1600" spc="-20" dirty="0">
                <a:solidFill>
                  <a:srgbClr val="232323"/>
                </a:solidFill>
                <a:latin typeface="Arial MT"/>
                <a:cs typeface="Arial MT"/>
              </a:rPr>
              <a:t>As </a:t>
            </a:r>
            <a:r>
              <a:rPr sz="1600" spc="-20" dirty="0">
                <a:solidFill>
                  <a:srgbClr val="343434"/>
                </a:solidFill>
                <a:latin typeface="Arial MT"/>
                <a:cs typeface="Arial MT"/>
              </a:rPr>
              <a:t>a</a:t>
            </a:r>
            <a:r>
              <a:rPr sz="1600" spc="-5" dirty="0">
                <a:solidFill>
                  <a:srgbClr val="343434"/>
                </a:solidFill>
                <a:latin typeface="Arial MT"/>
                <a:cs typeface="Arial MT"/>
              </a:rPr>
              <a:t> </a:t>
            </a:r>
            <a:r>
              <a:rPr sz="1600" spc="-10" dirty="0">
                <a:latin typeface="Arial MT"/>
                <a:cs typeface="Arial MT"/>
              </a:rPr>
              <a:t>result, </a:t>
            </a:r>
            <a:r>
              <a:rPr sz="1600" dirty="0">
                <a:latin typeface="Arial MT"/>
                <a:cs typeface="Arial MT"/>
              </a:rPr>
              <a:t>you </a:t>
            </a:r>
            <a:r>
              <a:rPr sz="1600" spc="-20" dirty="0">
                <a:latin typeface="Arial MT"/>
                <a:cs typeface="Arial MT"/>
              </a:rPr>
              <a:t>are</a:t>
            </a:r>
            <a:r>
              <a:rPr sz="1600" spc="10" dirty="0">
                <a:latin typeface="Arial MT"/>
                <a:cs typeface="Arial MT"/>
              </a:rPr>
              <a:t> </a:t>
            </a:r>
            <a:r>
              <a:rPr sz="1600" dirty="0">
                <a:latin typeface="Arial MT"/>
                <a:cs typeface="Arial MT"/>
              </a:rPr>
              <a:t>never</a:t>
            </a:r>
            <a:r>
              <a:rPr sz="1600" spc="114" dirty="0">
                <a:latin typeface="Arial MT"/>
                <a:cs typeface="Arial MT"/>
              </a:rPr>
              <a:t> </a:t>
            </a:r>
            <a:r>
              <a:rPr sz="1600" dirty="0">
                <a:latin typeface="Arial MT"/>
                <a:cs typeface="Arial MT"/>
              </a:rPr>
              <a:t>paying</a:t>
            </a:r>
            <a:r>
              <a:rPr sz="1600" spc="85" dirty="0">
                <a:latin typeface="Arial MT"/>
                <a:cs typeface="Arial MT"/>
              </a:rPr>
              <a:t> </a:t>
            </a:r>
            <a:r>
              <a:rPr sz="1600" dirty="0">
                <a:latin typeface="Arial MT"/>
                <a:cs typeface="Arial MT"/>
              </a:rPr>
              <a:t>for</a:t>
            </a:r>
            <a:r>
              <a:rPr sz="1600" spc="20" dirty="0">
                <a:latin typeface="Arial MT"/>
                <a:cs typeface="Arial MT"/>
              </a:rPr>
              <a:t> </a:t>
            </a:r>
            <a:r>
              <a:rPr sz="1600" dirty="0">
                <a:solidFill>
                  <a:srgbClr val="151515"/>
                </a:solidFill>
                <a:latin typeface="Arial MT"/>
                <a:cs typeface="Arial MT"/>
              </a:rPr>
              <a:t>more</a:t>
            </a:r>
            <a:r>
              <a:rPr sz="1600" spc="70" dirty="0">
                <a:solidFill>
                  <a:srgbClr val="151515"/>
                </a:solidFill>
                <a:latin typeface="Arial MT"/>
                <a:cs typeface="Arial MT"/>
              </a:rPr>
              <a:t> </a:t>
            </a:r>
            <a:r>
              <a:rPr sz="1600" dirty="0">
                <a:latin typeface="Arial MT"/>
                <a:cs typeface="Arial MT"/>
              </a:rPr>
              <a:t>database</a:t>
            </a:r>
            <a:r>
              <a:rPr sz="1600" spc="50" dirty="0">
                <a:latin typeface="Arial MT"/>
                <a:cs typeface="Arial MT"/>
              </a:rPr>
              <a:t> </a:t>
            </a:r>
            <a:r>
              <a:rPr sz="1600" dirty="0">
                <a:latin typeface="Arial MT"/>
                <a:cs typeface="Arial MT"/>
              </a:rPr>
              <a:t>capacity</a:t>
            </a:r>
            <a:r>
              <a:rPr sz="1600" spc="60" dirty="0">
                <a:latin typeface="Arial MT"/>
                <a:cs typeface="Arial MT"/>
              </a:rPr>
              <a:t> </a:t>
            </a:r>
            <a:r>
              <a:rPr sz="1600" dirty="0">
                <a:solidFill>
                  <a:srgbClr val="313131"/>
                </a:solidFill>
                <a:latin typeface="Arial MT"/>
                <a:cs typeface="Arial MT"/>
              </a:rPr>
              <a:t>than</a:t>
            </a:r>
            <a:r>
              <a:rPr sz="1600" spc="55" dirty="0">
                <a:solidFill>
                  <a:srgbClr val="313131"/>
                </a:solidFill>
                <a:latin typeface="Arial MT"/>
                <a:cs typeface="Arial MT"/>
              </a:rPr>
              <a:t> </a:t>
            </a:r>
            <a:r>
              <a:rPr sz="1600" spc="-25" dirty="0">
                <a:latin typeface="Arial MT"/>
                <a:cs typeface="Arial MT"/>
              </a:rPr>
              <a:t>you </a:t>
            </a:r>
            <a:r>
              <a:rPr sz="1600" spc="-10" dirty="0">
                <a:solidFill>
                  <a:srgbClr val="1C1C1C"/>
                </a:solidFill>
                <a:latin typeface="Arial MT"/>
                <a:cs typeface="Arial MT"/>
              </a:rPr>
              <a:t>need.</a:t>
            </a:r>
            <a:endParaRPr sz="1600">
              <a:latin typeface="Arial MT"/>
              <a:cs typeface="Arial MT"/>
            </a:endParaRP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351914" y="365125"/>
            <a:ext cx="9468863" cy="5306059"/>
          </a:xfrm>
          <a:prstGeom prst="rect">
            <a:avLst/>
          </a:prstGeom>
        </p:spPr>
      </p:pic>
      <p:sp>
        <p:nvSpPr>
          <p:cNvPr id="3" name="object 3"/>
          <p:cNvSpPr txBox="1"/>
          <p:nvPr/>
        </p:nvSpPr>
        <p:spPr>
          <a:xfrm>
            <a:off x="1678895" y="5383814"/>
            <a:ext cx="847725" cy="132715"/>
          </a:xfrm>
          <a:prstGeom prst="rect">
            <a:avLst/>
          </a:prstGeom>
        </p:spPr>
        <p:txBody>
          <a:bodyPr vert="horz" wrap="square" lIns="0" tIns="12700" rIns="0" bIns="0" rtlCol="0">
            <a:spAutoFit/>
          </a:bodyPr>
          <a:lstStyle/>
          <a:p>
            <a:pPr marL="12700">
              <a:lnSpc>
                <a:spcPct val="100000"/>
              </a:lnSpc>
              <a:spcBef>
                <a:spcPts val="100"/>
              </a:spcBef>
            </a:pPr>
            <a:r>
              <a:rPr sz="700" spc="60" dirty="0">
                <a:solidFill>
                  <a:srgbClr val="595959"/>
                </a:solidFill>
                <a:latin typeface="Arial MT"/>
                <a:cs typeface="Arial MT"/>
              </a:rPr>
              <a:t>eJ0y</a:t>
            </a:r>
            <a:r>
              <a:rPr sz="700" spc="-100" dirty="0">
                <a:solidFill>
                  <a:srgbClr val="595959"/>
                </a:solidFill>
                <a:latin typeface="Arial MT"/>
                <a:cs typeface="Arial MT"/>
              </a:rPr>
              <a:t> </a:t>
            </a:r>
            <a:r>
              <a:rPr sz="700" spc="65" dirty="0">
                <a:solidFill>
                  <a:srgbClr val="8E8E8E"/>
                </a:solidFill>
                <a:latin typeface="Arial MT"/>
                <a:cs typeface="Arial MT"/>
              </a:rPr>
              <a:t>1</a:t>
            </a:r>
            <a:r>
              <a:rPr sz="700" spc="-50" dirty="0">
                <a:solidFill>
                  <a:srgbClr val="8E8E8E"/>
                </a:solidFill>
                <a:latin typeface="Arial MT"/>
                <a:cs typeface="Arial MT"/>
              </a:rPr>
              <a:t> </a:t>
            </a:r>
            <a:r>
              <a:rPr sz="700" spc="-10" dirty="0">
                <a:solidFill>
                  <a:srgbClr val="575757"/>
                </a:solidFill>
                <a:latin typeface="Arial MT"/>
                <a:cs typeface="Arial MT"/>
              </a:rPr>
              <a:t>Amazon</a:t>
            </a:r>
            <a:r>
              <a:rPr sz="700" spc="-25" dirty="0">
                <a:solidFill>
                  <a:srgbClr val="575757"/>
                </a:solidFill>
                <a:latin typeface="Arial MT"/>
                <a:cs typeface="Arial MT"/>
              </a:rPr>
              <a:t> </a:t>
            </a:r>
            <a:r>
              <a:rPr sz="700" spc="-25" dirty="0">
                <a:solidFill>
                  <a:srgbClr val="878787"/>
                </a:solidFill>
                <a:latin typeface="Arial MT"/>
                <a:cs typeface="Arial MT"/>
              </a:rPr>
              <a:t>weo</a:t>
            </a:r>
            <a:endParaRPr sz="700">
              <a:latin typeface="Arial MT"/>
              <a:cs typeface="Arial MT"/>
            </a:endParaRPr>
          </a:p>
        </p:txBody>
      </p:sp>
      <p:sp>
        <p:nvSpPr>
          <p:cNvPr id="4" name="object 4"/>
          <p:cNvSpPr txBox="1"/>
          <p:nvPr/>
        </p:nvSpPr>
        <p:spPr>
          <a:xfrm>
            <a:off x="2695575" y="5383814"/>
            <a:ext cx="1647189" cy="132715"/>
          </a:xfrm>
          <a:prstGeom prst="rect">
            <a:avLst/>
          </a:prstGeom>
        </p:spPr>
        <p:txBody>
          <a:bodyPr vert="horz" wrap="square" lIns="0" tIns="12700" rIns="0" bIns="0" rtlCol="0">
            <a:spAutoFit/>
          </a:bodyPr>
          <a:lstStyle/>
          <a:p>
            <a:pPr marL="12700">
              <a:lnSpc>
                <a:spcPct val="100000"/>
              </a:lnSpc>
              <a:spcBef>
                <a:spcPts val="100"/>
              </a:spcBef>
            </a:pPr>
            <a:r>
              <a:rPr sz="700" dirty="0">
                <a:solidFill>
                  <a:srgbClr val="898989"/>
                </a:solidFill>
                <a:latin typeface="Arial MT"/>
                <a:cs typeface="Arial MT"/>
              </a:rPr>
              <a:t>met</a:t>
            </a:r>
            <a:r>
              <a:rPr sz="700" spc="70" dirty="0">
                <a:solidFill>
                  <a:srgbClr val="898989"/>
                </a:solidFill>
                <a:latin typeface="Arial MT"/>
                <a:cs typeface="Arial MT"/>
              </a:rPr>
              <a:t> </a:t>
            </a:r>
            <a:r>
              <a:rPr sz="700" spc="-10" dirty="0">
                <a:solidFill>
                  <a:srgbClr val="7C7C7C"/>
                </a:solidFill>
                <a:latin typeface="Arial MT"/>
                <a:cs typeface="Arial MT"/>
              </a:rPr>
              <a:t>inc.</a:t>
            </a:r>
            <a:r>
              <a:rPr sz="700" spc="-25" dirty="0">
                <a:solidFill>
                  <a:srgbClr val="7C7C7C"/>
                </a:solidFill>
                <a:latin typeface="Arial MT"/>
                <a:cs typeface="Arial MT"/>
              </a:rPr>
              <a:t> </a:t>
            </a:r>
            <a:r>
              <a:rPr sz="700" dirty="0">
                <a:solidFill>
                  <a:srgbClr val="8C8C8C"/>
                </a:solidFill>
                <a:latin typeface="Arial MT"/>
                <a:cs typeface="Arial MT"/>
              </a:rPr>
              <a:t>oi</a:t>
            </a:r>
            <a:r>
              <a:rPr sz="700" spc="114" dirty="0">
                <a:solidFill>
                  <a:srgbClr val="8C8C8C"/>
                </a:solidFill>
                <a:latin typeface="Arial MT"/>
                <a:cs typeface="Arial MT"/>
              </a:rPr>
              <a:t> </a:t>
            </a:r>
            <a:r>
              <a:rPr sz="700" spc="-145" dirty="0">
                <a:solidFill>
                  <a:srgbClr val="595959"/>
                </a:solidFill>
                <a:latin typeface="Arial MT"/>
                <a:cs typeface="Arial MT"/>
              </a:rPr>
              <a:t>me</a:t>
            </a:r>
            <a:r>
              <a:rPr sz="700" spc="-55" dirty="0">
                <a:solidFill>
                  <a:srgbClr val="595959"/>
                </a:solidFill>
                <a:latin typeface="Arial MT"/>
                <a:cs typeface="Arial MT"/>
              </a:rPr>
              <a:t> </a:t>
            </a:r>
            <a:r>
              <a:rPr sz="700" dirty="0">
                <a:solidFill>
                  <a:srgbClr val="3F3F3F"/>
                </a:solidFill>
                <a:latin typeface="Arial MT"/>
                <a:cs typeface="Arial MT"/>
              </a:rPr>
              <a:t>affi8arez</a:t>
            </a:r>
            <a:r>
              <a:rPr sz="700" spc="30" dirty="0">
                <a:solidFill>
                  <a:srgbClr val="3F3F3F"/>
                </a:solidFill>
                <a:latin typeface="Arial MT"/>
                <a:cs typeface="Arial MT"/>
              </a:rPr>
              <a:t> </a:t>
            </a:r>
            <a:r>
              <a:rPr sz="700" dirty="0">
                <a:solidFill>
                  <a:srgbClr val="898989"/>
                </a:solidFill>
                <a:latin typeface="Arial MT"/>
                <a:cs typeface="Arial MT"/>
              </a:rPr>
              <a:t>its</a:t>
            </a:r>
            <a:r>
              <a:rPr sz="700" spc="90" dirty="0">
                <a:solidFill>
                  <a:srgbClr val="898989"/>
                </a:solidFill>
                <a:latin typeface="Arial MT"/>
                <a:cs typeface="Arial MT"/>
              </a:rPr>
              <a:t> </a:t>
            </a:r>
            <a:r>
              <a:rPr sz="700" dirty="0">
                <a:solidFill>
                  <a:srgbClr val="525252"/>
                </a:solidFill>
                <a:latin typeface="Arial MT"/>
                <a:cs typeface="Arial MT"/>
              </a:rPr>
              <a:t>nghts</a:t>
            </a:r>
            <a:r>
              <a:rPr sz="700" spc="-5" dirty="0">
                <a:solidFill>
                  <a:srgbClr val="525252"/>
                </a:solidFill>
                <a:latin typeface="Arial MT"/>
                <a:cs typeface="Arial MT"/>
              </a:rPr>
              <a:t> </a:t>
            </a:r>
            <a:r>
              <a:rPr sz="700" spc="-45" dirty="0">
                <a:solidFill>
                  <a:srgbClr val="828282"/>
                </a:solidFill>
                <a:latin typeface="Arial MT"/>
                <a:cs typeface="Arial MT"/>
              </a:rPr>
              <a:t>reser</a:t>
            </a:r>
            <a:r>
              <a:rPr sz="700" spc="-75" dirty="0">
                <a:solidFill>
                  <a:srgbClr val="828282"/>
                </a:solidFill>
                <a:latin typeface="Arial MT"/>
                <a:cs typeface="Arial MT"/>
              </a:rPr>
              <a:t> </a:t>
            </a:r>
            <a:r>
              <a:rPr sz="700" spc="-25" dirty="0">
                <a:solidFill>
                  <a:srgbClr val="878787"/>
                </a:solidFill>
                <a:latin typeface="Arial MT"/>
                <a:cs typeface="Arial MT"/>
              </a:rPr>
              <a:t>ver</a:t>
            </a:r>
            <a:endParaRPr sz="700">
              <a:latin typeface="Arial MT"/>
              <a:cs typeface="Arial MT"/>
            </a:endParaRPr>
          </a:p>
        </p:txBody>
      </p:sp>
      <p:sp>
        <p:nvSpPr>
          <p:cNvPr id="5" name="object 5"/>
          <p:cNvSpPr txBox="1"/>
          <p:nvPr/>
        </p:nvSpPr>
        <p:spPr>
          <a:xfrm>
            <a:off x="4790710" y="1355209"/>
            <a:ext cx="5499735" cy="3949700"/>
          </a:xfrm>
          <a:prstGeom prst="rect">
            <a:avLst/>
          </a:prstGeom>
        </p:spPr>
        <p:txBody>
          <a:bodyPr vert="horz" wrap="square" lIns="0" tIns="12700" rIns="0" bIns="0" rtlCol="0">
            <a:spAutoFit/>
          </a:bodyPr>
          <a:lstStyle/>
          <a:p>
            <a:pPr marL="12700" marR="139700" indent="1270">
              <a:lnSpc>
                <a:spcPct val="107400"/>
              </a:lnSpc>
              <a:spcBef>
                <a:spcPts val="100"/>
              </a:spcBef>
            </a:pPr>
            <a:r>
              <a:rPr sz="1600" spc="-45" dirty="0">
                <a:latin typeface="Arial MT"/>
                <a:cs typeface="Arial MT"/>
              </a:rPr>
              <a:t>The</a:t>
            </a:r>
            <a:r>
              <a:rPr sz="1600" spc="-5" dirty="0">
                <a:latin typeface="Arial MT"/>
                <a:cs typeface="Arial MT"/>
              </a:rPr>
              <a:t> </a:t>
            </a:r>
            <a:r>
              <a:rPr sz="1600" dirty="0">
                <a:solidFill>
                  <a:srgbClr val="161616"/>
                </a:solidFill>
                <a:latin typeface="Arial MT"/>
                <a:cs typeface="Arial MT"/>
              </a:rPr>
              <a:t>following</a:t>
            </a:r>
            <a:r>
              <a:rPr sz="1600" spc="-70" dirty="0">
                <a:solidFill>
                  <a:srgbClr val="161616"/>
                </a:solidFill>
                <a:latin typeface="Arial MT"/>
                <a:cs typeface="Arial MT"/>
              </a:rPr>
              <a:t> </a:t>
            </a:r>
            <a:r>
              <a:rPr sz="1600" dirty="0">
                <a:latin typeface="Arial MT"/>
                <a:cs typeface="Arial MT"/>
              </a:rPr>
              <a:t>list</a:t>
            </a:r>
            <a:r>
              <a:rPr sz="1600" spc="-80" dirty="0">
                <a:latin typeface="Arial MT"/>
                <a:cs typeface="Arial MT"/>
              </a:rPr>
              <a:t> </a:t>
            </a:r>
            <a:r>
              <a:rPr sz="1600" spc="-60" dirty="0">
                <a:latin typeface="Arial MT"/>
                <a:cs typeface="Arial MT"/>
              </a:rPr>
              <a:t>describes</a:t>
            </a:r>
            <a:r>
              <a:rPr sz="1600" spc="55" dirty="0">
                <a:latin typeface="Arial MT"/>
                <a:cs typeface="Arial MT"/>
              </a:rPr>
              <a:t> </a:t>
            </a:r>
            <a:r>
              <a:rPr sz="1600" spc="-10" dirty="0">
                <a:solidFill>
                  <a:srgbClr val="2F2F2F"/>
                </a:solidFill>
                <a:latin typeface="Arial MT"/>
                <a:cs typeface="Arial MT"/>
              </a:rPr>
              <a:t>a</a:t>
            </a:r>
            <a:r>
              <a:rPr sz="1600" spc="35" dirty="0">
                <a:solidFill>
                  <a:srgbClr val="2F2F2F"/>
                </a:solidFill>
                <a:latin typeface="Arial MT"/>
                <a:cs typeface="Arial MT"/>
              </a:rPr>
              <a:t> </a:t>
            </a:r>
            <a:r>
              <a:rPr sz="1600" spc="-20" dirty="0">
                <a:latin typeface="Arial MT"/>
                <a:cs typeface="Arial MT"/>
              </a:rPr>
              <a:t>few</a:t>
            </a:r>
            <a:r>
              <a:rPr sz="1600" spc="-80" dirty="0">
                <a:latin typeface="Arial MT"/>
                <a:cs typeface="Arial MT"/>
              </a:rPr>
              <a:t> </a:t>
            </a:r>
            <a:r>
              <a:rPr sz="1600" dirty="0">
                <a:latin typeface="Arial MT"/>
                <a:cs typeface="Arial MT"/>
              </a:rPr>
              <a:t>of</a:t>
            </a:r>
            <a:r>
              <a:rPr sz="1600" spc="-10" dirty="0">
                <a:latin typeface="Arial MT"/>
                <a:cs typeface="Arial MT"/>
              </a:rPr>
              <a:t> </a:t>
            </a:r>
            <a:r>
              <a:rPr sz="1600" dirty="0">
                <a:latin typeface="Arial MT"/>
                <a:cs typeface="Arial MT"/>
              </a:rPr>
              <a:t>the</a:t>
            </a:r>
            <a:r>
              <a:rPr sz="1600" spc="-30" dirty="0">
                <a:latin typeface="Arial MT"/>
                <a:cs typeface="Arial MT"/>
              </a:rPr>
              <a:t> </a:t>
            </a:r>
            <a:r>
              <a:rPr sz="1600" spc="-20" dirty="0">
                <a:latin typeface="Arial MT"/>
                <a:cs typeface="Arial MT"/>
              </a:rPr>
              <a:t>beneñts</a:t>
            </a:r>
            <a:r>
              <a:rPr sz="1600" spc="-50" dirty="0">
                <a:latin typeface="Arial MT"/>
                <a:cs typeface="Arial MT"/>
              </a:rPr>
              <a:t> </a:t>
            </a:r>
            <a:r>
              <a:rPr sz="1600" dirty="0">
                <a:solidFill>
                  <a:srgbClr val="262626"/>
                </a:solidFill>
                <a:latin typeface="Arial MT"/>
                <a:cs typeface="Arial MT"/>
              </a:rPr>
              <a:t>that</a:t>
            </a:r>
            <a:r>
              <a:rPr sz="1600" spc="-30" dirty="0">
                <a:solidFill>
                  <a:srgbClr val="262626"/>
                </a:solidFill>
                <a:latin typeface="Arial MT"/>
                <a:cs typeface="Arial MT"/>
              </a:rPr>
              <a:t> </a:t>
            </a:r>
            <a:r>
              <a:rPr sz="1600" spc="-50" dirty="0">
                <a:latin typeface="Arial MT"/>
                <a:cs typeface="Arial MT"/>
              </a:rPr>
              <a:t>Amazon </a:t>
            </a:r>
            <a:r>
              <a:rPr sz="1600" spc="-225" dirty="0">
                <a:latin typeface="Arial MT"/>
                <a:cs typeface="Arial MT"/>
              </a:rPr>
              <a:t>RDS</a:t>
            </a:r>
            <a:r>
              <a:rPr sz="1600" spc="65" dirty="0">
                <a:latin typeface="Arial MT"/>
                <a:cs typeface="Arial MT"/>
              </a:rPr>
              <a:t> </a:t>
            </a:r>
            <a:r>
              <a:rPr sz="1600" spc="-10" dirty="0">
                <a:solidFill>
                  <a:srgbClr val="0A0A0A"/>
                </a:solidFill>
                <a:latin typeface="Arial MT"/>
                <a:cs typeface="Arial MT"/>
              </a:rPr>
              <a:t>offers:</a:t>
            </a:r>
            <a:endParaRPr sz="1600">
              <a:latin typeface="Arial MT"/>
              <a:cs typeface="Arial MT"/>
            </a:endParaRPr>
          </a:p>
          <a:p>
            <a:pPr marL="167005" marR="6350" indent="-149860">
              <a:lnSpc>
                <a:spcPct val="106900"/>
              </a:lnSpc>
              <a:spcBef>
                <a:spcPts val="420"/>
              </a:spcBef>
              <a:buChar char="•"/>
              <a:tabLst>
                <a:tab pos="167005" algn="l"/>
                <a:tab pos="181610" algn="l"/>
              </a:tabLst>
            </a:pPr>
            <a:r>
              <a:rPr sz="1600" dirty="0">
                <a:latin typeface="Arial MT"/>
                <a:cs typeface="Arial MT"/>
              </a:rPr>
              <a:t>	</a:t>
            </a:r>
            <a:r>
              <a:rPr sz="1600" spc="-65" dirty="0">
                <a:latin typeface="Arial MT"/>
                <a:cs typeface="Arial MT"/>
              </a:rPr>
              <a:t>Amazon</a:t>
            </a:r>
            <a:r>
              <a:rPr sz="1600" spc="-50" dirty="0">
                <a:latin typeface="Arial MT"/>
                <a:cs typeface="Arial MT"/>
              </a:rPr>
              <a:t> </a:t>
            </a:r>
            <a:r>
              <a:rPr sz="1600" spc="-225" dirty="0">
                <a:latin typeface="Arial MT"/>
                <a:cs typeface="Arial MT"/>
              </a:rPr>
              <a:t>RDS</a:t>
            </a:r>
            <a:r>
              <a:rPr sz="1600" spc="-10" dirty="0">
                <a:latin typeface="Arial MT"/>
                <a:cs typeface="Arial MT"/>
              </a:rPr>
              <a:t> </a:t>
            </a:r>
            <a:r>
              <a:rPr sz="1600" spc="-20" dirty="0">
                <a:latin typeface="Arial MT"/>
                <a:cs typeface="Arial MT"/>
              </a:rPr>
              <a:t>is</a:t>
            </a:r>
            <a:r>
              <a:rPr sz="1600" spc="-45" dirty="0">
                <a:latin typeface="Arial MT"/>
                <a:cs typeface="Arial MT"/>
              </a:rPr>
              <a:t> </a:t>
            </a:r>
            <a:r>
              <a:rPr sz="1600" spc="-105" dirty="0">
                <a:solidFill>
                  <a:srgbClr val="161616"/>
                </a:solidFill>
                <a:latin typeface="Arial MT"/>
                <a:cs typeface="Arial MT"/>
              </a:rPr>
              <a:t>easy</a:t>
            </a:r>
            <a:r>
              <a:rPr sz="1600" spc="5" dirty="0">
                <a:solidFill>
                  <a:srgbClr val="161616"/>
                </a:solidFill>
                <a:latin typeface="Arial MT"/>
                <a:cs typeface="Arial MT"/>
              </a:rPr>
              <a:t> </a:t>
            </a:r>
            <a:r>
              <a:rPr sz="1600" dirty="0">
                <a:solidFill>
                  <a:srgbClr val="2A2A2A"/>
                </a:solidFill>
                <a:latin typeface="Arial MT"/>
                <a:cs typeface="Arial MT"/>
              </a:rPr>
              <a:t>to</a:t>
            </a:r>
            <a:r>
              <a:rPr sz="1600" spc="-60" dirty="0">
                <a:solidFill>
                  <a:srgbClr val="2A2A2A"/>
                </a:solidFill>
                <a:latin typeface="Arial MT"/>
                <a:cs typeface="Arial MT"/>
              </a:rPr>
              <a:t> </a:t>
            </a:r>
            <a:r>
              <a:rPr sz="1600" spc="-25" dirty="0">
                <a:latin typeface="Arial MT"/>
                <a:cs typeface="Arial MT"/>
              </a:rPr>
              <a:t>administer</a:t>
            </a:r>
            <a:r>
              <a:rPr sz="1600" spc="45" dirty="0">
                <a:latin typeface="Arial MT"/>
                <a:cs typeface="Arial MT"/>
              </a:rPr>
              <a:t> </a:t>
            </a:r>
            <a:r>
              <a:rPr sz="1600" dirty="0">
                <a:latin typeface="Arial MT"/>
                <a:cs typeface="Arial MT"/>
              </a:rPr>
              <a:t>with</a:t>
            </a:r>
            <a:r>
              <a:rPr sz="1600" spc="-40" dirty="0">
                <a:latin typeface="Arial MT"/>
                <a:cs typeface="Arial MT"/>
              </a:rPr>
              <a:t> </a:t>
            </a:r>
            <a:r>
              <a:rPr sz="1600" dirty="0">
                <a:solidFill>
                  <a:srgbClr val="181818"/>
                </a:solidFill>
                <a:latin typeface="Arial MT"/>
                <a:cs typeface="Arial MT"/>
              </a:rPr>
              <a:t>no</a:t>
            </a:r>
            <a:r>
              <a:rPr sz="1600" spc="-25" dirty="0">
                <a:solidFill>
                  <a:srgbClr val="181818"/>
                </a:solidFill>
                <a:latin typeface="Arial MT"/>
                <a:cs typeface="Arial MT"/>
              </a:rPr>
              <a:t> </a:t>
            </a:r>
            <a:r>
              <a:rPr sz="1600" spc="-10" dirty="0">
                <a:latin typeface="Arial MT"/>
                <a:cs typeface="Arial MT"/>
              </a:rPr>
              <a:t>need</a:t>
            </a:r>
            <a:r>
              <a:rPr sz="1600" spc="40" dirty="0">
                <a:latin typeface="Arial MT"/>
                <a:cs typeface="Arial MT"/>
              </a:rPr>
              <a:t> </a:t>
            </a:r>
            <a:r>
              <a:rPr sz="1600" spc="-25" dirty="0">
                <a:latin typeface="Arial MT"/>
                <a:cs typeface="Arial MT"/>
              </a:rPr>
              <a:t>for infrastructure</a:t>
            </a:r>
            <a:r>
              <a:rPr sz="1600" spc="-90" dirty="0">
                <a:latin typeface="Arial MT"/>
                <a:cs typeface="Arial MT"/>
              </a:rPr>
              <a:t> </a:t>
            </a:r>
            <a:r>
              <a:rPr sz="1600" spc="-35" dirty="0">
                <a:latin typeface="Arial MT"/>
                <a:cs typeface="Arial MT"/>
              </a:rPr>
              <a:t>provisioning,</a:t>
            </a:r>
            <a:r>
              <a:rPr sz="1600" spc="40" dirty="0">
                <a:latin typeface="Arial MT"/>
                <a:cs typeface="Arial MT"/>
              </a:rPr>
              <a:t> </a:t>
            </a:r>
            <a:r>
              <a:rPr sz="1600" spc="-40" dirty="0">
                <a:solidFill>
                  <a:srgbClr val="151515"/>
                </a:solidFill>
                <a:latin typeface="Arial MT"/>
                <a:cs typeface="Arial MT"/>
              </a:rPr>
              <a:t>and</a:t>
            </a:r>
            <a:r>
              <a:rPr sz="1600" spc="-65" dirty="0">
                <a:solidFill>
                  <a:srgbClr val="151515"/>
                </a:solidFill>
                <a:latin typeface="Arial MT"/>
                <a:cs typeface="Arial MT"/>
              </a:rPr>
              <a:t> </a:t>
            </a:r>
            <a:r>
              <a:rPr sz="1600" dirty="0">
                <a:solidFill>
                  <a:srgbClr val="0A0A0A"/>
                </a:solidFill>
                <a:latin typeface="Arial MT"/>
                <a:cs typeface="Arial MT"/>
              </a:rPr>
              <a:t>no</a:t>
            </a:r>
            <a:r>
              <a:rPr sz="1600" spc="-40" dirty="0">
                <a:solidFill>
                  <a:srgbClr val="0A0A0A"/>
                </a:solidFill>
                <a:latin typeface="Arial MT"/>
                <a:cs typeface="Arial MT"/>
              </a:rPr>
              <a:t> </a:t>
            </a:r>
            <a:r>
              <a:rPr sz="1600" spc="-25" dirty="0">
                <a:solidFill>
                  <a:srgbClr val="0C0C0C"/>
                </a:solidFill>
                <a:latin typeface="Arial MT"/>
                <a:cs typeface="Arial MT"/>
              </a:rPr>
              <a:t>need</a:t>
            </a:r>
            <a:r>
              <a:rPr sz="1600" spc="-45" dirty="0">
                <a:solidFill>
                  <a:srgbClr val="0C0C0C"/>
                </a:solidFill>
                <a:latin typeface="Arial MT"/>
                <a:cs typeface="Arial MT"/>
              </a:rPr>
              <a:t> </a:t>
            </a:r>
            <a:r>
              <a:rPr sz="1600" dirty="0">
                <a:solidFill>
                  <a:srgbClr val="111111"/>
                </a:solidFill>
                <a:latin typeface="Arial MT"/>
                <a:cs typeface="Arial MT"/>
              </a:rPr>
              <a:t>for</a:t>
            </a:r>
            <a:r>
              <a:rPr sz="1600" spc="-35" dirty="0">
                <a:solidFill>
                  <a:srgbClr val="111111"/>
                </a:solidFill>
                <a:latin typeface="Arial MT"/>
                <a:cs typeface="Arial MT"/>
              </a:rPr>
              <a:t> </a:t>
            </a:r>
            <a:r>
              <a:rPr sz="1600" spc="-10" dirty="0">
                <a:latin typeface="Arial MT"/>
                <a:cs typeface="Arial MT"/>
              </a:rPr>
              <a:t>installing</a:t>
            </a:r>
            <a:r>
              <a:rPr sz="1600" spc="15" dirty="0">
                <a:latin typeface="Arial MT"/>
                <a:cs typeface="Arial MT"/>
              </a:rPr>
              <a:t> </a:t>
            </a:r>
            <a:r>
              <a:rPr sz="1600" spc="-25" dirty="0">
                <a:solidFill>
                  <a:srgbClr val="0F0F0F"/>
                </a:solidFill>
                <a:latin typeface="Arial MT"/>
                <a:cs typeface="Arial MT"/>
              </a:rPr>
              <a:t>and </a:t>
            </a:r>
            <a:r>
              <a:rPr sz="1600" spc="-10" dirty="0">
                <a:latin typeface="Arial MT"/>
                <a:cs typeface="Arial MT"/>
              </a:rPr>
              <a:t>maintaining</a:t>
            </a:r>
            <a:r>
              <a:rPr sz="1600" spc="-85" dirty="0">
                <a:latin typeface="Arial MT"/>
                <a:cs typeface="Arial MT"/>
              </a:rPr>
              <a:t> </a:t>
            </a:r>
            <a:r>
              <a:rPr sz="1600" spc="-60" dirty="0">
                <a:latin typeface="Arial MT"/>
                <a:cs typeface="Arial MT"/>
              </a:rPr>
              <a:t>database</a:t>
            </a:r>
            <a:r>
              <a:rPr sz="1600" spc="-35" dirty="0">
                <a:latin typeface="Arial MT"/>
                <a:cs typeface="Arial MT"/>
              </a:rPr>
              <a:t> </a:t>
            </a:r>
            <a:r>
              <a:rPr sz="1600" spc="-30" dirty="0">
                <a:solidFill>
                  <a:srgbClr val="0F0F0F"/>
                </a:solidFill>
                <a:latin typeface="Arial MT"/>
                <a:cs typeface="Arial MT"/>
              </a:rPr>
              <a:t>software. </a:t>
            </a:r>
            <a:r>
              <a:rPr sz="1600" spc="-10" dirty="0">
                <a:latin typeface="Arial MT"/>
                <a:cs typeface="Arial MT"/>
              </a:rPr>
              <a:t>With</a:t>
            </a:r>
            <a:r>
              <a:rPr sz="1600" spc="-80" dirty="0">
                <a:latin typeface="Arial MT"/>
                <a:cs typeface="Arial MT"/>
              </a:rPr>
              <a:t> </a:t>
            </a:r>
            <a:r>
              <a:rPr sz="1600" dirty="0">
                <a:solidFill>
                  <a:srgbClr val="343434"/>
                </a:solidFill>
                <a:latin typeface="Arial MT"/>
                <a:cs typeface="Arial MT"/>
              </a:rPr>
              <a:t>a</a:t>
            </a:r>
            <a:r>
              <a:rPr sz="1600" spc="-35" dirty="0">
                <a:solidFill>
                  <a:srgbClr val="343434"/>
                </a:solidFill>
                <a:latin typeface="Arial MT"/>
                <a:cs typeface="Arial MT"/>
              </a:rPr>
              <a:t> </a:t>
            </a:r>
            <a:r>
              <a:rPr sz="1600" dirty="0">
                <a:latin typeface="Arial MT"/>
                <a:cs typeface="Arial MT"/>
              </a:rPr>
              <a:t>few</a:t>
            </a:r>
            <a:r>
              <a:rPr sz="1600" spc="-60" dirty="0">
                <a:latin typeface="Arial MT"/>
                <a:cs typeface="Arial MT"/>
              </a:rPr>
              <a:t> </a:t>
            </a:r>
            <a:r>
              <a:rPr sz="1600" spc="-65" dirty="0">
                <a:latin typeface="Arial MT"/>
                <a:cs typeface="Arial MT"/>
              </a:rPr>
              <a:t>mouse</a:t>
            </a:r>
            <a:r>
              <a:rPr sz="1600" spc="-50" dirty="0">
                <a:latin typeface="Arial MT"/>
                <a:cs typeface="Arial MT"/>
              </a:rPr>
              <a:t> </a:t>
            </a:r>
            <a:r>
              <a:rPr sz="1600" spc="-60" dirty="0">
                <a:latin typeface="Arial MT"/>
                <a:cs typeface="Arial MT"/>
              </a:rPr>
              <a:t>clicks</a:t>
            </a:r>
            <a:r>
              <a:rPr sz="1600" spc="-50" dirty="0">
                <a:latin typeface="Arial MT"/>
                <a:cs typeface="Arial MT"/>
              </a:rPr>
              <a:t> </a:t>
            </a:r>
            <a:r>
              <a:rPr sz="1600" dirty="0">
                <a:latin typeface="Arial MT"/>
                <a:cs typeface="Arial MT"/>
              </a:rPr>
              <a:t>or </a:t>
            </a:r>
            <a:r>
              <a:rPr sz="1600" spc="-25" dirty="0">
                <a:solidFill>
                  <a:srgbClr val="2F2F2F"/>
                </a:solidFill>
                <a:latin typeface="Arial MT"/>
                <a:cs typeface="Arial MT"/>
              </a:rPr>
              <a:t>an </a:t>
            </a:r>
            <a:r>
              <a:rPr sz="1600" spc="-120" dirty="0">
                <a:solidFill>
                  <a:srgbClr val="161616"/>
                </a:solidFill>
                <a:latin typeface="Arial MT"/>
                <a:cs typeface="Arial MT"/>
              </a:rPr>
              <a:t>API</a:t>
            </a:r>
            <a:r>
              <a:rPr sz="1600" spc="-55" dirty="0">
                <a:solidFill>
                  <a:srgbClr val="161616"/>
                </a:solidFill>
                <a:latin typeface="Arial MT"/>
                <a:cs typeface="Arial MT"/>
              </a:rPr>
              <a:t> </a:t>
            </a:r>
            <a:r>
              <a:rPr sz="1600" spc="-40" dirty="0">
                <a:latin typeface="Arial MT"/>
                <a:cs typeface="Arial MT"/>
              </a:rPr>
              <a:t>call,</a:t>
            </a:r>
            <a:r>
              <a:rPr sz="1600" spc="-75" dirty="0">
                <a:latin typeface="Arial MT"/>
                <a:cs typeface="Arial MT"/>
              </a:rPr>
              <a:t> </a:t>
            </a:r>
            <a:r>
              <a:rPr sz="1600" spc="-20" dirty="0">
                <a:latin typeface="Arial MT"/>
                <a:cs typeface="Arial MT"/>
              </a:rPr>
              <a:t>you</a:t>
            </a:r>
            <a:r>
              <a:rPr sz="1600" spc="-90" dirty="0">
                <a:latin typeface="Arial MT"/>
                <a:cs typeface="Arial MT"/>
              </a:rPr>
              <a:t> </a:t>
            </a:r>
            <a:r>
              <a:rPr sz="1600" spc="-75" dirty="0">
                <a:solidFill>
                  <a:srgbClr val="0F0F0F"/>
                </a:solidFill>
                <a:latin typeface="Arial MT"/>
                <a:cs typeface="Arial MT"/>
              </a:rPr>
              <a:t>can</a:t>
            </a:r>
            <a:r>
              <a:rPr sz="1600" spc="-40" dirty="0">
                <a:solidFill>
                  <a:srgbClr val="0F0F0F"/>
                </a:solidFill>
                <a:latin typeface="Arial MT"/>
                <a:cs typeface="Arial MT"/>
              </a:rPr>
              <a:t> </a:t>
            </a:r>
            <a:r>
              <a:rPr sz="1600" spc="-80" dirty="0">
                <a:latin typeface="Arial MT"/>
                <a:cs typeface="Arial MT"/>
              </a:rPr>
              <a:t>scale</a:t>
            </a:r>
            <a:r>
              <a:rPr sz="1600" spc="-30" dirty="0">
                <a:latin typeface="Arial MT"/>
                <a:cs typeface="Arial MT"/>
              </a:rPr>
              <a:t> </a:t>
            </a:r>
            <a:r>
              <a:rPr sz="1600" spc="-20" dirty="0">
                <a:latin typeface="Arial MT"/>
                <a:cs typeface="Arial MT"/>
              </a:rPr>
              <a:t>your</a:t>
            </a:r>
            <a:r>
              <a:rPr sz="1600" spc="-95" dirty="0">
                <a:latin typeface="Arial MT"/>
                <a:cs typeface="Arial MT"/>
              </a:rPr>
              <a:t> </a:t>
            </a:r>
            <a:r>
              <a:rPr sz="1600" spc="-65" dirty="0">
                <a:latin typeface="Arial MT"/>
                <a:cs typeface="Arial MT"/>
              </a:rPr>
              <a:t>database's</a:t>
            </a:r>
            <a:r>
              <a:rPr sz="1600" spc="25" dirty="0">
                <a:latin typeface="Arial MT"/>
                <a:cs typeface="Arial MT"/>
              </a:rPr>
              <a:t> </a:t>
            </a:r>
            <a:r>
              <a:rPr sz="1600" spc="-25" dirty="0">
                <a:solidFill>
                  <a:srgbClr val="0C0C0C"/>
                </a:solidFill>
                <a:latin typeface="Arial MT"/>
                <a:cs typeface="Arial MT"/>
              </a:rPr>
              <a:t>compute</a:t>
            </a:r>
            <a:r>
              <a:rPr sz="1600" spc="-5" dirty="0">
                <a:solidFill>
                  <a:srgbClr val="0C0C0C"/>
                </a:solidFill>
                <a:latin typeface="Arial MT"/>
                <a:cs typeface="Arial MT"/>
              </a:rPr>
              <a:t> </a:t>
            </a:r>
            <a:r>
              <a:rPr sz="1600" spc="-45" dirty="0">
                <a:solidFill>
                  <a:srgbClr val="151515"/>
                </a:solidFill>
                <a:latin typeface="Arial MT"/>
                <a:cs typeface="Arial MT"/>
              </a:rPr>
              <a:t>and</a:t>
            </a:r>
            <a:r>
              <a:rPr sz="1600" spc="-70" dirty="0">
                <a:solidFill>
                  <a:srgbClr val="151515"/>
                </a:solidFill>
                <a:latin typeface="Arial MT"/>
                <a:cs typeface="Arial MT"/>
              </a:rPr>
              <a:t> </a:t>
            </a:r>
            <a:r>
              <a:rPr sz="1600" spc="-10" dirty="0">
                <a:latin typeface="Arial MT"/>
                <a:cs typeface="Arial MT"/>
              </a:rPr>
              <a:t>stOrage </a:t>
            </a:r>
            <a:r>
              <a:rPr sz="1600" spc="-130" dirty="0">
                <a:latin typeface="Arial MT"/>
                <a:cs typeface="Arial MT"/>
              </a:rPr>
              <a:t>resOurces</a:t>
            </a:r>
            <a:r>
              <a:rPr sz="1600" spc="60" dirty="0">
                <a:latin typeface="Arial MT"/>
                <a:cs typeface="Arial MT"/>
              </a:rPr>
              <a:t> </a:t>
            </a:r>
            <a:r>
              <a:rPr sz="1600" spc="-135" dirty="0">
                <a:solidFill>
                  <a:srgbClr val="0F0F0F"/>
                </a:solidFill>
                <a:latin typeface="Arial MT"/>
                <a:cs typeface="Arial MT"/>
              </a:rPr>
              <a:t>as</a:t>
            </a:r>
            <a:r>
              <a:rPr sz="1600" spc="-40" dirty="0">
                <a:solidFill>
                  <a:srgbClr val="0F0F0F"/>
                </a:solidFill>
                <a:latin typeface="Arial MT"/>
                <a:cs typeface="Arial MT"/>
              </a:rPr>
              <a:t> </a:t>
            </a:r>
            <a:r>
              <a:rPr sz="1600" spc="-10" dirty="0">
                <a:latin typeface="Arial MT"/>
                <a:cs typeface="Arial MT"/>
              </a:rPr>
              <a:t>needed.</a:t>
            </a:r>
            <a:endParaRPr sz="1600">
              <a:latin typeface="Arial MT"/>
              <a:cs typeface="Arial MT"/>
            </a:endParaRPr>
          </a:p>
          <a:p>
            <a:pPr marL="165735" marR="5080" indent="-149860">
              <a:lnSpc>
                <a:spcPct val="97300"/>
              </a:lnSpc>
              <a:spcBef>
                <a:spcPts val="1775"/>
              </a:spcBef>
              <a:buChar char="•"/>
              <a:tabLst>
                <a:tab pos="165735" algn="l"/>
                <a:tab pos="180340" algn="l"/>
              </a:tabLst>
            </a:pPr>
            <a:r>
              <a:rPr sz="1750" dirty="0">
                <a:latin typeface="Arial MT"/>
                <a:cs typeface="Arial MT"/>
              </a:rPr>
              <a:t>	</a:t>
            </a:r>
            <a:r>
              <a:rPr sz="1750" spc="-185" dirty="0">
                <a:latin typeface="Arial MT"/>
                <a:cs typeface="Arial MT"/>
              </a:rPr>
              <a:t>Amazon</a:t>
            </a:r>
            <a:r>
              <a:rPr sz="1750" dirty="0">
                <a:latin typeface="Arial MT"/>
                <a:cs typeface="Arial MT"/>
              </a:rPr>
              <a:t> </a:t>
            </a:r>
            <a:r>
              <a:rPr sz="1750" spc="-325" dirty="0">
                <a:latin typeface="Arial MT"/>
                <a:cs typeface="Arial MT"/>
              </a:rPr>
              <a:t>RDS</a:t>
            </a:r>
            <a:r>
              <a:rPr sz="1750" spc="-40" dirty="0">
                <a:latin typeface="Arial MT"/>
                <a:cs typeface="Arial MT"/>
              </a:rPr>
              <a:t> </a:t>
            </a:r>
            <a:r>
              <a:rPr sz="1750" spc="-105" dirty="0">
                <a:solidFill>
                  <a:srgbClr val="070707"/>
                </a:solidFill>
                <a:latin typeface="Arial MT"/>
                <a:cs typeface="Arial MT"/>
              </a:rPr>
              <a:t>is</a:t>
            </a:r>
            <a:r>
              <a:rPr sz="1750" spc="30" dirty="0">
                <a:solidFill>
                  <a:srgbClr val="070707"/>
                </a:solidFill>
                <a:latin typeface="Arial MT"/>
                <a:cs typeface="Arial MT"/>
              </a:rPr>
              <a:t> </a:t>
            </a:r>
            <a:r>
              <a:rPr sz="1750" spc="-110" dirty="0">
                <a:latin typeface="Arial MT"/>
                <a:cs typeface="Arial MT"/>
              </a:rPr>
              <a:t>fast</a:t>
            </a:r>
            <a:r>
              <a:rPr sz="1750" spc="-50" dirty="0">
                <a:latin typeface="Arial MT"/>
                <a:cs typeface="Arial MT"/>
              </a:rPr>
              <a:t> </a:t>
            </a:r>
            <a:r>
              <a:rPr sz="1750" spc="-130" dirty="0">
                <a:latin typeface="Arial MT"/>
                <a:cs typeface="Arial MT"/>
              </a:rPr>
              <a:t>and</a:t>
            </a:r>
            <a:r>
              <a:rPr sz="1750" spc="-65" dirty="0">
                <a:latin typeface="Arial MT"/>
                <a:cs typeface="Arial MT"/>
              </a:rPr>
              <a:t> </a:t>
            </a:r>
            <a:r>
              <a:rPr sz="1750" spc="-114" dirty="0">
                <a:solidFill>
                  <a:srgbClr val="111111"/>
                </a:solidFill>
                <a:latin typeface="Arial MT"/>
                <a:cs typeface="Arial MT"/>
              </a:rPr>
              <a:t>supports</a:t>
            </a:r>
            <a:r>
              <a:rPr sz="1750" spc="85" dirty="0">
                <a:solidFill>
                  <a:srgbClr val="111111"/>
                </a:solidFill>
                <a:latin typeface="Arial MT"/>
                <a:cs typeface="Arial MT"/>
              </a:rPr>
              <a:t> </a:t>
            </a:r>
            <a:r>
              <a:rPr sz="1750" spc="-90" dirty="0">
                <a:latin typeface="Arial MT"/>
                <a:cs typeface="Arial MT"/>
              </a:rPr>
              <a:t>the</a:t>
            </a:r>
            <a:r>
              <a:rPr sz="1750" spc="-75" dirty="0">
                <a:latin typeface="Arial MT"/>
                <a:cs typeface="Arial MT"/>
              </a:rPr>
              <a:t> </a:t>
            </a:r>
            <a:r>
              <a:rPr sz="1750" spc="-110" dirty="0">
                <a:solidFill>
                  <a:srgbClr val="111111"/>
                </a:solidFill>
                <a:latin typeface="Arial MT"/>
                <a:cs typeface="Arial MT"/>
              </a:rPr>
              <a:t>most</a:t>
            </a:r>
            <a:r>
              <a:rPr sz="1750" spc="-5" dirty="0">
                <a:solidFill>
                  <a:srgbClr val="111111"/>
                </a:solidFill>
                <a:latin typeface="Arial MT"/>
                <a:cs typeface="Arial MT"/>
              </a:rPr>
              <a:t> </a:t>
            </a:r>
            <a:r>
              <a:rPr sz="1750" spc="-10" dirty="0">
                <a:latin typeface="Arial MT"/>
                <a:cs typeface="Arial MT"/>
              </a:rPr>
              <a:t>demanding </a:t>
            </a:r>
            <a:r>
              <a:rPr sz="1750" spc="-160" dirty="0">
                <a:latin typeface="Arial MT"/>
                <a:cs typeface="Arial MT"/>
              </a:rPr>
              <a:t>database</a:t>
            </a:r>
            <a:r>
              <a:rPr sz="1750" spc="60" dirty="0">
                <a:latin typeface="Arial MT"/>
                <a:cs typeface="Arial MT"/>
              </a:rPr>
              <a:t> </a:t>
            </a:r>
            <a:r>
              <a:rPr sz="1750" spc="-120" dirty="0">
                <a:latin typeface="Arial MT"/>
                <a:cs typeface="Arial MT"/>
              </a:rPr>
              <a:t>applications.</a:t>
            </a:r>
            <a:r>
              <a:rPr sz="1750" spc="75" dirty="0">
                <a:latin typeface="Arial MT"/>
                <a:cs typeface="Arial MT"/>
              </a:rPr>
              <a:t> </a:t>
            </a:r>
            <a:r>
              <a:rPr sz="1750" spc="-229" dirty="0">
                <a:solidFill>
                  <a:srgbClr val="1D1D1D"/>
                </a:solidFill>
                <a:latin typeface="Arial MT"/>
                <a:cs typeface="Arial MT"/>
              </a:rPr>
              <a:t>You</a:t>
            </a:r>
            <a:r>
              <a:rPr sz="1750" spc="-5" dirty="0">
                <a:solidFill>
                  <a:srgbClr val="1D1D1D"/>
                </a:solidFill>
                <a:latin typeface="Arial MT"/>
                <a:cs typeface="Arial MT"/>
              </a:rPr>
              <a:t> </a:t>
            </a:r>
            <a:r>
              <a:rPr sz="1750" spc="-175" dirty="0">
                <a:latin typeface="Arial MT"/>
                <a:cs typeface="Arial MT"/>
              </a:rPr>
              <a:t>can</a:t>
            </a:r>
            <a:r>
              <a:rPr sz="1750" spc="-100" dirty="0">
                <a:latin typeface="Arial MT"/>
                <a:cs typeface="Arial MT"/>
              </a:rPr>
              <a:t> </a:t>
            </a:r>
            <a:r>
              <a:rPr sz="1750" spc="-105" dirty="0">
                <a:latin typeface="Arial MT"/>
                <a:cs typeface="Arial MT"/>
              </a:rPr>
              <a:t>run</a:t>
            </a:r>
            <a:r>
              <a:rPr sz="1750" spc="-50" dirty="0">
                <a:latin typeface="Arial MT"/>
                <a:cs typeface="Arial MT"/>
              </a:rPr>
              <a:t> </a:t>
            </a:r>
            <a:r>
              <a:rPr sz="1750" spc="-105" dirty="0">
                <a:solidFill>
                  <a:srgbClr val="212121"/>
                </a:solidFill>
                <a:latin typeface="Arial MT"/>
                <a:cs typeface="Arial MT"/>
              </a:rPr>
              <a:t>your</a:t>
            </a:r>
            <a:r>
              <a:rPr sz="1750" spc="80" dirty="0">
                <a:solidFill>
                  <a:srgbClr val="212121"/>
                </a:solidFill>
                <a:latin typeface="Arial MT"/>
                <a:cs typeface="Arial MT"/>
              </a:rPr>
              <a:t> </a:t>
            </a:r>
            <a:r>
              <a:rPr sz="1750" spc="-165" dirty="0">
                <a:latin typeface="Arial MT"/>
                <a:cs typeface="Arial MT"/>
              </a:rPr>
              <a:t>database</a:t>
            </a:r>
            <a:r>
              <a:rPr sz="1750" spc="85" dirty="0">
                <a:latin typeface="Arial MT"/>
                <a:cs typeface="Arial MT"/>
              </a:rPr>
              <a:t> </a:t>
            </a:r>
            <a:r>
              <a:rPr sz="1750" spc="-150" dirty="0">
                <a:latin typeface="Arial MT"/>
                <a:cs typeface="Arial MT"/>
              </a:rPr>
              <a:t>instances</a:t>
            </a:r>
            <a:r>
              <a:rPr sz="1750" spc="50" dirty="0">
                <a:latin typeface="Arial MT"/>
                <a:cs typeface="Arial MT"/>
              </a:rPr>
              <a:t> </a:t>
            </a:r>
            <a:r>
              <a:rPr sz="1750" spc="-25" dirty="0">
                <a:solidFill>
                  <a:srgbClr val="1D1D1D"/>
                </a:solidFill>
                <a:latin typeface="Arial MT"/>
                <a:cs typeface="Arial MT"/>
              </a:rPr>
              <a:t>in </a:t>
            </a:r>
            <a:r>
              <a:rPr sz="1750" spc="-170" dirty="0">
                <a:solidFill>
                  <a:srgbClr val="0C0C0C"/>
                </a:solidFill>
                <a:latin typeface="Arial MT"/>
                <a:cs typeface="Arial MT"/>
              </a:rPr>
              <a:t>Amazon</a:t>
            </a:r>
            <a:r>
              <a:rPr sz="1750" spc="15" dirty="0">
                <a:solidFill>
                  <a:srgbClr val="0C0C0C"/>
                </a:solidFill>
                <a:latin typeface="Arial MT"/>
                <a:cs typeface="Arial MT"/>
              </a:rPr>
              <a:t> </a:t>
            </a:r>
            <a:r>
              <a:rPr sz="1750" spc="-90" dirty="0">
                <a:latin typeface="Arial MT"/>
                <a:cs typeface="Arial MT"/>
              </a:rPr>
              <a:t>Virtual</a:t>
            </a:r>
            <a:r>
              <a:rPr sz="1750" spc="-15" dirty="0">
                <a:latin typeface="Arial MT"/>
                <a:cs typeface="Arial MT"/>
              </a:rPr>
              <a:t> </a:t>
            </a:r>
            <a:r>
              <a:rPr sz="1750" spc="-140" dirty="0">
                <a:latin typeface="Arial MT"/>
                <a:cs typeface="Arial MT"/>
              </a:rPr>
              <a:t>Private</a:t>
            </a:r>
            <a:r>
              <a:rPr sz="1750" spc="50" dirty="0">
                <a:latin typeface="Arial MT"/>
                <a:cs typeface="Arial MT"/>
              </a:rPr>
              <a:t> </a:t>
            </a:r>
            <a:r>
              <a:rPr sz="1750" spc="-150" dirty="0">
                <a:latin typeface="Arial MT"/>
                <a:cs typeface="Arial MT"/>
              </a:rPr>
              <a:t>Cloud</a:t>
            </a:r>
            <a:r>
              <a:rPr sz="1750" spc="-55" dirty="0">
                <a:latin typeface="Arial MT"/>
                <a:cs typeface="Arial MT"/>
              </a:rPr>
              <a:t> </a:t>
            </a:r>
            <a:r>
              <a:rPr sz="1750" spc="-170" dirty="0">
                <a:latin typeface="Arial MT"/>
                <a:cs typeface="Arial MT"/>
              </a:rPr>
              <a:t>(Amazon</a:t>
            </a:r>
            <a:r>
              <a:rPr sz="1750" spc="80" dirty="0">
                <a:latin typeface="Arial MT"/>
                <a:cs typeface="Arial MT"/>
              </a:rPr>
              <a:t> </a:t>
            </a:r>
            <a:r>
              <a:rPr sz="1750" spc="-235" dirty="0">
                <a:solidFill>
                  <a:srgbClr val="0F0F0F"/>
                </a:solidFill>
                <a:latin typeface="Arial MT"/>
                <a:cs typeface="Arial MT"/>
              </a:rPr>
              <a:t>VPC),</a:t>
            </a:r>
            <a:r>
              <a:rPr sz="1750" spc="60" dirty="0">
                <a:solidFill>
                  <a:srgbClr val="0F0F0F"/>
                </a:solidFill>
                <a:latin typeface="Arial MT"/>
                <a:cs typeface="Arial MT"/>
              </a:rPr>
              <a:t> </a:t>
            </a:r>
            <a:r>
              <a:rPr sz="1750" spc="-130" dirty="0">
                <a:latin typeface="Arial MT"/>
                <a:cs typeface="Arial MT"/>
              </a:rPr>
              <a:t>which</a:t>
            </a:r>
            <a:r>
              <a:rPr sz="1750" spc="-25" dirty="0">
                <a:latin typeface="Arial MT"/>
                <a:cs typeface="Arial MT"/>
              </a:rPr>
              <a:t> </a:t>
            </a:r>
            <a:r>
              <a:rPr sz="1750" spc="-10" dirty="0">
                <a:latin typeface="Arial MT"/>
                <a:cs typeface="Arial MT"/>
              </a:rPr>
              <a:t>enables </a:t>
            </a:r>
            <a:r>
              <a:rPr sz="1750" spc="-135" dirty="0">
                <a:solidFill>
                  <a:srgbClr val="161616"/>
                </a:solidFill>
                <a:latin typeface="Arial MT"/>
                <a:cs typeface="Arial MT"/>
              </a:rPr>
              <a:t>you</a:t>
            </a:r>
            <a:r>
              <a:rPr sz="1750" spc="-30" dirty="0">
                <a:solidFill>
                  <a:srgbClr val="161616"/>
                </a:solidFill>
                <a:latin typeface="Arial MT"/>
                <a:cs typeface="Arial MT"/>
              </a:rPr>
              <a:t> </a:t>
            </a:r>
            <a:r>
              <a:rPr sz="1750" dirty="0">
                <a:solidFill>
                  <a:srgbClr val="363636"/>
                </a:solidFill>
                <a:latin typeface="Arial MT"/>
                <a:cs typeface="Arial MT"/>
              </a:rPr>
              <a:t>to</a:t>
            </a:r>
            <a:r>
              <a:rPr sz="1750" spc="-10" dirty="0">
                <a:solidFill>
                  <a:srgbClr val="363636"/>
                </a:solidFill>
                <a:latin typeface="Arial MT"/>
                <a:cs typeface="Arial MT"/>
              </a:rPr>
              <a:t> </a:t>
            </a:r>
            <a:r>
              <a:rPr sz="1750" spc="-120" dirty="0">
                <a:latin typeface="Arial MT"/>
                <a:cs typeface="Arial MT"/>
              </a:rPr>
              <a:t>isolate</a:t>
            </a:r>
            <a:r>
              <a:rPr sz="1750" dirty="0">
                <a:latin typeface="Arial MT"/>
                <a:cs typeface="Arial MT"/>
              </a:rPr>
              <a:t> </a:t>
            </a:r>
            <a:r>
              <a:rPr sz="1750" spc="-130" dirty="0">
                <a:solidFill>
                  <a:srgbClr val="0F0F0F"/>
                </a:solidFill>
                <a:latin typeface="Arial MT"/>
                <a:cs typeface="Arial MT"/>
              </a:rPr>
              <a:t>your</a:t>
            </a:r>
            <a:r>
              <a:rPr sz="1750" spc="25" dirty="0">
                <a:solidFill>
                  <a:srgbClr val="0F0F0F"/>
                </a:solidFill>
                <a:latin typeface="Arial MT"/>
                <a:cs typeface="Arial MT"/>
              </a:rPr>
              <a:t> </a:t>
            </a:r>
            <a:r>
              <a:rPr sz="1750" spc="-155" dirty="0">
                <a:latin typeface="Arial MT"/>
                <a:cs typeface="Arial MT"/>
              </a:rPr>
              <a:t>database</a:t>
            </a:r>
            <a:r>
              <a:rPr sz="1750" spc="40" dirty="0">
                <a:latin typeface="Arial MT"/>
                <a:cs typeface="Arial MT"/>
              </a:rPr>
              <a:t> </a:t>
            </a:r>
            <a:r>
              <a:rPr sz="1750" spc="-155" dirty="0">
                <a:latin typeface="Arial MT"/>
                <a:cs typeface="Arial MT"/>
              </a:rPr>
              <a:t>instances.</a:t>
            </a:r>
            <a:r>
              <a:rPr sz="1750" spc="110" dirty="0">
                <a:latin typeface="Arial MT"/>
                <a:cs typeface="Arial MT"/>
              </a:rPr>
              <a:t> </a:t>
            </a:r>
            <a:r>
              <a:rPr sz="1750" spc="-105" dirty="0">
                <a:latin typeface="Arial MT"/>
                <a:cs typeface="Arial MT"/>
              </a:rPr>
              <a:t>Alternatively,</a:t>
            </a:r>
            <a:r>
              <a:rPr sz="1750" spc="-70" dirty="0">
                <a:latin typeface="Arial MT"/>
                <a:cs typeface="Arial MT"/>
              </a:rPr>
              <a:t> </a:t>
            </a:r>
            <a:r>
              <a:rPr sz="1750" spc="-135" dirty="0">
                <a:solidFill>
                  <a:srgbClr val="1F1F1F"/>
                </a:solidFill>
                <a:latin typeface="Arial MT"/>
                <a:cs typeface="Arial MT"/>
              </a:rPr>
              <a:t>you</a:t>
            </a:r>
            <a:r>
              <a:rPr sz="1750" spc="-65" dirty="0">
                <a:solidFill>
                  <a:srgbClr val="1F1F1F"/>
                </a:solidFill>
                <a:latin typeface="Arial MT"/>
                <a:cs typeface="Arial MT"/>
              </a:rPr>
              <a:t> </a:t>
            </a:r>
            <a:r>
              <a:rPr sz="1750" spc="-25" dirty="0">
                <a:latin typeface="Arial MT"/>
                <a:cs typeface="Arial MT"/>
              </a:rPr>
              <a:t>can </a:t>
            </a:r>
            <a:r>
              <a:rPr sz="1750" spc="-130" dirty="0">
                <a:latin typeface="Arial MT"/>
                <a:cs typeface="Arial MT"/>
              </a:rPr>
              <a:t>connect</a:t>
            </a:r>
            <a:r>
              <a:rPr sz="1750" spc="70" dirty="0">
                <a:latin typeface="Arial MT"/>
                <a:cs typeface="Arial MT"/>
              </a:rPr>
              <a:t> </a:t>
            </a:r>
            <a:r>
              <a:rPr sz="1750" spc="-130" dirty="0">
                <a:solidFill>
                  <a:srgbClr val="1C1C1C"/>
                </a:solidFill>
                <a:latin typeface="Arial MT"/>
                <a:cs typeface="Arial MT"/>
              </a:rPr>
              <a:t>your</a:t>
            </a:r>
            <a:r>
              <a:rPr sz="1750" spc="5" dirty="0">
                <a:solidFill>
                  <a:srgbClr val="1C1C1C"/>
                </a:solidFill>
                <a:latin typeface="Arial MT"/>
                <a:cs typeface="Arial MT"/>
              </a:rPr>
              <a:t> </a:t>
            </a:r>
            <a:r>
              <a:rPr sz="1750" spc="-165" dirty="0">
                <a:latin typeface="Arial MT"/>
                <a:cs typeface="Arial MT"/>
              </a:rPr>
              <a:t>database</a:t>
            </a:r>
            <a:r>
              <a:rPr sz="1750" spc="15" dirty="0">
                <a:latin typeface="Arial MT"/>
                <a:cs typeface="Arial MT"/>
              </a:rPr>
              <a:t> </a:t>
            </a:r>
            <a:r>
              <a:rPr sz="1750" spc="-150" dirty="0">
                <a:latin typeface="Arial MT"/>
                <a:cs typeface="Arial MT"/>
              </a:rPr>
              <a:t>instances</a:t>
            </a:r>
            <a:r>
              <a:rPr sz="1750" spc="70" dirty="0">
                <a:latin typeface="Arial MT"/>
                <a:cs typeface="Arial MT"/>
              </a:rPr>
              <a:t> </a:t>
            </a:r>
            <a:r>
              <a:rPr sz="1750" dirty="0">
                <a:solidFill>
                  <a:srgbClr val="1C1C1C"/>
                </a:solidFill>
                <a:latin typeface="Arial MT"/>
                <a:cs typeface="Arial MT"/>
              </a:rPr>
              <a:t>to</a:t>
            </a:r>
            <a:r>
              <a:rPr sz="1750" spc="-20" dirty="0">
                <a:solidFill>
                  <a:srgbClr val="1C1C1C"/>
                </a:solidFill>
                <a:latin typeface="Arial MT"/>
                <a:cs typeface="Arial MT"/>
              </a:rPr>
              <a:t> </a:t>
            </a:r>
            <a:r>
              <a:rPr sz="1750" spc="-130" dirty="0">
                <a:solidFill>
                  <a:srgbClr val="181818"/>
                </a:solidFill>
                <a:latin typeface="Arial MT"/>
                <a:cs typeface="Arial MT"/>
              </a:rPr>
              <a:t>your</a:t>
            </a:r>
            <a:r>
              <a:rPr sz="1750" spc="5" dirty="0">
                <a:solidFill>
                  <a:srgbClr val="181818"/>
                </a:solidFill>
                <a:latin typeface="Arial MT"/>
                <a:cs typeface="Arial MT"/>
              </a:rPr>
              <a:t> </a:t>
            </a:r>
            <a:r>
              <a:rPr sz="1750" spc="-114" dirty="0">
                <a:solidFill>
                  <a:srgbClr val="131313"/>
                </a:solidFill>
                <a:latin typeface="Arial MT"/>
                <a:cs typeface="Arial MT"/>
              </a:rPr>
              <a:t>existing</a:t>
            </a:r>
            <a:r>
              <a:rPr sz="1750" spc="-45" dirty="0">
                <a:solidFill>
                  <a:srgbClr val="131313"/>
                </a:solidFill>
                <a:latin typeface="Arial MT"/>
                <a:cs typeface="Arial MT"/>
              </a:rPr>
              <a:t> </a:t>
            </a:r>
            <a:r>
              <a:rPr sz="1750" spc="-25" dirty="0">
                <a:solidFill>
                  <a:srgbClr val="131313"/>
                </a:solidFill>
                <a:latin typeface="Arial MT"/>
                <a:cs typeface="Arial MT"/>
              </a:rPr>
              <a:t>IT </a:t>
            </a:r>
            <a:r>
              <a:rPr sz="1750" spc="-85" dirty="0">
                <a:latin typeface="Arial MT"/>
                <a:cs typeface="Arial MT"/>
              </a:rPr>
              <a:t>infrastructure</a:t>
            </a:r>
            <a:r>
              <a:rPr sz="1750" spc="-140" dirty="0">
                <a:latin typeface="Arial MT"/>
                <a:cs typeface="Arial MT"/>
              </a:rPr>
              <a:t> </a:t>
            </a:r>
            <a:r>
              <a:rPr sz="1750" spc="-90" dirty="0">
                <a:solidFill>
                  <a:srgbClr val="181818"/>
                </a:solidFill>
                <a:latin typeface="Arial MT"/>
                <a:cs typeface="Arial MT"/>
              </a:rPr>
              <a:t>through</a:t>
            </a:r>
            <a:r>
              <a:rPr sz="1750" spc="55" dirty="0">
                <a:solidFill>
                  <a:srgbClr val="181818"/>
                </a:solidFill>
                <a:latin typeface="Arial MT"/>
                <a:cs typeface="Arial MT"/>
              </a:rPr>
              <a:t> </a:t>
            </a:r>
            <a:r>
              <a:rPr sz="1750" spc="-145" dirty="0">
                <a:latin typeface="Arial MT"/>
                <a:cs typeface="Arial MT"/>
              </a:rPr>
              <a:t>an</a:t>
            </a:r>
            <a:r>
              <a:rPr sz="1750" spc="-100" dirty="0">
                <a:latin typeface="Arial MT"/>
                <a:cs typeface="Arial MT"/>
              </a:rPr>
              <a:t> </a:t>
            </a:r>
            <a:r>
              <a:rPr sz="1750" spc="-95" dirty="0">
                <a:latin typeface="Arial MT"/>
                <a:cs typeface="Arial MT"/>
              </a:rPr>
              <a:t>industry-</a:t>
            </a:r>
            <a:r>
              <a:rPr sz="1750" spc="-100" dirty="0">
                <a:latin typeface="Arial MT"/>
                <a:cs typeface="Arial MT"/>
              </a:rPr>
              <a:t>standard</a:t>
            </a:r>
            <a:r>
              <a:rPr sz="1750" spc="-35" dirty="0">
                <a:latin typeface="Arial MT"/>
                <a:cs typeface="Arial MT"/>
              </a:rPr>
              <a:t> </a:t>
            </a:r>
            <a:r>
              <a:rPr sz="1750" spc="-125" dirty="0">
                <a:solidFill>
                  <a:srgbClr val="0C0C0C"/>
                </a:solidFill>
                <a:latin typeface="Arial MT"/>
                <a:cs typeface="Arial MT"/>
              </a:rPr>
              <a:t>encrypted</a:t>
            </a:r>
            <a:r>
              <a:rPr sz="1750" spc="105" dirty="0">
                <a:solidFill>
                  <a:srgbClr val="0C0C0C"/>
                </a:solidFill>
                <a:latin typeface="Arial MT"/>
                <a:cs typeface="Arial MT"/>
              </a:rPr>
              <a:t> </a:t>
            </a:r>
            <a:r>
              <a:rPr sz="1750" spc="-10" dirty="0">
                <a:solidFill>
                  <a:srgbClr val="181818"/>
                </a:solidFill>
                <a:latin typeface="Arial MT"/>
                <a:cs typeface="Arial MT"/>
              </a:rPr>
              <a:t>lPsec </a:t>
            </a:r>
            <a:r>
              <a:rPr sz="1750" spc="-65" dirty="0">
                <a:latin typeface="Arial MT"/>
                <a:cs typeface="Arial MT"/>
              </a:rPr>
              <a:t>virtual</a:t>
            </a:r>
            <a:r>
              <a:rPr sz="1750" spc="-120" dirty="0">
                <a:latin typeface="Arial MT"/>
                <a:cs typeface="Arial MT"/>
              </a:rPr>
              <a:t> </a:t>
            </a:r>
            <a:r>
              <a:rPr sz="1750" spc="-114" dirty="0">
                <a:solidFill>
                  <a:srgbClr val="0F0F0F"/>
                </a:solidFill>
                <a:latin typeface="Arial MT"/>
                <a:cs typeface="Arial MT"/>
              </a:rPr>
              <a:t>private</a:t>
            </a:r>
            <a:r>
              <a:rPr sz="1750" spc="-20" dirty="0">
                <a:solidFill>
                  <a:srgbClr val="0F0F0F"/>
                </a:solidFill>
                <a:latin typeface="Arial MT"/>
                <a:cs typeface="Arial MT"/>
              </a:rPr>
              <a:t> </a:t>
            </a:r>
            <a:r>
              <a:rPr sz="1750" spc="-95" dirty="0">
                <a:latin typeface="Arial MT"/>
                <a:cs typeface="Arial MT"/>
              </a:rPr>
              <a:t>network</a:t>
            </a:r>
            <a:r>
              <a:rPr sz="1750" spc="70" dirty="0">
                <a:latin typeface="Arial MT"/>
                <a:cs typeface="Arial MT"/>
              </a:rPr>
              <a:t> </a:t>
            </a:r>
            <a:r>
              <a:rPr sz="1750" spc="-10" dirty="0">
                <a:solidFill>
                  <a:srgbClr val="0A0A0A"/>
                </a:solidFill>
                <a:latin typeface="Arial MT"/>
                <a:cs typeface="Arial MT"/>
              </a:rPr>
              <a:t>(VPN).</a:t>
            </a:r>
            <a:endParaRPr sz="1750">
              <a:latin typeface="Arial MT"/>
              <a:cs typeface="Arial MT"/>
            </a:endParaRP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1375410" y="365125"/>
            <a:ext cx="9440545" cy="5258435"/>
            <a:chOff x="1375410" y="365125"/>
            <a:chExt cx="9440545" cy="5258435"/>
          </a:xfrm>
        </p:grpSpPr>
        <p:pic>
          <p:nvPicPr>
            <p:cNvPr id="3" name="object 3"/>
            <p:cNvPicPr/>
            <p:nvPr/>
          </p:nvPicPr>
          <p:blipFill>
            <a:blip r:embed="rId2" cstate="print"/>
            <a:stretch>
              <a:fillRect/>
            </a:stretch>
          </p:blipFill>
          <p:spPr>
            <a:xfrm>
              <a:off x="1375410" y="365125"/>
              <a:ext cx="9440291" cy="5258434"/>
            </a:xfrm>
            <a:prstGeom prst="rect">
              <a:avLst/>
            </a:prstGeom>
          </p:spPr>
        </p:pic>
        <p:pic>
          <p:nvPicPr>
            <p:cNvPr id="4" name="object 4"/>
            <p:cNvPicPr/>
            <p:nvPr/>
          </p:nvPicPr>
          <p:blipFill>
            <a:blip r:embed="rId3" cstate="print"/>
            <a:stretch>
              <a:fillRect/>
            </a:stretch>
          </p:blipFill>
          <p:spPr>
            <a:xfrm>
              <a:off x="8176992" y="4332766"/>
              <a:ext cx="509642" cy="500122"/>
            </a:xfrm>
            <a:prstGeom prst="rect">
              <a:avLst/>
            </a:prstGeom>
          </p:spPr>
        </p:pic>
      </p:grpSp>
      <p:sp>
        <p:nvSpPr>
          <p:cNvPr id="5" name="object 5"/>
          <p:cNvSpPr txBox="1"/>
          <p:nvPr/>
        </p:nvSpPr>
        <p:spPr>
          <a:xfrm>
            <a:off x="4803328" y="1360608"/>
            <a:ext cx="5605145" cy="1837689"/>
          </a:xfrm>
          <a:prstGeom prst="rect">
            <a:avLst/>
          </a:prstGeom>
        </p:spPr>
        <p:txBody>
          <a:bodyPr vert="horz" wrap="square" lIns="0" tIns="12700" rIns="0" bIns="0" rtlCol="0">
            <a:spAutoFit/>
          </a:bodyPr>
          <a:lstStyle/>
          <a:p>
            <a:pPr marL="12700" marR="5080" indent="6985">
              <a:lnSpc>
                <a:spcPct val="99900"/>
              </a:lnSpc>
              <a:spcBef>
                <a:spcPts val="100"/>
              </a:spcBef>
            </a:pPr>
            <a:r>
              <a:rPr sz="1700" spc="-195" dirty="0">
                <a:latin typeface="Arial MT"/>
                <a:cs typeface="Arial MT"/>
              </a:rPr>
              <a:t>You</a:t>
            </a:r>
            <a:r>
              <a:rPr sz="1700" spc="-45" dirty="0">
                <a:latin typeface="Arial MT"/>
                <a:cs typeface="Arial MT"/>
              </a:rPr>
              <a:t> </a:t>
            </a:r>
            <a:r>
              <a:rPr sz="1700" spc="-150" dirty="0">
                <a:latin typeface="Arial MT"/>
                <a:cs typeface="Arial MT"/>
              </a:rPr>
              <a:t>can</a:t>
            </a:r>
            <a:r>
              <a:rPr sz="1700" spc="-50" dirty="0">
                <a:latin typeface="Arial MT"/>
                <a:cs typeface="Arial MT"/>
              </a:rPr>
              <a:t> </a:t>
            </a:r>
            <a:r>
              <a:rPr sz="1700" spc="-75" dirty="0">
                <a:latin typeface="Arial MT"/>
                <a:cs typeface="Arial MT"/>
              </a:rPr>
              <a:t>architect</a:t>
            </a:r>
            <a:r>
              <a:rPr sz="1700" spc="-45" dirty="0">
                <a:latin typeface="Arial MT"/>
                <a:cs typeface="Arial MT"/>
              </a:rPr>
              <a:t> </a:t>
            </a:r>
            <a:r>
              <a:rPr sz="1700" spc="-280" dirty="0">
                <a:solidFill>
                  <a:srgbClr val="4F4F4F"/>
                </a:solidFill>
                <a:latin typeface="Arial MT"/>
                <a:cs typeface="Arial MT"/>
              </a:rPr>
              <a:t>a</a:t>
            </a:r>
            <a:r>
              <a:rPr sz="1700" spc="55" dirty="0">
                <a:solidFill>
                  <a:srgbClr val="4F4F4F"/>
                </a:solidFill>
                <a:latin typeface="Arial MT"/>
                <a:cs typeface="Arial MT"/>
              </a:rPr>
              <a:t> </a:t>
            </a:r>
            <a:r>
              <a:rPr sz="1700" spc="-55" dirty="0">
                <a:latin typeface="Arial MT"/>
                <a:cs typeface="Arial MT"/>
              </a:rPr>
              <a:t>solution </a:t>
            </a:r>
            <a:r>
              <a:rPr sz="1700" spc="-60" dirty="0">
                <a:latin typeface="Arial MT"/>
                <a:cs typeface="Arial MT"/>
              </a:rPr>
              <a:t>to</a:t>
            </a:r>
            <a:r>
              <a:rPr sz="1700" spc="-90" dirty="0">
                <a:latin typeface="Arial MT"/>
                <a:cs typeface="Arial MT"/>
              </a:rPr>
              <a:t> </a:t>
            </a:r>
            <a:r>
              <a:rPr sz="1700" spc="-40" dirty="0">
                <a:latin typeface="Arial MT"/>
                <a:cs typeface="Arial MT"/>
              </a:rPr>
              <a:t>build</a:t>
            </a:r>
            <a:r>
              <a:rPr sz="1700" spc="-55" dirty="0">
                <a:latin typeface="Arial MT"/>
                <a:cs typeface="Arial MT"/>
              </a:rPr>
              <a:t> </a:t>
            </a:r>
            <a:r>
              <a:rPr sz="1700" dirty="0">
                <a:latin typeface="Arial MT"/>
                <a:cs typeface="Arial MT"/>
              </a:rPr>
              <a:t>for</a:t>
            </a:r>
            <a:r>
              <a:rPr sz="1700" spc="40" dirty="0">
                <a:latin typeface="Arial MT"/>
                <a:cs typeface="Arial MT"/>
              </a:rPr>
              <a:t> </a:t>
            </a:r>
            <a:r>
              <a:rPr sz="1700" spc="-30" dirty="0">
                <a:latin typeface="Arial MT"/>
                <a:cs typeface="Arial MT"/>
              </a:rPr>
              <a:t>fault</a:t>
            </a:r>
            <a:r>
              <a:rPr sz="1700" spc="-55" dirty="0">
                <a:latin typeface="Arial MT"/>
                <a:cs typeface="Arial MT"/>
              </a:rPr>
              <a:t> </a:t>
            </a:r>
            <a:r>
              <a:rPr sz="1700" spc="-105" dirty="0">
                <a:latin typeface="Arial MT"/>
                <a:cs typeface="Arial MT"/>
              </a:rPr>
              <a:t>tolerance</a:t>
            </a:r>
            <a:r>
              <a:rPr sz="1700" spc="-15" dirty="0">
                <a:latin typeface="Arial MT"/>
                <a:cs typeface="Arial MT"/>
              </a:rPr>
              <a:t> </a:t>
            </a:r>
            <a:r>
              <a:rPr sz="1700" spc="-25" dirty="0">
                <a:solidFill>
                  <a:srgbClr val="343434"/>
                </a:solidFill>
                <a:latin typeface="Arial MT"/>
                <a:cs typeface="Arial MT"/>
              </a:rPr>
              <a:t>by </a:t>
            </a:r>
            <a:r>
              <a:rPr sz="1700" spc="-70" dirty="0">
                <a:solidFill>
                  <a:srgbClr val="131313"/>
                </a:solidFill>
                <a:latin typeface="Arial MT"/>
                <a:cs typeface="Arial MT"/>
              </a:rPr>
              <a:t>configuring</a:t>
            </a:r>
            <a:r>
              <a:rPr sz="1700" spc="-50" dirty="0">
                <a:solidFill>
                  <a:srgbClr val="131313"/>
                </a:solidFill>
                <a:latin typeface="Arial MT"/>
                <a:cs typeface="Arial MT"/>
              </a:rPr>
              <a:t> </a:t>
            </a:r>
            <a:r>
              <a:rPr sz="1700" spc="-150" dirty="0">
                <a:latin typeface="Arial MT"/>
                <a:cs typeface="Arial MT"/>
              </a:rPr>
              <a:t>Amazon</a:t>
            </a:r>
            <a:r>
              <a:rPr sz="1700" spc="30" dirty="0">
                <a:latin typeface="Arial MT"/>
                <a:cs typeface="Arial MT"/>
              </a:rPr>
              <a:t> </a:t>
            </a:r>
            <a:r>
              <a:rPr sz="1700" spc="-260" dirty="0">
                <a:latin typeface="Arial MT"/>
                <a:cs typeface="Arial MT"/>
              </a:rPr>
              <a:t>RDF</a:t>
            </a:r>
            <a:r>
              <a:rPr sz="1700" spc="140" dirty="0">
                <a:latin typeface="Arial MT"/>
                <a:cs typeface="Arial MT"/>
              </a:rPr>
              <a:t> </a:t>
            </a:r>
            <a:r>
              <a:rPr sz="1700" spc="-40" dirty="0">
                <a:latin typeface="Arial MT"/>
                <a:cs typeface="Arial MT"/>
              </a:rPr>
              <a:t>for</a:t>
            </a:r>
            <a:r>
              <a:rPr sz="1700" spc="10" dirty="0">
                <a:latin typeface="Arial MT"/>
                <a:cs typeface="Arial MT"/>
              </a:rPr>
              <a:t> </a:t>
            </a:r>
            <a:r>
              <a:rPr sz="1700" spc="-90" dirty="0">
                <a:latin typeface="Arial MT"/>
                <a:cs typeface="Arial MT"/>
              </a:rPr>
              <a:t>Multi-</a:t>
            </a:r>
            <a:r>
              <a:rPr sz="1700" spc="-25" dirty="0">
                <a:latin typeface="Arial MT"/>
                <a:cs typeface="Arial MT"/>
              </a:rPr>
              <a:t>AZ</a:t>
            </a:r>
            <a:r>
              <a:rPr sz="1700" spc="55" dirty="0">
                <a:latin typeface="Arial MT"/>
                <a:cs typeface="Arial MT"/>
              </a:rPr>
              <a:t> </a:t>
            </a:r>
            <a:r>
              <a:rPr sz="1700" spc="-90" dirty="0">
                <a:latin typeface="Arial MT"/>
                <a:cs typeface="Arial MT"/>
              </a:rPr>
              <a:t>deployment.</a:t>
            </a:r>
            <a:r>
              <a:rPr sz="1700" spc="-5" dirty="0">
                <a:latin typeface="Arial MT"/>
                <a:cs typeface="Arial MT"/>
              </a:rPr>
              <a:t> </a:t>
            </a:r>
            <a:r>
              <a:rPr sz="1700" spc="-25" dirty="0">
                <a:solidFill>
                  <a:srgbClr val="2A2A2A"/>
                </a:solidFill>
                <a:latin typeface="Arial MT"/>
                <a:cs typeface="Arial MT"/>
              </a:rPr>
              <a:t>To </a:t>
            </a:r>
            <a:r>
              <a:rPr sz="1700" spc="-110" dirty="0">
                <a:solidFill>
                  <a:srgbClr val="0F0F0F"/>
                </a:solidFill>
                <a:latin typeface="Arial MT"/>
                <a:cs typeface="Arial MT"/>
              </a:rPr>
              <a:t>accomolish</a:t>
            </a:r>
            <a:r>
              <a:rPr sz="1700" spc="50" dirty="0">
                <a:solidFill>
                  <a:srgbClr val="0F0F0F"/>
                </a:solidFill>
                <a:latin typeface="Arial MT"/>
                <a:cs typeface="Arial MT"/>
              </a:rPr>
              <a:t> </a:t>
            </a:r>
            <a:r>
              <a:rPr sz="1700" spc="-60" dirty="0">
                <a:solidFill>
                  <a:srgbClr val="242424"/>
                </a:solidFill>
                <a:latin typeface="Arial MT"/>
                <a:cs typeface="Arial MT"/>
              </a:rPr>
              <a:t>this</a:t>
            </a:r>
            <a:r>
              <a:rPr sz="1700" spc="-5" dirty="0">
                <a:solidFill>
                  <a:srgbClr val="242424"/>
                </a:solidFill>
                <a:latin typeface="Arial MT"/>
                <a:cs typeface="Arial MT"/>
              </a:rPr>
              <a:t> </a:t>
            </a:r>
            <a:r>
              <a:rPr sz="1700" spc="-140" dirty="0">
                <a:latin typeface="Arial MT"/>
                <a:cs typeface="Arial MT"/>
              </a:rPr>
              <a:t>task,</a:t>
            </a:r>
            <a:r>
              <a:rPr sz="1700" spc="20" dirty="0">
                <a:latin typeface="Arial MT"/>
                <a:cs typeface="Arial MT"/>
              </a:rPr>
              <a:t> </a:t>
            </a:r>
            <a:r>
              <a:rPr sz="1700" spc="-130" dirty="0">
                <a:solidFill>
                  <a:srgbClr val="111111"/>
                </a:solidFill>
                <a:latin typeface="Arial MT"/>
                <a:cs typeface="Arial MT"/>
              </a:rPr>
              <a:t>you</a:t>
            </a:r>
            <a:r>
              <a:rPr sz="1700" spc="-45" dirty="0">
                <a:solidFill>
                  <a:srgbClr val="111111"/>
                </a:solidFill>
                <a:latin typeface="Arial MT"/>
                <a:cs typeface="Arial MT"/>
              </a:rPr>
              <a:t> </a:t>
            </a:r>
            <a:r>
              <a:rPr sz="1700" spc="-125" dirty="0">
                <a:solidFill>
                  <a:srgbClr val="0F0F0F"/>
                </a:solidFill>
                <a:latin typeface="Arial MT"/>
                <a:cs typeface="Arial MT"/>
              </a:rPr>
              <a:t>place</a:t>
            </a:r>
            <a:r>
              <a:rPr sz="1700" spc="-25" dirty="0">
                <a:solidFill>
                  <a:srgbClr val="0F0F0F"/>
                </a:solidFill>
                <a:latin typeface="Arial MT"/>
                <a:cs typeface="Arial MT"/>
              </a:rPr>
              <a:t> </a:t>
            </a:r>
            <a:r>
              <a:rPr sz="1700" spc="-95" dirty="0">
                <a:latin typeface="Arial MT"/>
                <a:cs typeface="Arial MT"/>
              </a:rPr>
              <a:t>your</a:t>
            </a:r>
            <a:r>
              <a:rPr sz="1700" spc="-5" dirty="0">
                <a:latin typeface="Arial MT"/>
                <a:cs typeface="Arial MT"/>
              </a:rPr>
              <a:t> </a:t>
            </a:r>
            <a:r>
              <a:rPr sz="1700" spc="-95" dirty="0">
                <a:latin typeface="Arial MT"/>
                <a:cs typeface="Arial MT"/>
              </a:rPr>
              <a:t>master</a:t>
            </a:r>
            <a:r>
              <a:rPr sz="1700" spc="75" dirty="0">
                <a:latin typeface="Arial MT"/>
                <a:cs typeface="Arial MT"/>
              </a:rPr>
              <a:t> </a:t>
            </a:r>
            <a:r>
              <a:rPr sz="1700" spc="-295" dirty="0">
                <a:solidFill>
                  <a:srgbClr val="0F0F0F"/>
                </a:solidFill>
                <a:latin typeface="Arial MT"/>
                <a:cs typeface="Arial MT"/>
              </a:rPr>
              <a:t>RDS</a:t>
            </a:r>
            <a:r>
              <a:rPr sz="1700" spc="-30" dirty="0">
                <a:solidFill>
                  <a:srgbClr val="0F0F0F"/>
                </a:solidFill>
                <a:latin typeface="Arial MT"/>
                <a:cs typeface="Arial MT"/>
              </a:rPr>
              <a:t> </a:t>
            </a:r>
            <a:r>
              <a:rPr sz="1700" spc="-125" dirty="0">
                <a:solidFill>
                  <a:srgbClr val="111111"/>
                </a:solidFill>
                <a:latin typeface="Arial MT"/>
                <a:cs typeface="Arial MT"/>
              </a:rPr>
              <a:t>instance</a:t>
            </a:r>
            <a:r>
              <a:rPr sz="1700" spc="-25" dirty="0">
                <a:solidFill>
                  <a:srgbClr val="111111"/>
                </a:solidFill>
                <a:latin typeface="Arial MT"/>
                <a:cs typeface="Arial MT"/>
              </a:rPr>
              <a:t> </a:t>
            </a:r>
            <a:r>
              <a:rPr sz="1700" spc="-50" dirty="0">
                <a:latin typeface="Arial MT"/>
                <a:cs typeface="Arial MT"/>
              </a:rPr>
              <a:t>In</a:t>
            </a:r>
            <a:r>
              <a:rPr sz="1700" spc="-25" dirty="0">
                <a:latin typeface="Arial MT"/>
                <a:cs typeface="Arial MT"/>
              </a:rPr>
              <a:t> one </a:t>
            </a:r>
            <a:r>
              <a:rPr sz="1700" spc="-75" dirty="0">
                <a:latin typeface="Arial MT"/>
                <a:cs typeface="Arial MT"/>
              </a:rPr>
              <a:t>Availability</a:t>
            </a:r>
            <a:r>
              <a:rPr sz="1700" spc="-45" dirty="0">
                <a:latin typeface="Arial MT"/>
                <a:cs typeface="Arial MT"/>
              </a:rPr>
              <a:t> </a:t>
            </a:r>
            <a:r>
              <a:rPr sz="1700" spc="-150" dirty="0">
                <a:solidFill>
                  <a:srgbClr val="0F0F0F"/>
                </a:solidFill>
                <a:latin typeface="Arial MT"/>
                <a:cs typeface="Arial MT"/>
              </a:rPr>
              <a:t>Zone,</a:t>
            </a:r>
            <a:r>
              <a:rPr sz="1700" spc="10" dirty="0">
                <a:solidFill>
                  <a:srgbClr val="0F0F0F"/>
                </a:solidFill>
                <a:latin typeface="Arial MT"/>
                <a:cs typeface="Arial MT"/>
              </a:rPr>
              <a:t> </a:t>
            </a:r>
            <a:r>
              <a:rPr sz="1700" spc="-120" dirty="0">
                <a:solidFill>
                  <a:srgbClr val="161616"/>
                </a:solidFill>
                <a:latin typeface="Arial MT"/>
                <a:cs typeface="Arial MT"/>
              </a:rPr>
              <a:t>and</a:t>
            </a:r>
            <a:r>
              <a:rPr sz="1700" dirty="0">
                <a:solidFill>
                  <a:srgbClr val="161616"/>
                </a:solidFill>
                <a:latin typeface="Arial MT"/>
                <a:cs typeface="Arial MT"/>
              </a:rPr>
              <a:t> </a:t>
            </a:r>
            <a:r>
              <a:rPr sz="1700" spc="-280" dirty="0">
                <a:latin typeface="Arial MT"/>
                <a:cs typeface="Arial MT"/>
              </a:rPr>
              <a:t>a</a:t>
            </a:r>
            <a:r>
              <a:rPr sz="1700" spc="55" dirty="0">
                <a:latin typeface="Arial MT"/>
                <a:cs typeface="Arial MT"/>
              </a:rPr>
              <a:t> </a:t>
            </a:r>
            <a:r>
              <a:rPr sz="1700" spc="-100" dirty="0">
                <a:latin typeface="Arial MT"/>
                <a:cs typeface="Arial MT"/>
              </a:rPr>
              <a:t>standby</a:t>
            </a:r>
            <a:r>
              <a:rPr sz="1700" dirty="0">
                <a:latin typeface="Arial MT"/>
                <a:cs typeface="Arial MT"/>
              </a:rPr>
              <a:t> </a:t>
            </a:r>
            <a:r>
              <a:rPr sz="1700" spc="-105" dirty="0">
                <a:latin typeface="Arial MT"/>
                <a:cs typeface="Arial MT"/>
              </a:rPr>
              <a:t>replica</a:t>
            </a:r>
            <a:r>
              <a:rPr sz="1700" spc="-15" dirty="0">
                <a:latin typeface="Arial MT"/>
                <a:cs typeface="Arial MT"/>
              </a:rPr>
              <a:t> </a:t>
            </a:r>
            <a:r>
              <a:rPr sz="1700" dirty="0">
                <a:solidFill>
                  <a:srgbClr val="414141"/>
                </a:solidFill>
                <a:latin typeface="Arial MT"/>
                <a:cs typeface="Arial MT"/>
              </a:rPr>
              <a:t>of</a:t>
            </a:r>
            <a:r>
              <a:rPr sz="1700" spc="70" dirty="0">
                <a:solidFill>
                  <a:srgbClr val="414141"/>
                </a:solidFill>
                <a:latin typeface="Arial MT"/>
                <a:cs typeface="Arial MT"/>
              </a:rPr>
              <a:t> </a:t>
            </a:r>
            <a:r>
              <a:rPr sz="1700" spc="-75" dirty="0">
                <a:latin typeface="Arial MT"/>
                <a:cs typeface="Arial MT"/>
              </a:rPr>
              <a:t>the</a:t>
            </a:r>
            <a:r>
              <a:rPr sz="1700" spc="-40" dirty="0">
                <a:latin typeface="Arial MT"/>
                <a:cs typeface="Arial MT"/>
              </a:rPr>
              <a:t> </a:t>
            </a:r>
            <a:r>
              <a:rPr sz="1700" spc="-110" dirty="0">
                <a:solidFill>
                  <a:srgbClr val="0F0F0F"/>
                </a:solidFill>
                <a:latin typeface="Arial MT"/>
                <a:cs typeface="Arial MT"/>
              </a:rPr>
              <a:t>master</a:t>
            </a:r>
            <a:r>
              <a:rPr sz="1700" spc="105" dirty="0">
                <a:solidFill>
                  <a:srgbClr val="0F0F0F"/>
                </a:solidFill>
                <a:latin typeface="Arial MT"/>
                <a:cs typeface="Arial MT"/>
              </a:rPr>
              <a:t> </a:t>
            </a:r>
            <a:r>
              <a:rPr sz="1700" spc="-80" dirty="0">
                <a:latin typeface="Arial MT"/>
                <a:cs typeface="Arial MT"/>
              </a:rPr>
              <a:t>in</a:t>
            </a:r>
            <a:r>
              <a:rPr sz="1700" spc="-35" dirty="0">
                <a:latin typeface="Arial MT"/>
                <a:cs typeface="Arial MT"/>
              </a:rPr>
              <a:t> </a:t>
            </a:r>
            <a:r>
              <a:rPr sz="1700" spc="-10" dirty="0">
                <a:solidFill>
                  <a:srgbClr val="131313"/>
                </a:solidFill>
                <a:latin typeface="Arial MT"/>
                <a:cs typeface="Arial MT"/>
              </a:rPr>
              <a:t>another </a:t>
            </a:r>
            <a:r>
              <a:rPr sz="1700" spc="-75" dirty="0">
                <a:latin typeface="Arial MT"/>
                <a:cs typeface="Arial MT"/>
              </a:rPr>
              <a:t>Availability</a:t>
            </a:r>
            <a:r>
              <a:rPr sz="1700" spc="-45" dirty="0">
                <a:latin typeface="Arial MT"/>
                <a:cs typeface="Arial MT"/>
              </a:rPr>
              <a:t> </a:t>
            </a:r>
            <a:r>
              <a:rPr sz="1700" spc="-140" dirty="0">
                <a:latin typeface="Arial MT"/>
                <a:cs typeface="Arial MT"/>
              </a:rPr>
              <a:t>Zone.</a:t>
            </a:r>
            <a:r>
              <a:rPr sz="1700" spc="-60" dirty="0">
                <a:latin typeface="Arial MT"/>
                <a:cs typeface="Arial MT"/>
              </a:rPr>
              <a:t> </a:t>
            </a:r>
            <a:r>
              <a:rPr sz="1700" dirty="0">
                <a:solidFill>
                  <a:srgbClr val="1D1D1D"/>
                </a:solidFill>
                <a:latin typeface="Arial MT"/>
                <a:cs typeface="Arial MT"/>
              </a:rPr>
              <a:t>If</a:t>
            </a:r>
            <a:r>
              <a:rPr sz="1700" spc="-45" dirty="0">
                <a:solidFill>
                  <a:srgbClr val="1D1D1D"/>
                </a:solidFill>
                <a:latin typeface="Arial MT"/>
                <a:cs typeface="Arial MT"/>
              </a:rPr>
              <a:t> </a:t>
            </a:r>
            <a:r>
              <a:rPr sz="1700" spc="-75" dirty="0">
                <a:solidFill>
                  <a:srgbClr val="1D1D1D"/>
                </a:solidFill>
                <a:latin typeface="Arial MT"/>
                <a:cs typeface="Arial MT"/>
              </a:rPr>
              <a:t>the</a:t>
            </a:r>
            <a:r>
              <a:rPr sz="1700" spc="-40" dirty="0">
                <a:solidFill>
                  <a:srgbClr val="1D1D1D"/>
                </a:solidFill>
                <a:latin typeface="Arial MT"/>
                <a:cs typeface="Arial MT"/>
              </a:rPr>
              <a:t> </a:t>
            </a:r>
            <a:r>
              <a:rPr sz="1700" spc="-55" dirty="0">
                <a:solidFill>
                  <a:srgbClr val="0C0C0C"/>
                </a:solidFill>
                <a:latin typeface="Arial MT"/>
                <a:cs typeface="Arial MT"/>
              </a:rPr>
              <a:t>primary</a:t>
            </a:r>
            <a:r>
              <a:rPr sz="1700" spc="65" dirty="0">
                <a:solidFill>
                  <a:srgbClr val="0C0C0C"/>
                </a:solidFill>
                <a:latin typeface="Arial MT"/>
                <a:cs typeface="Arial MT"/>
              </a:rPr>
              <a:t> </a:t>
            </a:r>
            <a:r>
              <a:rPr sz="1700" spc="-100" dirty="0">
                <a:latin typeface="Arial MT"/>
                <a:cs typeface="Arial MT"/>
              </a:rPr>
              <a:t>fails,</a:t>
            </a:r>
            <a:r>
              <a:rPr sz="1700" spc="-20" dirty="0">
                <a:latin typeface="Arial MT"/>
                <a:cs typeface="Arial MT"/>
              </a:rPr>
              <a:t> </a:t>
            </a:r>
            <a:r>
              <a:rPr sz="1700" spc="-45" dirty="0">
                <a:solidFill>
                  <a:srgbClr val="383838"/>
                </a:solidFill>
                <a:latin typeface="Arial MT"/>
                <a:cs typeface="Arial MT"/>
              </a:rPr>
              <a:t>then</a:t>
            </a:r>
            <a:r>
              <a:rPr sz="1700" spc="-15" dirty="0">
                <a:solidFill>
                  <a:srgbClr val="383838"/>
                </a:solidFill>
                <a:latin typeface="Arial MT"/>
                <a:cs typeface="Arial MT"/>
              </a:rPr>
              <a:t> </a:t>
            </a:r>
            <a:r>
              <a:rPr sz="1700" spc="-80" dirty="0">
                <a:solidFill>
                  <a:srgbClr val="161616"/>
                </a:solidFill>
                <a:latin typeface="Arial MT"/>
                <a:cs typeface="Arial MT"/>
              </a:rPr>
              <a:t>tne</a:t>
            </a:r>
            <a:r>
              <a:rPr sz="1700" spc="-35" dirty="0">
                <a:solidFill>
                  <a:srgbClr val="161616"/>
                </a:solidFill>
                <a:latin typeface="Arial MT"/>
                <a:cs typeface="Arial MT"/>
              </a:rPr>
              <a:t> </a:t>
            </a:r>
            <a:r>
              <a:rPr sz="1700" spc="-10" dirty="0">
                <a:latin typeface="Arial MT"/>
                <a:cs typeface="Arial MT"/>
              </a:rPr>
              <a:t>standby </a:t>
            </a:r>
            <a:r>
              <a:rPr sz="1700" spc="-70" dirty="0">
                <a:latin typeface="Arial MT"/>
                <a:cs typeface="Arial MT"/>
              </a:rPr>
              <a:t>automatically</a:t>
            </a:r>
            <a:r>
              <a:rPr sz="1700" spc="10" dirty="0">
                <a:latin typeface="Arial MT"/>
                <a:cs typeface="Arial MT"/>
              </a:rPr>
              <a:t> </a:t>
            </a:r>
            <a:r>
              <a:rPr sz="1700" spc="-135" dirty="0">
                <a:solidFill>
                  <a:srgbClr val="1A1A1A"/>
                </a:solidFill>
                <a:latin typeface="Arial MT"/>
                <a:cs typeface="Arial MT"/>
              </a:rPr>
              <a:t>becomes</a:t>
            </a:r>
            <a:r>
              <a:rPr sz="1700" spc="80" dirty="0">
                <a:solidFill>
                  <a:srgbClr val="1A1A1A"/>
                </a:solidFill>
                <a:latin typeface="Arial MT"/>
                <a:cs typeface="Arial MT"/>
              </a:rPr>
              <a:t> </a:t>
            </a:r>
            <a:r>
              <a:rPr sz="1700" spc="-75" dirty="0">
                <a:solidFill>
                  <a:srgbClr val="444444"/>
                </a:solidFill>
                <a:latin typeface="Arial MT"/>
                <a:cs typeface="Arial MT"/>
              </a:rPr>
              <a:t>the</a:t>
            </a:r>
            <a:r>
              <a:rPr sz="1700" spc="-35" dirty="0">
                <a:solidFill>
                  <a:srgbClr val="444444"/>
                </a:solidFill>
                <a:latin typeface="Arial MT"/>
                <a:cs typeface="Arial MT"/>
              </a:rPr>
              <a:t> </a:t>
            </a:r>
            <a:r>
              <a:rPr sz="1700" spc="-145" dirty="0">
                <a:solidFill>
                  <a:srgbClr val="0F0F0F"/>
                </a:solidFill>
                <a:latin typeface="Arial MT"/>
                <a:cs typeface="Arial MT"/>
              </a:rPr>
              <a:t>new</a:t>
            </a:r>
            <a:r>
              <a:rPr sz="1700" spc="5" dirty="0">
                <a:solidFill>
                  <a:srgbClr val="0F0F0F"/>
                </a:solidFill>
                <a:latin typeface="Arial MT"/>
                <a:cs typeface="Arial MT"/>
              </a:rPr>
              <a:t> </a:t>
            </a:r>
            <a:r>
              <a:rPr sz="1700" spc="-110" dirty="0">
                <a:latin typeface="Arial MT"/>
                <a:cs typeface="Arial MT"/>
              </a:rPr>
              <a:t>master</a:t>
            </a:r>
            <a:r>
              <a:rPr sz="1700" spc="-5" dirty="0">
                <a:latin typeface="Arial MT"/>
                <a:cs typeface="Arial MT"/>
              </a:rPr>
              <a:t> </a:t>
            </a:r>
            <a:r>
              <a:rPr sz="1700" spc="-105" dirty="0">
                <a:latin typeface="Arial MT"/>
                <a:cs typeface="Arial MT"/>
              </a:rPr>
              <a:t>and</a:t>
            </a:r>
            <a:r>
              <a:rPr sz="1700" spc="-20" dirty="0">
                <a:latin typeface="Arial MT"/>
                <a:cs typeface="Arial MT"/>
              </a:rPr>
              <a:t> </a:t>
            </a:r>
            <a:r>
              <a:rPr sz="1700" spc="-90" dirty="0">
                <a:solidFill>
                  <a:srgbClr val="242424"/>
                </a:solidFill>
                <a:latin typeface="Arial MT"/>
                <a:cs typeface="Arial MT"/>
              </a:rPr>
              <a:t>your</a:t>
            </a:r>
            <a:r>
              <a:rPr sz="1700" spc="40" dirty="0">
                <a:solidFill>
                  <a:srgbClr val="242424"/>
                </a:solidFill>
                <a:latin typeface="Arial MT"/>
                <a:cs typeface="Arial MT"/>
              </a:rPr>
              <a:t> </a:t>
            </a:r>
            <a:r>
              <a:rPr sz="1700" spc="-125" dirty="0">
                <a:solidFill>
                  <a:srgbClr val="1C1C1C"/>
                </a:solidFill>
                <a:latin typeface="Arial MT"/>
                <a:cs typeface="Arial MT"/>
              </a:rPr>
              <a:t>system</a:t>
            </a:r>
            <a:r>
              <a:rPr sz="1700" spc="5" dirty="0">
                <a:solidFill>
                  <a:srgbClr val="1C1C1C"/>
                </a:solidFill>
                <a:latin typeface="Arial MT"/>
                <a:cs typeface="Arial MT"/>
              </a:rPr>
              <a:t> </a:t>
            </a:r>
            <a:r>
              <a:rPr sz="1700" spc="-85" dirty="0">
                <a:latin typeface="Arial MT"/>
                <a:cs typeface="Arial MT"/>
              </a:rPr>
              <a:t>remains </a:t>
            </a:r>
            <a:r>
              <a:rPr sz="1700" spc="-10" dirty="0">
                <a:latin typeface="Arial MT"/>
                <a:cs typeface="Arial MT"/>
              </a:rPr>
              <a:t>active.</a:t>
            </a:r>
            <a:endParaRPr sz="1700">
              <a:latin typeface="Arial MT"/>
              <a:cs typeface="Arial MT"/>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380489" y="1365370"/>
            <a:ext cx="3134062" cy="3915245"/>
          </a:xfrm>
          <a:prstGeom prst="rect">
            <a:avLst/>
          </a:prstGeom>
        </p:spPr>
      </p:pic>
      <p:pic>
        <p:nvPicPr>
          <p:cNvPr id="3" name="object 3"/>
          <p:cNvPicPr/>
          <p:nvPr/>
        </p:nvPicPr>
        <p:blipFill>
          <a:blip r:embed="rId3" cstate="print"/>
          <a:stretch>
            <a:fillRect/>
          </a:stretch>
        </p:blipFill>
        <p:spPr>
          <a:xfrm>
            <a:off x="6696012" y="2079830"/>
            <a:ext cx="2009990" cy="771617"/>
          </a:xfrm>
          <a:prstGeom prst="rect">
            <a:avLst/>
          </a:prstGeom>
        </p:spPr>
      </p:pic>
      <p:sp>
        <p:nvSpPr>
          <p:cNvPr id="4" name="object 4"/>
          <p:cNvSpPr/>
          <p:nvPr/>
        </p:nvSpPr>
        <p:spPr>
          <a:xfrm>
            <a:off x="10789154" y="387606"/>
            <a:ext cx="0" cy="878205"/>
          </a:xfrm>
          <a:custGeom>
            <a:avLst/>
            <a:gdLst/>
            <a:ahLst/>
            <a:cxnLst/>
            <a:rect l="l" t="t" r="r" b="b"/>
            <a:pathLst>
              <a:path h="878205">
                <a:moveTo>
                  <a:pt x="0" y="877929"/>
                </a:moveTo>
                <a:lnTo>
                  <a:pt x="0" y="0"/>
                </a:lnTo>
              </a:path>
            </a:pathLst>
          </a:custGeom>
          <a:ln w="9144">
            <a:solidFill>
              <a:srgbClr val="238793"/>
            </a:solidFill>
          </a:ln>
        </p:spPr>
        <p:txBody>
          <a:bodyPr wrap="square" lIns="0" tIns="0" rIns="0" bIns="0" rtlCol="0"/>
          <a:lstStyle/>
          <a:p>
            <a:endParaRPr/>
          </a:p>
        </p:txBody>
      </p:sp>
      <p:grpSp>
        <p:nvGrpSpPr>
          <p:cNvPr id="5" name="object 5"/>
          <p:cNvGrpSpPr/>
          <p:nvPr/>
        </p:nvGrpSpPr>
        <p:grpSpPr>
          <a:xfrm>
            <a:off x="1761530" y="727118"/>
            <a:ext cx="981710" cy="210185"/>
            <a:chOff x="1761530" y="727118"/>
            <a:chExt cx="981710" cy="210185"/>
          </a:xfrm>
        </p:grpSpPr>
        <p:pic>
          <p:nvPicPr>
            <p:cNvPr id="6" name="object 6"/>
            <p:cNvPicPr/>
            <p:nvPr/>
          </p:nvPicPr>
          <p:blipFill>
            <a:blip r:embed="rId4" cstate="print"/>
            <a:stretch>
              <a:fillRect/>
            </a:stretch>
          </p:blipFill>
          <p:spPr>
            <a:xfrm>
              <a:off x="1761530" y="727118"/>
              <a:ext cx="981180" cy="209575"/>
            </a:xfrm>
            <a:prstGeom prst="rect">
              <a:avLst/>
            </a:prstGeom>
          </p:spPr>
        </p:pic>
        <p:pic>
          <p:nvPicPr>
            <p:cNvPr id="7" name="object 7"/>
            <p:cNvPicPr/>
            <p:nvPr/>
          </p:nvPicPr>
          <p:blipFill>
            <a:blip r:embed="rId5" cstate="print"/>
            <a:stretch>
              <a:fillRect/>
            </a:stretch>
          </p:blipFill>
          <p:spPr>
            <a:xfrm>
              <a:off x="1761530" y="727118"/>
              <a:ext cx="981180" cy="209575"/>
            </a:xfrm>
            <a:prstGeom prst="rect">
              <a:avLst/>
            </a:prstGeom>
          </p:spPr>
        </p:pic>
      </p:grpSp>
      <p:sp>
        <p:nvSpPr>
          <p:cNvPr id="8" name="object 8"/>
          <p:cNvSpPr/>
          <p:nvPr/>
        </p:nvSpPr>
        <p:spPr>
          <a:xfrm>
            <a:off x="2837972" y="717591"/>
            <a:ext cx="1181735" cy="210185"/>
          </a:xfrm>
          <a:custGeom>
            <a:avLst/>
            <a:gdLst/>
            <a:ahLst/>
            <a:cxnLst/>
            <a:rect l="l" t="t" r="r" b="b"/>
            <a:pathLst>
              <a:path w="1181735" h="210184">
                <a:moveTo>
                  <a:pt x="1181100" y="209550"/>
                </a:moveTo>
                <a:lnTo>
                  <a:pt x="0" y="209550"/>
                </a:lnTo>
                <a:lnTo>
                  <a:pt x="0" y="0"/>
                </a:lnTo>
                <a:lnTo>
                  <a:pt x="1181100" y="0"/>
                </a:lnTo>
                <a:lnTo>
                  <a:pt x="1181100" y="209550"/>
                </a:lnTo>
                <a:close/>
              </a:path>
            </a:pathLst>
          </a:custGeom>
          <a:solidFill>
            <a:srgbClr val="088280"/>
          </a:solidFill>
        </p:spPr>
        <p:txBody>
          <a:bodyPr wrap="square" lIns="0" tIns="0" rIns="0" bIns="0" rtlCol="0"/>
          <a:lstStyle/>
          <a:p>
            <a:endParaRPr/>
          </a:p>
        </p:txBody>
      </p:sp>
      <p:sp>
        <p:nvSpPr>
          <p:cNvPr id="9" name="object 9"/>
          <p:cNvSpPr/>
          <p:nvPr/>
        </p:nvSpPr>
        <p:spPr>
          <a:xfrm>
            <a:off x="4114459" y="717591"/>
            <a:ext cx="1096010" cy="219710"/>
          </a:xfrm>
          <a:custGeom>
            <a:avLst/>
            <a:gdLst/>
            <a:ahLst/>
            <a:cxnLst/>
            <a:rect l="l" t="t" r="r" b="b"/>
            <a:pathLst>
              <a:path w="1096010" h="219709">
                <a:moveTo>
                  <a:pt x="1095375" y="219075"/>
                </a:moveTo>
                <a:lnTo>
                  <a:pt x="0" y="219075"/>
                </a:lnTo>
                <a:lnTo>
                  <a:pt x="0" y="0"/>
                </a:lnTo>
                <a:lnTo>
                  <a:pt x="1095375" y="0"/>
                </a:lnTo>
                <a:lnTo>
                  <a:pt x="1095375" y="219075"/>
                </a:lnTo>
                <a:close/>
              </a:path>
            </a:pathLst>
          </a:custGeom>
          <a:solidFill>
            <a:srgbClr val="23858A"/>
          </a:solidFill>
        </p:spPr>
        <p:txBody>
          <a:bodyPr wrap="square" lIns="0" tIns="0" rIns="0" bIns="0" rtlCol="0"/>
          <a:lstStyle/>
          <a:p>
            <a:endParaRPr/>
          </a:p>
        </p:txBody>
      </p:sp>
      <p:sp>
        <p:nvSpPr>
          <p:cNvPr id="10" name="object 10"/>
          <p:cNvSpPr txBox="1"/>
          <p:nvPr/>
        </p:nvSpPr>
        <p:spPr>
          <a:xfrm>
            <a:off x="2812831" y="587402"/>
            <a:ext cx="2386965" cy="407034"/>
          </a:xfrm>
          <a:prstGeom prst="rect">
            <a:avLst/>
          </a:prstGeom>
        </p:spPr>
        <p:txBody>
          <a:bodyPr vert="horz" wrap="square" lIns="0" tIns="12700" rIns="0" bIns="0" rtlCol="0">
            <a:spAutoFit/>
          </a:bodyPr>
          <a:lstStyle/>
          <a:p>
            <a:pPr marL="12700">
              <a:lnSpc>
                <a:spcPct val="100000"/>
              </a:lnSpc>
              <a:spcBef>
                <a:spcPts val="100"/>
              </a:spcBef>
            </a:pPr>
            <a:r>
              <a:rPr sz="2200" spc="-45" dirty="0">
                <a:solidFill>
                  <a:srgbClr val="348C93"/>
                </a:solidFill>
                <a:latin typeface="Arial MT"/>
                <a:cs typeface="Arial MT"/>
              </a:rPr>
              <a:t>Relational</a:t>
            </a:r>
            <a:r>
              <a:rPr sz="2200" spc="-60" dirty="0">
                <a:solidFill>
                  <a:srgbClr val="348C93"/>
                </a:solidFill>
                <a:latin typeface="Arial MT"/>
                <a:cs typeface="Arial MT"/>
              </a:rPr>
              <a:t> </a:t>
            </a:r>
            <a:r>
              <a:rPr sz="2500" spc="-285" dirty="0">
                <a:solidFill>
                  <a:srgbClr val="70A5B6"/>
                </a:solidFill>
                <a:latin typeface="Arial MT"/>
                <a:cs typeface="Arial MT"/>
              </a:rPr>
              <a:t>Database</a:t>
            </a:r>
            <a:endParaRPr sz="2500">
              <a:latin typeface="Arial MT"/>
              <a:cs typeface="Arial MT"/>
            </a:endParaRPr>
          </a:p>
        </p:txBody>
      </p:sp>
      <p:grpSp>
        <p:nvGrpSpPr>
          <p:cNvPr id="11" name="object 11"/>
          <p:cNvGrpSpPr/>
          <p:nvPr/>
        </p:nvGrpSpPr>
        <p:grpSpPr>
          <a:xfrm>
            <a:off x="5305212" y="717591"/>
            <a:ext cx="848360" cy="229235"/>
            <a:chOff x="5305212" y="717591"/>
            <a:chExt cx="848360" cy="229235"/>
          </a:xfrm>
        </p:grpSpPr>
        <p:pic>
          <p:nvPicPr>
            <p:cNvPr id="12" name="object 12"/>
            <p:cNvPicPr/>
            <p:nvPr/>
          </p:nvPicPr>
          <p:blipFill>
            <a:blip r:embed="rId6" cstate="print"/>
            <a:stretch>
              <a:fillRect/>
            </a:stretch>
          </p:blipFill>
          <p:spPr>
            <a:xfrm>
              <a:off x="5305212" y="717591"/>
              <a:ext cx="847816" cy="228627"/>
            </a:xfrm>
            <a:prstGeom prst="rect">
              <a:avLst/>
            </a:prstGeom>
          </p:spPr>
        </p:pic>
        <p:pic>
          <p:nvPicPr>
            <p:cNvPr id="13" name="object 13"/>
            <p:cNvPicPr/>
            <p:nvPr/>
          </p:nvPicPr>
          <p:blipFill>
            <a:blip r:embed="rId7" cstate="print"/>
            <a:stretch>
              <a:fillRect/>
            </a:stretch>
          </p:blipFill>
          <p:spPr>
            <a:xfrm>
              <a:off x="5305212" y="717591"/>
              <a:ext cx="847816" cy="228627"/>
            </a:xfrm>
            <a:prstGeom prst="rect">
              <a:avLst/>
            </a:prstGeom>
          </p:spPr>
        </p:pic>
      </p:grpSp>
      <p:grpSp>
        <p:nvGrpSpPr>
          <p:cNvPr id="14" name="object 14"/>
          <p:cNvGrpSpPr/>
          <p:nvPr/>
        </p:nvGrpSpPr>
        <p:grpSpPr>
          <a:xfrm>
            <a:off x="6238763" y="708065"/>
            <a:ext cx="1048385" cy="267335"/>
            <a:chOff x="6238763" y="708065"/>
            <a:chExt cx="1048385" cy="267335"/>
          </a:xfrm>
        </p:grpSpPr>
        <p:pic>
          <p:nvPicPr>
            <p:cNvPr id="15" name="object 15"/>
            <p:cNvPicPr/>
            <p:nvPr/>
          </p:nvPicPr>
          <p:blipFill>
            <a:blip r:embed="rId8" cstate="print"/>
            <a:stretch>
              <a:fillRect/>
            </a:stretch>
          </p:blipFill>
          <p:spPr>
            <a:xfrm>
              <a:off x="6238763" y="708065"/>
              <a:ext cx="1047862" cy="266732"/>
            </a:xfrm>
            <a:prstGeom prst="rect">
              <a:avLst/>
            </a:prstGeom>
          </p:spPr>
        </p:pic>
        <p:pic>
          <p:nvPicPr>
            <p:cNvPr id="16" name="object 16"/>
            <p:cNvPicPr/>
            <p:nvPr/>
          </p:nvPicPr>
          <p:blipFill>
            <a:blip r:embed="rId9" cstate="print"/>
            <a:stretch>
              <a:fillRect/>
            </a:stretch>
          </p:blipFill>
          <p:spPr>
            <a:xfrm>
              <a:off x="6238763" y="708065"/>
              <a:ext cx="1047862" cy="266732"/>
            </a:xfrm>
            <a:prstGeom prst="rect">
              <a:avLst/>
            </a:prstGeom>
          </p:spPr>
        </p:pic>
      </p:grpSp>
      <p:sp>
        <p:nvSpPr>
          <p:cNvPr id="17" name="object 17"/>
          <p:cNvSpPr txBox="1"/>
          <p:nvPr/>
        </p:nvSpPr>
        <p:spPr>
          <a:xfrm>
            <a:off x="4590760" y="2079830"/>
            <a:ext cx="1991360" cy="762635"/>
          </a:xfrm>
          <a:prstGeom prst="rect">
            <a:avLst/>
          </a:prstGeom>
          <a:solidFill>
            <a:srgbClr val="93B8DA"/>
          </a:solidFill>
        </p:spPr>
        <p:txBody>
          <a:bodyPr vert="horz" wrap="square" lIns="0" tIns="117475" rIns="0" bIns="0" rtlCol="0">
            <a:spAutoFit/>
          </a:bodyPr>
          <a:lstStyle/>
          <a:p>
            <a:pPr marL="439420" marR="283845" indent="-185420">
              <a:lnSpc>
                <a:spcPts val="2030"/>
              </a:lnSpc>
              <a:spcBef>
                <a:spcPts val="925"/>
              </a:spcBef>
            </a:pPr>
            <a:r>
              <a:rPr sz="1750" spc="-190" dirty="0">
                <a:solidFill>
                  <a:srgbClr val="B3F2FF"/>
                </a:solidFill>
                <a:latin typeface="Arial MT"/>
                <a:cs typeface="Arial MT"/>
              </a:rPr>
              <a:t>Web</a:t>
            </a:r>
            <a:r>
              <a:rPr sz="1750" dirty="0">
                <a:solidFill>
                  <a:srgbClr val="B3F2FF"/>
                </a:solidFill>
                <a:latin typeface="Arial MT"/>
                <a:cs typeface="Arial MT"/>
              </a:rPr>
              <a:t> </a:t>
            </a:r>
            <a:r>
              <a:rPr sz="1750" spc="-130" dirty="0">
                <a:solidFill>
                  <a:srgbClr val="3F7C9A"/>
                </a:solidFill>
                <a:latin typeface="Arial MT"/>
                <a:cs typeface="Arial MT"/>
              </a:rPr>
              <a:t>and</a:t>
            </a:r>
            <a:r>
              <a:rPr sz="1750" spc="-45" dirty="0">
                <a:solidFill>
                  <a:srgbClr val="3F7C9A"/>
                </a:solidFill>
                <a:latin typeface="Arial MT"/>
                <a:cs typeface="Arial MT"/>
              </a:rPr>
              <a:t> </a:t>
            </a:r>
            <a:r>
              <a:rPr sz="1750" spc="-60" dirty="0">
                <a:solidFill>
                  <a:srgbClr val="9CD8FF"/>
                </a:solidFill>
                <a:latin typeface="Arial MT"/>
                <a:cs typeface="Arial MT"/>
              </a:rPr>
              <a:t>mobile </a:t>
            </a:r>
            <a:r>
              <a:rPr sz="1750" spc="-10" dirty="0">
                <a:solidFill>
                  <a:srgbClr val="3D90BA"/>
                </a:solidFill>
                <a:latin typeface="Arial MT"/>
                <a:cs typeface="Arial MT"/>
              </a:rPr>
              <a:t>applications</a:t>
            </a:r>
            <a:endParaRPr sz="1750">
              <a:latin typeface="Arial MT"/>
              <a:cs typeface="Arial MT"/>
            </a:endParaRPr>
          </a:p>
        </p:txBody>
      </p:sp>
      <p:sp>
        <p:nvSpPr>
          <p:cNvPr id="18" name="object 18"/>
          <p:cNvSpPr/>
          <p:nvPr/>
        </p:nvSpPr>
        <p:spPr>
          <a:xfrm>
            <a:off x="7381886" y="717591"/>
            <a:ext cx="553085" cy="248285"/>
          </a:xfrm>
          <a:custGeom>
            <a:avLst/>
            <a:gdLst/>
            <a:ahLst/>
            <a:cxnLst/>
            <a:rect l="l" t="t" r="r" b="b"/>
            <a:pathLst>
              <a:path w="553084" h="248284">
                <a:moveTo>
                  <a:pt x="552450" y="247650"/>
                </a:moveTo>
                <a:lnTo>
                  <a:pt x="0" y="247650"/>
                </a:lnTo>
                <a:lnTo>
                  <a:pt x="0" y="0"/>
                </a:lnTo>
                <a:lnTo>
                  <a:pt x="552450" y="0"/>
                </a:lnTo>
                <a:lnTo>
                  <a:pt x="552450" y="247650"/>
                </a:lnTo>
                <a:close/>
              </a:path>
            </a:pathLst>
          </a:custGeom>
          <a:solidFill>
            <a:srgbClr val="008089"/>
          </a:solidFill>
        </p:spPr>
        <p:txBody>
          <a:bodyPr wrap="square" lIns="0" tIns="0" rIns="0" bIns="0" rtlCol="0"/>
          <a:lstStyle/>
          <a:p>
            <a:endParaRPr/>
          </a:p>
        </p:txBody>
      </p:sp>
      <p:sp>
        <p:nvSpPr>
          <p:cNvPr id="19" name="object 19" descr="$PPTXTitle"/>
          <p:cNvSpPr txBox="1">
            <a:spLocks noGrp="1"/>
          </p:cNvSpPr>
          <p:nvPr>
            <p:ph type="title"/>
          </p:nvPr>
        </p:nvSpPr>
        <p:spPr>
          <a:xfrm>
            <a:off x="7364249" y="568350"/>
            <a:ext cx="639445" cy="429895"/>
          </a:xfrm>
          <a:prstGeom prst="rect">
            <a:avLst/>
          </a:prstGeom>
        </p:spPr>
        <p:txBody>
          <a:bodyPr vert="horz" wrap="square" lIns="0" tIns="12700" rIns="0" bIns="0" rtlCol="0">
            <a:spAutoFit/>
          </a:bodyPr>
          <a:lstStyle/>
          <a:p>
            <a:pPr marL="12700">
              <a:lnSpc>
                <a:spcPct val="100000"/>
              </a:lnSpc>
              <a:spcBef>
                <a:spcPts val="100"/>
              </a:spcBef>
            </a:pPr>
            <a:r>
              <a:rPr sz="2650" spc="-405" dirty="0">
                <a:solidFill>
                  <a:srgbClr val="7CBFD3"/>
                </a:solidFill>
                <a:latin typeface="Courier New"/>
                <a:cs typeface="Courier New"/>
              </a:rPr>
              <a:t>RDS)</a:t>
            </a:r>
            <a:endParaRPr sz="2650">
              <a:latin typeface="Courier New"/>
              <a:cs typeface="Courier New"/>
            </a:endParaRPr>
          </a:p>
        </p:txBody>
      </p:sp>
      <p:sp>
        <p:nvSpPr>
          <p:cNvPr id="20" name="object 20"/>
          <p:cNvSpPr/>
          <p:nvPr/>
        </p:nvSpPr>
        <p:spPr>
          <a:xfrm>
            <a:off x="9058466" y="650909"/>
            <a:ext cx="495934" cy="172085"/>
          </a:xfrm>
          <a:custGeom>
            <a:avLst/>
            <a:gdLst/>
            <a:ahLst/>
            <a:cxnLst/>
            <a:rect l="l" t="t" r="r" b="b"/>
            <a:pathLst>
              <a:path w="495934" h="172084">
                <a:moveTo>
                  <a:pt x="495300" y="171450"/>
                </a:moveTo>
                <a:lnTo>
                  <a:pt x="0" y="171450"/>
                </a:lnTo>
                <a:lnTo>
                  <a:pt x="0" y="0"/>
                </a:lnTo>
                <a:lnTo>
                  <a:pt x="495300" y="0"/>
                </a:lnTo>
                <a:lnTo>
                  <a:pt x="495300" y="171450"/>
                </a:lnTo>
                <a:close/>
              </a:path>
            </a:pathLst>
          </a:custGeom>
          <a:solidFill>
            <a:srgbClr val="1182A3"/>
          </a:solidFill>
        </p:spPr>
        <p:txBody>
          <a:bodyPr wrap="square" lIns="0" tIns="0" rIns="0" bIns="0" rtlCol="0"/>
          <a:lstStyle/>
          <a:p>
            <a:endParaRPr/>
          </a:p>
        </p:txBody>
      </p:sp>
      <p:sp>
        <p:nvSpPr>
          <p:cNvPr id="21" name="object 21"/>
          <p:cNvSpPr txBox="1"/>
          <p:nvPr/>
        </p:nvSpPr>
        <p:spPr>
          <a:xfrm>
            <a:off x="9042641" y="476264"/>
            <a:ext cx="529590" cy="414655"/>
          </a:xfrm>
          <a:prstGeom prst="rect">
            <a:avLst/>
          </a:prstGeom>
        </p:spPr>
        <p:txBody>
          <a:bodyPr vert="horz" wrap="square" lIns="0" tIns="12700" rIns="0" bIns="0" rtlCol="0">
            <a:spAutoFit/>
          </a:bodyPr>
          <a:lstStyle/>
          <a:p>
            <a:pPr marL="12700">
              <a:lnSpc>
                <a:spcPct val="100000"/>
              </a:lnSpc>
              <a:spcBef>
                <a:spcPts val="100"/>
              </a:spcBef>
            </a:pPr>
            <a:r>
              <a:rPr sz="2550" spc="-110" dirty="0">
                <a:solidFill>
                  <a:srgbClr val="347590"/>
                </a:solidFill>
                <a:latin typeface="Cambria"/>
                <a:cs typeface="Cambria"/>
              </a:rPr>
              <a:t>aws</a:t>
            </a:r>
            <a:endParaRPr sz="2550">
              <a:latin typeface="Cambria"/>
              <a:cs typeface="Cambria"/>
            </a:endParaRPr>
          </a:p>
        </p:txBody>
      </p:sp>
      <p:grpSp>
        <p:nvGrpSpPr>
          <p:cNvPr id="22" name="object 22"/>
          <p:cNvGrpSpPr/>
          <p:nvPr/>
        </p:nvGrpSpPr>
        <p:grpSpPr>
          <a:xfrm>
            <a:off x="8782212" y="2079830"/>
            <a:ext cx="1972310" cy="781685"/>
            <a:chOff x="8782212" y="2079830"/>
            <a:chExt cx="1972310" cy="781685"/>
          </a:xfrm>
        </p:grpSpPr>
        <p:pic>
          <p:nvPicPr>
            <p:cNvPr id="23" name="object 23"/>
            <p:cNvPicPr/>
            <p:nvPr/>
          </p:nvPicPr>
          <p:blipFill>
            <a:blip r:embed="rId10" cstate="print"/>
            <a:stretch>
              <a:fillRect/>
            </a:stretch>
          </p:blipFill>
          <p:spPr>
            <a:xfrm>
              <a:off x="8972733" y="2260827"/>
              <a:ext cx="1590846" cy="466781"/>
            </a:xfrm>
            <a:prstGeom prst="rect">
              <a:avLst/>
            </a:prstGeom>
          </p:spPr>
        </p:pic>
        <p:pic>
          <p:nvPicPr>
            <p:cNvPr id="24" name="object 24"/>
            <p:cNvPicPr/>
            <p:nvPr/>
          </p:nvPicPr>
          <p:blipFill>
            <a:blip r:embed="rId11" cstate="print"/>
            <a:stretch>
              <a:fillRect/>
            </a:stretch>
          </p:blipFill>
          <p:spPr>
            <a:xfrm>
              <a:off x="8782212" y="2079830"/>
              <a:ext cx="1971887" cy="781143"/>
            </a:xfrm>
            <a:prstGeom prst="rect">
              <a:avLst/>
            </a:prstGeom>
          </p:spPr>
        </p:pic>
      </p:grpSp>
      <p:sp>
        <p:nvSpPr>
          <p:cNvPr id="25" name="object 25"/>
          <p:cNvSpPr txBox="1"/>
          <p:nvPr/>
        </p:nvSpPr>
        <p:spPr>
          <a:xfrm>
            <a:off x="1667803" y="5402869"/>
            <a:ext cx="2668270" cy="132715"/>
          </a:xfrm>
          <a:prstGeom prst="rect">
            <a:avLst/>
          </a:prstGeom>
        </p:spPr>
        <p:txBody>
          <a:bodyPr vert="horz" wrap="square" lIns="0" tIns="12700" rIns="0" bIns="0" rtlCol="0">
            <a:spAutoFit/>
          </a:bodyPr>
          <a:lstStyle/>
          <a:p>
            <a:pPr marL="12700">
              <a:lnSpc>
                <a:spcPct val="100000"/>
              </a:lnSpc>
              <a:spcBef>
                <a:spcPts val="100"/>
              </a:spcBef>
            </a:pPr>
            <a:r>
              <a:rPr sz="700" spc="-40" dirty="0">
                <a:solidFill>
                  <a:srgbClr val="525252"/>
                </a:solidFill>
                <a:latin typeface="Arial MT"/>
                <a:cs typeface="Arial MT"/>
              </a:rPr>
              <a:t>@2o2</a:t>
            </a:r>
            <a:r>
              <a:rPr sz="700" spc="-125" dirty="0">
                <a:solidFill>
                  <a:srgbClr val="525252"/>
                </a:solidFill>
                <a:latin typeface="Arial MT"/>
                <a:cs typeface="Arial MT"/>
              </a:rPr>
              <a:t> </a:t>
            </a:r>
            <a:r>
              <a:rPr sz="700" dirty="0">
                <a:solidFill>
                  <a:srgbClr val="A1A1A1"/>
                </a:solidFill>
                <a:latin typeface="Arial MT"/>
                <a:cs typeface="Arial MT"/>
              </a:rPr>
              <a:t>1</a:t>
            </a:r>
            <a:r>
              <a:rPr sz="700" spc="50" dirty="0">
                <a:solidFill>
                  <a:srgbClr val="A1A1A1"/>
                </a:solidFill>
                <a:latin typeface="Arial MT"/>
                <a:cs typeface="Arial MT"/>
              </a:rPr>
              <a:t> </a:t>
            </a:r>
            <a:r>
              <a:rPr sz="700" spc="-20" dirty="0">
                <a:solidFill>
                  <a:srgbClr val="8C8C8C"/>
                </a:solidFill>
                <a:latin typeface="Arial MT"/>
                <a:cs typeface="Arial MT"/>
              </a:rPr>
              <a:t>Am</a:t>
            </a:r>
            <a:r>
              <a:rPr sz="700" spc="-20" dirty="0">
                <a:solidFill>
                  <a:srgbClr val="7E7E7E"/>
                </a:solidFill>
                <a:latin typeface="Arial MT"/>
                <a:cs typeface="Arial MT"/>
              </a:rPr>
              <a:t>azon</a:t>
            </a:r>
            <a:r>
              <a:rPr sz="700" spc="5" dirty="0">
                <a:solidFill>
                  <a:srgbClr val="7E7E7E"/>
                </a:solidFill>
                <a:latin typeface="Arial MT"/>
                <a:cs typeface="Arial MT"/>
              </a:rPr>
              <a:t> </a:t>
            </a:r>
            <a:r>
              <a:rPr sz="700" dirty="0">
                <a:solidFill>
                  <a:srgbClr val="595959"/>
                </a:solidFill>
                <a:latin typeface="Arial MT"/>
                <a:cs typeface="Arial MT"/>
              </a:rPr>
              <a:t>v¥o</a:t>
            </a:r>
            <a:r>
              <a:rPr sz="700" spc="305" dirty="0">
                <a:solidFill>
                  <a:srgbClr val="595959"/>
                </a:solidFill>
                <a:latin typeface="Arial MT"/>
                <a:cs typeface="Arial MT"/>
              </a:rPr>
              <a:t> </a:t>
            </a:r>
            <a:r>
              <a:rPr sz="700" spc="90" dirty="0">
                <a:solidFill>
                  <a:srgbClr val="5D5D5D"/>
                </a:solidFill>
                <a:latin typeface="Arial MT"/>
                <a:cs typeface="Arial MT"/>
              </a:rPr>
              <a:t>toareg</a:t>
            </a:r>
            <a:r>
              <a:rPr sz="700" spc="50" dirty="0">
                <a:solidFill>
                  <a:srgbClr val="5D5D5D"/>
                </a:solidFill>
                <a:latin typeface="Arial MT"/>
                <a:cs typeface="Arial MT"/>
              </a:rPr>
              <a:t> </a:t>
            </a:r>
            <a:r>
              <a:rPr sz="700" dirty="0">
                <a:solidFill>
                  <a:srgbClr val="8A8A8A"/>
                </a:solidFill>
                <a:latin typeface="Arial MT"/>
                <a:cs typeface="Arial MT"/>
              </a:rPr>
              <a:t>inc</a:t>
            </a:r>
            <a:r>
              <a:rPr sz="700" spc="95" dirty="0">
                <a:solidFill>
                  <a:srgbClr val="8A8A8A"/>
                </a:solidFill>
                <a:latin typeface="Arial MT"/>
                <a:cs typeface="Arial MT"/>
              </a:rPr>
              <a:t> </a:t>
            </a:r>
            <a:r>
              <a:rPr sz="700" dirty="0">
                <a:solidFill>
                  <a:srgbClr val="8C8C8C"/>
                </a:solidFill>
                <a:latin typeface="Arial MT"/>
                <a:cs typeface="Arial MT"/>
              </a:rPr>
              <a:t>or</a:t>
            </a:r>
            <a:r>
              <a:rPr sz="700" spc="10" dirty="0">
                <a:solidFill>
                  <a:srgbClr val="8C8C8C"/>
                </a:solidFill>
                <a:latin typeface="Arial MT"/>
                <a:cs typeface="Arial MT"/>
              </a:rPr>
              <a:t> </a:t>
            </a:r>
            <a:r>
              <a:rPr sz="700" dirty="0">
                <a:solidFill>
                  <a:srgbClr val="606060"/>
                </a:solidFill>
                <a:latin typeface="Arial MT"/>
                <a:cs typeface="Arial MT"/>
              </a:rPr>
              <a:t>its</a:t>
            </a:r>
            <a:r>
              <a:rPr sz="700" spc="-90" dirty="0">
                <a:solidFill>
                  <a:srgbClr val="606060"/>
                </a:solidFill>
                <a:latin typeface="Arial MT"/>
                <a:cs typeface="Arial MT"/>
              </a:rPr>
              <a:t> </a:t>
            </a:r>
            <a:r>
              <a:rPr sz="700" spc="-10" dirty="0">
                <a:solidFill>
                  <a:srgbClr val="6B6B6B"/>
                </a:solidFill>
                <a:latin typeface="Arial MT"/>
                <a:cs typeface="Arial MT"/>
              </a:rPr>
              <a:t>aGliares.</a:t>
            </a:r>
            <a:r>
              <a:rPr sz="700" spc="50" dirty="0">
                <a:solidFill>
                  <a:srgbClr val="6B6B6B"/>
                </a:solidFill>
                <a:latin typeface="Arial MT"/>
                <a:cs typeface="Arial MT"/>
              </a:rPr>
              <a:t> </a:t>
            </a:r>
            <a:r>
              <a:rPr sz="700" spc="-25" dirty="0">
                <a:solidFill>
                  <a:srgbClr val="878787"/>
                </a:solidFill>
                <a:latin typeface="Arial MT"/>
                <a:cs typeface="Arial MT"/>
              </a:rPr>
              <a:t>Alt</a:t>
            </a:r>
            <a:r>
              <a:rPr sz="700" dirty="0">
                <a:solidFill>
                  <a:srgbClr val="878787"/>
                </a:solidFill>
                <a:latin typeface="Arial MT"/>
                <a:cs typeface="Arial MT"/>
              </a:rPr>
              <a:t> </a:t>
            </a:r>
            <a:r>
              <a:rPr sz="700" dirty="0">
                <a:solidFill>
                  <a:srgbClr val="6E6E6E"/>
                </a:solidFill>
                <a:latin typeface="Arial MT"/>
                <a:cs typeface="Arial MT"/>
              </a:rPr>
              <a:t>nghls</a:t>
            </a:r>
            <a:r>
              <a:rPr sz="700" spc="-10" dirty="0">
                <a:solidFill>
                  <a:srgbClr val="6E6E6E"/>
                </a:solidFill>
                <a:latin typeface="Arial MT"/>
                <a:cs typeface="Arial MT"/>
              </a:rPr>
              <a:t> </a:t>
            </a:r>
            <a:r>
              <a:rPr sz="700" spc="-10" dirty="0">
                <a:solidFill>
                  <a:srgbClr val="828282"/>
                </a:solidFill>
                <a:latin typeface="Arial MT"/>
                <a:cs typeface="Arial MT"/>
              </a:rPr>
              <a:t>reserved</a:t>
            </a:r>
            <a:endParaRPr sz="700">
              <a:latin typeface="Arial MT"/>
              <a:cs typeface="Arial MT"/>
            </a:endParaRPr>
          </a:p>
        </p:txBody>
      </p:sp>
      <p:sp>
        <p:nvSpPr>
          <p:cNvPr id="26" name="object 26"/>
          <p:cNvSpPr txBox="1"/>
          <p:nvPr/>
        </p:nvSpPr>
        <p:spPr>
          <a:xfrm>
            <a:off x="4785132" y="1360414"/>
            <a:ext cx="5408295" cy="590550"/>
          </a:xfrm>
          <a:prstGeom prst="rect">
            <a:avLst/>
          </a:prstGeom>
        </p:spPr>
        <p:txBody>
          <a:bodyPr vert="horz" wrap="square" lIns="0" tIns="52704" rIns="0" bIns="0" rtlCol="0">
            <a:spAutoFit/>
          </a:bodyPr>
          <a:lstStyle/>
          <a:p>
            <a:pPr marL="12700">
              <a:lnSpc>
                <a:spcPct val="100000"/>
              </a:lnSpc>
              <a:spcBef>
                <a:spcPts val="414"/>
              </a:spcBef>
            </a:pPr>
            <a:r>
              <a:rPr sz="1650" spc="-145" dirty="0">
                <a:latin typeface="Verdana"/>
                <a:cs typeface="Verdana"/>
              </a:rPr>
              <a:t>Choose</a:t>
            </a:r>
            <a:r>
              <a:rPr sz="1650" spc="-85" dirty="0">
                <a:latin typeface="Verdana"/>
                <a:cs typeface="Verdana"/>
              </a:rPr>
              <a:t> </a:t>
            </a:r>
            <a:r>
              <a:rPr sz="1650" spc="-155" dirty="0">
                <a:latin typeface="Verdana"/>
                <a:cs typeface="Verdana"/>
              </a:rPr>
              <a:t>each</a:t>
            </a:r>
            <a:r>
              <a:rPr sz="1650" spc="-125" dirty="0">
                <a:latin typeface="Verdana"/>
                <a:cs typeface="Verdana"/>
              </a:rPr>
              <a:t> </a:t>
            </a:r>
            <a:r>
              <a:rPr sz="1650" spc="-105" dirty="0">
                <a:latin typeface="Verdana"/>
                <a:cs typeface="Verdana"/>
              </a:rPr>
              <a:t>button</a:t>
            </a:r>
            <a:r>
              <a:rPr sz="1650" spc="-75" dirty="0">
                <a:latin typeface="Verdana"/>
                <a:cs typeface="Verdana"/>
              </a:rPr>
              <a:t> </a:t>
            </a:r>
            <a:r>
              <a:rPr sz="1650" spc="-35" dirty="0">
                <a:solidFill>
                  <a:srgbClr val="111111"/>
                </a:solidFill>
                <a:latin typeface="Verdana"/>
                <a:cs typeface="Verdana"/>
              </a:rPr>
              <a:t>to</a:t>
            </a:r>
            <a:r>
              <a:rPr sz="1650" spc="-160" dirty="0">
                <a:solidFill>
                  <a:srgbClr val="111111"/>
                </a:solidFill>
                <a:latin typeface="Verdana"/>
                <a:cs typeface="Verdana"/>
              </a:rPr>
              <a:t> </a:t>
            </a:r>
            <a:r>
              <a:rPr sz="1650" spc="-130" dirty="0">
                <a:latin typeface="Verdana"/>
                <a:cs typeface="Verdana"/>
              </a:rPr>
              <a:t>learn</a:t>
            </a:r>
            <a:r>
              <a:rPr sz="1650" spc="-135" dirty="0">
                <a:latin typeface="Verdana"/>
                <a:cs typeface="Verdana"/>
              </a:rPr>
              <a:t> </a:t>
            </a:r>
            <a:r>
              <a:rPr sz="1650" spc="-150" dirty="0">
                <a:solidFill>
                  <a:srgbClr val="161616"/>
                </a:solidFill>
                <a:latin typeface="Verdana"/>
                <a:cs typeface="Verdana"/>
              </a:rPr>
              <a:t>more</a:t>
            </a:r>
            <a:r>
              <a:rPr sz="1650" spc="-20" dirty="0">
                <a:solidFill>
                  <a:srgbClr val="161616"/>
                </a:solidFill>
                <a:latin typeface="Verdana"/>
                <a:cs typeface="Verdana"/>
              </a:rPr>
              <a:t> </a:t>
            </a:r>
            <a:r>
              <a:rPr sz="1650" spc="-220" dirty="0">
                <a:latin typeface="Verdana"/>
                <a:cs typeface="Verdana"/>
              </a:rPr>
              <a:t>abOUt</a:t>
            </a:r>
            <a:r>
              <a:rPr sz="1650" spc="-30" dirty="0">
                <a:latin typeface="Verdana"/>
                <a:cs typeface="Verdana"/>
              </a:rPr>
              <a:t> </a:t>
            </a:r>
            <a:r>
              <a:rPr sz="1650" spc="-190" dirty="0">
                <a:latin typeface="Verdana"/>
                <a:cs typeface="Verdana"/>
              </a:rPr>
              <a:t>ways</a:t>
            </a:r>
            <a:r>
              <a:rPr sz="1650" spc="-15" dirty="0">
                <a:latin typeface="Verdana"/>
                <a:cs typeface="Verdana"/>
              </a:rPr>
              <a:t> </a:t>
            </a:r>
            <a:r>
              <a:rPr sz="1650" spc="-135" dirty="0">
                <a:solidFill>
                  <a:srgbClr val="111111"/>
                </a:solidFill>
                <a:latin typeface="Verdana"/>
                <a:cs typeface="Verdana"/>
              </a:rPr>
              <a:t>you</a:t>
            </a:r>
            <a:r>
              <a:rPr sz="1650" spc="-100" dirty="0">
                <a:solidFill>
                  <a:srgbClr val="111111"/>
                </a:solidFill>
                <a:latin typeface="Verdana"/>
                <a:cs typeface="Verdana"/>
              </a:rPr>
              <a:t> </a:t>
            </a:r>
            <a:r>
              <a:rPr sz="1650" spc="-135" dirty="0">
                <a:latin typeface="Verdana"/>
                <a:cs typeface="Verdana"/>
              </a:rPr>
              <a:t>can</a:t>
            </a:r>
            <a:r>
              <a:rPr sz="1650" spc="-160" dirty="0">
                <a:latin typeface="Verdana"/>
                <a:cs typeface="Verdana"/>
              </a:rPr>
              <a:t> </a:t>
            </a:r>
            <a:r>
              <a:rPr sz="1650" spc="-25" dirty="0">
                <a:solidFill>
                  <a:srgbClr val="0F0F0F"/>
                </a:solidFill>
                <a:latin typeface="Verdana"/>
                <a:cs typeface="Verdana"/>
              </a:rPr>
              <a:t>use</a:t>
            </a:r>
            <a:endParaRPr sz="1650">
              <a:latin typeface="Verdana"/>
              <a:cs typeface="Verdana"/>
            </a:endParaRPr>
          </a:p>
          <a:p>
            <a:pPr marL="12700">
              <a:lnSpc>
                <a:spcPct val="100000"/>
              </a:lnSpc>
              <a:spcBef>
                <a:spcPts val="295"/>
              </a:spcBef>
            </a:pPr>
            <a:r>
              <a:rPr sz="1550" spc="-114" dirty="0">
                <a:latin typeface="Verdana"/>
                <a:cs typeface="Verdana"/>
              </a:rPr>
              <a:t>AmazOn</a:t>
            </a:r>
            <a:r>
              <a:rPr sz="1550" dirty="0">
                <a:latin typeface="Verdana"/>
                <a:cs typeface="Verdana"/>
              </a:rPr>
              <a:t> </a:t>
            </a:r>
            <a:r>
              <a:rPr sz="1550" spc="-20" dirty="0">
                <a:latin typeface="Verdana"/>
                <a:cs typeface="Verdana"/>
              </a:rPr>
              <a:t>RDS.</a:t>
            </a:r>
            <a:endParaRPr sz="1550">
              <a:latin typeface="Verdana"/>
              <a:cs typeface="Verdana"/>
            </a:endParaRP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394460" y="1327265"/>
            <a:ext cx="3115011" cy="3915247"/>
          </a:xfrm>
          <a:prstGeom prst="rect">
            <a:avLst/>
          </a:prstGeom>
        </p:spPr>
      </p:pic>
      <p:pic>
        <p:nvPicPr>
          <p:cNvPr id="3" name="object 3"/>
          <p:cNvPicPr/>
          <p:nvPr/>
        </p:nvPicPr>
        <p:blipFill>
          <a:blip r:embed="rId3" cstate="print"/>
          <a:stretch>
            <a:fillRect/>
          </a:stretch>
        </p:blipFill>
        <p:spPr>
          <a:xfrm>
            <a:off x="6681406" y="2041726"/>
            <a:ext cx="2057622" cy="771618"/>
          </a:xfrm>
          <a:prstGeom prst="rect">
            <a:avLst/>
          </a:prstGeom>
        </p:spPr>
      </p:pic>
      <p:sp>
        <p:nvSpPr>
          <p:cNvPr id="4" name="object 4"/>
          <p:cNvSpPr/>
          <p:nvPr/>
        </p:nvSpPr>
        <p:spPr>
          <a:xfrm>
            <a:off x="1394460" y="365125"/>
            <a:ext cx="9392920" cy="838835"/>
          </a:xfrm>
          <a:custGeom>
            <a:avLst/>
            <a:gdLst/>
            <a:ahLst/>
            <a:cxnLst/>
            <a:rect l="l" t="t" r="r" b="b"/>
            <a:pathLst>
              <a:path w="9392920" h="838835">
                <a:moveTo>
                  <a:pt x="9391650" y="838200"/>
                </a:moveTo>
                <a:lnTo>
                  <a:pt x="0" y="838200"/>
                </a:lnTo>
                <a:lnTo>
                  <a:pt x="0" y="0"/>
                </a:lnTo>
                <a:lnTo>
                  <a:pt x="9391650" y="0"/>
                </a:lnTo>
                <a:lnTo>
                  <a:pt x="9391650" y="838200"/>
                </a:lnTo>
                <a:close/>
              </a:path>
            </a:pathLst>
          </a:custGeom>
          <a:solidFill>
            <a:srgbClr val="3B8E87"/>
          </a:solidFill>
        </p:spPr>
        <p:txBody>
          <a:bodyPr wrap="square" lIns="0" tIns="0" rIns="0" bIns="0" rtlCol="0"/>
          <a:lstStyle/>
          <a:p>
            <a:endParaRPr/>
          </a:p>
        </p:txBody>
      </p:sp>
      <p:sp>
        <p:nvSpPr>
          <p:cNvPr id="5" name="object 5" descr="$PPTXTitle"/>
          <p:cNvSpPr txBox="1">
            <a:spLocks noGrp="1"/>
          </p:cNvSpPr>
          <p:nvPr>
            <p:ph type="title"/>
          </p:nvPr>
        </p:nvSpPr>
        <p:spPr>
          <a:prstGeom prst="rect">
            <a:avLst/>
          </a:prstGeom>
        </p:spPr>
        <p:txBody>
          <a:bodyPr vert="horz" wrap="square" lIns="0" tIns="12700" rIns="0" bIns="0" rtlCol="0">
            <a:spAutoFit/>
          </a:bodyPr>
          <a:lstStyle/>
          <a:p>
            <a:pPr>
              <a:lnSpc>
                <a:spcPct val="100000"/>
              </a:lnSpc>
              <a:spcBef>
                <a:spcPts val="100"/>
              </a:spcBef>
            </a:pPr>
            <a:r>
              <a:rPr sz="2200" spc="-75" dirty="0">
                <a:solidFill>
                  <a:srgbClr val="52A3A7"/>
                </a:solidFill>
                <a:latin typeface="Arial MT"/>
                <a:cs typeface="Arial MT"/>
              </a:rPr>
              <a:t>Amazon</a:t>
            </a:r>
            <a:r>
              <a:rPr sz="2200" spc="-80" dirty="0">
                <a:solidFill>
                  <a:srgbClr val="52A3A7"/>
                </a:solidFill>
                <a:latin typeface="Arial MT"/>
                <a:cs typeface="Arial MT"/>
              </a:rPr>
              <a:t> </a:t>
            </a:r>
            <a:r>
              <a:rPr sz="2200" spc="-40" dirty="0">
                <a:solidFill>
                  <a:srgbClr val="2B8587"/>
                </a:solidFill>
                <a:latin typeface="Arial MT"/>
                <a:cs typeface="Arial MT"/>
              </a:rPr>
              <a:t>Relational</a:t>
            </a:r>
            <a:r>
              <a:rPr sz="2200" spc="-114" dirty="0">
                <a:solidFill>
                  <a:srgbClr val="2B8587"/>
                </a:solidFill>
                <a:latin typeface="Arial MT"/>
                <a:cs typeface="Arial MT"/>
              </a:rPr>
              <a:t> </a:t>
            </a:r>
            <a:r>
              <a:rPr sz="2200" spc="-90" dirty="0">
                <a:solidFill>
                  <a:srgbClr val="36808C"/>
                </a:solidFill>
                <a:latin typeface="Arial MT"/>
                <a:cs typeface="Arial MT"/>
              </a:rPr>
              <a:t>Database</a:t>
            </a:r>
            <a:r>
              <a:rPr sz="2200" spc="50" dirty="0">
                <a:solidFill>
                  <a:srgbClr val="36808C"/>
                </a:solidFill>
                <a:latin typeface="Arial MT"/>
                <a:cs typeface="Arial MT"/>
              </a:rPr>
              <a:t> </a:t>
            </a:r>
            <a:r>
              <a:rPr sz="2200" spc="-100" dirty="0">
                <a:solidFill>
                  <a:srgbClr val="2D7E8A"/>
                </a:solidFill>
                <a:latin typeface="Arial MT"/>
                <a:cs typeface="Arial MT"/>
              </a:rPr>
              <a:t>Service</a:t>
            </a:r>
            <a:r>
              <a:rPr sz="2200" spc="-25" dirty="0">
                <a:solidFill>
                  <a:srgbClr val="2D7E8A"/>
                </a:solidFill>
                <a:latin typeface="Arial MT"/>
                <a:cs typeface="Arial MT"/>
              </a:rPr>
              <a:t> </a:t>
            </a:r>
            <a:r>
              <a:rPr sz="2200" spc="-75" dirty="0">
                <a:solidFill>
                  <a:srgbClr val="5D97A5"/>
                </a:solidFill>
                <a:latin typeface="Arial MT"/>
                <a:cs typeface="Arial MT"/>
              </a:rPr>
              <a:t>(Amazon</a:t>
            </a:r>
            <a:r>
              <a:rPr sz="2200" spc="-30" dirty="0">
                <a:solidFill>
                  <a:srgbClr val="5D97A5"/>
                </a:solidFill>
                <a:latin typeface="Arial MT"/>
                <a:cs typeface="Arial MT"/>
              </a:rPr>
              <a:t> </a:t>
            </a:r>
            <a:r>
              <a:rPr sz="2200" spc="-305" dirty="0">
                <a:solidFill>
                  <a:srgbClr val="C8FFFF"/>
                </a:solidFill>
                <a:latin typeface="Arial MT"/>
                <a:cs typeface="Arial MT"/>
              </a:rPr>
              <a:t>ROS)</a:t>
            </a:r>
            <a:endParaRPr sz="2200">
              <a:latin typeface="Arial MT"/>
              <a:cs typeface="Arial MT"/>
            </a:endParaRPr>
          </a:p>
        </p:txBody>
      </p:sp>
      <p:sp>
        <p:nvSpPr>
          <p:cNvPr id="6" name="object 6"/>
          <p:cNvSpPr txBox="1"/>
          <p:nvPr/>
        </p:nvSpPr>
        <p:spPr>
          <a:xfrm>
            <a:off x="9051437" y="444511"/>
            <a:ext cx="509905" cy="407034"/>
          </a:xfrm>
          <a:prstGeom prst="rect">
            <a:avLst/>
          </a:prstGeom>
        </p:spPr>
        <p:txBody>
          <a:bodyPr vert="horz" wrap="square" lIns="0" tIns="12700" rIns="0" bIns="0" rtlCol="0">
            <a:spAutoFit/>
          </a:bodyPr>
          <a:lstStyle/>
          <a:p>
            <a:pPr>
              <a:lnSpc>
                <a:spcPct val="100000"/>
              </a:lnSpc>
              <a:spcBef>
                <a:spcPts val="100"/>
              </a:spcBef>
            </a:pPr>
            <a:r>
              <a:rPr sz="2500" spc="-165" dirty="0">
                <a:solidFill>
                  <a:srgbClr val="FFFFFF"/>
                </a:solidFill>
                <a:latin typeface="Arial MT"/>
                <a:cs typeface="Arial MT"/>
              </a:rPr>
              <a:t>aws</a:t>
            </a:r>
            <a:endParaRPr sz="2500">
              <a:latin typeface="Arial MT"/>
              <a:cs typeface="Arial MT"/>
            </a:endParaRPr>
          </a:p>
        </p:txBody>
      </p:sp>
      <p:grpSp>
        <p:nvGrpSpPr>
          <p:cNvPr id="7" name="object 7"/>
          <p:cNvGrpSpPr/>
          <p:nvPr/>
        </p:nvGrpSpPr>
        <p:grpSpPr>
          <a:xfrm>
            <a:off x="4585679" y="2041726"/>
            <a:ext cx="2000885" cy="772160"/>
            <a:chOff x="4585679" y="2041726"/>
            <a:chExt cx="2000885" cy="772160"/>
          </a:xfrm>
        </p:grpSpPr>
        <p:pic>
          <p:nvPicPr>
            <p:cNvPr id="8" name="object 8"/>
            <p:cNvPicPr/>
            <p:nvPr/>
          </p:nvPicPr>
          <p:blipFill>
            <a:blip r:embed="rId4" cstate="print"/>
            <a:stretch>
              <a:fillRect/>
            </a:stretch>
          </p:blipFill>
          <p:spPr>
            <a:xfrm>
              <a:off x="4833356" y="2041726"/>
              <a:ext cx="1752789" cy="352467"/>
            </a:xfrm>
            <a:prstGeom prst="rect">
              <a:avLst/>
            </a:prstGeom>
          </p:spPr>
        </p:pic>
        <p:pic>
          <p:nvPicPr>
            <p:cNvPr id="9" name="object 9"/>
            <p:cNvPicPr/>
            <p:nvPr/>
          </p:nvPicPr>
          <p:blipFill>
            <a:blip r:embed="rId5" cstate="print"/>
            <a:stretch>
              <a:fillRect/>
            </a:stretch>
          </p:blipFill>
          <p:spPr>
            <a:xfrm>
              <a:off x="5061981" y="2489456"/>
              <a:ext cx="1524165" cy="228627"/>
            </a:xfrm>
            <a:prstGeom prst="rect">
              <a:avLst/>
            </a:prstGeom>
          </p:spPr>
        </p:pic>
        <p:pic>
          <p:nvPicPr>
            <p:cNvPr id="10" name="object 10"/>
            <p:cNvPicPr/>
            <p:nvPr/>
          </p:nvPicPr>
          <p:blipFill>
            <a:blip r:embed="rId6" cstate="print"/>
            <a:stretch>
              <a:fillRect/>
            </a:stretch>
          </p:blipFill>
          <p:spPr>
            <a:xfrm>
              <a:off x="6509937" y="2756188"/>
              <a:ext cx="76208" cy="57156"/>
            </a:xfrm>
            <a:prstGeom prst="rect">
              <a:avLst/>
            </a:prstGeom>
          </p:spPr>
        </p:pic>
        <p:pic>
          <p:nvPicPr>
            <p:cNvPr id="11" name="object 11"/>
            <p:cNvPicPr/>
            <p:nvPr/>
          </p:nvPicPr>
          <p:blipFill>
            <a:blip r:embed="rId7" cstate="print"/>
            <a:stretch>
              <a:fillRect/>
            </a:stretch>
          </p:blipFill>
          <p:spPr>
            <a:xfrm>
              <a:off x="4585679" y="2756188"/>
              <a:ext cx="1638476" cy="57156"/>
            </a:xfrm>
            <a:prstGeom prst="rect">
              <a:avLst/>
            </a:prstGeom>
          </p:spPr>
        </p:pic>
        <p:pic>
          <p:nvPicPr>
            <p:cNvPr id="12" name="object 12"/>
            <p:cNvPicPr/>
            <p:nvPr/>
          </p:nvPicPr>
          <p:blipFill>
            <a:blip r:embed="rId8" cstate="print"/>
            <a:stretch>
              <a:fillRect/>
            </a:stretch>
          </p:blipFill>
          <p:spPr>
            <a:xfrm>
              <a:off x="4585679" y="2041726"/>
              <a:ext cx="2000465" cy="771618"/>
            </a:xfrm>
            <a:prstGeom prst="rect">
              <a:avLst/>
            </a:prstGeom>
          </p:spPr>
        </p:pic>
      </p:grpSp>
      <p:sp>
        <p:nvSpPr>
          <p:cNvPr id="13" name="object 13"/>
          <p:cNvSpPr txBox="1"/>
          <p:nvPr/>
        </p:nvSpPr>
        <p:spPr>
          <a:xfrm>
            <a:off x="8777132" y="2041726"/>
            <a:ext cx="1962785" cy="772160"/>
          </a:xfrm>
          <a:prstGeom prst="rect">
            <a:avLst/>
          </a:prstGeom>
          <a:solidFill>
            <a:srgbClr val="CFF0FF"/>
          </a:solidFill>
        </p:spPr>
        <p:txBody>
          <a:bodyPr vert="horz" wrap="square" lIns="0" tIns="114300" rIns="0" bIns="0" rtlCol="0">
            <a:spAutoFit/>
          </a:bodyPr>
          <a:lstStyle/>
          <a:p>
            <a:pPr marR="1270" algn="ctr">
              <a:lnSpc>
                <a:spcPts val="2120"/>
              </a:lnSpc>
              <a:spcBef>
                <a:spcPts val="900"/>
              </a:spcBef>
            </a:pPr>
            <a:r>
              <a:rPr sz="1800" spc="-140" dirty="0">
                <a:solidFill>
                  <a:srgbClr val="48799A"/>
                </a:solidFill>
                <a:latin typeface="Arial MT"/>
                <a:cs typeface="Arial MT"/>
              </a:rPr>
              <a:t>Mob</a:t>
            </a:r>
            <a:r>
              <a:rPr sz="1800" spc="-65" dirty="0">
                <a:solidFill>
                  <a:srgbClr val="48799A"/>
                </a:solidFill>
                <a:latin typeface="Arial MT"/>
                <a:cs typeface="Arial MT"/>
              </a:rPr>
              <a:t> </a:t>
            </a:r>
            <a:r>
              <a:rPr sz="1800" spc="-70" dirty="0">
                <a:solidFill>
                  <a:srgbClr val="AACADD"/>
                </a:solidFill>
                <a:latin typeface="Arial MT"/>
                <a:cs typeface="Arial MT"/>
              </a:rPr>
              <a:t>le</a:t>
            </a:r>
            <a:r>
              <a:rPr sz="1800" spc="-65" dirty="0">
                <a:solidFill>
                  <a:srgbClr val="AACADD"/>
                </a:solidFill>
                <a:latin typeface="Arial MT"/>
                <a:cs typeface="Arial MT"/>
              </a:rPr>
              <a:t> </a:t>
            </a:r>
            <a:r>
              <a:rPr sz="1800" spc="-145" dirty="0">
                <a:solidFill>
                  <a:srgbClr val="4B7E9E"/>
                </a:solidFill>
                <a:latin typeface="Arial MT"/>
                <a:cs typeface="Arial MT"/>
              </a:rPr>
              <a:t>and</a:t>
            </a:r>
            <a:r>
              <a:rPr sz="1800" spc="10" dirty="0">
                <a:solidFill>
                  <a:srgbClr val="4B7E9E"/>
                </a:solidFill>
                <a:latin typeface="Arial MT"/>
                <a:cs typeface="Arial MT"/>
              </a:rPr>
              <a:t> </a:t>
            </a:r>
            <a:r>
              <a:rPr sz="1800" spc="-10" dirty="0">
                <a:solidFill>
                  <a:srgbClr val="ACD1E6"/>
                </a:solidFill>
                <a:latin typeface="Arial MT"/>
                <a:cs typeface="Arial MT"/>
              </a:rPr>
              <a:t>online</a:t>
            </a:r>
            <a:endParaRPr sz="1800">
              <a:latin typeface="Arial MT"/>
              <a:cs typeface="Arial MT"/>
            </a:endParaRPr>
          </a:p>
          <a:p>
            <a:pPr algn="ctr">
              <a:lnSpc>
                <a:spcPts val="2060"/>
              </a:lnSpc>
            </a:pPr>
            <a:r>
              <a:rPr sz="1750" spc="-10" dirty="0">
                <a:solidFill>
                  <a:srgbClr val="97BFDB"/>
                </a:solidFill>
                <a:latin typeface="Arial MT"/>
                <a:cs typeface="Arial MT"/>
              </a:rPr>
              <a:t>games</a:t>
            </a:r>
            <a:endParaRPr sz="1750">
              <a:latin typeface="Arial MT"/>
              <a:cs typeface="Arial MT"/>
            </a:endParaRPr>
          </a:p>
        </p:txBody>
      </p:sp>
      <p:sp>
        <p:nvSpPr>
          <p:cNvPr id="14" name="object 14"/>
          <p:cNvSpPr txBox="1"/>
          <p:nvPr/>
        </p:nvSpPr>
        <p:spPr>
          <a:xfrm>
            <a:off x="1672247" y="5364766"/>
            <a:ext cx="1032510" cy="132715"/>
          </a:xfrm>
          <a:prstGeom prst="rect">
            <a:avLst/>
          </a:prstGeom>
        </p:spPr>
        <p:txBody>
          <a:bodyPr vert="horz" wrap="square" lIns="0" tIns="12700" rIns="0" bIns="0" rtlCol="0">
            <a:spAutoFit/>
          </a:bodyPr>
          <a:lstStyle/>
          <a:p>
            <a:pPr marL="12700">
              <a:lnSpc>
                <a:spcPct val="100000"/>
              </a:lnSpc>
              <a:spcBef>
                <a:spcPts val="100"/>
              </a:spcBef>
            </a:pPr>
            <a:r>
              <a:rPr sz="700" spc="-110" dirty="0">
                <a:solidFill>
                  <a:srgbClr val="727272"/>
                </a:solidFill>
                <a:latin typeface="Arial MT"/>
                <a:cs typeface="Arial MT"/>
              </a:rPr>
              <a:t>@âQ2</a:t>
            </a:r>
            <a:r>
              <a:rPr sz="700" spc="-100" dirty="0">
                <a:solidFill>
                  <a:srgbClr val="727272"/>
                </a:solidFill>
                <a:latin typeface="Arial MT"/>
                <a:cs typeface="Arial MT"/>
              </a:rPr>
              <a:t> </a:t>
            </a:r>
            <a:r>
              <a:rPr sz="700" dirty="0">
                <a:solidFill>
                  <a:srgbClr val="979797"/>
                </a:solidFill>
                <a:latin typeface="Arial MT"/>
                <a:cs typeface="Arial MT"/>
              </a:rPr>
              <a:t>1</a:t>
            </a:r>
            <a:r>
              <a:rPr sz="700" spc="100" dirty="0">
                <a:solidFill>
                  <a:srgbClr val="979797"/>
                </a:solidFill>
                <a:latin typeface="Arial MT"/>
                <a:cs typeface="Arial MT"/>
              </a:rPr>
              <a:t> </a:t>
            </a:r>
            <a:r>
              <a:rPr sz="700" spc="50" dirty="0">
                <a:solidFill>
                  <a:srgbClr val="4B4B4B"/>
                </a:solidFill>
                <a:latin typeface="Arial MT"/>
                <a:cs typeface="Arial MT"/>
              </a:rPr>
              <a:t>Amaze</a:t>
            </a:r>
            <a:r>
              <a:rPr sz="700" spc="55" dirty="0">
                <a:solidFill>
                  <a:srgbClr val="4B4B4B"/>
                </a:solidFill>
                <a:latin typeface="Arial MT"/>
                <a:cs typeface="Arial MT"/>
              </a:rPr>
              <a:t> </a:t>
            </a:r>
            <a:r>
              <a:rPr sz="700" dirty="0">
                <a:solidFill>
                  <a:srgbClr val="606060"/>
                </a:solidFill>
                <a:latin typeface="Arial MT"/>
                <a:cs typeface="Arial MT"/>
              </a:rPr>
              <a:t>web </a:t>
            </a:r>
            <a:r>
              <a:rPr sz="700" spc="-25" dirty="0">
                <a:solidFill>
                  <a:srgbClr val="8A8A8A"/>
                </a:solidFill>
                <a:latin typeface="Arial MT"/>
                <a:cs typeface="Arial MT"/>
              </a:rPr>
              <a:t>Sen</a:t>
            </a:r>
            <a:endParaRPr sz="700">
              <a:latin typeface="Arial MT"/>
              <a:cs typeface="Arial MT"/>
            </a:endParaRPr>
          </a:p>
        </p:txBody>
      </p:sp>
      <p:sp>
        <p:nvSpPr>
          <p:cNvPr id="15" name="object 15"/>
          <p:cNvSpPr txBox="1"/>
          <p:nvPr/>
        </p:nvSpPr>
        <p:spPr>
          <a:xfrm>
            <a:off x="2871441" y="5364766"/>
            <a:ext cx="1457325" cy="132715"/>
          </a:xfrm>
          <a:prstGeom prst="rect">
            <a:avLst/>
          </a:prstGeom>
        </p:spPr>
        <p:txBody>
          <a:bodyPr vert="horz" wrap="square" lIns="0" tIns="12700" rIns="0" bIns="0" rtlCol="0">
            <a:spAutoFit/>
          </a:bodyPr>
          <a:lstStyle/>
          <a:p>
            <a:pPr marL="12700">
              <a:lnSpc>
                <a:spcPct val="100000"/>
              </a:lnSpc>
              <a:spcBef>
                <a:spcPts val="100"/>
              </a:spcBef>
            </a:pPr>
            <a:r>
              <a:rPr sz="700" spc="-10" dirty="0">
                <a:solidFill>
                  <a:srgbClr val="8A8A8A"/>
                </a:solidFill>
                <a:latin typeface="Arial MT"/>
                <a:cs typeface="Arial MT"/>
              </a:rPr>
              <a:t>inc.</a:t>
            </a:r>
            <a:r>
              <a:rPr sz="700" spc="5" dirty="0">
                <a:solidFill>
                  <a:srgbClr val="8A8A8A"/>
                </a:solidFill>
                <a:latin typeface="Arial MT"/>
                <a:cs typeface="Arial MT"/>
              </a:rPr>
              <a:t> </a:t>
            </a:r>
            <a:r>
              <a:rPr sz="700" dirty="0">
                <a:solidFill>
                  <a:srgbClr val="7C7C7C"/>
                </a:solidFill>
                <a:latin typeface="Arial MT"/>
                <a:cs typeface="Arial MT"/>
              </a:rPr>
              <a:t>or</a:t>
            </a:r>
            <a:r>
              <a:rPr sz="700" spc="-35" dirty="0">
                <a:solidFill>
                  <a:srgbClr val="7C7C7C"/>
                </a:solidFill>
                <a:latin typeface="Arial MT"/>
                <a:cs typeface="Arial MT"/>
              </a:rPr>
              <a:t> </a:t>
            </a:r>
            <a:r>
              <a:rPr sz="700" dirty="0">
                <a:solidFill>
                  <a:srgbClr val="595959"/>
                </a:solidFill>
                <a:latin typeface="Arial MT"/>
                <a:cs typeface="Arial MT"/>
              </a:rPr>
              <a:t>It</a:t>
            </a:r>
            <a:r>
              <a:rPr sz="700" dirty="0">
                <a:solidFill>
                  <a:srgbClr val="A5A5A5"/>
                </a:solidFill>
                <a:latin typeface="Arial MT"/>
                <a:cs typeface="Arial MT"/>
              </a:rPr>
              <a:t>s</a:t>
            </a:r>
            <a:r>
              <a:rPr sz="700" dirty="0">
                <a:solidFill>
                  <a:srgbClr val="545454"/>
                </a:solidFill>
                <a:latin typeface="Arial MT"/>
                <a:cs typeface="Arial MT"/>
              </a:rPr>
              <a:t>aGliares.</a:t>
            </a:r>
            <a:r>
              <a:rPr sz="700" spc="10" dirty="0">
                <a:solidFill>
                  <a:srgbClr val="545454"/>
                </a:solidFill>
                <a:latin typeface="Arial MT"/>
                <a:cs typeface="Arial MT"/>
              </a:rPr>
              <a:t> </a:t>
            </a:r>
            <a:r>
              <a:rPr sz="700" spc="-50" dirty="0">
                <a:solidFill>
                  <a:srgbClr val="9C9C9C"/>
                </a:solidFill>
                <a:latin typeface="Arial MT"/>
                <a:cs typeface="Arial MT"/>
              </a:rPr>
              <a:t>Ag </a:t>
            </a:r>
            <a:r>
              <a:rPr sz="700" spc="50" dirty="0">
                <a:solidFill>
                  <a:srgbClr val="6E6E6E"/>
                </a:solidFill>
                <a:latin typeface="Arial MT"/>
                <a:cs typeface="Arial MT"/>
              </a:rPr>
              <a:t>ngha</a:t>
            </a:r>
            <a:r>
              <a:rPr sz="700" spc="-40" dirty="0">
                <a:solidFill>
                  <a:srgbClr val="6E6E6E"/>
                </a:solidFill>
                <a:latin typeface="Arial MT"/>
                <a:cs typeface="Arial MT"/>
              </a:rPr>
              <a:t> </a:t>
            </a:r>
            <a:r>
              <a:rPr sz="700" spc="-25" dirty="0">
                <a:solidFill>
                  <a:srgbClr val="6E6E6E"/>
                </a:solidFill>
                <a:latin typeface="Arial MT"/>
                <a:cs typeface="Arial MT"/>
              </a:rPr>
              <a:t>resers'ed</a:t>
            </a:r>
            <a:endParaRPr sz="700">
              <a:latin typeface="Arial MT"/>
              <a:cs typeface="Arial MT"/>
            </a:endParaRPr>
          </a:p>
        </p:txBody>
      </p:sp>
      <p:sp>
        <p:nvSpPr>
          <p:cNvPr id="16" name="object 16"/>
          <p:cNvSpPr txBox="1"/>
          <p:nvPr/>
        </p:nvSpPr>
        <p:spPr>
          <a:xfrm>
            <a:off x="4781322" y="1338699"/>
            <a:ext cx="5409565" cy="578485"/>
          </a:xfrm>
          <a:prstGeom prst="rect">
            <a:avLst/>
          </a:prstGeom>
        </p:spPr>
        <p:txBody>
          <a:bodyPr vert="horz" wrap="square" lIns="0" tIns="12700" rIns="0" bIns="0" rtlCol="0">
            <a:spAutoFit/>
          </a:bodyPr>
          <a:lstStyle/>
          <a:p>
            <a:pPr marL="13970" marR="5080" indent="-1905">
              <a:lnSpc>
                <a:spcPct val="106600"/>
              </a:lnSpc>
              <a:spcBef>
                <a:spcPts val="100"/>
              </a:spcBef>
            </a:pPr>
            <a:r>
              <a:rPr sz="1700" spc="-105" dirty="0">
                <a:latin typeface="Arial MT"/>
                <a:cs typeface="Arial MT"/>
              </a:rPr>
              <a:t>Choose</a:t>
            </a:r>
            <a:r>
              <a:rPr sz="1700" spc="-10" dirty="0">
                <a:latin typeface="Arial MT"/>
                <a:cs typeface="Arial MT"/>
              </a:rPr>
              <a:t> </a:t>
            </a:r>
            <a:r>
              <a:rPr sz="1700" spc="-114" dirty="0">
                <a:latin typeface="Arial MT"/>
                <a:cs typeface="Arial MT"/>
              </a:rPr>
              <a:t>each</a:t>
            </a:r>
            <a:r>
              <a:rPr sz="1700" spc="-15" dirty="0">
                <a:latin typeface="Arial MT"/>
                <a:cs typeface="Arial MT"/>
              </a:rPr>
              <a:t> </a:t>
            </a:r>
            <a:r>
              <a:rPr sz="1700" dirty="0">
                <a:latin typeface="Arial MT"/>
                <a:cs typeface="Arial MT"/>
              </a:rPr>
              <a:t>button</a:t>
            </a:r>
            <a:r>
              <a:rPr sz="1700" spc="-30" dirty="0">
                <a:latin typeface="Arial MT"/>
                <a:cs typeface="Arial MT"/>
              </a:rPr>
              <a:t> </a:t>
            </a:r>
            <a:r>
              <a:rPr sz="1700" dirty="0">
                <a:latin typeface="Arial MT"/>
                <a:cs typeface="Arial MT"/>
              </a:rPr>
              <a:t>to</a:t>
            </a:r>
            <a:r>
              <a:rPr sz="1700" spc="65" dirty="0">
                <a:latin typeface="Arial MT"/>
                <a:cs typeface="Arial MT"/>
              </a:rPr>
              <a:t> </a:t>
            </a:r>
            <a:r>
              <a:rPr sz="1700" spc="-45" dirty="0">
                <a:latin typeface="Arial MT"/>
                <a:cs typeface="Arial MT"/>
              </a:rPr>
              <a:t>learn</a:t>
            </a:r>
            <a:r>
              <a:rPr sz="1700" spc="-40" dirty="0">
                <a:latin typeface="Arial MT"/>
                <a:cs typeface="Arial MT"/>
              </a:rPr>
              <a:t> </a:t>
            </a:r>
            <a:r>
              <a:rPr sz="1700" spc="-20" dirty="0">
                <a:solidFill>
                  <a:srgbClr val="131313"/>
                </a:solidFill>
                <a:latin typeface="Arial MT"/>
                <a:cs typeface="Arial MT"/>
              </a:rPr>
              <a:t>more</a:t>
            </a:r>
            <a:r>
              <a:rPr sz="1700" spc="-35" dirty="0">
                <a:solidFill>
                  <a:srgbClr val="131313"/>
                </a:solidFill>
                <a:latin typeface="Arial MT"/>
                <a:cs typeface="Arial MT"/>
              </a:rPr>
              <a:t> </a:t>
            </a:r>
            <a:r>
              <a:rPr sz="1700" dirty="0">
                <a:latin typeface="Arial MT"/>
                <a:cs typeface="Arial MT"/>
              </a:rPr>
              <a:t>about</a:t>
            </a:r>
            <a:r>
              <a:rPr sz="1700" spc="45" dirty="0">
                <a:latin typeface="Arial MT"/>
                <a:cs typeface="Arial MT"/>
              </a:rPr>
              <a:t> </a:t>
            </a:r>
            <a:r>
              <a:rPr sz="1700" spc="-114" dirty="0">
                <a:latin typeface="Arial MT"/>
                <a:cs typeface="Arial MT"/>
              </a:rPr>
              <a:t>ways</a:t>
            </a:r>
            <a:r>
              <a:rPr sz="1700" spc="10" dirty="0">
                <a:latin typeface="Arial MT"/>
                <a:cs typeface="Arial MT"/>
              </a:rPr>
              <a:t> </a:t>
            </a:r>
            <a:r>
              <a:rPr sz="1700" spc="-20" dirty="0">
                <a:latin typeface="Arial MT"/>
                <a:cs typeface="Arial MT"/>
              </a:rPr>
              <a:t>you</a:t>
            </a:r>
            <a:r>
              <a:rPr sz="1700" spc="-15" dirty="0">
                <a:latin typeface="Arial MT"/>
                <a:cs typeface="Arial MT"/>
              </a:rPr>
              <a:t> </a:t>
            </a:r>
            <a:r>
              <a:rPr sz="1700" spc="-95" dirty="0">
                <a:solidFill>
                  <a:srgbClr val="1F1F1F"/>
                </a:solidFill>
                <a:latin typeface="Arial MT"/>
                <a:cs typeface="Arial MT"/>
              </a:rPr>
              <a:t>can</a:t>
            </a:r>
            <a:r>
              <a:rPr sz="1700" spc="-40" dirty="0">
                <a:solidFill>
                  <a:srgbClr val="1F1F1F"/>
                </a:solidFill>
                <a:latin typeface="Arial MT"/>
                <a:cs typeface="Arial MT"/>
              </a:rPr>
              <a:t> </a:t>
            </a:r>
            <a:r>
              <a:rPr sz="1700" spc="-25" dirty="0">
                <a:solidFill>
                  <a:srgbClr val="111111"/>
                </a:solidFill>
                <a:latin typeface="Arial MT"/>
                <a:cs typeface="Arial MT"/>
              </a:rPr>
              <a:t>use </a:t>
            </a:r>
            <a:r>
              <a:rPr sz="1700" spc="-80" dirty="0">
                <a:latin typeface="Arial MT"/>
                <a:cs typeface="Arial MT"/>
              </a:rPr>
              <a:t>Amazon</a:t>
            </a:r>
            <a:r>
              <a:rPr sz="1700" spc="-5" dirty="0">
                <a:latin typeface="Arial MT"/>
                <a:cs typeface="Arial MT"/>
              </a:rPr>
              <a:t> </a:t>
            </a:r>
            <a:r>
              <a:rPr sz="1700" spc="-280" dirty="0">
                <a:solidFill>
                  <a:srgbClr val="161616"/>
                </a:solidFill>
                <a:latin typeface="Arial MT"/>
                <a:cs typeface="Arial MT"/>
              </a:rPr>
              <a:t>R:DS.</a:t>
            </a:r>
            <a:endParaRPr sz="1700">
              <a:latin typeface="Arial MT"/>
              <a:cs typeface="Arial MT"/>
            </a:endParaRPr>
          </a:p>
        </p:txBody>
      </p:sp>
      <p:sp>
        <p:nvSpPr>
          <p:cNvPr id="17" name="object 17"/>
          <p:cNvSpPr txBox="1"/>
          <p:nvPr/>
        </p:nvSpPr>
        <p:spPr>
          <a:xfrm>
            <a:off x="4728084" y="3000694"/>
            <a:ext cx="5615305" cy="1958975"/>
          </a:xfrm>
          <a:prstGeom prst="rect">
            <a:avLst/>
          </a:prstGeom>
        </p:spPr>
        <p:txBody>
          <a:bodyPr vert="horz" wrap="square" lIns="0" tIns="13970" rIns="0" bIns="0" rtlCol="0">
            <a:spAutoFit/>
          </a:bodyPr>
          <a:lstStyle/>
          <a:p>
            <a:pPr marL="12700" marR="5080" indent="3810">
              <a:lnSpc>
                <a:spcPct val="99400"/>
              </a:lnSpc>
              <a:spcBef>
                <a:spcPts val="110"/>
              </a:spcBef>
            </a:pPr>
            <a:r>
              <a:rPr sz="1800" spc="-195" dirty="0">
                <a:solidFill>
                  <a:srgbClr val="080808"/>
                </a:solidFill>
                <a:latin typeface="Arial MT"/>
                <a:cs typeface="Arial MT"/>
              </a:rPr>
              <a:t>Web</a:t>
            </a:r>
            <a:r>
              <a:rPr sz="1800" spc="-15" dirty="0">
                <a:solidFill>
                  <a:srgbClr val="080808"/>
                </a:solidFill>
                <a:latin typeface="Arial MT"/>
                <a:cs typeface="Arial MT"/>
              </a:rPr>
              <a:t> </a:t>
            </a:r>
            <a:r>
              <a:rPr sz="1800" spc="-100" dirty="0">
                <a:solidFill>
                  <a:srgbClr val="1C1C1C"/>
                </a:solidFill>
                <a:latin typeface="Arial MT"/>
                <a:cs typeface="Arial MT"/>
              </a:rPr>
              <a:t>and</a:t>
            </a:r>
            <a:r>
              <a:rPr sz="1800" spc="-65" dirty="0">
                <a:solidFill>
                  <a:srgbClr val="1C1C1C"/>
                </a:solidFill>
                <a:latin typeface="Arial MT"/>
                <a:cs typeface="Arial MT"/>
              </a:rPr>
              <a:t> </a:t>
            </a:r>
            <a:r>
              <a:rPr sz="1800" spc="-60" dirty="0">
                <a:latin typeface="Arial MT"/>
                <a:cs typeface="Arial MT"/>
              </a:rPr>
              <a:t>mobile</a:t>
            </a:r>
            <a:r>
              <a:rPr sz="1800" spc="-35" dirty="0">
                <a:latin typeface="Arial MT"/>
                <a:cs typeface="Arial MT"/>
              </a:rPr>
              <a:t> </a:t>
            </a:r>
            <a:r>
              <a:rPr sz="1800" spc="-80" dirty="0">
                <a:latin typeface="Arial MT"/>
                <a:cs typeface="Arial MT"/>
              </a:rPr>
              <a:t>applications</a:t>
            </a:r>
            <a:r>
              <a:rPr sz="1800" spc="50" dirty="0">
                <a:latin typeface="Arial MT"/>
                <a:cs typeface="Arial MT"/>
              </a:rPr>
              <a:t> </a:t>
            </a:r>
            <a:r>
              <a:rPr sz="1800" dirty="0">
                <a:solidFill>
                  <a:srgbClr val="0A0A0A"/>
                </a:solidFill>
                <a:latin typeface="Arial MT"/>
                <a:cs typeface="Arial MT"/>
              </a:rPr>
              <a:t>that</a:t>
            </a:r>
            <a:r>
              <a:rPr sz="1800" spc="-95" dirty="0">
                <a:solidFill>
                  <a:srgbClr val="0A0A0A"/>
                </a:solidFill>
                <a:latin typeface="Arial MT"/>
                <a:cs typeface="Arial MT"/>
              </a:rPr>
              <a:t> </a:t>
            </a:r>
            <a:r>
              <a:rPr sz="1800" spc="-125" dirty="0">
                <a:latin typeface="Arial MT"/>
                <a:cs typeface="Arial MT"/>
              </a:rPr>
              <a:t>are</a:t>
            </a:r>
            <a:r>
              <a:rPr sz="1800" spc="-15" dirty="0">
                <a:latin typeface="Arial MT"/>
                <a:cs typeface="Arial MT"/>
              </a:rPr>
              <a:t> </a:t>
            </a:r>
            <a:r>
              <a:rPr sz="1800" spc="-25" dirty="0">
                <a:latin typeface="Arial MT"/>
                <a:cs typeface="Arial MT"/>
              </a:rPr>
              <a:t>built</a:t>
            </a:r>
            <a:r>
              <a:rPr sz="1800" spc="-40" dirty="0">
                <a:latin typeface="Arial MT"/>
                <a:cs typeface="Arial MT"/>
              </a:rPr>
              <a:t> </a:t>
            </a:r>
            <a:r>
              <a:rPr sz="1800" dirty="0">
                <a:solidFill>
                  <a:srgbClr val="111111"/>
                </a:solidFill>
                <a:latin typeface="Arial MT"/>
                <a:cs typeface="Arial MT"/>
              </a:rPr>
              <a:t>to</a:t>
            </a:r>
            <a:r>
              <a:rPr sz="1800" spc="-90" dirty="0">
                <a:solidFill>
                  <a:srgbClr val="111111"/>
                </a:solidFill>
                <a:latin typeface="Arial MT"/>
                <a:cs typeface="Arial MT"/>
              </a:rPr>
              <a:t> </a:t>
            </a:r>
            <a:r>
              <a:rPr sz="1800" spc="-80" dirty="0">
                <a:solidFill>
                  <a:srgbClr val="0C0C0C"/>
                </a:solidFill>
                <a:latin typeface="Arial MT"/>
                <a:cs typeface="Arial MT"/>
              </a:rPr>
              <a:t>operate</a:t>
            </a:r>
            <a:r>
              <a:rPr sz="1800" dirty="0">
                <a:solidFill>
                  <a:srgbClr val="0C0C0C"/>
                </a:solidFill>
                <a:latin typeface="Arial MT"/>
                <a:cs typeface="Arial MT"/>
              </a:rPr>
              <a:t> </a:t>
            </a:r>
            <a:r>
              <a:rPr sz="1800" spc="-40" dirty="0">
                <a:latin typeface="Arial MT"/>
                <a:cs typeface="Arial MT"/>
              </a:rPr>
              <a:t>at</a:t>
            </a:r>
            <a:r>
              <a:rPr sz="1800" spc="-65" dirty="0">
                <a:latin typeface="Arial MT"/>
                <a:cs typeface="Arial MT"/>
              </a:rPr>
              <a:t> </a:t>
            </a:r>
            <a:r>
              <a:rPr sz="1800" spc="-70" dirty="0">
                <a:latin typeface="Arial MT"/>
                <a:cs typeface="Arial MT"/>
              </a:rPr>
              <a:t>very </a:t>
            </a:r>
            <a:r>
              <a:rPr sz="1850" spc="-125" dirty="0">
                <a:latin typeface="Arial MT"/>
                <a:cs typeface="Arial MT"/>
              </a:rPr>
              <a:t>large</a:t>
            </a:r>
            <a:r>
              <a:rPr sz="1850" spc="-15" dirty="0">
                <a:latin typeface="Arial MT"/>
                <a:cs typeface="Arial MT"/>
              </a:rPr>
              <a:t> </a:t>
            </a:r>
            <a:r>
              <a:rPr sz="1850" spc="-185" dirty="0">
                <a:solidFill>
                  <a:srgbClr val="131313"/>
                </a:solidFill>
                <a:latin typeface="Arial MT"/>
                <a:cs typeface="Arial MT"/>
              </a:rPr>
              <a:t>scale</a:t>
            </a:r>
            <a:r>
              <a:rPr sz="1850" spc="15" dirty="0">
                <a:solidFill>
                  <a:srgbClr val="131313"/>
                </a:solidFill>
                <a:latin typeface="Arial MT"/>
                <a:cs typeface="Arial MT"/>
              </a:rPr>
              <a:t> </a:t>
            </a:r>
            <a:r>
              <a:rPr sz="1850" spc="-160" dirty="0">
                <a:latin typeface="Arial MT"/>
                <a:cs typeface="Arial MT"/>
              </a:rPr>
              <a:t>need</a:t>
            </a:r>
            <a:r>
              <a:rPr sz="1850" spc="15" dirty="0">
                <a:latin typeface="Arial MT"/>
                <a:cs typeface="Arial MT"/>
              </a:rPr>
              <a:t> </a:t>
            </a:r>
            <a:r>
              <a:rPr sz="1850" spc="-270" dirty="0">
                <a:solidFill>
                  <a:srgbClr val="131313"/>
                </a:solidFill>
                <a:latin typeface="Arial MT"/>
                <a:cs typeface="Arial MT"/>
              </a:rPr>
              <a:t>a</a:t>
            </a:r>
            <a:r>
              <a:rPr sz="1850" dirty="0">
                <a:solidFill>
                  <a:srgbClr val="131313"/>
                </a:solidFill>
                <a:latin typeface="Arial MT"/>
                <a:cs typeface="Arial MT"/>
              </a:rPr>
              <a:t> </a:t>
            </a:r>
            <a:r>
              <a:rPr sz="1850" spc="-150" dirty="0">
                <a:latin typeface="Arial MT"/>
                <a:cs typeface="Arial MT"/>
              </a:rPr>
              <a:t>database</a:t>
            </a:r>
            <a:r>
              <a:rPr sz="1850" spc="80" dirty="0">
                <a:latin typeface="Arial MT"/>
                <a:cs typeface="Arial MT"/>
              </a:rPr>
              <a:t> </a:t>
            </a:r>
            <a:r>
              <a:rPr sz="1850" spc="-50" dirty="0">
                <a:latin typeface="Arial MT"/>
                <a:cs typeface="Arial MT"/>
              </a:rPr>
              <a:t>with</a:t>
            </a:r>
            <a:r>
              <a:rPr sz="1850" spc="-20" dirty="0">
                <a:latin typeface="Arial MT"/>
                <a:cs typeface="Arial MT"/>
              </a:rPr>
              <a:t> </a:t>
            </a:r>
            <a:r>
              <a:rPr sz="1850" spc="-95" dirty="0">
                <a:solidFill>
                  <a:srgbClr val="0F0F0F"/>
                </a:solidFill>
                <a:latin typeface="Arial MT"/>
                <a:cs typeface="Arial MT"/>
              </a:rPr>
              <a:t>high</a:t>
            </a:r>
            <a:r>
              <a:rPr sz="1850" spc="-50" dirty="0">
                <a:solidFill>
                  <a:srgbClr val="0F0F0F"/>
                </a:solidFill>
                <a:latin typeface="Arial MT"/>
                <a:cs typeface="Arial MT"/>
              </a:rPr>
              <a:t> </a:t>
            </a:r>
            <a:r>
              <a:rPr sz="1850" spc="-75" dirty="0">
                <a:solidFill>
                  <a:srgbClr val="0F0F0F"/>
                </a:solidFill>
                <a:latin typeface="Arial MT"/>
                <a:cs typeface="Arial MT"/>
              </a:rPr>
              <a:t>throughput,</a:t>
            </a:r>
            <a:r>
              <a:rPr sz="1850" spc="30" dirty="0">
                <a:solidFill>
                  <a:srgbClr val="0F0F0F"/>
                </a:solidFill>
                <a:latin typeface="Arial MT"/>
                <a:cs typeface="Arial MT"/>
              </a:rPr>
              <a:t> </a:t>
            </a:r>
            <a:r>
              <a:rPr sz="1850" spc="-35" dirty="0">
                <a:latin typeface="Arial MT"/>
                <a:cs typeface="Arial MT"/>
              </a:rPr>
              <a:t>massive </a:t>
            </a:r>
            <a:r>
              <a:rPr sz="1750" spc="-65" dirty="0">
                <a:latin typeface="Arial MT"/>
                <a:cs typeface="Arial MT"/>
              </a:rPr>
              <a:t>storage</a:t>
            </a:r>
            <a:r>
              <a:rPr sz="1750" spc="-55" dirty="0">
                <a:latin typeface="Arial MT"/>
                <a:cs typeface="Arial MT"/>
              </a:rPr>
              <a:t> </a:t>
            </a:r>
            <a:r>
              <a:rPr sz="1750" spc="-80" dirty="0">
                <a:latin typeface="Arial MT"/>
                <a:cs typeface="Arial MT"/>
              </a:rPr>
              <a:t>scalability,</a:t>
            </a:r>
            <a:r>
              <a:rPr sz="1750" spc="10" dirty="0">
                <a:latin typeface="Arial MT"/>
                <a:cs typeface="Arial MT"/>
              </a:rPr>
              <a:t> </a:t>
            </a:r>
            <a:r>
              <a:rPr sz="1750" spc="-110" dirty="0">
                <a:solidFill>
                  <a:srgbClr val="151515"/>
                </a:solidFill>
                <a:latin typeface="Arial MT"/>
                <a:cs typeface="Arial MT"/>
              </a:rPr>
              <a:t>and</a:t>
            </a:r>
            <a:r>
              <a:rPr sz="1750" spc="-45" dirty="0">
                <a:solidFill>
                  <a:srgbClr val="151515"/>
                </a:solidFill>
                <a:latin typeface="Arial MT"/>
                <a:cs typeface="Arial MT"/>
              </a:rPr>
              <a:t> </a:t>
            </a:r>
            <a:r>
              <a:rPr sz="1750" spc="-25" dirty="0">
                <a:latin typeface="Arial MT"/>
                <a:cs typeface="Arial MT"/>
              </a:rPr>
              <a:t>high</a:t>
            </a:r>
            <a:r>
              <a:rPr sz="1750" spc="-50" dirty="0">
                <a:latin typeface="Arial MT"/>
                <a:cs typeface="Arial MT"/>
              </a:rPr>
              <a:t> </a:t>
            </a:r>
            <a:r>
              <a:rPr sz="1750" spc="-65" dirty="0">
                <a:latin typeface="Arial MT"/>
                <a:cs typeface="Arial MT"/>
              </a:rPr>
              <a:t>availability.</a:t>
            </a:r>
            <a:r>
              <a:rPr sz="1750" spc="10" dirty="0">
                <a:latin typeface="Arial MT"/>
                <a:cs typeface="Arial MT"/>
              </a:rPr>
              <a:t> </a:t>
            </a:r>
            <a:r>
              <a:rPr sz="1750" spc="-114" dirty="0">
                <a:latin typeface="Arial MT"/>
                <a:cs typeface="Arial MT"/>
              </a:rPr>
              <a:t>Amazon</a:t>
            </a:r>
            <a:r>
              <a:rPr sz="1750" spc="-20" dirty="0">
                <a:latin typeface="Arial MT"/>
                <a:cs typeface="Arial MT"/>
              </a:rPr>
              <a:t> </a:t>
            </a:r>
            <a:r>
              <a:rPr sz="1750" spc="-254" dirty="0">
                <a:latin typeface="Arial MT"/>
                <a:cs typeface="Arial MT"/>
              </a:rPr>
              <a:t>RDS</a:t>
            </a:r>
            <a:r>
              <a:rPr sz="1750" spc="55" dirty="0">
                <a:latin typeface="Arial MT"/>
                <a:cs typeface="Arial MT"/>
              </a:rPr>
              <a:t> </a:t>
            </a:r>
            <a:r>
              <a:rPr sz="1750" spc="-10" dirty="0">
                <a:latin typeface="Arial MT"/>
                <a:cs typeface="Arial MT"/>
              </a:rPr>
              <a:t>fulfills </a:t>
            </a:r>
            <a:r>
              <a:rPr sz="1800" spc="-25" dirty="0">
                <a:solidFill>
                  <a:srgbClr val="151515"/>
                </a:solidFill>
                <a:latin typeface="Arial MT"/>
                <a:cs typeface="Arial MT"/>
              </a:rPr>
              <a:t>the</a:t>
            </a:r>
            <a:r>
              <a:rPr sz="1800" spc="-100" dirty="0">
                <a:solidFill>
                  <a:srgbClr val="151515"/>
                </a:solidFill>
                <a:latin typeface="Arial MT"/>
                <a:cs typeface="Arial MT"/>
              </a:rPr>
              <a:t> </a:t>
            </a:r>
            <a:r>
              <a:rPr sz="1800" spc="-145" dirty="0">
                <a:latin typeface="Arial MT"/>
                <a:cs typeface="Arial MT"/>
              </a:rPr>
              <a:t>needs</a:t>
            </a:r>
            <a:r>
              <a:rPr sz="1800" spc="20" dirty="0">
                <a:latin typeface="Arial MT"/>
                <a:cs typeface="Arial MT"/>
              </a:rPr>
              <a:t> </a:t>
            </a:r>
            <a:r>
              <a:rPr sz="1800" dirty="0">
                <a:latin typeface="Arial MT"/>
                <a:cs typeface="Arial MT"/>
              </a:rPr>
              <a:t>of</a:t>
            </a:r>
            <a:r>
              <a:rPr sz="1800" spc="-125" dirty="0">
                <a:latin typeface="Arial MT"/>
                <a:cs typeface="Arial MT"/>
              </a:rPr>
              <a:t> </a:t>
            </a:r>
            <a:r>
              <a:rPr sz="1800" spc="-155" dirty="0">
                <a:solidFill>
                  <a:srgbClr val="0F0F0F"/>
                </a:solidFill>
                <a:latin typeface="Arial MT"/>
                <a:cs typeface="Arial MT"/>
              </a:rPr>
              <a:t>such</a:t>
            </a:r>
            <a:r>
              <a:rPr sz="1800" spc="-45" dirty="0">
                <a:solidFill>
                  <a:srgbClr val="0F0F0F"/>
                </a:solidFill>
                <a:latin typeface="Arial MT"/>
                <a:cs typeface="Arial MT"/>
              </a:rPr>
              <a:t> </a:t>
            </a:r>
            <a:r>
              <a:rPr sz="1800" spc="-45" dirty="0">
                <a:latin typeface="Arial MT"/>
                <a:cs typeface="Arial MT"/>
              </a:rPr>
              <a:t>highly</a:t>
            </a:r>
            <a:r>
              <a:rPr sz="1800" spc="-80" dirty="0">
                <a:latin typeface="Arial MT"/>
                <a:cs typeface="Arial MT"/>
              </a:rPr>
              <a:t> demanding</a:t>
            </a:r>
            <a:r>
              <a:rPr sz="1800" spc="10" dirty="0">
                <a:latin typeface="Arial MT"/>
                <a:cs typeface="Arial MT"/>
              </a:rPr>
              <a:t> </a:t>
            </a:r>
            <a:r>
              <a:rPr sz="1800" spc="-75" dirty="0">
                <a:latin typeface="Arial MT"/>
                <a:cs typeface="Arial MT"/>
              </a:rPr>
              <a:t>applications</a:t>
            </a:r>
            <a:r>
              <a:rPr sz="1800" spc="25" dirty="0">
                <a:latin typeface="Arial MT"/>
                <a:cs typeface="Arial MT"/>
              </a:rPr>
              <a:t> </a:t>
            </a:r>
            <a:r>
              <a:rPr sz="1800" spc="-10" dirty="0">
                <a:latin typeface="Arial MT"/>
                <a:cs typeface="Arial MT"/>
              </a:rPr>
              <a:t>with</a:t>
            </a:r>
            <a:r>
              <a:rPr sz="1800" spc="-114" dirty="0">
                <a:latin typeface="Arial MT"/>
                <a:cs typeface="Arial MT"/>
              </a:rPr>
              <a:t> </a:t>
            </a:r>
            <a:r>
              <a:rPr sz="1800" spc="-20" dirty="0">
                <a:latin typeface="Arial MT"/>
                <a:cs typeface="Arial MT"/>
              </a:rPr>
              <a:t>room </a:t>
            </a:r>
            <a:r>
              <a:rPr sz="1850" spc="-40" dirty="0">
                <a:latin typeface="Arial MT"/>
                <a:cs typeface="Arial MT"/>
              </a:rPr>
              <a:t>for</a:t>
            </a:r>
            <a:r>
              <a:rPr sz="1850" spc="-90" dirty="0">
                <a:latin typeface="Arial MT"/>
                <a:cs typeface="Arial MT"/>
              </a:rPr>
              <a:t> </a:t>
            </a:r>
            <a:r>
              <a:rPr sz="1850" spc="-55" dirty="0">
                <a:solidFill>
                  <a:srgbClr val="0C0C0C"/>
                </a:solidFill>
                <a:latin typeface="Arial MT"/>
                <a:cs typeface="Arial MT"/>
              </a:rPr>
              <a:t>future</a:t>
            </a:r>
            <a:r>
              <a:rPr sz="1850" spc="40" dirty="0">
                <a:solidFill>
                  <a:srgbClr val="0C0C0C"/>
                </a:solidFill>
                <a:latin typeface="Arial MT"/>
                <a:cs typeface="Arial MT"/>
              </a:rPr>
              <a:t> </a:t>
            </a:r>
            <a:r>
              <a:rPr sz="1850" spc="-35" dirty="0">
                <a:latin typeface="Arial MT"/>
                <a:cs typeface="Arial MT"/>
              </a:rPr>
              <a:t>groMh.</a:t>
            </a:r>
            <a:r>
              <a:rPr sz="1850" spc="-30" dirty="0">
                <a:latin typeface="Arial MT"/>
                <a:cs typeface="Arial MT"/>
              </a:rPr>
              <a:t> </a:t>
            </a:r>
            <a:r>
              <a:rPr sz="1850" spc="-215" dirty="0">
                <a:latin typeface="Arial MT"/>
                <a:cs typeface="Arial MT"/>
              </a:rPr>
              <a:t>Because</a:t>
            </a:r>
            <a:r>
              <a:rPr sz="1850" spc="15" dirty="0">
                <a:latin typeface="Arial MT"/>
                <a:cs typeface="Arial MT"/>
              </a:rPr>
              <a:t> </a:t>
            </a:r>
            <a:r>
              <a:rPr sz="1850" spc="-160" dirty="0">
                <a:latin typeface="Arial MT"/>
                <a:cs typeface="Arial MT"/>
              </a:rPr>
              <a:t>Amazon</a:t>
            </a:r>
            <a:r>
              <a:rPr sz="1850" spc="-40" dirty="0">
                <a:latin typeface="Arial MT"/>
                <a:cs typeface="Arial MT"/>
              </a:rPr>
              <a:t> </a:t>
            </a:r>
            <a:r>
              <a:rPr sz="1850" spc="-330" dirty="0">
                <a:latin typeface="Arial MT"/>
                <a:cs typeface="Arial MT"/>
              </a:rPr>
              <a:t>RDS</a:t>
            </a:r>
            <a:r>
              <a:rPr sz="1850" spc="-25" dirty="0">
                <a:latin typeface="Arial MT"/>
                <a:cs typeface="Arial MT"/>
              </a:rPr>
              <a:t> </a:t>
            </a:r>
            <a:r>
              <a:rPr sz="1850" spc="-150" dirty="0">
                <a:latin typeface="Arial MT"/>
                <a:cs typeface="Arial MT"/>
              </a:rPr>
              <a:t>does</a:t>
            </a:r>
            <a:r>
              <a:rPr sz="1850" spc="-85" dirty="0">
                <a:latin typeface="Arial MT"/>
                <a:cs typeface="Arial MT"/>
              </a:rPr>
              <a:t> </a:t>
            </a:r>
            <a:r>
              <a:rPr sz="1850" spc="-30" dirty="0">
                <a:latin typeface="Arial MT"/>
                <a:cs typeface="Arial MT"/>
              </a:rPr>
              <a:t>not</a:t>
            </a:r>
            <a:r>
              <a:rPr sz="1850" spc="-80" dirty="0">
                <a:latin typeface="Arial MT"/>
                <a:cs typeface="Arial MT"/>
              </a:rPr>
              <a:t> </a:t>
            </a:r>
            <a:r>
              <a:rPr sz="1850" spc="-160" dirty="0">
                <a:latin typeface="Arial MT"/>
                <a:cs typeface="Arial MT"/>
              </a:rPr>
              <a:t>have</a:t>
            </a:r>
            <a:r>
              <a:rPr sz="1850" spc="-45" dirty="0">
                <a:latin typeface="Arial MT"/>
                <a:cs typeface="Arial MT"/>
              </a:rPr>
              <a:t> </a:t>
            </a:r>
            <a:r>
              <a:rPr sz="1850" spc="-25" dirty="0">
                <a:solidFill>
                  <a:srgbClr val="232323"/>
                </a:solidFill>
                <a:latin typeface="Arial MT"/>
                <a:cs typeface="Arial MT"/>
              </a:rPr>
              <a:t>any </a:t>
            </a:r>
            <a:r>
              <a:rPr sz="1850" spc="-135" dirty="0">
                <a:solidFill>
                  <a:srgbClr val="0E0E0E"/>
                </a:solidFill>
                <a:latin typeface="Arial MT"/>
                <a:cs typeface="Arial MT"/>
              </a:rPr>
              <a:t>licensing</a:t>
            </a:r>
            <a:r>
              <a:rPr sz="1850" spc="5" dirty="0">
                <a:solidFill>
                  <a:srgbClr val="0E0E0E"/>
                </a:solidFill>
                <a:latin typeface="Arial MT"/>
                <a:cs typeface="Arial MT"/>
              </a:rPr>
              <a:t> </a:t>
            </a:r>
            <a:r>
              <a:rPr sz="1850" spc="-100" dirty="0">
                <a:latin typeface="Arial MT"/>
                <a:cs typeface="Arial MT"/>
              </a:rPr>
              <a:t>constraints,</a:t>
            </a:r>
            <a:r>
              <a:rPr sz="1850" spc="-10" dirty="0">
                <a:latin typeface="Arial MT"/>
                <a:cs typeface="Arial MT"/>
              </a:rPr>
              <a:t> </a:t>
            </a:r>
            <a:r>
              <a:rPr sz="1850" dirty="0">
                <a:solidFill>
                  <a:srgbClr val="212121"/>
                </a:solidFill>
                <a:latin typeface="Arial MT"/>
                <a:cs typeface="Arial MT"/>
              </a:rPr>
              <a:t>it</a:t>
            </a:r>
            <a:r>
              <a:rPr sz="1850" spc="10" dirty="0">
                <a:solidFill>
                  <a:srgbClr val="212121"/>
                </a:solidFill>
                <a:latin typeface="Arial MT"/>
                <a:cs typeface="Arial MT"/>
              </a:rPr>
              <a:t> </a:t>
            </a:r>
            <a:r>
              <a:rPr sz="1850" spc="-75" dirty="0">
                <a:latin typeface="Arial MT"/>
                <a:cs typeface="Arial MT"/>
              </a:rPr>
              <a:t>perfectly</a:t>
            </a:r>
            <a:r>
              <a:rPr sz="1850" spc="25" dirty="0">
                <a:latin typeface="Arial MT"/>
                <a:cs typeface="Arial MT"/>
              </a:rPr>
              <a:t> </a:t>
            </a:r>
            <a:r>
              <a:rPr sz="1850" spc="-25" dirty="0">
                <a:solidFill>
                  <a:srgbClr val="0F0F0F"/>
                </a:solidFill>
                <a:latin typeface="Arial MT"/>
                <a:cs typeface="Arial MT"/>
              </a:rPr>
              <a:t>fits</a:t>
            </a:r>
            <a:r>
              <a:rPr sz="1850" spc="-125" dirty="0">
                <a:solidFill>
                  <a:srgbClr val="0F0F0F"/>
                </a:solidFill>
                <a:latin typeface="Arial MT"/>
                <a:cs typeface="Arial MT"/>
              </a:rPr>
              <a:t> </a:t>
            </a:r>
            <a:r>
              <a:rPr sz="1850" spc="-65" dirty="0">
                <a:latin typeface="Arial MT"/>
                <a:cs typeface="Arial MT"/>
              </a:rPr>
              <a:t>the</a:t>
            </a:r>
            <a:r>
              <a:rPr sz="1850" spc="-45" dirty="0">
                <a:latin typeface="Arial MT"/>
                <a:cs typeface="Arial MT"/>
              </a:rPr>
              <a:t> </a:t>
            </a:r>
            <a:r>
              <a:rPr sz="1850" spc="-125" dirty="0">
                <a:latin typeface="Arial MT"/>
                <a:cs typeface="Arial MT"/>
              </a:rPr>
              <a:t>variable</a:t>
            </a:r>
            <a:r>
              <a:rPr sz="1850" spc="-30" dirty="0">
                <a:latin typeface="Arial MT"/>
                <a:cs typeface="Arial MT"/>
              </a:rPr>
              <a:t> </a:t>
            </a:r>
            <a:r>
              <a:rPr sz="1850" spc="-10" dirty="0">
                <a:latin typeface="Arial MT"/>
                <a:cs typeface="Arial MT"/>
              </a:rPr>
              <a:t>usage </a:t>
            </a:r>
            <a:r>
              <a:rPr sz="1850" spc="-75" dirty="0">
                <a:latin typeface="Arial MT"/>
                <a:cs typeface="Arial MT"/>
              </a:rPr>
              <a:t>pattern</a:t>
            </a:r>
            <a:r>
              <a:rPr sz="1850" spc="-55" dirty="0">
                <a:latin typeface="Arial MT"/>
                <a:cs typeface="Arial MT"/>
              </a:rPr>
              <a:t> </a:t>
            </a:r>
            <a:r>
              <a:rPr sz="1850" spc="-30" dirty="0">
                <a:solidFill>
                  <a:srgbClr val="161616"/>
                </a:solidFill>
                <a:latin typeface="Arial MT"/>
                <a:cs typeface="Arial MT"/>
              </a:rPr>
              <a:t>of</a:t>
            </a:r>
            <a:r>
              <a:rPr sz="1850" spc="-100" dirty="0">
                <a:solidFill>
                  <a:srgbClr val="161616"/>
                </a:solidFill>
                <a:latin typeface="Arial MT"/>
                <a:cs typeface="Arial MT"/>
              </a:rPr>
              <a:t> </a:t>
            </a:r>
            <a:r>
              <a:rPr sz="1850" spc="-120" dirty="0">
                <a:solidFill>
                  <a:srgbClr val="080808"/>
                </a:solidFill>
                <a:latin typeface="Arial MT"/>
                <a:cs typeface="Arial MT"/>
              </a:rPr>
              <a:t>these</a:t>
            </a:r>
            <a:r>
              <a:rPr sz="1850" spc="45" dirty="0">
                <a:solidFill>
                  <a:srgbClr val="080808"/>
                </a:solidFill>
                <a:latin typeface="Arial MT"/>
                <a:cs typeface="Arial MT"/>
              </a:rPr>
              <a:t> </a:t>
            </a:r>
            <a:r>
              <a:rPr sz="1850" spc="-45" dirty="0">
                <a:latin typeface="Arial MT"/>
                <a:cs typeface="Arial MT"/>
              </a:rPr>
              <a:t>applications.</a:t>
            </a:r>
            <a:endParaRPr sz="1850">
              <a:latin typeface="Arial MT"/>
              <a:cs typeface="Arial MT"/>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390014" y="1336791"/>
            <a:ext cx="3115011" cy="3915245"/>
          </a:xfrm>
          <a:prstGeom prst="rect">
            <a:avLst/>
          </a:prstGeom>
        </p:spPr>
      </p:pic>
      <p:pic>
        <p:nvPicPr>
          <p:cNvPr id="3" name="object 3"/>
          <p:cNvPicPr/>
          <p:nvPr/>
        </p:nvPicPr>
        <p:blipFill>
          <a:blip r:embed="rId3" cstate="print"/>
          <a:stretch>
            <a:fillRect/>
          </a:stretch>
        </p:blipFill>
        <p:spPr>
          <a:xfrm>
            <a:off x="6676959" y="2051253"/>
            <a:ext cx="2038569" cy="771617"/>
          </a:xfrm>
          <a:prstGeom prst="rect">
            <a:avLst/>
          </a:prstGeom>
        </p:spPr>
      </p:pic>
      <p:sp>
        <p:nvSpPr>
          <p:cNvPr id="4" name="object 4"/>
          <p:cNvSpPr/>
          <p:nvPr/>
        </p:nvSpPr>
        <p:spPr>
          <a:xfrm>
            <a:off x="10780393" y="387606"/>
            <a:ext cx="0" cy="847725"/>
          </a:xfrm>
          <a:custGeom>
            <a:avLst/>
            <a:gdLst/>
            <a:ahLst/>
            <a:cxnLst/>
            <a:rect l="l" t="t" r="r" b="b"/>
            <a:pathLst>
              <a:path h="847725">
                <a:moveTo>
                  <a:pt x="0" y="847445"/>
                </a:moveTo>
                <a:lnTo>
                  <a:pt x="0" y="0"/>
                </a:lnTo>
              </a:path>
            </a:pathLst>
          </a:custGeom>
          <a:ln w="9144">
            <a:solidFill>
              <a:srgbClr val="288390"/>
            </a:solidFill>
          </a:ln>
        </p:spPr>
        <p:txBody>
          <a:bodyPr wrap="square" lIns="0" tIns="0" rIns="0" bIns="0" rtlCol="0"/>
          <a:lstStyle/>
          <a:p>
            <a:endParaRPr/>
          </a:p>
        </p:txBody>
      </p:sp>
      <p:grpSp>
        <p:nvGrpSpPr>
          <p:cNvPr id="5" name="object 5"/>
          <p:cNvGrpSpPr/>
          <p:nvPr/>
        </p:nvGrpSpPr>
        <p:grpSpPr>
          <a:xfrm>
            <a:off x="1752004" y="698539"/>
            <a:ext cx="981710" cy="219710"/>
            <a:chOff x="1752004" y="698539"/>
            <a:chExt cx="981710" cy="219710"/>
          </a:xfrm>
        </p:grpSpPr>
        <p:pic>
          <p:nvPicPr>
            <p:cNvPr id="6" name="object 6"/>
            <p:cNvPicPr/>
            <p:nvPr/>
          </p:nvPicPr>
          <p:blipFill>
            <a:blip r:embed="rId4" cstate="print"/>
            <a:stretch>
              <a:fillRect/>
            </a:stretch>
          </p:blipFill>
          <p:spPr>
            <a:xfrm>
              <a:off x="1761530" y="708065"/>
              <a:ext cx="962128" cy="209575"/>
            </a:xfrm>
            <a:prstGeom prst="rect">
              <a:avLst/>
            </a:prstGeom>
          </p:spPr>
        </p:pic>
        <p:pic>
          <p:nvPicPr>
            <p:cNvPr id="7" name="object 7"/>
            <p:cNvPicPr/>
            <p:nvPr/>
          </p:nvPicPr>
          <p:blipFill>
            <a:blip r:embed="rId5" cstate="print"/>
            <a:stretch>
              <a:fillRect/>
            </a:stretch>
          </p:blipFill>
          <p:spPr>
            <a:xfrm>
              <a:off x="1752004" y="698539"/>
              <a:ext cx="981180" cy="209575"/>
            </a:xfrm>
            <a:prstGeom prst="rect">
              <a:avLst/>
            </a:prstGeom>
          </p:spPr>
        </p:pic>
      </p:grpSp>
      <p:sp>
        <p:nvSpPr>
          <p:cNvPr id="8" name="object 8"/>
          <p:cNvSpPr/>
          <p:nvPr/>
        </p:nvSpPr>
        <p:spPr>
          <a:xfrm>
            <a:off x="2828444" y="689014"/>
            <a:ext cx="1181735" cy="210185"/>
          </a:xfrm>
          <a:custGeom>
            <a:avLst/>
            <a:gdLst/>
            <a:ahLst/>
            <a:cxnLst/>
            <a:rect l="l" t="t" r="r" b="b"/>
            <a:pathLst>
              <a:path w="1181735" h="210184">
                <a:moveTo>
                  <a:pt x="1181100" y="209550"/>
                </a:moveTo>
                <a:lnTo>
                  <a:pt x="0" y="209550"/>
                </a:lnTo>
                <a:lnTo>
                  <a:pt x="0" y="0"/>
                </a:lnTo>
                <a:lnTo>
                  <a:pt x="1181100" y="0"/>
                </a:lnTo>
                <a:lnTo>
                  <a:pt x="1181100" y="209550"/>
                </a:lnTo>
                <a:close/>
              </a:path>
            </a:pathLst>
          </a:custGeom>
          <a:solidFill>
            <a:srgbClr val="28908E"/>
          </a:solidFill>
        </p:spPr>
        <p:txBody>
          <a:bodyPr wrap="square" lIns="0" tIns="0" rIns="0" bIns="0" rtlCol="0"/>
          <a:lstStyle/>
          <a:p>
            <a:endParaRPr/>
          </a:p>
        </p:txBody>
      </p:sp>
      <p:sp>
        <p:nvSpPr>
          <p:cNvPr id="9" name="object 9" descr="$PPTXTitle"/>
          <p:cNvSpPr txBox="1">
            <a:spLocks noGrp="1"/>
          </p:cNvSpPr>
          <p:nvPr>
            <p:ph type="title"/>
          </p:nvPr>
        </p:nvSpPr>
        <p:spPr>
          <a:prstGeom prst="rect">
            <a:avLst/>
          </a:prstGeom>
        </p:spPr>
        <p:txBody>
          <a:bodyPr vert="horz" wrap="square" lIns="0" tIns="63505" rIns="0" bIns="0" rtlCol="0">
            <a:spAutoFit/>
          </a:bodyPr>
          <a:lstStyle/>
          <a:p>
            <a:pPr marL="1049655">
              <a:lnSpc>
                <a:spcPct val="100000"/>
              </a:lnSpc>
              <a:spcBef>
                <a:spcPts val="100"/>
              </a:spcBef>
            </a:pPr>
            <a:r>
              <a:rPr sz="2150" spc="-25" dirty="0">
                <a:solidFill>
                  <a:srgbClr val="3B9091"/>
                </a:solidFill>
                <a:latin typeface="Arial MT"/>
                <a:cs typeface="Arial MT"/>
              </a:rPr>
              <a:t>Relational</a:t>
            </a:r>
            <a:endParaRPr sz="2150">
              <a:latin typeface="Arial MT"/>
              <a:cs typeface="Arial MT"/>
            </a:endParaRPr>
          </a:p>
        </p:txBody>
      </p:sp>
      <p:grpSp>
        <p:nvGrpSpPr>
          <p:cNvPr id="10" name="object 10"/>
          <p:cNvGrpSpPr/>
          <p:nvPr/>
        </p:nvGrpSpPr>
        <p:grpSpPr>
          <a:xfrm>
            <a:off x="4104933" y="689014"/>
            <a:ext cx="1105535" cy="229235"/>
            <a:chOff x="4104933" y="689014"/>
            <a:chExt cx="1105535" cy="229235"/>
          </a:xfrm>
        </p:grpSpPr>
        <p:pic>
          <p:nvPicPr>
            <p:cNvPr id="11" name="object 11"/>
            <p:cNvPicPr/>
            <p:nvPr/>
          </p:nvPicPr>
          <p:blipFill>
            <a:blip r:embed="rId6" cstate="print"/>
            <a:stretch>
              <a:fillRect/>
            </a:stretch>
          </p:blipFill>
          <p:spPr>
            <a:xfrm>
              <a:off x="4104933" y="689014"/>
              <a:ext cx="1105019" cy="228627"/>
            </a:xfrm>
            <a:prstGeom prst="rect">
              <a:avLst/>
            </a:prstGeom>
          </p:spPr>
        </p:pic>
        <p:pic>
          <p:nvPicPr>
            <p:cNvPr id="12" name="object 12"/>
            <p:cNvPicPr/>
            <p:nvPr/>
          </p:nvPicPr>
          <p:blipFill>
            <a:blip r:embed="rId7" cstate="print"/>
            <a:stretch>
              <a:fillRect/>
            </a:stretch>
          </p:blipFill>
          <p:spPr>
            <a:xfrm>
              <a:off x="4104933" y="689014"/>
              <a:ext cx="1105019" cy="228627"/>
            </a:xfrm>
            <a:prstGeom prst="rect">
              <a:avLst/>
            </a:prstGeom>
          </p:spPr>
        </p:pic>
      </p:grpSp>
      <p:grpSp>
        <p:nvGrpSpPr>
          <p:cNvPr id="13" name="object 13"/>
          <p:cNvGrpSpPr/>
          <p:nvPr/>
        </p:nvGrpSpPr>
        <p:grpSpPr>
          <a:xfrm>
            <a:off x="5295686" y="689014"/>
            <a:ext cx="848360" cy="219710"/>
            <a:chOff x="5295686" y="689014"/>
            <a:chExt cx="848360" cy="219710"/>
          </a:xfrm>
        </p:grpSpPr>
        <p:pic>
          <p:nvPicPr>
            <p:cNvPr id="14" name="object 14"/>
            <p:cNvPicPr/>
            <p:nvPr/>
          </p:nvPicPr>
          <p:blipFill>
            <a:blip r:embed="rId8" cstate="print"/>
            <a:stretch>
              <a:fillRect/>
            </a:stretch>
          </p:blipFill>
          <p:spPr>
            <a:xfrm>
              <a:off x="5295686" y="689014"/>
              <a:ext cx="847816" cy="219101"/>
            </a:xfrm>
            <a:prstGeom prst="rect">
              <a:avLst/>
            </a:prstGeom>
          </p:spPr>
        </p:pic>
        <p:pic>
          <p:nvPicPr>
            <p:cNvPr id="15" name="object 15"/>
            <p:cNvPicPr/>
            <p:nvPr/>
          </p:nvPicPr>
          <p:blipFill>
            <a:blip r:embed="rId9" cstate="print"/>
            <a:stretch>
              <a:fillRect/>
            </a:stretch>
          </p:blipFill>
          <p:spPr>
            <a:xfrm>
              <a:off x="5295686" y="689014"/>
              <a:ext cx="847816" cy="219101"/>
            </a:xfrm>
            <a:prstGeom prst="rect">
              <a:avLst/>
            </a:prstGeom>
          </p:spPr>
        </p:pic>
      </p:grpSp>
      <p:grpSp>
        <p:nvGrpSpPr>
          <p:cNvPr id="16" name="object 16"/>
          <p:cNvGrpSpPr/>
          <p:nvPr/>
        </p:nvGrpSpPr>
        <p:grpSpPr>
          <a:xfrm>
            <a:off x="6229236" y="679488"/>
            <a:ext cx="1048385" cy="267335"/>
            <a:chOff x="6229236" y="679488"/>
            <a:chExt cx="1048385" cy="267335"/>
          </a:xfrm>
        </p:grpSpPr>
        <p:pic>
          <p:nvPicPr>
            <p:cNvPr id="17" name="object 17"/>
            <p:cNvPicPr/>
            <p:nvPr/>
          </p:nvPicPr>
          <p:blipFill>
            <a:blip r:embed="rId10" cstate="print"/>
            <a:stretch>
              <a:fillRect/>
            </a:stretch>
          </p:blipFill>
          <p:spPr>
            <a:xfrm>
              <a:off x="6229236" y="679488"/>
              <a:ext cx="1047863" cy="266732"/>
            </a:xfrm>
            <a:prstGeom prst="rect">
              <a:avLst/>
            </a:prstGeom>
          </p:spPr>
        </p:pic>
        <p:pic>
          <p:nvPicPr>
            <p:cNvPr id="18" name="object 18"/>
            <p:cNvPicPr/>
            <p:nvPr/>
          </p:nvPicPr>
          <p:blipFill>
            <a:blip r:embed="rId11" cstate="print"/>
            <a:stretch>
              <a:fillRect/>
            </a:stretch>
          </p:blipFill>
          <p:spPr>
            <a:xfrm>
              <a:off x="6229236" y="679488"/>
              <a:ext cx="1047863" cy="266732"/>
            </a:xfrm>
            <a:prstGeom prst="rect">
              <a:avLst/>
            </a:prstGeom>
          </p:spPr>
        </p:pic>
      </p:grpSp>
      <p:grpSp>
        <p:nvGrpSpPr>
          <p:cNvPr id="19" name="object 19"/>
          <p:cNvGrpSpPr/>
          <p:nvPr/>
        </p:nvGrpSpPr>
        <p:grpSpPr>
          <a:xfrm>
            <a:off x="4581234" y="2051253"/>
            <a:ext cx="2000885" cy="772160"/>
            <a:chOff x="4581234" y="2051253"/>
            <a:chExt cx="2000885" cy="772160"/>
          </a:xfrm>
        </p:grpSpPr>
        <p:pic>
          <p:nvPicPr>
            <p:cNvPr id="20" name="object 20"/>
            <p:cNvPicPr/>
            <p:nvPr/>
          </p:nvPicPr>
          <p:blipFill>
            <a:blip r:embed="rId12" cstate="print"/>
            <a:stretch>
              <a:fillRect/>
            </a:stretch>
          </p:blipFill>
          <p:spPr>
            <a:xfrm>
              <a:off x="6438809" y="2051253"/>
              <a:ext cx="142890" cy="771617"/>
            </a:xfrm>
            <a:prstGeom prst="rect">
              <a:avLst/>
            </a:prstGeom>
          </p:spPr>
        </p:pic>
        <p:sp>
          <p:nvSpPr>
            <p:cNvPr id="21" name="object 21"/>
            <p:cNvSpPr/>
            <p:nvPr/>
          </p:nvSpPr>
          <p:spPr>
            <a:xfrm>
              <a:off x="4581234" y="2051253"/>
              <a:ext cx="1991360" cy="762635"/>
            </a:xfrm>
            <a:custGeom>
              <a:avLst/>
              <a:gdLst/>
              <a:ahLst/>
              <a:cxnLst/>
              <a:rect l="l" t="t" r="r" b="b"/>
              <a:pathLst>
                <a:path w="1991359" h="762635">
                  <a:moveTo>
                    <a:pt x="1990725" y="762000"/>
                  </a:moveTo>
                  <a:lnTo>
                    <a:pt x="0" y="762000"/>
                  </a:lnTo>
                  <a:lnTo>
                    <a:pt x="0" y="0"/>
                  </a:lnTo>
                  <a:lnTo>
                    <a:pt x="1990725" y="0"/>
                  </a:lnTo>
                  <a:lnTo>
                    <a:pt x="1990725" y="762000"/>
                  </a:lnTo>
                  <a:close/>
                </a:path>
              </a:pathLst>
            </a:custGeom>
            <a:solidFill>
              <a:srgbClr val="D8F9FF"/>
            </a:solidFill>
          </p:spPr>
          <p:txBody>
            <a:bodyPr wrap="square" lIns="0" tIns="0" rIns="0" bIns="0" rtlCol="0"/>
            <a:lstStyle/>
            <a:p>
              <a:endParaRPr/>
            </a:p>
          </p:txBody>
        </p:sp>
      </p:grpSp>
      <p:sp>
        <p:nvSpPr>
          <p:cNvPr id="22" name="object 22"/>
          <p:cNvSpPr txBox="1"/>
          <p:nvPr/>
        </p:nvSpPr>
        <p:spPr>
          <a:xfrm>
            <a:off x="4581234" y="2051253"/>
            <a:ext cx="1991360" cy="762635"/>
          </a:xfrm>
          <a:prstGeom prst="rect">
            <a:avLst/>
          </a:prstGeom>
        </p:spPr>
        <p:txBody>
          <a:bodyPr vert="horz" wrap="square" lIns="0" tIns="107950" rIns="0" bIns="0" rtlCol="0">
            <a:spAutoFit/>
          </a:bodyPr>
          <a:lstStyle/>
          <a:p>
            <a:pPr marR="27305" algn="ctr">
              <a:lnSpc>
                <a:spcPts val="2020"/>
              </a:lnSpc>
              <a:spcBef>
                <a:spcPts val="850"/>
              </a:spcBef>
            </a:pPr>
            <a:r>
              <a:rPr sz="1700" spc="-155" dirty="0">
                <a:solidFill>
                  <a:srgbClr val="427797"/>
                </a:solidFill>
                <a:latin typeface="Arial MT"/>
                <a:cs typeface="Arial MT"/>
              </a:rPr>
              <a:t>Web</a:t>
            </a:r>
            <a:r>
              <a:rPr sz="1700" spc="10" dirty="0">
                <a:solidFill>
                  <a:srgbClr val="427797"/>
                </a:solidFill>
                <a:latin typeface="Arial MT"/>
                <a:cs typeface="Arial MT"/>
              </a:rPr>
              <a:t> </a:t>
            </a:r>
            <a:r>
              <a:rPr sz="1700" spc="-100" dirty="0">
                <a:solidFill>
                  <a:srgbClr val="5980A0"/>
                </a:solidFill>
                <a:latin typeface="Arial MT"/>
                <a:cs typeface="Arial MT"/>
              </a:rPr>
              <a:t>and</a:t>
            </a:r>
            <a:r>
              <a:rPr sz="1700" spc="-25" dirty="0">
                <a:solidFill>
                  <a:srgbClr val="5980A0"/>
                </a:solidFill>
                <a:latin typeface="Arial MT"/>
                <a:cs typeface="Arial MT"/>
              </a:rPr>
              <a:t> </a:t>
            </a:r>
            <a:r>
              <a:rPr sz="1700" spc="-10" dirty="0">
                <a:solidFill>
                  <a:srgbClr val="5BA7C3"/>
                </a:solidFill>
                <a:latin typeface="Arial MT"/>
                <a:cs typeface="Arial MT"/>
              </a:rPr>
              <a:t>mobile</a:t>
            </a:r>
            <a:endParaRPr sz="1700">
              <a:latin typeface="Arial MT"/>
              <a:cs typeface="Arial MT"/>
            </a:endParaRPr>
          </a:p>
          <a:p>
            <a:pPr marR="41275" algn="ctr">
              <a:lnSpc>
                <a:spcPts val="2140"/>
              </a:lnSpc>
            </a:pPr>
            <a:r>
              <a:rPr sz="1800" spc="-25" dirty="0">
                <a:solidFill>
                  <a:srgbClr val="A1C8CF"/>
                </a:solidFill>
                <a:latin typeface="Arial MT"/>
                <a:cs typeface="Arial MT"/>
              </a:rPr>
              <a:t>applications</a:t>
            </a:r>
            <a:endParaRPr sz="1800">
              <a:latin typeface="Arial MT"/>
              <a:cs typeface="Arial MT"/>
            </a:endParaRPr>
          </a:p>
        </p:txBody>
      </p:sp>
      <p:grpSp>
        <p:nvGrpSpPr>
          <p:cNvPr id="23" name="object 23"/>
          <p:cNvGrpSpPr/>
          <p:nvPr/>
        </p:nvGrpSpPr>
        <p:grpSpPr>
          <a:xfrm>
            <a:off x="7372361" y="679488"/>
            <a:ext cx="562610" cy="267335"/>
            <a:chOff x="7372361" y="679488"/>
            <a:chExt cx="562610" cy="267335"/>
          </a:xfrm>
        </p:grpSpPr>
        <p:pic>
          <p:nvPicPr>
            <p:cNvPr id="24" name="object 24"/>
            <p:cNvPicPr/>
            <p:nvPr/>
          </p:nvPicPr>
          <p:blipFill>
            <a:blip r:embed="rId13" cstate="print"/>
            <a:stretch>
              <a:fillRect/>
            </a:stretch>
          </p:blipFill>
          <p:spPr>
            <a:xfrm>
              <a:off x="7381886" y="689014"/>
              <a:ext cx="542983" cy="247679"/>
            </a:xfrm>
            <a:prstGeom prst="rect">
              <a:avLst/>
            </a:prstGeom>
          </p:spPr>
        </p:pic>
        <p:pic>
          <p:nvPicPr>
            <p:cNvPr id="25" name="object 25"/>
            <p:cNvPicPr/>
            <p:nvPr/>
          </p:nvPicPr>
          <p:blipFill>
            <a:blip r:embed="rId14" cstate="print"/>
            <a:stretch>
              <a:fillRect/>
            </a:stretch>
          </p:blipFill>
          <p:spPr>
            <a:xfrm>
              <a:off x="7372361" y="679488"/>
              <a:ext cx="562035" cy="266732"/>
            </a:xfrm>
            <a:prstGeom prst="rect">
              <a:avLst/>
            </a:prstGeom>
          </p:spPr>
        </p:pic>
      </p:grpSp>
      <p:sp>
        <p:nvSpPr>
          <p:cNvPr id="26" name="object 26"/>
          <p:cNvSpPr/>
          <p:nvPr/>
        </p:nvSpPr>
        <p:spPr>
          <a:xfrm>
            <a:off x="9048941" y="622330"/>
            <a:ext cx="495934" cy="172085"/>
          </a:xfrm>
          <a:custGeom>
            <a:avLst/>
            <a:gdLst/>
            <a:ahLst/>
            <a:cxnLst/>
            <a:rect l="l" t="t" r="r" b="b"/>
            <a:pathLst>
              <a:path w="495934" h="172084">
                <a:moveTo>
                  <a:pt x="495300" y="171450"/>
                </a:moveTo>
                <a:lnTo>
                  <a:pt x="0" y="171450"/>
                </a:lnTo>
                <a:lnTo>
                  <a:pt x="0" y="0"/>
                </a:lnTo>
                <a:lnTo>
                  <a:pt x="495300" y="0"/>
                </a:lnTo>
                <a:lnTo>
                  <a:pt x="495300" y="171450"/>
                </a:lnTo>
                <a:close/>
              </a:path>
            </a:pathLst>
          </a:custGeom>
          <a:solidFill>
            <a:srgbClr val="24758A"/>
          </a:solidFill>
        </p:spPr>
        <p:txBody>
          <a:bodyPr wrap="square" lIns="0" tIns="0" rIns="0" bIns="0" rtlCol="0"/>
          <a:lstStyle/>
          <a:p>
            <a:endParaRPr/>
          </a:p>
        </p:txBody>
      </p:sp>
      <p:sp>
        <p:nvSpPr>
          <p:cNvPr id="27" name="object 27"/>
          <p:cNvSpPr txBox="1"/>
          <p:nvPr/>
        </p:nvSpPr>
        <p:spPr>
          <a:xfrm>
            <a:off x="9029642" y="454037"/>
            <a:ext cx="523875" cy="407034"/>
          </a:xfrm>
          <a:prstGeom prst="rect">
            <a:avLst/>
          </a:prstGeom>
        </p:spPr>
        <p:txBody>
          <a:bodyPr vert="horz" wrap="square" lIns="0" tIns="12700" rIns="0" bIns="0" rtlCol="0">
            <a:spAutoFit/>
          </a:bodyPr>
          <a:lstStyle/>
          <a:p>
            <a:pPr marL="12700">
              <a:lnSpc>
                <a:spcPct val="100000"/>
              </a:lnSpc>
              <a:spcBef>
                <a:spcPts val="100"/>
              </a:spcBef>
            </a:pPr>
            <a:r>
              <a:rPr sz="2500" spc="-355" dirty="0">
                <a:solidFill>
                  <a:srgbClr val="388097"/>
                </a:solidFill>
                <a:latin typeface="Verdana"/>
                <a:cs typeface="Verdana"/>
              </a:rPr>
              <a:t>aws</a:t>
            </a:r>
            <a:endParaRPr sz="2500">
              <a:latin typeface="Verdana"/>
              <a:cs typeface="Verdana"/>
            </a:endParaRPr>
          </a:p>
        </p:txBody>
      </p:sp>
      <p:grpSp>
        <p:nvGrpSpPr>
          <p:cNvPr id="28" name="object 28"/>
          <p:cNvGrpSpPr/>
          <p:nvPr/>
        </p:nvGrpSpPr>
        <p:grpSpPr>
          <a:xfrm>
            <a:off x="9734815" y="650909"/>
            <a:ext cx="410209" cy="143510"/>
            <a:chOff x="9734815" y="650909"/>
            <a:chExt cx="410209" cy="143510"/>
          </a:xfrm>
        </p:grpSpPr>
        <p:pic>
          <p:nvPicPr>
            <p:cNvPr id="29" name="object 29"/>
            <p:cNvPicPr/>
            <p:nvPr/>
          </p:nvPicPr>
          <p:blipFill>
            <a:blip r:embed="rId15" cstate="print"/>
            <a:stretch>
              <a:fillRect/>
            </a:stretch>
          </p:blipFill>
          <p:spPr>
            <a:xfrm>
              <a:off x="9734815" y="650909"/>
              <a:ext cx="409619" cy="142892"/>
            </a:xfrm>
            <a:prstGeom prst="rect">
              <a:avLst/>
            </a:prstGeom>
          </p:spPr>
        </p:pic>
        <p:pic>
          <p:nvPicPr>
            <p:cNvPr id="30" name="object 30"/>
            <p:cNvPicPr/>
            <p:nvPr/>
          </p:nvPicPr>
          <p:blipFill>
            <a:blip r:embed="rId16" cstate="print"/>
            <a:stretch>
              <a:fillRect/>
            </a:stretch>
          </p:blipFill>
          <p:spPr>
            <a:xfrm>
              <a:off x="9734815" y="650909"/>
              <a:ext cx="409619" cy="142892"/>
            </a:xfrm>
            <a:prstGeom prst="rect">
              <a:avLst/>
            </a:prstGeom>
          </p:spPr>
        </p:pic>
      </p:grpSp>
      <p:grpSp>
        <p:nvGrpSpPr>
          <p:cNvPr id="31" name="object 31"/>
          <p:cNvGrpSpPr/>
          <p:nvPr/>
        </p:nvGrpSpPr>
        <p:grpSpPr>
          <a:xfrm>
            <a:off x="8772687" y="2051253"/>
            <a:ext cx="1972310" cy="781685"/>
            <a:chOff x="8772687" y="2051253"/>
            <a:chExt cx="1972310" cy="781685"/>
          </a:xfrm>
        </p:grpSpPr>
        <p:pic>
          <p:nvPicPr>
            <p:cNvPr id="32" name="object 32"/>
            <p:cNvPicPr/>
            <p:nvPr/>
          </p:nvPicPr>
          <p:blipFill>
            <a:blip r:embed="rId17" cstate="print"/>
            <a:stretch>
              <a:fillRect/>
            </a:stretch>
          </p:blipFill>
          <p:spPr>
            <a:xfrm>
              <a:off x="8963206" y="2241776"/>
              <a:ext cx="1590846" cy="457254"/>
            </a:xfrm>
            <a:prstGeom prst="rect">
              <a:avLst/>
            </a:prstGeom>
          </p:spPr>
        </p:pic>
        <p:pic>
          <p:nvPicPr>
            <p:cNvPr id="33" name="object 33"/>
            <p:cNvPicPr/>
            <p:nvPr/>
          </p:nvPicPr>
          <p:blipFill>
            <a:blip r:embed="rId18" cstate="print"/>
            <a:stretch>
              <a:fillRect/>
            </a:stretch>
          </p:blipFill>
          <p:spPr>
            <a:xfrm>
              <a:off x="8772687" y="2051253"/>
              <a:ext cx="1971888" cy="781143"/>
            </a:xfrm>
            <a:prstGeom prst="rect">
              <a:avLst/>
            </a:prstGeom>
          </p:spPr>
        </p:pic>
      </p:grpSp>
      <p:sp>
        <p:nvSpPr>
          <p:cNvPr id="34" name="object 34"/>
          <p:cNvSpPr txBox="1"/>
          <p:nvPr/>
        </p:nvSpPr>
        <p:spPr>
          <a:xfrm>
            <a:off x="1669279" y="5374290"/>
            <a:ext cx="2656840" cy="132715"/>
          </a:xfrm>
          <a:prstGeom prst="rect">
            <a:avLst/>
          </a:prstGeom>
        </p:spPr>
        <p:txBody>
          <a:bodyPr vert="horz" wrap="square" lIns="0" tIns="12700" rIns="0" bIns="0" rtlCol="0">
            <a:spAutoFit/>
          </a:bodyPr>
          <a:lstStyle/>
          <a:p>
            <a:pPr marL="12700">
              <a:lnSpc>
                <a:spcPct val="100000"/>
              </a:lnSpc>
              <a:spcBef>
                <a:spcPts val="100"/>
              </a:spcBef>
            </a:pPr>
            <a:r>
              <a:rPr sz="700" spc="-25" dirty="0">
                <a:solidFill>
                  <a:srgbClr val="676767"/>
                </a:solidFill>
                <a:latin typeface="Arial MT"/>
                <a:cs typeface="Arial MT"/>
              </a:rPr>
              <a:t>62Q2</a:t>
            </a:r>
            <a:r>
              <a:rPr sz="700" spc="-125" dirty="0">
                <a:solidFill>
                  <a:srgbClr val="676767"/>
                </a:solidFill>
                <a:latin typeface="Arial MT"/>
                <a:cs typeface="Arial MT"/>
              </a:rPr>
              <a:t> </a:t>
            </a:r>
            <a:r>
              <a:rPr sz="700" dirty="0">
                <a:solidFill>
                  <a:srgbClr val="999999"/>
                </a:solidFill>
                <a:latin typeface="Arial MT"/>
                <a:cs typeface="Arial MT"/>
              </a:rPr>
              <a:t>1</a:t>
            </a:r>
            <a:r>
              <a:rPr sz="700" spc="30" dirty="0">
                <a:solidFill>
                  <a:srgbClr val="999999"/>
                </a:solidFill>
                <a:latin typeface="Arial MT"/>
                <a:cs typeface="Arial MT"/>
              </a:rPr>
              <a:t> </a:t>
            </a:r>
            <a:r>
              <a:rPr sz="700" spc="50" dirty="0">
                <a:solidFill>
                  <a:srgbClr val="606060"/>
                </a:solidFill>
                <a:latin typeface="Arial MT"/>
                <a:cs typeface="Arial MT"/>
              </a:rPr>
              <a:t>Amaze</a:t>
            </a:r>
            <a:r>
              <a:rPr sz="700" spc="45" dirty="0">
                <a:solidFill>
                  <a:srgbClr val="606060"/>
                </a:solidFill>
                <a:latin typeface="Arial MT"/>
                <a:cs typeface="Arial MT"/>
              </a:rPr>
              <a:t> </a:t>
            </a:r>
            <a:r>
              <a:rPr sz="700" spc="55" dirty="0">
                <a:solidFill>
                  <a:srgbClr val="727272"/>
                </a:solidFill>
                <a:latin typeface="Arial MT"/>
                <a:cs typeface="Arial MT"/>
              </a:rPr>
              <a:t>wa</a:t>
            </a:r>
            <a:r>
              <a:rPr sz="700" spc="345" dirty="0">
                <a:solidFill>
                  <a:srgbClr val="727272"/>
                </a:solidFill>
                <a:latin typeface="Arial MT"/>
                <a:cs typeface="Arial MT"/>
              </a:rPr>
              <a:t> </a:t>
            </a:r>
            <a:r>
              <a:rPr sz="700" spc="114" dirty="0">
                <a:solidFill>
                  <a:srgbClr val="858585"/>
                </a:solidFill>
                <a:latin typeface="Arial MT"/>
                <a:cs typeface="Arial MT"/>
              </a:rPr>
              <a:t>Lewes</a:t>
            </a:r>
            <a:r>
              <a:rPr sz="700" spc="40" dirty="0">
                <a:solidFill>
                  <a:srgbClr val="858585"/>
                </a:solidFill>
                <a:latin typeface="Arial MT"/>
                <a:cs typeface="Arial MT"/>
              </a:rPr>
              <a:t> </a:t>
            </a:r>
            <a:r>
              <a:rPr sz="700" spc="-20" dirty="0">
                <a:solidFill>
                  <a:srgbClr val="909090"/>
                </a:solidFill>
                <a:latin typeface="Arial MT"/>
                <a:cs typeface="Arial MT"/>
              </a:rPr>
              <a:t>Inc. </a:t>
            </a:r>
            <a:r>
              <a:rPr sz="700" dirty="0">
                <a:solidFill>
                  <a:srgbClr val="8A8A8A"/>
                </a:solidFill>
                <a:latin typeface="Arial MT"/>
                <a:cs typeface="Arial MT"/>
              </a:rPr>
              <a:t>or</a:t>
            </a:r>
            <a:r>
              <a:rPr sz="700" spc="5" dirty="0">
                <a:solidFill>
                  <a:srgbClr val="8A8A8A"/>
                </a:solidFill>
                <a:latin typeface="Arial MT"/>
                <a:cs typeface="Arial MT"/>
              </a:rPr>
              <a:t> </a:t>
            </a:r>
            <a:r>
              <a:rPr sz="700" spc="-145" dirty="0">
                <a:solidFill>
                  <a:srgbClr val="5B5B5B"/>
                </a:solidFill>
                <a:latin typeface="Arial MT"/>
                <a:cs typeface="Arial MT"/>
              </a:rPr>
              <a:t>me</a:t>
            </a:r>
            <a:r>
              <a:rPr sz="700" spc="-60" dirty="0">
                <a:solidFill>
                  <a:srgbClr val="5B5B5B"/>
                </a:solidFill>
                <a:latin typeface="Arial MT"/>
                <a:cs typeface="Arial MT"/>
              </a:rPr>
              <a:t> </a:t>
            </a:r>
            <a:r>
              <a:rPr sz="700" spc="-20" dirty="0">
                <a:solidFill>
                  <a:srgbClr val="232323"/>
                </a:solidFill>
                <a:latin typeface="Arial MT"/>
                <a:cs typeface="Arial MT"/>
              </a:rPr>
              <a:t>aGflares.</a:t>
            </a:r>
            <a:r>
              <a:rPr sz="700" spc="40" dirty="0">
                <a:solidFill>
                  <a:srgbClr val="232323"/>
                </a:solidFill>
                <a:latin typeface="Arial MT"/>
                <a:cs typeface="Arial MT"/>
              </a:rPr>
              <a:t> </a:t>
            </a:r>
            <a:r>
              <a:rPr sz="700" spc="-50" dirty="0">
                <a:solidFill>
                  <a:srgbClr val="7C7C7C"/>
                </a:solidFill>
                <a:latin typeface="Arial MT"/>
                <a:cs typeface="Arial MT"/>
              </a:rPr>
              <a:t>Ah </a:t>
            </a:r>
            <a:r>
              <a:rPr sz="700" spc="60" dirty="0">
                <a:solidFill>
                  <a:srgbClr val="666666"/>
                </a:solidFill>
                <a:latin typeface="Arial MT"/>
                <a:cs typeface="Arial MT"/>
              </a:rPr>
              <a:t>nghs</a:t>
            </a:r>
            <a:r>
              <a:rPr sz="700" spc="-15" dirty="0">
                <a:solidFill>
                  <a:srgbClr val="666666"/>
                </a:solidFill>
                <a:latin typeface="Arial MT"/>
                <a:cs typeface="Arial MT"/>
              </a:rPr>
              <a:t> </a:t>
            </a:r>
            <a:r>
              <a:rPr sz="700" spc="-10" dirty="0">
                <a:solidFill>
                  <a:srgbClr val="757575"/>
                </a:solidFill>
                <a:latin typeface="Arial MT"/>
                <a:cs typeface="Arial MT"/>
              </a:rPr>
              <a:t>reserved</a:t>
            </a:r>
            <a:endParaRPr sz="700">
              <a:latin typeface="Arial MT"/>
              <a:cs typeface="Arial MT"/>
            </a:endParaRPr>
          </a:p>
        </p:txBody>
      </p:sp>
      <p:sp>
        <p:nvSpPr>
          <p:cNvPr id="35" name="object 35"/>
          <p:cNvSpPr txBox="1"/>
          <p:nvPr/>
        </p:nvSpPr>
        <p:spPr>
          <a:xfrm>
            <a:off x="4776245" y="1352669"/>
            <a:ext cx="5409565" cy="576580"/>
          </a:xfrm>
          <a:prstGeom prst="rect">
            <a:avLst/>
          </a:prstGeom>
        </p:spPr>
        <p:txBody>
          <a:bodyPr vert="horz" wrap="square" lIns="0" tIns="10795" rIns="0" bIns="0" rtlCol="0">
            <a:spAutoFit/>
          </a:bodyPr>
          <a:lstStyle/>
          <a:p>
            <a:pPr marL="14604" marR="5080" indent="-2540">
              <a:lnSpc>
                <a:spcPct val="100699"/>
              </a:lnSpc>
              <a:spcBef>
                <a:spcPts val="85"/>
              </a:spcBef>
            </a:pPr>
            <a:r>
              <a:rPr sz="1800" spc="-165" dirty="0">
                <a:latin typeface="Arial MT"/>
                <a:cs typeface="Arial MT"/>
              </a:rPr>
              <a:t>Choose</a:t>
            </a:r>
            <a:r>
              <a:rPr sz="1800" spc="35" dirty="0">
                <a:latin typeface="Arial MT"/>
                <a:cs typeface="Arial MT"/>
              </a:rPr>
              <a:t> </a:t>
            </a:r>
            <a:r>
              <a:rPr sz="1800" spc="-150" dirty="0">
                <a:latin typeface="Arial MT"/>
                <a:cs typeface="Arial MT"/>
              </a:rPr>
              <a:t>each</a:t>
            </a:r>
            <a:r>
              <a:rPr sz="1800" spc="-40" dirty="0">
                <a:latin typeface="Arial MT"/>
                <a:cs typeface="Arial MT"/>
              </a:rPr>
              <a:t> </a:t>
            </a:r>
            <a:r>
              <a:rPr sz="1800" spc="-20" dirty="0">
                <a:solidFill>
                  <a:srgbClr val="0F0F0F"/>
                </a:solidFill>
                <a:latin typeface="Arial MT"/>
                <a:cs typeface="Arial MT"/>
              </a:rPr>
              <a:t>button</a:t>
            </a:r>
            <a:r>
              <a:rPr sz="1800" spc="-10" dirty="0">
                <a:solidFill>
                  <a:srgbClr val="0F0F0F"/>
                </a:solidFill>
                <a:latin typeface="Arial MT"/>
                <a:cs typeface="Arial MT"/>
              </a:rPr>
              <a:t> </a:t>
            </a:r>
            <a:r>
              <a:rPr sz="1800" dirty="0">
                <a:latin typeface="Arial MT"/>
                <a:cs typeface="Arial MT"/>
              </a:rPr>
              <a:t>to</a:t>
            </a:r>
            <a:r>
              <a:rPr sz="1800" spc="-50" dirty="0">
                <a:latin typeface="Arial MT"/>
                <a:cs typeface="Arial MT"/>
              </a:rPr>
              <a:t> </a:t>
            </a:r>
            <a:r>
              <a:rPr sz="1800" spc="-90" dirty="0">
                <a:latin typeface="Arial MT"/>
                <a:cs typeface="Arial MT"/>
              </a:rPr>
              <a:t>learn</a:t>
            </a:r>
            <a:r>
              <a:rPr sz="1800" spc="-45" dirty="0">
                <a:latin typeface="Arial MT"/>
                <a:cs typeface="Arial MT"/>
              </a:rPr>
              <a:t> </a:t>
            </a:r>
            <a:r>
              <a:rPr sz="1800" spc="-80" dirty="0">
                <a:latin typeface="Arial MT"/>
                <a:cs typeface="Arial MT"/>
              </a:rPr>
              <a:t>more</a:t>
            </a:r>
            <a:r>
              <a:rPr sz="1800" spc="-15" dirty="0">
                <a:latin typeface="Arial MT"/>
                <a:cs typeface="Arial MT"/>
              </a:rPr>
              <a:t> </a:t>
            </a:r>
            <a:r>
              <a:rPr sz="1800" spc="-150" dirty="0">
                <a:latin typeface="Arial MT"/>
                <a:cs typeface="Arial MT"/>
              </a:rPr>
              <a:t>abOut</a:t>
            </a:r>
            <a:r>
              <a:rPr sz="1800" spc="55" dirty="0">
                <a:latin typeface="Arial MT"/>
                <a:cs typeface="Arial MT"/>
              </a:rPr>
              <a:t> </a:t>
            </a:r>
            <a:r>
              <a:rPr sz="1800" spc="-170" dirty="0">
                <a:solidFill>
                  <a:srgbClr val="151515"/>
                </a:solidFill>
                <a:latin typeface="Arial MT"/>
                <a:cs typeface="Arial MT"/>
              </a:rPr>
              <a:t>ways</a:t>
            </a:r>
            <a:r>
              <a:rPr sz="1800" spc="-60" dirty="0">
                <a:solidFill>
                  <a:srgbClr val="151515"/>
                </a:solidFill>
                <a:latin typeface="Arial MT"/>
                <a:cs typeface="Arial MT"/>
              </a:rPr>
              <a:t> </a:t>
            </a:r>
            <a:r>
              <a:rPr sz="1800" spc="-60" dirty="0">
                <a:latin typeface="Arial MT"/>
                <a:cs typeface="Arial MT"/>
              </a:rPr>
              <a:t>you</a:t>
            </a:r>
            <a:r>
              <a:rPr sz="1800" spc="-35" dirty="0">
                <a:latin typeface="Arial MT"/>
                <a:cs typeface="Arial MT"/>
              </a:rPr>
              <a:t> </a:t>
            </a:r>
            <a:r>
              <a:rPr sz="1800" spc="-135" dirty="0">
                <a:solidFill>
                  <a:srgbClr val="1C1C1C"/>
                </a:solidFill>
                <a:latin typeface="Arial MT"/>
                <a:cs typeface="Arial MT"/>
              </a:rPr>
              <a:t>can</a:t>
            </a:r>
            <a:r>
              <a:rPr sz="1800" spc="-60" dirty="0">
                <a:solidFill>
                  <a:srgbClr val="1C1C1C"/>
                </a:solidFill>
                <a:latin typeface="Arial MT"/>
                <a:cs typeface="Arial MT"/>
              </a:rPr>
              <a:t> </a:t>
            </a:r>
            <a:r>
              <a:rPr sz="1800" spc="-114" dirty="0">
                <a:latin typeface="Arial MT"/>
                <a:cs typeface="Arial MT"/>
              </a:rPr>
              <a:t>use </a:t>
            </a:r>
            <a:r>
              <a:rPr sz="1800" spc="-210" dirty="0">
                <a:latin typeface="Arial MT"/>
                <a:cs typeface="Arial MT"/>
              </a:rPr>
              <a:t>AmazOn</a:t>
            </a:r>
            <a:r>
              <a:rPr sz="1800" spc="40" dirty="0">
                <a:latin typeface="Arial MT"/>
                <a:cs typeface="Arial MT"/>
              </a:rPr>
              <a:t> </a:t>
            </a:r>
            <a:r>
              <a:rPr sz="1800" spc="-275" dirty="0">
                <a:latin typeface="Arial MT"/>
                <a:cs typeface="Arial MT"/>
              </a:rPr>
              <a:t>RDS.</a:t>
            </a:r>
            <a:endParaRPr sz="1800">
              <a:latin typeface="Arial MT"/>
              <a:cs typeface="Arial MT"/>
            </a:endParaRPr>
          </a:p>
        </p:txBody>
      </p:sp>
      <p:sp>
        <p:nvSpPr>
          <p:cNvPr id="36" name="object 36"/>
          <p:cNvSpPr txBox="1"/>
          <p:nvPr/>
        </p:nvSpPr>
        <p:spPr>
          <a:xfrm>
            <a:off x="4723443" y="3003868"/>
            <a:ext cx="5685790" cy="1964055"/>
          </a:xfrm>
          <a:prstGeom prst="rect">
            <a:avLst/>
          </a:prstGeom>
        </p:spPr>
        <p:txBody>
          <a:bodyPr vert="horz" wrap="square" lIns="0" tIns="25400" rIns="0" bIns="0" rtlCol="0">
            <a:spAutoFit/>
          </a:bodyPr>
          <a:lstStyle/>
          <a:p>
            <a:pPr marL="12700" marR="5080" indent="6985">
              <a:lnSpc>
                <a:spcPts val="2180"/>
              </a:lnSpc>
              <a:spcBef>
                <a:spcPts val="200"/>
              </a:spcBef>
            </a:pPr>
            <a:r>
              <a:rPr sz="1850" spc="-170" dirty="0">
                <a:latin typeface="Arial MT"/>
                <a:cs typeface="Arial MT"/>
              </a:rPr>
              <a:t>Amazon</a:t>
            </a:r>
            <a:r>
              <a:rPr sz="1850" spc="-35" dirty="0">
                <a:latin typeface="Arial MT"/>
                <a:cs typeface="Arial MT"/>
              </a:rPr>
              <a:t> </a:t>
            </a:r>
            <a:r>
              <a:rPr sz="1850" spc="-330" dirty="0">
                <a:latin typeface="Arial MT"/>
                <a:cs typeface="Arial MT"/>
              </a:rPr>
              <a:t>RDS</a:t>
            </a:r>
            <a:r>
              <a:rPr sz="1850" spc="-85" dirty="0">
                <a:latin typeface="Arial MT"/>
                <a:cs typeface="Arial MT"/>
              </a:rPr>
              <a:t> </a:t>
            </a:r>
            <a:r>
              <a:rPr sz="1850" spc="-75" dirty="0">
                <a:latin typeface="Arial MT"/>
                <a:cs typeface="Arial MT"/>
              </a:rPr>
              <a:t>offers</a:t>
            </a:r>
            <a:r>
              <a:rPr sz="1850" spc="-10" dirty="0">
                <a:latin typeface="Arial MT"/>
                <a:cs typeface="Arial MT"/>
              </a:rPr>
              <a:t> </a:t>
            </a:r>
            <a:r>
              <a:rPr sz="1850" spc="-100" dirty="0">
                <a:latin typeface="Arial MT"/>
                <a:cs typeface="Arial MT"/>
              </a:rPr>
              <a:t>small</a:t>
            </a:r>
            <a:r>
              <a:rPr sz="1850" spc="-75" dirty="0">
                <a:latin typeface="Arial MT"/>
                <a:cs typeface="Arial MT"/>
              </a:rPr>
              <a:t> </a:t>
            </a:r>
            <a:r>
              <a:rPr sz="1850" spc="-155" dirty="0">
                <a:solidFill>
                  <a:srgbClr val="0E0E0E"/>
                </a:solidFill>
                <a:latin typeface="Arial MT"/>
                <a:cs typeface="Arial MT"/>
              </a:rPr>
              <a:t>and</a:t>
            </a:r>
            <a:r>
              <a:rPr sz="1850" spc="20" dirty="0">
                <a:solidFill>
                  <a:srgbClr val="0E0E0E"/>
                </a:solidFill>
                <a:latin typeface="Arial MT"/>
                <a:cs typeface="Arial MT"/>
              </a:rPr>
              <a:t> </a:t>
            </a:r>
            <a:r>
              <a:rPr sz="1850" spc="-125" dirty="0">
                <a:latin typeface="Arial MT"/>
                <a:cs typeface="Arial MT"/>
              </a:rPr>
              <a:t>large</a:t>
            </a:r>
            <a:r>
              <a:rPr sz="1850" spc="-10" dirty="0">
                <a:latin typeface="Arial MT"/>
                <a:cs typeface="Arial MT"/>
              </a:rPr>
              <a:t> </a:t>
            </a:r>
            <a:r>
              <a:rPr sz="1850" spc="-165" dirty="0">
                <a:solidFill>
                  <a:srgbClr val="131313"/>
                </a:solidFill>
                <a:latin typeface="Arial MT"/>
                <a:cs typeface="Arial MT"/>
              </a:rPr>
              <a:t>ecommerce</a:t>
            </a:r>
            <a:r>
              <a:rPr sz="1850" spc="90" dirty="0">
                <a:solidFill>
                  <a:srgbClr val="131313"/>
                </a:solidFill>
                <a:latin typeface="Arial MT"/>
                <a:cs typeface="Arial MT"/>
              </a:rPr>
              <a:t> </a:t>
            </a:r>
            <a:r>
              <a:rPr sz="1850" spc="-170" dirty="0">
                <a:solidFill>
                  <a:srgbClr val="0E0E0E"/>
                </a:solidFill>
                <a:latin typeface="Arial MT"/>
                <a:cs typeface="Arial MT"/>
              </a:rPr>
              <a:t>businesses</a:t>
            </a:r>
            <a:r>
              <a:rPr sz="1850" spc="65" dirty="0">
                <a:solidFill>
                  <a:srgbClr val="0E0E0E"/>
                </a:solidFill>
                <a:latin typeface="Arial MT"/>
                <a:cs typeface="Arial MT"/>
              </a:rPr>
              <a:t> </a:t>
            </a:r>
            <a:r>
              <a:rPr sz="1850" spc="-320" dirty="0">
                <a:latin typeface="Arial MT"/>
                <a:cs typeface="Arial MT"/>
              </a:rPr>
              <a:t>a</a:t>
            </a:r>
            <a:r>
              <a:rPr sz="1850" spc="-90" dirty="0">
                <a:latin typeface="Arial MT"/>
                <a:cs typeface="Arial MT"/>
              </a:rPr>
              <a:t> flexible,</a:t>
            </a:r>
            <a:r>
              <a:rPr sz="1850" spc="-20" dirty="0">
                <a:latin typeface="Arial MT"/>
                <a:cs typeface="Arial MT"/>
              </a:rPr>
              <a:t> </a:t>
            </a:r>
            <a:r>
              <a:rPr sz="1850" spc="-175" dirty="0">
                <a:latin typeface="Arial MT"/>
                <a:cs typeface="Arial MT"/>
              </a:rPr>
              <a:t>secured,</a:t>
            </a:r>
            <a:r>
              <a:rPr sz="1850" spc="50" dirty="0">
                <a:latin typeface="Arial MT"/>
                <a:cs typeface="Arial MT"/>
              </a:rPr>
              <a:t> </a:t>
            </a:r>
            <a:r>
              <a:rPr sz="1850" spc="-75" dirty="0">
                <a:latin typeface="Arial MT"/>
                <a:cs typeface="Arial MT"/>
              </a:rPr>
              <a:t>highly</a:t>
            </a:r>
            <a:r>
              <a:rPr sz="1850" spc="20" dirty="0">
                <a:latin typeface="Arial MT"/>
                <a:cs typeface="Arial MT"/>
              </a:rPr>
              <a:t> </a:t>
            </a:r>
            <a:r>
              <a:rPr sz="1850" spc="-155" dirty="0">
                <a:latin typeface="Arial MT"/>
                <a:cs typeface="Arial MT"/>
              </a:rPr>
              <a:t>scalable,</a:t>
            </a:r>
            <a:r>
              <a:rPr sz="1850" spc="20" dirty="0">
                <a:latin typeface="Arial MT"/>
                <a:cs typeface="Arial MT"/>
              </a:rPr>
              <a:t> </a:t>
            </a:r>
            <a:r>
              <a:rPr sz="1850" spc="-155" dirty="0">
                <a:latin typeface="Arial MT"/>
                <a:cs typeface="Arial MT"/>
              </a:rPr>
              <a:t>and</a:t>
            </a:r>
            <a:r>
              <a:rPr sz="1850" spc="5" dirty="0">
                <a:latin typeface="Arial MT"/>
                <a:cs typeface="Arial MT"/>
              </a:rPr>
              <a:t> </a:t>
            </a:r>
            <a:r>
              <a:rPr sz="1850" spc="-114" dirty="0">
                <a:latin typeface="Arial MT"/>
                <a:cs typeface="Arial MT"/>
              </a:rPr>
              <a:t>low-</a:t>
            </a:r>
            <a:r>
              <a:rPr sz="1850" spc="-70" dirty="0">
                <a:latin typeface="Arial MT"/>
                <a:cs typeface="Arial MT"/>
              </a:rPr>
              <a:t>cost</a:t>
            </a:r>
            <a:r>
              <a:rPr sz="1850" spc="80" dirty="0">
                <a:latin typeface="Arial MT"/>
                <a:cs typeface="Arial MT"/>
              </a:rPr>
              <a:t> </a:t>
            </a:r>
            <a:r>
              <a:rPr sz="1850" spc="-35" dirty="0">
                <a:latin typeface="Arial MT"/>
                <a:cs typeface="Arial MT"/>
              </a:rPr>
              <a:t>database </a:t>
            </a:r>
            <a:r>
              <a:rPr sz="1800" spc="-50" dirty="0">
                <a:latin typeface="Arial MT"/>
                <a:cs typeface="Arial MT"/>
              </a:rPr>
              <a:t>solution</a:t>
            </a:r>
            <a:r>
              <a:rPr sz="1800" spc="-75" dirty="0">
                <a:latin typeface="Arial MT"/>
                <a:cs typeface="Arial MT"/>
              </a:rPr>
              <a:t> </a:t>
            </a:r>
            <a:r>
              <a:rPr sz="1800" dirty="0">
                <a:latin typeface="Arial MT"/>
                <a:cs typeface="Arial MT"/>
              </a:rPr>
              <a:t>for</a:t>
            </a:r>
            <a:r>
              <a:rPr sz="1800" spc="-85" dirty="0">
                <a:latin typeface="Arial MT"/>
                <a:cs typeface="Arial MT"/>
              </a:rPr>
              <a:t> </a:t>
            </a:r>
            <a:r>
              <a:rPr sz="1800" spc="-70" dirty="0">
                <a:latin typeface="Arial MT"/>
                <a:cs typeface="Arial MT"/>
              </a:rPr>
              <a:t>online</a:t>
            </a:r>
            <a:r>
              <a:rPr sz="1800" spc="-15" dirty="0">
                <a:latin typeface="Arial MT"/>
                <a:cs typeface="Arial MT"/>
              </a:rPr>
              <a:t> </a:t>
            </a:r>
            <a:r>
              <a:rPr sz="1800" spc="-150" dirty="0">
                <a:latin typeface="Arial MT"/>
                <a:cs typeface="Arial MT"/>
              </a:rPr>
              <a:t>sales</a:t>
            </a:r>
            <a:r>
              <a:rPr sz="1800" spc="-25" dirty="0">
                <a:latin typeface="Arial MT"/>
                <a:cs typeface="Arial MT"/>
              </a:rPr>
              <a:t> </a:t>
            </a:r>
            <a:r>
              <a:rPr sz="1800" spc="-114" dirty="0">
                <a:solidFill>
                  <a:srgbClr val="111111"/>
                </a:solidFill>
                <a:latin typeface="Arial MT"/>
                <a:cs typeface="Arial MT"/>
              </a:rPr>
              <a:t>and</a:t>
            </a:r>
            <a:r>
              <a:rPr sz="1800" spc="-10" dirty="0">
                <a:solidFill>
                  <a:srgbClr val="111111"/>
                </a:solidFill>
                <a:latin typeface="Arial MT"/>
                <a:cs typeface="Arial MT"/>
              </a:rPr>
              <a:t> </a:t>
            </a:r>
            <a:r>
              <a:rPr sz="1800" spc="-65" dirty="0">
                <a:latin typeface="Arial MT"/>
                <a:cs typeface="Arial MT"/>
              </a:rPr>
              <a:t>retailing.</a:t>
            </a:r>
            <a:r>
              <a:rPr sz="1800" spc="5" dirty="0">
                <a:latin typeface="Arial MT"/>
                <a:cs typeface="Arial MT"/>
              </a:rPr>
              <a:t> </a:t>
            </a:r>
            <a:r>
              <a:rPr sz="1800" spc="-130" dirty="0">
                <a:solidFill>
                  <a:srgbClr val="0E0E0E"/>
                </a:solidFill>
                <a:latin typeface="Arial MT"/>
                <a:cs typeface="Arial MT"/>
              </a:rPr>
              <a:t>Amazon</a:t>
            </a:r>
            <a:r>
              <a:rPr sz="1800" spc="45" dirty="0">
                <a:solidFill>
                  <a:srgbClr val="0E0E0E"/>
                </a:solidFill>
                <a:latin typeface="Arial MT"/>
                <a:cs typeface="Arial MT"/>
              </a:rPr>
              <a:t> </a:t>
            </a:r>
            <a:r>
              <a:rPr sz="1800" spc="-310" dirty="0">
                <a:latin typeface="Arial MT"/>
                <a:cs typeface="Arial MT"/>
              </a:rPr>
              <a:t>RDS</a:t>
            </a:r>
            <a:r>
              <a:rPr sz="1800" spc="10" dirty="0">
                <a:latin typeface="Arial MT"/>
                <a:cs typeface="Arial MT"/>
              </a:rPr>
              <a:t> </a:t>
            </a:r>
            <a:r>
              <a:rPr sz="1800" spc="-95" dirty="0">
                <a:latin typeface="Arial MT"/>
                <a:cs typeface="Arial MT"/>
              </a:rPr>
              <a:t>provides</a:t>
            </a:r>
            <a:r>
              <a:rPr sz="1800" dirty="0">
                <a:latin typeface="Arial MT"/>
                <a:cs typeface="Arial MT"/>
              </a:rPr>
              <a:t> </a:t>
            </a:r>
            <a:r>
              <a:rPr sz="1800" spc="-95" dirty="0">
                <a:latin typeface="Arial MT"/>
                <a:cs typeface="Arial MT"/>
              </a:rPr>
              <a:t>a </a:t>
            </a:r>
            <a:r>
              <a:rPr sz="1800" spc="-114" dirty="0">
                <a:latin typeface="Arial MT"/>
                <a:cs typeface="Arial MT"/>
              </a:rPr>
              <a:t>managed</a:t>
            </a:r>
            <a:r>
              <a:rPr sz="1800" spc="35" dirty="0">
                <a:latin typeface="Arial MT"/>
                <a:cs typeface="Arial MT"/>
              </a:rPr>
              <a:t> </a:t>
            </a:r>
            <a:r>
              <a:rPr sz="1800" spc="-125" dirty="0">
                <a:latin typeface="Arial MT"/>
                <a:cs typeface="Arial MT"/>
              </a:rPr>
              <a:t>database</a:t>
            </a:r>
            <a:r>
              <a:rPr sz="1800" dirty="0">
                <a:latin typeface="Arial MT"/>
                <a:cs typeface="Arial MT"/>
              </a:rPr>
              <a:t> </a:t>
            </a:r>
            <a:r>
              <a:rPr sz="1800" spc="-40" dirty="0">
                <a:solidFill>
                  <a:srgbClr val="0A0A0A"/>
                </a:solidFill>
                <a:latin typeface="Arial MT"/>
                <a:cs typeface="Arial MT"/>
              </a:rPr>
              <a:t>offering</a:t>
            </a:r>
            <a:r>
              <a:rPr sz="1800" spc="60" dirty="0">
                <a:solidFill>
                  <a:srgbClr val="0A0A0A"/>
                </a:solidFill>
                <a:latin typeface="Arial MT"/>
                <a:cs typeface="Arial MT"/>
              </a:rPr>
              <a:t> </a:t>
            </a:r>
            <a:r>
              <a:rPr sz="1800" dirty="0">
                <a:solidFill>
                  <a:srgbClr val="161616"/>
                </a:solidFill>
                <a:latin typeface="Arial MT"/>
                <a:cs typeface="Arial MT"/>
              </a:rPr>
              <a:t>to</a:t>
            </a:r>
            <a:r>
              <a:rPr sz="1800" spc="-95" dirty="0">
                <a:solidFill>
                  <a:srgbClr val="161616"/>
                </a:solidFill>
                <a:latin typeface="Arial MT"/>
                <a:cs typeface="Arial MT"/>
              </a:rPr>
              <a:t> </a:t>
            </a:r>
            <a:r>
              <a:rPr sz="1800" spc="-75" dirty="0">
                <a:latin typeface="Arial MT"/>
                <a:cs typeface="Arial MT"/>
              </a:rPr>
              <a:t>help</a:t>
            </a:r>
            <a:r>
              <a:rPr sz="1800" spc="-45" dirty="0">
                <a:latin typeface="Arial MT"/>
                <a:cs typeface="Arial MT"/>
              </a:rPr>
              <a:t> </a:t>
            </a:r>
            <a:r>
              <a:rPr sz="1800" spc="-100" dirty="0">
                <a:latin typeface="Arial MT"/>
                <a:cs typeface="Arial MT"/>
              </a:rPr>
              <a:t>e-</a:t>
            </a:r>
            <a:r>
              <a:rPr sz="1800" spc="-120" dirty="0">
                <a:latin typeface="Arial MT"/>
                <a:cs typeface="Arial MT"/>
              </a:rPr>
              <a:t>commerce</a:t>
            </a:r>
            <a:r>
              <a:rPr sz="1800" spc="10" dirty="0">
                <a:latin typeface="Arial MT"/>
                <a:cs typeface="Arial MT"/>
              </a:rPr>
              <a:t> </a:t>
            </a:r>
            <a:r>
              <a:rPr sz="1800" spc="-25" dirty="0">
                <a:latin typeface="Arial MT"/>
                <a:cs typeface="Arial MT"/>
              </a:rPr>
              <a:t>companies </a:t>
            </a:r>
            <a:r>
              <a:rPr sz="1850" spc="-105" dirty="0">
                <a:latin typeface="Arial MT"/>
                <a:cs typeface="Arial MT"/>
              </a:rPr>
              <a:t>meet</a:t>
            </a:r>
            <a:r>
              <a:rPr sz="1850" spc="-10" dirty="0">
                <a:latin typeface="Arial MT"/>
                <a:cs typeface="Arial MT"/>
              </a:rPr>
              <a:t> </a:t>
            </a:r>
            <a:r>
              <a:rPr sz="1850" spc="-110" dirty="0">
                <a:solidFill>
                  <a:srgbClr val="161616"/>
                </a:solidFill>
                <a:latin typeface="Arial MT"/>
                <a:cs typeface="Arial MT"/>
              </a:rPr>
              <a:t>payment</a:t>
            </a:r>
            <a:r>
              <a:rPr sz="1850" spc="55" dirty="0">
                <a:solidFill>
                  <a:srgbClr val="161616"/>
                </a:solidFill>
                <a:latin typeface="Arial MT"/>
                <a:cs typeface="Arial MT"/>
              </a:rPr>
              <a:t> </a:t>
            </a:r>
            <a:r>
              <a:rPr sz="1850" spc="-155" dirty="0">
                <a:latin typeface="Arial MT"/>
                <a:cs typeface="Arial MT"/>
              </a:rPr>
              <a:t>card</a:t>
            </a:r>
            <a:r>
              <a:rPr sz="1850" spc="-60" dirty="0">
                <a:latin typeface="Arial MT"/>
                <a:cs typeface="Arial MT"/>
              </a:rPr>
              <a:t> </a:t>
            </a:r>
            <a:r>
              <a:rPr sz="1850" spc="-85" dirty="0">
                <a:latin typeface="Arial MT"/>
                <a:cs typeface="Arial MT"/>
              </a:rPr>
              <a:t>industry</a:t>
            </a:r>
            <a:r>
              <a:rPr sz="1850" spc="35" dirty="0">
                <a:latin typeface="Arial MT"/>
                <a:cs typeface="Arial MT"/>
              </a:rPr>
              <a:t> </a:t>
            </a:r>
            <a:r>
              <a:rPr sz="1850" spc="-240" dirty="0">
                <a:solidFill>
                  <a:srgbClr val="111111"/>
                </a:solidFill>
                <a:latin typeface="Arial MT"/>
                <a:cs typeface="Arial MT"/>
              </a:rPr>
              <a:t>(PCI)</a:t>
            </a:r>
            <a:r>
              <a:rPr sz="1850" spc="15" dirty="0">
                <a:solidFill>
                  <a:srgbClr val="111111"/>
                </a:solidFill>
                <a:latin typeface="Arial MT"/>
                <a:cs typeface="Arial MT"/>
              </a:rPr>
              <a:t> </a:t>
            </a:r>
            <a:r>
              <a:rPr sz="1850" spc="-135" dirty="0">
                <a:latin typeface="Arial MT"/>
                <a:cs typeface="Arial MT"/>
              </a:rPr>
              <a:t>compliance</a:t>
            </a:r>
            <a:r>
              <a:rPr sz="1850" spc="80" dirty="0">
                <a:latin typeface="Arial MT"/>
                <a:cs typeface="Arial MT"/>
              </a:rPr>
              <a:t> </a:t>
            </a:r>
            <a:r>
              <a:rPr sz="1850" spc="-125" dirty="0">
                <a:solidFill>
                  <a:srgbClr val="131313"/>
                </a:solidFill>
                <a:latin typeface="Arial MT"/>
                <a:cs typeface="Arial MT"/>
              </a:rPr>
              <a:t>and</a:t>
            </a:r>
            <a:r>
              <a:rPr sz="1850" spc="-60" dirty="0">
                <a:solidFill>
                  <a:srgbClr val="131313"/>
                </a:solidFill>
                <a:latin typeface="Arial MT"/>
                <a:cs typeface="Arial MT"/>
              </a:rPr>
              <a:t> </a:t>
            </a:r>
            <a:r>
              <a:rPr sz="1850" spc="-130" dirty="0">
                <a:latin typeface="Arial MT"/>
                <a:cs typeface="Arial MT"/>
              </a:rPr>
              <a:t>focus</a:t>
            </a:r>
            <a:r>
              <a:rPr sz="1850" spc="-10" dirty="0">
                <a:latin typeface="Arial MT"/>
                <a:cs typeface="Arial MT"/>
              </a:rPr>
              <a:t> </a:t>
            </a:r>
            <a:r>
              <a:rPr sz="1850" spc="-25" dirty="0">
                <a:solidFill>
                  <a:srgbClr val="181818"/>
                </a:solidFill>
                <a:latin typeface="Arial MT"/>
                <a:cs typeface="Arial MT"/>
              </a:rPr>
              <a:t>on </a:t>
            </a:r>
            <a:r>
              <a:rPr sz="1800" spc="-65" dirty="0">
                <a:solidFill>
                  <a:srgbClr val="0A0A0A"/>
                </a:solidFill>
                <a:latin typeface="Arial MT"/>
                <a:cs typeface="Arial MT"/>
              </a:rPr>
              <a:t>building</a:t>
            </a:r>
            <a:r>
              <a:rPr sz="1800" spc="-30" dirty="0">
                <a:solidFill>
                  <a:srgbClr val="0A0A0A"/>
                </a:solidFill>
                <a:latin typeface="Arial MT"/>
                <a:cs typeface="Arial MT"/>
              </a:rPr>
              <a:t> </a:t>
            </a:r>
            <a:r>
              <a:rPr sz="1800" spc="-50" dirty="0">
                <a:latin typeface="Arial MT"/>
                <a:cs typeface="Arial MT"/>
              </a:rPr>
              <a:t>high</a:t>
            </a:r>
            <a:r>
              <a:rPr sz="1800" spc="-35" dirty="0">
                <a:latin typeface="Arial MT"/>
                <a:cs typeface="Arial MT"/>
              </a:rPr>
              <a:t> </a:t>
            </a:r>
            <a:r>
              <a:rPr sz="1800" spc="-45" dirty="0">
                <a:latin typeface="Arial MT"/>
                <a:cs typeface="Arial MT"/>
              </a:rPr>
              <a:t>quality</a:t>
            </a:r>
            <a:r>
              <a:rPr sz="1800" spc="5" dirty="0">
                <a:latin typeface="Arial MT"/>
                <a:cs typeface="Arial MT"/>
              </a:rPr>
              <a:t> </a:t>
            </a:r>
            <a:r>
              <a:rPr sz="1800" spc="-90" dirty="0">
                <a:latin typeface="Arial MT"/>
                <a:cs typeface="Arial MT"/>
              </a:rPr>
              <a:t>customer</a:t>
            </a:r>
            <a:r>
              <a:rPr sz="1800" spc="15" dirty="0">
                <a:latin typeface="Arial MT"/>
                <a:cs typeface="Arial MT"/>
              </a:rPr>
              <a:t> </a:t>
            </a:r>
            <a:r>
              <a:rPr sz="1800" spc="-140" dirty="0">
                <a:latin typeface="Arial MT"/>
                <a:cs typeface="Arial MT"/>
              </a:rPr>
              <a:t>experiences.</a:t>
            </a:r>
            <a:r>
              <a:rPr sz="1800" spc="80" dirty="0">
                <a:latin typeface="Arial MT"/>
                <a:cs typeface="Arial MT"/>
              </a:rPr>
              <a:t> </a:t>
            </a:r>
            <a:r>
              <a:rPr sz="1800" spc="-125" dirty="0">
                <a:solidFill>
                  <a:srgbClr val="0E0E0E"/>
                </a:solidFill>
                <a:latin typeface="Arial MT"/>
                <a:cs typeface="Arial MT"/>
              </a:rPr>
              <a:t>They</a:t>
            </a:r>
            <a:r>
              <a:rPr sz="1800" spc="20" dirty="0">
                <a:solidFill>
                  <a:srgbClr val="0E0E0E"/>
                </a:solidFill>
                <a:latin typeface="Arial MT"/>
                <a:cs typeface="Arial MT"/>
              </a:rPr>
              <a:t> </a:t>
            </a:r>
            <a:r>
              <a:rPr sz="1800" spc="-50" dirty="0">
                <a:latin typeface="Arial MT"/>
                <a:cs typeface="Arial MT"/>
              </a:rPr>
              <a:t>don't</a:t>
            </a:r>
            <a:r>
              <a:rPr sz="1800" spc="-85" dirty="0">
                <a:latin typeface="Arial MT"/>
                <a:cs typeface="Arial MT"/>
              </a:rPr>
              <a:t> </a:t>
            </a:r>
            <a:r>
              <a:rPr sz="1800" spc="-20" dirty="0">
                <a:solidFill>
                  <a:srgbClr val="0C0C0C"/>
                </a:solidFill>
                <a:latin typeface="Arial MT"/>
                <a:cs typeface="Arial MT"/>
              </a:rPr>
              <a:t>need </a:t>
            </a:r>
            <a:r>
              <a:rPr sz="1800" dirty="0">
                <a:solidFill>
                  <a:srgbClr val="151515"/>
                </a:solidFill>
                <a:latin typeface="Arial MT"/>
                <a:cs typeface="Arial MT"/>
              </a:rPr>
              <a:t>to</a:t>
            </a:r>
            <a:r>
              <a:rPr sz="1800" spc="-85" dirty="0">
                <a:solidFill>
                  <a:srgbClr val="151515"/>
                </a:solidFill>
                <a:latin typeface="Arial MT"/>
                <a:cs typeface="Arial MT"/>
              </a:rPr>
              <a:t> </a:t>
            </a:r>
            <a:r>
              <a:rPr sz="1800" spc="-65" dirty="0">
                <a:solidFill>
                  <a:srgbClr val="181818"/>
                </a:solidFill>
                <a:latin typeface="Arial MT"/>
                <a:cs typeface="Arial MT"/>
              </a:rPr>
              <a:t>worry</a:t>
            </a:r>
            <a:r>
              <a:rPr sz="1800" spc="-30" dirty="0">
                <a:solidFill>
                  <a:srgbClr val="181818"/>
                </a:solidFill>
                <a:latin typeface="Arial MT"/>
                <a:cs typeface="Arial MT"/>
              </a:rPr>
              <a:t> </a:t>
            </a:r>
            <a:r>
              <a:rPr sz="1800" spc="-65" dirty="0">
                <a:latin typeface="Arial MT"/>
                <a:cs typeface="Arial MT"/>
              </a:rPr>
              <a:t>about</a:t>
            </a:r>
            <a:r>
              <a:rPr sz="1800" dirty="0">
                <a:latin typeface="Arial MT"/>
                <a:cs typeface="Arial MT"/>
              </a:rPr>
              <a:t> </a:t>
            </a:r>
            <a:r>
              <a:rPr sz="1800" spc="-100" dirty="0">
                <a:latin typeface="Arial MT"/>
                <a:cs typeface="Arial MT"/>
              </a:rPr>
              <a:t>managing</a:t>
            </a:r>
            <a:r>
              <a:rPr sz="1800" spc="-20" dirty="0">
                <a:latin typeface="Arial MT"/>
                <a:cs typeface="Arial MT"/>
              </a:rPr>
              <a:t> </a:t>
            </a:r>
            <a:r>
              <a:rPr sz="1800" spc="-25" dirty="0">
                <a:solidFill>
                  <a:srgbClr val="1D1D1D"/>
                </a:solidFill>
                <a:latin typeface="Arial MT"/>
                <a:cs typeface="Arial MT"/>
              </a:rPr>
              <a:t>the</a:t>
            </a:r>
            <a:r>
              <a:rPr sz="1800" spc="-100" dirty="0">
                <a:solidFill>
                  <a:srgbClr val="1D1D1D"/>
                </a:solidFill>
                <a:latin typeface="Arial MT"/>
                <a:cs typeface="Arial MT"/>
              </a:rPr>
              <a:t> </a:t>
            </a:r>
            <a:r>
              <a:rPr sz="1800" spc="-65" dirty="0">
                <a:latin typeface="Arial MT"/>
                <a:cs typeface="Arial MT"/>
              </a:rPr>
              <a:t>underlying</a:t>
            </a:r>
            <a:r>
              <a:rPr sz="1800" spc="20" dirty="0">
                <a:latin typeface="Arial MT"/>
                <a:cs typeface="Arial MT"/>
              </a:rPr>
              <a:t> </a:t>
            </a:r>
            <a:r>
              <a:rPr sz="1800" spc="-20" dirty="0">
                <a:latin typeface="Arial MT"/>
                <a:cs typeface="Arial MT"/>
              </a:rPr>
              <a:t>database.</a:t>
            </a:r>
            <a:endParaRPr sz="1800">
              <a:latin typeface="Arial MT"/>
              <a:cs typeface="Arial MT"/>
            </a:endParaRP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370964" y="1365369"/>
            <a:ext cx="3134061" cy="3915243"/>
          </a:xfrm>
          <a:prstGeom prst="rect">
            <a:avLst/>
          </a:prstGeom>
        </p:spPr>
      </p:pic>
      <p:pic>
        <p:nvPicPr>
          <p:cNvPr id="3" name="object 3"/>
          <p:cNvPicPr/>
          <p:nvPr/>
        </p:nvPicPr>
        <p:blipFill>
          <a:blip r:embed="rId3" cstate="print"/>
          <a:stretch>
            <a:fillRect/>
          </a:stretch>
        </p:blipFill>
        <p:spPr>
          <a:xfrm>
            <a:off x="6676959" y="2079829"/>
            <a:ext cx="2019517" cy="771617"/>
          </a:xfrm>
          <a:prstGeom prst="rect">
            <a:avLst/>
          </a:prstGeom>
        </p:spPr>
      </p:pic>
      <p:sp>
        <p:nvSpPr>
          <p:cNvPr id="4" name="object 4"/>
          <p:cNvSpPr/>
          <p:nvPr/>
        </p:nvSpPr>
        <p:spPr>
          <a:xfrm>
            <a:off x="1370964" y="365125"/>
            <a:ext cx="9440545" cy="876935"/>
          </a:xfrm>
          <a:custGeom>
            <a:avLst/>
            <a:gdLst/>
            <a:ahLst/>
            <a:cxnLst/>
            <a:rect l="l" t="t" r="r" b="b"/>
            <a:pathLst>
              <a:path w="9440545" h="876935">
                <a:moveTo>
                  <a:pt x="9439275" y="876300"/>
                </a:moveTo>
                <a:lnTo>
                  <a:pt x="0" y="876300"/>
                </a:lnTo>
                <a:lnTo>
                  <a:pt x="0" y="0"/>
                </a:lnTo>
                <a:lnTo>
                  <a:pt x="9439275" y="0"/>
                </a:lnTo>
                <a:lnTo>
                  <a:pt x="9439275" y="876300"/>
                </a:lnTo>
                <a:close/>
              </a:path>
            </a:pathLst>
          </a:custGeom>
          <a:solidFill>
            <a:srgbClr val="3B9083"/>
          </a:solidFill>
        </p:spPr>
        <p:txBody>
          <a:bodyPr wrap="square" lIns="0" tIns="0" rIns="0" bIns="0" rtlCol="0"/>
          <a:lstStyle/>
          <a:p>
            <a:endParaRPr/>
          </a:p>
        </p:txBody>
      </p:sp>
      <p:sp>
        <p:nvSpPr>
          <p:cNvPr id="5" name="object 5" descr="$PPTXTitle"/>
          <p:cNvSpPr txBox="1">
            <a:spLocks noGrp="1"/>
          </p:cNvSpPr>
          <p:nvPr>
            <p:ph type="title"/>
          </p:nvPr>
        </p:nvSpPr>
        <p:spPr>
          <a:xfrm>
            <a:off x="1761942" y="625507"/>
            <a:ext cx="6151880" cy="361315"/>
          </a:xfrm>
          <a:prstGeom prst="rect">
            <a:avLst/>
          </a:prstGeom>
        </p:spPr>
        <p:txBody>
          <a:bodyPr vert="horz" wrap="square" lIns="0" tIns="12700" rIns="0" bIns="0" rtlCol="0">
            <a:spAutoFit/>
          </a:bodyPr>
          <a:lstStyle/>
          <a:p>
            <a:pPr>
              <a:lnSpc>
                <a:spcPct val="100000"/>
              </a:lnSpc>
              <a:spcBef>
                <a:spcPts val="100"/>
              </a:spcBef>
            </a:pPr>
            <a:r>
              <a:rPr sz="2200" spc="-75" dirty="0">
                <a:solidFill>
                  <a:srgbClr val="5DA8A8"/>
                </a:solidFill>
                <a:latin typeface="Arial MT"/>
                <a:cs typeface="Arial MT"/>
              </a:rPr>
              <a:t>Amazon</a:t>
            </a:r>
            <a:r>
              <a:rPr sz="2200" spc="-80" dirty="0">
                <a:solidFill>
                  <a:srgbClr val="5DA8A8"/>
                </a:solidFill>
                <a:latin typeface="Arial MT"/>
                <a:cs typeface="Arial MT"/>
              </a:rPr>
              <a:t> </a:t>
            </a:r>
            <a:r>
              <a:rPr sz="2200" spc="-40" dirty="0">
                <a:solidFill>
                  <a:srgbClr val="348C93"/>
                </a:solidFill>
                <a:latin typeface="Arial MT"/>
                <a:cs typeface="Arial MT"/>
              </a:rPr>
              <a:t>Relational</a:t>
            </a:r>
            <a:r>
              <a:rPr sz="2200" spc="-114" dirty="0">
                <a:solidFill>
                  <a:srgbClr val="348C93"/>
                </a:solidFill>
                <a:latin typeface="Arial MT"/>
                <a:cs typeface="Arial MT"/>
              </a:rPr>
              <a:t> </a:t>
            </a:r>
            <a:r>
              <a:rPr sz="2200" spc="-90" dirty="0">
                <a:solidFill>
                  <a:srgbClr val="70A5B6"/>
                </a:solidFill>
                <a:latin typeface="Arial MT"/>
                <a:cs typeface="Arial MT"/>
              </a:rPr>
              <a:t>Database</a:t>
            </a:r>
            <a:r>
              <a:rPr sz="2200" spc="15" dirty="0">
                <a:solidFill>
                  <a:srgbClr val="70A5B6"/>
                </a:solidFill>
                <a:latin typeface="Arial MT"/>
                <a:cs typeface="Arial MT"/>
              </a:rPr>
              <a:t> </a:t>
            </a:r>
            <a:r>
              <a:rPr sz="2200" spc="-90" dirty="0">
                <a:solidFill>
                  <a:srgbClr val="6BBAC6"/>
                </a:solidFill>
                <a:latin typeface="Arial MT"/>
                <a:cs typeface="Arial MT"/>
              </a:rPr>
              <a:t>Se</a:t>
            </a:r>
            <a:r>
              <a:rPr sz="2200" spc="90" dirty="0">
                <a:solidFill>
                  <a:srgbClr val="6BBAC6"/>
                </a:solidFill>
                <a:latin typeface="Arial MT"/>
                <a:cs typeface="Arial MT"/>
              </a:rPr>
              <a:t> </a:t>
            </a:r>
            <a:r>
              <a:rPr sz="2200" spc="-95" dirty="0">
                <a:solidFill>
                  <a:srgbClr val="8EDDE9"/>
                </a:solidFill>
                <a:latin typeface="Arial MT"/>
                <a:cs typeface="Arial MT"/>
              </a:rPr>
              <a:t>vice</a:t>
            </a:r>
            <a:r>
              <a:rPr sz="2200" spc="-55" dirty="0">
                <a:solidFill>
                  <a:srgbClr val="8EDDE9"/>
                </a:solidFill>
                <a:latin typeface="Arial MT"/>
                <a:cs typeface="Arial MT"/>
              </a:rPr>
              <a:t> </a:t>
            </a:r>
            <a:r>
              <a:rPr sz="2200" spc="-75" dirty="0">
                <a:solidFill>
                  <a:srgbClr val="18757E"/>
                </a:solidFill>
                <a:latin typeface="Arial MT"/>
                <a:cs typeface="Arial MT"/>
              </a:rPr>
              <a:t>(Amazon</a:t>
            </a:r>
            <a:r>
              <a:rPr sz="2200" spc="-30" dirty="0">
                <a:solidFill>
                  <a:srgbClr val="18757E"/>
                </a:solidFill>
                <a:latin typeface="Arial MT"/>
                <a:cs typeface="Arial MT"/>
              </a:rPr>
              <a:t> </a:t>
            </a:r>
            <a:r>
              <a:rPr sz="2200" spc="-80" dirty="0">
                <a:solidFill>
                  <a:srgbClr val="7CBFD3"/>
                </a:solidFill>
                <a:latin typeface="Arial MT"/>
                <a:cs typeface="Arial MT"/>
              </a:rPr>
              <a:t>PDSî</a:t>
            </a:r>
            <a:endParaRPr sz="2200">
              <a:latin typeface="Arial MT"/>
              <a:cs typeface="Arial MT"/>
            </a:endParaRPr>
          </a:p>
        </p:txBody>
      </p:sp>
      <p:sp>
        <p:nvSpPr>
          <p:cNvPr id="6" name="object 6"/>
          <p:cNvSpPr txBox="1"/>
          <p:nvPr/>
        </p:nvSpPr>
        <p:spPr>
          <a:xfrm>
            <a:off x="9047449" y="485790"/>
            <a:ext cx="511809" cy="391795"/>
          </a:xfrm>
          <a:prstGeom prst="rect">
            <a:avLst/>
          </a:prstGeom>
        </p:spPr>
        <p:txBody>
          <a:bodyPr vert="horz" wrap="square" lIns="0" tIns="12700" rIns="0" bIns="0" rtlCol="0">
            <a:spAutoFit/>
          </a:bodyPr>
          <a:lstStyle/>
          <a:p>
            <a:pPr>
              <a:lnSpc>
                <a:spcPct val="100000"/>
              </a:lnSpc>
              <a:spcBef>
                <a:spcPts val="100"/>
              </a:spcBef>
            </a:pPr>
            <a:r>
              <a:rPr sz="2400" spc="-105" dirty="0">
                <a:solidFill>
                  <a:srgbClr val="5D8EAF"/>
                </a:solidFill>
                <a:latin typeface="Arial MT"/>
                <a:cs typeface="Arial MT"/>
              </a:rPr>
              <a:t>aws</a:t>
            </a:r>
            <a:endParaRPr sz="2400">
              <a:latin typeface="Arial MT"/>
              <a:cs typeface="Arial MT"/>
            </a:endParaRPr>
          </a:p>
        </p:txBody>
      </p:sp>
      <p:sp>
        <p:nvSpPr>
          <p:cNvPr id="7" name="object 7"/>
          <p:cNvSpPr txBox="1"/>
          <p:nvPr/>
        </p:nvSpPr>
        <p:spPr>
          <a:xfrm>
            <a:off x="4581235" y="2079829"/>
            <a:ext cx="1991360" cy="762635"/>
          </a:xfrm>
          <a:prstGeom prst="rect">
            <a:avLst/>
          </a:prstGeom>
          <a:solidFill>
            <a:srgbClr val="93B8DA"/>
          </a:solidFill>
        </p:spPr>
        <p:txBody>
          <a:bodyPr vert="horz" wrap="square" lIns="0" tIns="117475" rIns="0" bIns="0" rtlCol="0">
            <a:spAutoFit/>
          </a:bodyPr>
          <a:lstStyle/>
          <a:p>
            <a:pPr marL="439420" marR="283845" indent="-185420">
              <a:lnSpc>
                <a:spcPts val="2030"/>
              </a:lnSpc>
              <a:spcBef>
                <a:spcPts val="925"/>
              </a:spcBef>
            </a:pPr>
            <a:r>
              <a:rPr sz="1750" spc="-190" dirty="0">
                <a:solidFill>
                  <a:srgbClr val="B3F2FF"/>
                </a:solidFill>
                <a:latin typeface="Arial MT"/>
                <a:cs typeface="Arial MT"/>
              </a:rPr>
              <a:t>Web</a:t>
            </a:r>
            <a:r>
              <a:rPr sz="1750" dirty="0">
                <a:solidFill>
                  <a:srgbClr val="B3F2FF"/>
                </a:solidFill>
                <a:latin typeface="Arial MT"/>
                <a:cs typeface="Arial MT"/>
              </a:rPr>
              <a:t> </a:t>
            </a:r>
            <a:r>
              <a:rPr sz="1750" spc="-130" dirty="0">
                <a:solidFill>
                  <a:srgbClr val="3F7C9A"/>
                </a:solidFill>
                <a:latin typeface="Arial MT"/>
                <a:cs typeface="Arial MT"/>
              </a:rPr>
              <a:t>and</a:t>
            </a:r>
            <a:r>
              <a:rPr sz="1750" spc="-45" dirty="0">
                <a:solidFill>
                  <a:srgbClr val="3F7C9A"/>
                </a:solidFill>
                <a:latin typeface="Arial MT"/>
                <a:cs typeface="Arial MT"/>
              </a:rPr>
              <a:t> </a:t>
            </a:r>
            <a:r>
              <a:rPr sz="1750" spc="-60" dirty="0">
                <a:solidFill>
                  <a:srgbClr val="9CD8FF"/>
                </a:solidFill>
                <a:latin typeface="Arial MT"/>
                <a:cs typeface="Arial MT"/>
              </a:rPr>
              <a:t>mobile </a:t>
            </a:r>
            <a:r>
              <a:rPr sz="1750" spc="-10" dirty="0">
                <a:solidFill>
                  <a:srgbClr val="3D90BA"/>
                </a:solidFill>
                <a:latin typeface="Arial MT"/>
                <a:cs typeface="Arial MT"/>
              </a:rPr>
              <a:t>applications</a:t>
            </a:r>
            <a:endParaRPr sz="1750">
              <a:latin typeface="Arial MT"/>
              <a:cs typeface="Arial MT"/>
            </a:endParaRPr>
          </a:p>
        </p:txBody>
      </p:sp>
      <p:grpSp>
        <p:nvGrpSpPr>
          <p:cNvPr id="8" name="object 8"/>
          <p:cNvGrpSpPr/>
          <p:nvPr/>
        </p:nvGrpSpPr>
        <p:grpSpPr>
          <a:xfrm>
            <a:off x="8772684" y="2079829"/>
            <a:ext cx="1972310" cy="781685"/>
            <a:chOff x="8772684" y="2079829"/>
            <a:chExt cx="1972310" cy="781685"/>
          </a:xfrm>
        </p:grpSpPr>
        <p:pic>
          <p:nvPicPr>
            <p:cNvPr id="9" name="object 9"/>
            <p:cNvPicPr/>
            <p:nvPr/>
          </p:nvPicPr>
          <p:blipFill>
            <a:blip r:embed="rId4" cstate="print"/>
            <a:stretch>
              <a:fillRect/>
            </a:stretch>
          </p:blipFill>
          <p:spPr>
            <a:xfrm>
              <a:off x="10639785" y="2079829"/>
              <a:ext cx="104786" cy="38104"/>
            </a:xfrm>
            <a:prstGeom prst="rect">
              <a:avLst/>
            </a:prstGeom>
          </p:spPr>
        </p:pic>
        <p:pic>
          <p:nvPicPr>
            <p:cNvPr id="10" name="object 10"/>
            <p:cNvPicPr/>
            <p:nvPr/>
          </p:nvPicPr>
          <p:blipFill>
            <a:blip r:embed="rId5" cstate="print"/>
            <a:stretch>
              <a:fillRect/>
            </a:stretch>
          </p:blipFill>
          <p:spPr>
            <a:xfrm>
              <a:off x="8944153" y="2270352"/>
              <a:ext cx="1657527" cy="171470"/>
            </a:xfrm>
            <a:prstGeom prst="rect">
              <a:avLst/>
            </a:prstGeom>
          </p:spPr>
        </p:pic>
        <p:pic>
          <p:nvPicPr>
            <p:cNvPr id="11" name="object 11"/>
            <p:cNvPicPr/>
            <p:nvPr/>
          </p:nvPicPr>
          <p:blipFill>
            <a:blip r:embed="rId6" cstate="print"/>
            <a:stretch>
              <a:fillRect/>
            </a:stretch>
          </p:blipFill>
          <p:spPr>
            <a:xfrm>
              <a:off x="9458559" y="2556137"/>
              <a:ext cx="1286013" cy="171470"/>
            </a:xfrm>
            <a:prstGeom prst="rect">
              <a:avLst/>
            </a:prstGeom>
          </p:spPr>
        </p:pic>
        <p:pic>
          <p:nvPicPr>
            <p:cNvPr id="12" name="object 12"/>
            <p:cNvPicPr/>
            <p:nvPr/>
          </p:nvPicPr>
          <p:blipFill>
            <a:blip r:embed="rId7" cstate="print"/>
            <a:stretch>
              <a:fillRect/>
            </a:stretch>
          </p:blipFill>
          <p:spPr>
            <a:xfrm>
              <a:off x="8772684" y="2079829"/>
              <a:ext cx="1971887" cy="781143"/>
            </a:xfrm>
            <a:prstGeom prst="rect">
              <a:avLst/>
            </a:prstGeom>
          </p:spPr>
        </p:pic>
      </p:grpSp>
      <p:sp>
        <p:nvSpPr>
          <p:cNvPr id="13" name="object 13"/>
          <p:cNvSpPr txBox="1"/>
          <p:nvPr/>
        </p:nvSpPr>
        <p:spPr>
          <a:xfrm>
            <a:off x="1659237" y="5396515"/>
            <a:ext cx="2668270" cy="140335"/>
          </a:xfrm>
          <a:prstGeom prst="rect">
            <a:avLst/>
          </a:prstGeom>
        </p:spPr>
        <p:txBody>
          <a:bodyPr vert="horz" wrap="square" lIns="0" tIns="12700" rIns="0" bIns="0" rtlCol="0">
            <a:spAutoFit/>
          </a:bodyPr>
          <a:lstStyle/>
          <a:p>
            <a:pPr marL="12700">
              <a:lnSpc>
                <a:spcPct val="100000"/>
              </a:lnSpc>
              <a:spcBef>
                <a:spcPts val="100"/>
              </a:spcBef>
            </a:pPr>
            <a:r>
              <a:rPr sz="750" dirty="0">
                <a:solidFill>
                  <a:srgbClr val="525252"/>
                </a:solidFill>
                <a:latin typeface="Arial MT"/>
                <a:cs typeface="Arial MT"/>
              </a:rPr>
              <a:t>8i2o2</a:t>
            </a:r>
            <a:r>
              <a:rPr sz="750" dirty="0">
                <a:solidFill>
                  <a:srgbClr val="A1A1A1"/>
                </a:solidFill>
                <a:latin typeface="Arial MT"/>
                <a:cs typeface="Arial MT"/>
              </a:rPr>
              <a:t>1</a:t>
            </a:r>
            <a:r>
              <a:rPr sz="750" spc="-10" dirty="0">
                <a:solidFill>
                  <a:srgbClr val="A1A1A1"/>
                </a:solidFill>
                <a:latin typeface="Arial MT"/>
                <a:cs typeface="Arial MT"/>
              </a:rPr>
              <a:t> </a:t>
            </a:r>
            <a:r>
              <a:rPr sz="750" spc="-50" dirty="0">
                <a:solidFill>
                  <a:srgbClr val="626262"/>
                </a:solidFill>
                <a:latin typeface="Arial MT"/>
                <a:cs typeface="Arial MT"/>
              </a:rPr>
              <a:t>Amazon</a:t>
            </a:r>
            <a:r>
              <a:rPr sz="750" dirty="0">
                <a:solidFill>
                  <a:srgbClr val="626262"/>
                </a:solidFill>
                <a:latin typeface="Arial MT"/>
                <a:cs typeface="Arial MT"/>
              </a:rPr>
              <a:t> </a:t>
            </a:r>
            <a:r>
              <a:rPr sz="750" dirty="0">
                <a:solidFill>
                  <a:srgbClr val="595959"/>
                </a:solidFill>
                <a:latin typeface="Arial MT"/>
                <a:cs typeface="Arial MT"/>
              </a:rPr>
              <a:t>v¥b</a:t>
            </a:r>
            <a:r>
              <a:rPr sz="750" spc="240" dirty="0">
                <a:solidFill>
                  <a:srgbClr val="595959"/>
                </a:solidFill>
                <a:latin typeface="Arial MT"/>
                <a:cs typeface="Arial MT"/>
              </a:rPr>
              <a:t> </a:t>
            </a:r>
            <a:r>
              <a:rPr sz="750" spc="-70" dirty="0">
                <a:solidFill>
                  <a:srgbClr val="8E8E8E"/>
                </a:solidFill>
                <a:latin typeface="Arial MT"/>
                <a:cs typeface="Arial MT"/>
              </a:rPr>
              <a:t>•,erv+cee</a:t>
            </a:r>
            <a:r>
              <a:rPr sz="750" spc="70" dirty="0">
                <a:solidFill>
                  <a:srgbClr val="8E8E8E"/>
                </a:solidFill>
                <a:latin typeface="Arial MT"/>
                <a:cs typeface="Arial MT"/>
              </a:rPr>
              <a:t> </a:t>
            </a:r>
            <a:r>
              <a:rPr sz="750" dirty="0">
                <a:solidFill>
                  <a:srgbClr val="8A8A8A"/>
                </a:solidFill>
                <a:latin typeface="Arial MT"/>
                <a:cs typeface="Arial MT"/>
              </a:rPr>
              <a:t>inc</a:t>
            </a:r>
            <a:r>
              <a:rPr sz="750" spc="70" dirty="0">
                <a:solidFill>
                  <a:srgbClr val="8A8A8A"/>
                </a:solidFill>
                <a:latin typeface="Arial MT"/>
                <a:cs typeface="Arial MT"/>
              </a:rPr>
              <a:t> </a:t>
            </a:r>
            <a:r>
              <a:rPr sz="750" spc="-30" dirty="0">
                <a:solidFill>
                  <a:srgbClr val="8C8C8C"/>
                </a:solidFill>
                <a:latin typeface="Arial MT"/>
                <a:cs typeface="Arial MT"/>
              </a:rPr>
              <a:t>or</a:t>
            </a:r>
            <a:r>
              <a:rPr sz="750" spc="-10" dirty="0">
                <a:solidFill>
                  <a:srgbClr val="8C8C8C"/>
                </a:solidFill>
                <a:latin typeface="Arial MT"/>
                <a:cs typeface="Arial MT"/>
              </a:rPr>
              <a:t> </a:t>
            </a:r>
            <a:r>
              <a:rPr sz="750" spc="-10" dirty="0">
                <a:solidFill>
                  <a:srgbClr val="606060"/>
                </a:solidFill>
                <a:latin typeface="Arial MT"/>
                <a:cs typeface="Arial MT"/>
              </a:rPr>
              <a:t>its</a:t>
            </a:r>
            <a:r>
              <a:rPr sz="750" spc="-105" dirty="0">
                <a:solidFill>
                  <a:srgbClr val="606060"/>
                </a:solidFill>
                <a:latin typeface="Arial MT"/>
                <a:cs typeface="Arial MT"/>
              </a:rPr>
              <a:t> </a:t>
            </a:r>
            <a:r>
              <a:rPr sz="750" spc="-25" dirty="0">
                <a:solidFill>
                  <a:srgbClr val="6B6B6B"/>
                </a:solidFill>
                <a:latin typeface="Arial MT"/>
                <a:cs typeface="Arial MT"/>
              </a:rPr>
              <a:t>affiliates.</a:t>
            </a:r>
            <a:r>
              <a:rPr sz="750" spc="20" dirty="0">
                <a:solidFill>
                  <a:srgbClr val="6B6B6B"/>
                </a:solidFill>
                <a:latin typeface="Arial MT"/>
                <a:cs typeface="Arial MT"/>
              </a:rPr>
              <a:t> </a:t>
            </a:r>
            <a:r>
              <a:rPr sz="750" spc="-80" dirty="0">
                <a:solidFill>
                  <a:srgbClr val="B6B6B6"/>
                </a:solidFill>
                <a:latin typeface="Arial MT"/>
                <a:cs typeface="Arial MT"/>
              </a:rPr>
              <a:t>Ah</a:t>
            </a:r>
            <a:r>
              <a:rPr sz="750" spc="-65" dirty="0">
                <a:solidFill>
                  <a:srgbClr val="B6B6B6"/>
                </a:solidFill>
                <a:latin typeface="Arial MT"/>
                <a:cs typeface="Arial MT"/>
              </a:rPr>
              <a:t> </a:t>
            </a:r>
            <a:r>
              <a:rPr sz="750" dirty="0">
                <a:solidFill>
                  <a:srgbClr val="6E6E6E"/>
                </a:solidFill>
                <a:latin typeface="Arial MT"/>
                <a:cs typeface="Arial MT"/>
              </a:rPr>
              <a:t>nghs</a:t>
            </a:r>
            <a:r>
              <a:rPr sz="750" spc="-35" dirty="0">
                <a:solidFill>
                  <a:srgbClr val="6E6E6E"/>
                </a:solidFill>
                <a:latin typeface="Arial MT"/>
                <a:cs typeface="Arial MT"/>
              </a:rPr>
              <a:t> </a:t>
            </a:r>
            <a:r>
              <a:rPr sz="750" spc="-10" dirty="0">
                <a:solidFill>
                  <a:srgbClr val="828282"/>
                </a:solidFill>
                <a:latin typeface="Arial MT"/>
                <a:cs typeface="Arial MT"/>
              </a:rPr>
              <a:t>resented</a:t>
            </a:r>
            <a:endParaRPr sz="750">
              <a:latin typeface="Arial MT"/>
              <a:cs typeface="Arial MT"/>
            </a:endParaRPr>
          </a:p>
        </p:txBody>
      </p:sp>
      <p:sp>
        <p:nvSpPr>
          <p:cNvPr id="14" name="object 14"/>
          <p:cNvSpPr txBox="1"/>
          <p:nvPr/>
        </p:nvSpPr>
        <p:spPr>
          <a:xfrm>
            <a:off x="4776561" y="1387598"/>
            <a:ext cx="5408295" cy="568960"/>
          </a:xfrm>
          <a:prstGeom prst="rect">
            <a:avLst/>
          </a:prstGeom>
        </p:spPr>
        <p:txBody>
          <a:bodyPr vert="horz" wrap="square" lIns="0" tIns="3175" rIns="0" bIns="0" rtlCol="0">
            <a:spAutoFit/>
          </a:bodyPr>
          <a:lstStyle/>
          <a:p>
            <a:pPr marL="13970" marR="5080" indent="-1905">
              <a:lnSpc>
                <a:spcPct val="103600"/>
              </a:lnSpc>
              <a:spcBef>
                <a:spcPts val="25"/>
              </a:spcBef>
            </a:pPr>
            <a:r>
              <a:rPr sz="1750" spc="-140" dirty="0">
                <a:latin typeface="Arial MT"/>
                <a:cs typeface="Arial MT"/>
              </a:rPr>
              <a:t>Choose</a:t>
            </a:r>
            <a:r>
              <a:rPr sz="1750" spc="15" dirty="0">
                <a:latin typeface="Arial MT"/>
                <a:cs typeface="Arial MT"/>
              </a:rPr>
              <a:t> </a:t>
            </a:r>
            <a:r>
              <a:rPr sz="1750" spc="-145" dirty="0">
                <a:latin typeface="Arial MT"/>
                <a:cs typeface="Arial MT"/>
              </a:rPr>
              <a:t>each</a:t>
            </a:r>
            <a:r>
              <a:rPr sz="1750" spc="-15" dirty="0">
                <a:latin typeface="Arial MT"/>
                <a:cs typeface="Arial MT"/>
              </a:rPr>
              <a:t> </a:t>
            </a:r>
            <a:r>
              <a:rPr sz="1750" dirty="0">
                <a:latin typeface="Arial MT"/>
                <a:cs typeface="Arial MT"/>
              </a:rPr>
              <a:t>button</a:t>
            </a:r>
            <a:r>
              <a:rPr sz="1750" spc="-75" dirty="0">
                <a:latin typeface="Arial MT"/>
                <a:cs typeface="Arial MT"/>
              </a:rPr>
              <a:t> </a:t>
            </a:r>
            <a:r>
              <a:rPr sz="1750" dirty="0">
                <a:solidFill>
                  <a:srgbClr val="111111"/>
                </a:solidFill>
                <a:latin typeface="Arial MT"/>
                <a:cs typeface="Arial MT"/>
              </a:rPr>
              <a:t>to</a:t>
            </a:r>
            <a:r>
              <a:rPr sz="1750" spc="-60" dirty="0">
                <a:solidFill>
                  <a:srgbClr val="111111"/>
                </a:solidFill>
                <a:latin typeface="Arial MT"/>
                <a:cs typeface="Arial MT"/>
              </a:rPr>
              <a:t> </a:t>
            </a:r>
            <a:r>
              <a:rPr sz="1750" spc="-70" dirty="0">
                <a:latin typeface="Arial MT"/>
                <a:cs typeface="Arial MT"/>
              </a:rPr>
              <a:t>learn</a:t>
            </a:r>
            <a:r>
              <a:rPr sz="1750" spc="-40" dirty="0">
                <a:latin typeface="Arial MT"/>
                <a:cs typeface="Arial MT"/>
              </a:rPr>
              <a:t> </a:t>
            </a:r>
            <a:r>
              <a:rPr sz="1750" spc="-55" dirty="0">
                <a:solidFill>
                  <a:srgbClr val="161616"/>
                </a:solidFill>
                <a:latin typeface="Arial MT"/>
                <a:cs typeface="Arial MT"/>
              </a:rPr>
              <a:t>more</a:t>
            </a:r>
            <a:r>
              <a:rPr sz="1750" spc="30" dirty="0">
                <a:solidFill>
                  <a:srgbClr val="161616"/>
                </a:solidFill>
                <a:latin typeface="Arial MT"/>
                <a:cs typeface="Arial MT"/>
              </a:rPr>
              <a:t> </a:t>
            </a:r>
            <a:r>
              <a:rPr sz="1750" spc="-25" dirty="0">
                <a:latin typeface="Arial MT"/>
                <a:cs typeface="Arial MT"/>
              </a:rPr>
              <a:t>about</a:t>
            </a:r>
            <a:r>
              <a:rPr sz="1750" dirty="0">
                <a:latin typeface="Arial MT"/>
                <a:cs typeface="Arial MT"/>
              </a:rPr>
              <a:t> </a:t>
            </a:r>
            <a:r>
              <a:rPr sz="1750" spc="-155" dirty="0">
                <a:solidFill>
                  <a:srgbClr val="111111"/>
                </a:solidFill>
                <a:latin typeface="Arial MT"/>
                <a:cs typeface="Arial MT"/>
              </a:rPr>
              <a:t>ways</a:t>
            </a:r>
            <a:r>
              <a:rPr sz="1750" spc="35" dirty="0">
                <a:solidFill>
                  <a:srgbClr val="111111"/>
                </a:solidFill>
                <a:latin typeface="Arial MT"/>
                <a:cs typeface="Arial MT"/>
              </a:rPr>
              <a:t> </a:t>
            </a:r>
            <a:r>
              <a:rPr sz="1750" spc="-60" dirty="0">
                <a:solidFill>
                  <a:srgbClr val="111111"/>
                </a:solidFill>
                <a:latin typeface="Arial MT"/>
                <a:cs typeface="Arial MT"/>
              </a:rPr>
              <a:t>you</a:t>
            </a:r>
            <a:r>
              <a:rPr sz="1750" spc="-50" dirty="0">
                <a:solidFill>
                  <a:srgbClr val="111111"/>
                </a:solidFill>
                <a:latin typeface="Arial MT"/>
                <a:cs typeface="Arial MT"/>
              </a:rPr>
              <a:t> </a:t>
            </a:r>
            <a:r>
              <a:rPr sz="1750" spc="-125" dirty="0">
                <a:latin typeface="Arial MT"/>
                <a:cs typeface="Arial MT"/>
              </a:rPr>
              <a:t>can</a:t>
            </a:r>
            <a:r>
              <a:rPr sz="1750" spc="-45" dirty="0">
                <a:latin typeface="Arial MT"/>
                <a:cs typeface="Arial MT"/>
              </a:rPr>
              <a:t> </a:t>
            </a:r>
            <a:r>
              <a:rPr sz="1750" spc="-25" dirty="0">
                <a:solidFill>
                  <a:srgbClr val="0F0F0F"/>
                </a:solidFill>
                <a:latin typeface="Arial MT"/>
                <a:cs typeface="Arial MT"/>
              </a:rPr>
              <a:t>use </a:t>
            </a:r>
            <a:r>
              <a:rPr sz="1750" spc="-114" dirty="0">
                <a:latin typeface="Arial MT"/>
                <a:cs typeface="Arial MT"/>
              </a:rPr>
              <a:t>Amazon</a:t>
            </a:r>
            <a:r>
              <a:rPr sz="1750" dirty="0">
                <a:latin typeface="Arial MT"/>
                <a:cs typeface="Arial MT"/>
              </a:rPr>
              <a:t> </a:t>
            </a:r>
            <a:r>
              <a:rPr sz="1750" spc="-20" dirty="0">
                <a:latin typeface="Arial MT"/>
                <a:cs typeface="Arial MT"/>
              </a:rPr>
              <a:t>RDS.</a:t>
            </a:r>
            <a:endParaRPr sz="1750">
              <a:latin typeface="Arial MT"/>
              <a:cs typeface="Arial MT"/>
            </a:endParaRPr>
          </a:p>
        </p:txBody>
      </p:sp>
      <p:sp>
        <p:nvSpPr>
          <p:cNvPr id="15" name="object 15"/>
          <p:cNvSpPr txBox="1"/>
          <p:nvPr/>
        </p:nvSpPr>
        <p:spPr>
          <a:xfrm>
            <a:off x="4721298" y="3038796"/>
            <a:ext cx="5639435" cy="1682750"/>
          </a:xfrm>
          <a:prstGeom prst="rect">
            <a:avLst/>
          </a:prstGeom>
        </p:spPr>
        <p:txBody>
          <a:bodyPr vert="horz" wrap="square" lIns="0" tIns="12065" rIns="0" bIns="0" rtlCol="0">
            <a:spAutoFit/>
          </a:bodyPr>
          <a:lstStyle/>
          <a:p>
            <a:pPr marL="12700" marR="5080" indent="1270">
              <a:lnSpc>
                <a:spcPct val="100200"/>
              </a:lnSpc>
              <a:spcBef>
                <a:spcPts val="95"/>
              </a:spcBef>
            </a:pPr>
            <a:r>
              <a:rPr sz="1800" spc="-80" dirty="0">
                <a:latin typeface="Arial MT"/>
                <a:cs typeface="Arial MT"/>
              </a:rPr>
              <a:t>Mobile</a:t>
            </a:r>
            <a:r>
              <a:rPr sz="1800" spc="-45" dirty="0">
                <a:latin typeface="Arial MT"/>
                <a:cs typeface="Arial MT"/>
              </a:rPr>
              <a:t> </a:t>
            </a:r>
            <a:r>
              <a:rPr sz="1800" spc="-100" dirty="0">
                <a:latin typeface="Arial MT"/>
                <a:cs typeface="Arial MT"/>
              </a:rPr>
              <a:t>and</a:t>
            </a:r>
            <a:r>
              <a:rPr sz="1800" spc="-30" dirty="0">
                <a:latin typeface="Arial MT"/>
                <a:cs typeface="Arial MT"/>
              </a:rPr>
              <a:t> </a:t>
            </a:r>
            <a:r>
              <a:rPr sz="1800" spc="-185" dirty="0">
                <a:latin typeface="Arial MT"/>
                <a:cs typeface="Arial MT"/>
              </a:rPr>
              <a:t>On(ine</a:t>
            </a:r>
            <a:r>
              <a:rPr sz="1800" spc="25" dirty="0">
                <a:latin typeface="Arial MT"/>
                <a:cs typeface="Arial MT"/>
              </a:rPr>
              <a:t> </a:t>
            </a:r>
            <a:r>
              <a:rPr sz="1800" spc="-135" dirty="0">
                <a:latin typeface="Arial MT"/>
                <a:cs typeface="Arial MT"/>
              </a:rPr>
              <a:t>games</a:t>
            </a:r>
            <a:r>
              <a:rPr sz="1800" spc="-65" dirty="0">
                <a:latin typeface="Arial MT"/>
                <a:cs typeface="Arial MT"/>
              </a:rPr>
              <a:t> </a:t>
            </a:r>
            <a:r>
              <a:rPr sz="1800" spc="-100" dirty="0">
                <a:latin typeface="Arial MT"/>
                <a:cs typeface="Arial MT"/>
              </a:rPr>
              <a:t>need</a:t>
            </a:r>
            <a:r>
              <a:rPr sz="1800" spc="-25" dirty="0">
                <a:latin typeface="Arial MT"/>
                <a:cs typeface="Arial MT"/>
              </a:rPr>
              <a:t> </a:t>
            </a:r>
            <a:r>
              <a:rPr sz="1800" spc="-229" dirty="0">
                <a:latin typeface="Arial MT"/>
                <a:cs typeface="Arial MT"/>
              </a:rPr>
              <a:t>a</a:t>
            </a:r>
            <a:r>
              <a:rPr sz="1800" spc="5" dirty="0">
                <a:latin typeface="Arial MT"/>
                <a:cs typeface="Arial MT"/>
              </a:rPr>
              <a:t> </a:t>
            </a:r>
            <a:r>
              <a:rPr sz="1800" spc="-125" dirty="0">
                <a:solidFill>
                  <a:srgbClr val="0C0C0C"/>
                </a:solidFill>
                <a:latin typeface="Arial MT"/>
                <a:cs typeface="Arial MT"/>
              </a:rPr>
              <a:t>database</a:t>
            </a:r>
            <a:r>
              <a:rPr sz="1800" spc="30" dirty="0">
                <a:solidFill>
                  <a:srgbClr val="0C0C0C"/>
                </a:solidFill>
                <a:latin typeface="Arial MT"/>
                <a:cs typeface="Arial MT"/>
              </a:rPr>
              <a:t> </a:t>
            </a:r>
            <a:r>
              <a:rPr sz="1800" spc="-20" dirty="0">
                <a:latin typeface="Arial MT"/>
                <a:cs typeface="Arial MT"/>
              </a:rPr>
              <a:t>platform</a:t>
            </a:r>
            <a:r>
              <a:rPr sz="1800" spc="95" dirty="0">
                <a:latin typeface="Arial MT"/>
                <a:cs typeface="Arial MT"/>
              </a:rPr>
              <a:t> </a:t>
            </a:r>
            <a:r>
              <a:rPr sz="1800" spc="-20" dirty="0">
                <a:latin typeface="Arial MT"/>
                <a:cs typeface="Arial MT"/>
              </a:rPr>
              <a:t>with</a:t>
            </a:r>
            <a:r>
              <a:rPr sz="1800" spc="500" dirty="0">
                <a:latin typeface="Arial MT"/>
                <a:cs typeface="Arial MT"/>
              </a:rPr>
              <a:t> </a:t>
            </a:r>
            <a:r>
              <a:rPr sz="1800" spc="-65" dirty="0">
                <a:latin typeface="Arial MT"/>
                <a:cs typeface="Arial MT"/>
              </a:rPr>
              <a:t>high</a:t>
            </a:r>
            <a:r>
              <a:rPr sz="1800" spc="-60" dirty="0">
                <a:latin typeface="Arial MT"/>
                <a:cs typeface="Arial MT"/>
              </a:rPr>
              <a:t> </a:t>
            </a:r>
            <a:r>
              <a:rPr sz="1800" spc="-40" dirty="0">
                <a:solidFill>
                  <a:srgbClr val="0A0A0A"/>
                </a:solidFill>
                <a:latin typeface="Arial MT"/>
                <a:cs typeface="Arial MT"/>
              </a:rPr>
              <a:t>throughput</a:t>
            </a:r>
            <a:r>
              <a:rPr sz="1800" spc="10" dirty="0">
                <a:solidFill>
                  <a:srgbClr val="0A0A0A"/>
                </a:solidFill>
                <a:latin typeface="Arial MT"/>
                <a:cs typeface="Arial MT"/>
              </a:rPr>
              <a:t> </a:t>
            </a:r>
            <a:r>
              <a:rPr sz="1800" spc="-100" dirty="0">
                <a:latin typeface="Arial MT"/>
                <a:cs typeface="Arial MT"/>
              </a:rPr>
              <a:t>and</a:t>
            </a:r>
            <a:r>
              <a:rPr sz="1800" spc="-65" dirty="0">
                <a:latin typeface="Arial MT"/>
                <a:cs typeface="Arial MT"/>
              </a:rPr>
              <a:t> </a:t>
            </a:r>
            <a:r>
              <a:rPr sz="1800" spc="-55" dirty="0">
                <a:solidFill>
                  <a:srgbClr val="181818"/>
                </a:solidFill>
                <a:latin typeface="Arial MT"/>
                <a:cs typeface="Arial MT"/>
              </a:rPr>
              <a:t>high</a:t>
            </a:r>
            <a:r>
              <a:rPr sz="1800" spc="-50" dirty="0">
                <a:solidFill>
                  <a:srgbClr val="181818"/>
                </a:solidFill>
                <a:latin typeface="Arial MT"/>
                <a:cs typeface="Arial MT"/>
              </a:rPr>
              <a:t> </a:t>
            </a:r>
            <a:r>
              <a:rPr sz="1800" spc="-80" dirty="0">
                <a:latin typeface="Arial MT"/>
                <a:cs typeface="Arial MT"/>
              </a:rPr>
              <a:t>availability.</a:t>
            </a:r>
            <a:r>
              <a:rPr sz="1800" spc="45" dirty="0">
                <a:latin typeface="Arial MT"/>
                <a:cs typeface="Arial MT"/>
              </a:rPr>
              <a:t> </a:t>
            </a:r>
            <a:r>
              <a:rPr sz="1800" spc="-130" dirty="0">
                <a:latin typeface="Arial MT"/>
                <a:cs typeface="Arial MT"/>
              </a:rPr>
              <a:t>Amazon</a:t>
            </a:r>
            <a:r>
              <a:rPr sz="1800" spc="25" dirty="0">
                <a:latin typeface="Arial MT"/>
                <a:cs typeface="Arial MT"/>
              </a:rPr>
              <a:t> </a:t>
            </a:r>
            <a:r>
              <a:rPr sz="1800" spc="-310" dirty="0">
                <a:latin typeface="Arial MT"/>
                <a:cs typeface="Arial MT"/>
              </a:rPr>
              <a:t>RDS</a:t>
            </a:r>
            <a:r>
              <a:rPr sz="1800" spc="10" dirty="0">
                <a:latin typeface="Arial MT"/>
                <a:cs typeface="Arial MT"/>
              </a:rPr>
              <a:t> </a:t>
            </a:r>
            <a:r>
              <a:rPr sz="1800" spc="-55" dirty="0">
                <a:latin typeface="Arial MT"/>
                <a:cs typeface="Arial MT"/>
              </a:rPr>
              <a:t>manages </a:t>
            </a:r>
            <a:r>
              <a:rPr sz="1800" spc="-40" dirty="0">
                <a:latin typeface="Arial MT"/>
                <a:cs typeface="Arial MT"/>
              </a:rPr>
              <a:t>the</a:t>
            </a:r>
            <a:r>
              <a:rPr sz="1800" spc="-50" dirty="0">
                <a:latin typeface="Arial MT"/>
                <a:cs typeface="Arial MT"/>
              </a:rPr>
              <a:t> </a:t>
            </a:r>
            <a:r>
              <a:rPr sz="1800" spc="-125" dirty="0">
                <a:latin typeface="Arial MT"/>
                <a:cs typeface="Arial MT"/>
              </a:rPr>
              <a:t>database</a:t>
            </a:r>
            <a:r>
              <a:rPr sz="1800" spc="-15" dirty="0">
                <a:latin typeface="Arial MT"/>
                <a:cs typeface="Arial MT"/>
              </a:rPr>
              <a:t> </a:t>
            </a:r>
            <a:r>
              <a:rPr sz="1800" spc="-55" dirty="0">
                <a:latin typeface="Arial MT"/>
                <a:cs typeface="Arial MT"/>
              </a:rPr>
              <a:t>infrastructure</a:t>
            </a:r>
            <a:r>
              <a:rPr sz="1800" spc="-100" dirty="0">
                <a:latin typeface="Arial MT"/>
                <a:cs typeface="Arial MT"/>
              </a:rPr>
              <a:t> </a:t>
            </a:r>
            <a:r>
              <a:rPr sz="1800" spc="-180" dirty="0">
                <a:latin typeface="Arial MT"/>
                <a:cs typeface="Arial MT"/>
              </a:rPr>
              <a:t>so</a:t>
            </a:r>
            <a:r>
              <a:rPr sz="1800" spc="50" dirty="0">
                <a:latin typeface="Arial MT"/>
                <a:cs typeface="Arial MT"/>
              </a:rPr>
              <a:t> </a:t>
            </a:r>
            <a:r>
              <a:rPr sz="1800" spc="-135" dirty="0">
                <a:latin typeface="Arial MT"/>
                <a:cs typeface="Arial MT"/>
              </a:rPr>
              <a:t>game</a:t>
            </a:r>
            <a:r>
              <a:rPr sz="1800" dirty="0">
                <a:latin typeface="Arial MT"/>
                <a:cs typeface="Arial MT"/>
              </a:rPr>
              <a:t> </a:t>
            </a:r>
            <a:r>
              <a:rPr sz="1800" spc="-105" dirty="0">
                <a:latin typeface="Arial MT"/>
                <a:cs typeface="Arial MT"/>
              </a:rPr>
              <a:t>developers</a:t>
            </a:r>
            <a:r>
              <a:rPr sz="1800" spc="90" dirty="0">
                <a:latin typeface="Arial MT"/>
                <a:cs typeface="Arial MT"/>
              </a:rPr>
              <a:t> </a:t>
            </a:r>
            <a:r>
              <a:rPr sz="1800" spc="-10" dirty="0">
                <a:latin typeface="Arial MT"/>
                <a:cs typeface="Arial MT"/>
              </a:rPr>
              <a:t>don't</a:t>
            </a:r>
            <a:r>
              <a:rPr sz="1800" dirty="0">
                <a:latin typeface="Arial MT"/>
                <a:cs typeface="Arial MT"/>
              </a:rPr>
              <a:t> </a:t>
            </a:r>
            <a:r>
              <a:rPr sz="1800" spc="-20" dirty="0">
                <a:latin typeface="Arial MT"/>
                <a:cs typeface="Arial MT"/>
              </a:rPr>
              <a:t>have </a:t>
            </a:r>
            <a:r>
              <a:rPr sz="1800" dirty="0">
                <a:latin typeface="Arial MT"/>
                <a:cs typeface="Arial MT"/>
              </a:rPr>
              <a:t>to</a:t>
            </a:r>
            <a:r>
              <a:rPr sz="1800" spc="-95" dirty="0">
                <a:latin typeface="Arial MT"/>
                <a:cs typeface="Arial MT"/>
              </a:rPr>
              <a:t> </a:t>
            </a:r>
            <a:r>
              <a:rPr sz="1800" spc="-65" dirty="0">
                <a:latin typeface="Arial MT"/>
                <a:cs typeface="Arial MT"/>
              </a:rPr>
              <a:t>worry</a:t>
            </a:r>
            <a:r>
              <a:rPr sz="1800" spc="-10" dirty="0">
                <a:latin typeface="Arial MT"/>
                <a:cs typeface="Arial MT"/>
              </a:rPr>
              <a:t> </a:t>
            </a:r>
            <a:r>
              <a:rPr sz="1800" spc="-65" dirty="0">
                <a:latin typeface="Arial MT"/>
                <a:cs typeface="Arial MT"/>
              </a:rPr>
              <a:t>about</a:t>
            </a:r>
            <a:r>
              <a:rPr sz="1800" spc="-60" dirty="0">
                <a:latin typeface="Arial MT"/>
                <a:cs typeface="Arial MT"/>
              </a:rPr>
              <a:t> </a:t>
            </a:r>
            <a:r>
              <a:rPr sz="1800" spc="-110" dirty="0">
                <a:latin typeface="Arial MT"/>
                <a:cs typeface="Arial MT"/>
              </a:rPr>
              <a:t>prOvisioning,</a:t>
            </a:r>
            <a:r>
              <a:rPr sz="1800" spc="85" dirty="0">
                <a:latin typeface="Arial MT"/>
                <a:cs typeface="Arial MT"/>
              </a:rPr>
              <a:t> </a:t>
            </a:r>
            <a:r>
              <a:rPr sz="1800" spc="-120" dirty="0">
                <a:solidFill>
                  <a:srgbClr val="111111"/>
                </a:solidFill>
                <a:latin typeface="Arial MT"/>
                <a:cs typeface="Arial MT"/>
              </a:rPr>
              <a:t>scaling,</a:t>
            </a:r>
            <a:r>
              <a:rPr sz="1800" spc="-5" dirty="0">
                <a:solidFill>
                  <a:srgbClr val="111111"/>
                </a:solidFill>
                <a:latin typeface="Arial MT"/>
                <a:cs typeface="Arial MT"/>
              </a:rPr>
              <a:t> </a:t>
            </a:r>
            <a:r>
              <a:rPr sz="1800" spc="-20" dirty="0">
                <a:latin typeface="Arial MT"/>
                <a:cs typeface="Arial MT"/>
              </a:rPr>
              <a:t>or</a:t>
            </a:r>
            <a:r>
              <a:rPr sz="1800" spc="-85" dirty="0">
                <a:latin typeface="Arial MT"/>
                <a:cs typeface="Arial MT"/>
              </a:rPr>
              <a:t> </a:t>
            </a:r>
            <a:r>
              <a:rPr sz="1800" spc="-45" dirty="0">
                <a:latin typeface="Arial MT"/>
                <a:cs typeface="Arial MT"/>
              </a:rPr>
              <a:t>monitoring</a:t>
            </a:r>
            <a:r>
              <a:rPr sz="1800" spc="5" dirty="0">
                <a:latin typeface="Arial MT"/>
                <a:cs typeface="Arial MT"/>
              </a:rPr>
              <a:t> </a:t>
            </a:r>
            <a:r>
              <a:rPr sz="1800" spc="-10" dirty="0">
                <a:latin typeface="Arial MT"/>
                <a:cs typeface="Arial MT"/>
              </a:rPr>
              <a:t>database </a:t>
            </a:r>
            <a:r>
              <a:rPr sz="1800" spc="-125" dirty="0">
                <a:latin typeface="Arial MT"/>
                <a:cs typeface="Arial MT"/>
              </a:rPr>
              <a:t>servers.</a:t>
            </a:r>
            <a:r>
              <a:rPr sz="1800" dirty="0">
                <a:latin typeface="Arial MT"/>
                <a:cs typeface="Arial MT"/>
              </a:rPr>
              <a:t> </a:t>
            </a:r>
            <a:r>
              <a:rPr sz="1800" spc="-145" dirty="0">
                <a:latin typeface="Arial MT"/>
                <a:cs typeface="Arial MT"/>
              </a:rPr>
              <a:t>Amazon</a:t>
            </a:r>
            <a:r>
              <a:rPr sz="1800" spc="-5" dirty="0">
                <a:latin typeface="Arial MT"/>
                <a:cs typeface="Arial MT"/>
              </a:rPr>
              <a:t> </a:t>
            </a:r>
            <a:r>
              <a:rPr sz="1800" spc="-285" dirty="0">
                <a:latin typeface="Arial MT"/>
                <a:cs typeface="Arial MT"/>
              </a:rPr>
              <a:t>RDS</a:t>
            </a:r>
            <a:r>
              <a:rPr sz="1800" spc="10" dirty="0">
                <a:latin typeface="Arial MT"/>
                <a:cs typeface="Arial MT"/>
              </a:rPr>
              <a:t> </a:t>
            </a:r>
            <a:r>
              <a:rPr sz="1800" spc="-95" dirty="0">
                <a:latin typeface="Arial MT"/>
                <a:cs typeface="Arial MT"/>
              </a:rPr>
              <a:t>provides</a:t>
            </a:r>
            <a:r>
              <a:rPr sz="1800" spc="-20" dirty="0">
                <a:latin typeface="Arial MT"/>
                <a:cs typeface="Arial MT"/>
              </a:rPr>
              <a:t> </a:t>
            </a:r>
            <a:r>
              <a:rPr sz="1800" spc="-45" dirty="0">
                <a:latin typeface="Arial MT"/>
                <a:cs typeface="Arial MT"/>
              </a:rPr>
              <a:t>familiar</a:t>
            </a:r>
            <a:r>
              <a:rPr sz="1800" spc="20" dirty="0">
                <a:latin typeface="Arial MT"/>
                <a:cs typeface="Arial MT"/>
              </a:rPr>
              <a:t> </a:t>
            </a:r>
            <a:r>
              <a:rPr sz="1800" spc="-114" dirty="0">
                <a:latin typeface="Arial MT"/>
                <a:cs typeface="Arial MT"/>
              </a:rPr>
              <a:t>database</a:t>
            </a:r>
            <a:r>
              <a:rPr sz="1800" spc="85" dirty="0">
                <a:latin typeface="Arial MT"/>
                <a:cs typeface="Arial MT"/>
              </a:rPr>
              <a:t> </a:t>
            </a:r>
            <a:r>
              <a:rPr sz="1800" spc="-114" dirty="0">
                <a:latin typeface="Arial MT"/>
                <a:cs typeface="Arial MT"/>
              </a:rPr>
              <a:t>engines</a:t>
            </a:r>
            <a:r>
              <a:rPr sz="1800" spc="25" dirty="0">
                <a:latin typeface="Arial MT"/>
                <a:cs typeface="Arial MT"/>
              </a:rPr>
              <a:t> </a:t>
            </a:r>
            <a:r>
              <a:rPr sz="1800" spc="-20" dirty="0">
                <a:solidFill>
                  <a:srgbClr val="161616"/>
                </a:solidFill>
                <a:latin typeface="Arial MT"/>
                <a:cs typeface="Arial MT"/>
              </a:rPr>
              <a:t>that </a:t>
            </a:r>
            <a:r>
              <a:rPr sz="1850" spc="-170" dirty="0">
                <a:solidFill>
                  <a:srgbClr val="111111"/>
                </a:solidFill>
                <a:latin typeface="Arial MT"/>
                <a:cs typeface="Arial MT"/>
              </a:rPr>
              <a:t>can</a:t>
            </a:r>
            <a:r>
              <a:rPr sz="1850" spc="-70" dirty="0">
                <a:solidFill>
                  <a:srgbClr val="111111"/>
                </a:solidFill>
                <a:latin typeface="Arial MT"/>
                <a:cs typeface="Arial MT"/>
              </a:rPr>
              <a:t> </a:t>
            </a:r>
            <a:r>
              <a:rPr sz="1850" spc="-80" dirty="0">
                <a:latin typeface="Arial MT"/>
                <a:cs typeface="Arial MT"/>
              </a:rPr>
              <a:t>rapidly</a:t>
            </a:r>
            <a:r>
              <a:rPr sz="1850" spc="-10" dirty="0">
                <a:latin typeface="Arial MT"/>
                <a:cs typeface="Arial MT"/>
              </a:rPr>
              <a:t> </a:t>
            </a:r>
            <a:r>
              <a:rPr sz="1850" spc="-100" dirty="0">
                <a:latin typeface="Arial MT"/>
                <a:cs typeface="Arial MT"/>
              </a:rPr>
              <a:t>grow</a:t>
            </a:r>
            <a:r>
              <a:rPr sz="1850" spc="5" dirty="0">
                <a:latin typeface="Arial MT"/>
                <a:cs typeface="Arial MT"/>
              </a:rPr>
              <a:t> </a:t>
            </a:r>
            <a:r>
              <a:rPr sz="1850" spc="-125" dirty="0">
                <a:latin typeface="Arial MT"/>
                <a:cs typeface="Arial MT"/>
              </a:rPr>
              <a:t>capacity</a:t>
            </a:r>
            <a:r>
              <a:rPr sz="1850" spc="25" dirty="0">
                <a:latin typeface="Arial MT"/>
                <a:cs typeface="Arial MT"/>
              </a:rPr>
              <a:t> </a:t>
            </a:r>
            <a:r>
              <a:rPr sz="1850" dirty="0">
                <a:latin typeface="Arial MT"/>
                <a:cs typeface="Arial MT"/>
              </a:rPr>
              <a:t>to</a:t>
            </a:r>
            <a:r>
              <a:rPr sz="1850" spc="-95" dirty="0">
                <a:latin typeface="Arial MT"/>
                <a:cs typeface="Arial MT"/>
              </a:rPr>
              <a:t> </a:t>
            </a:r>
            <a:r>
              <a:rPr sz="1850" spc="-105" dirty="0">
                <a:latin typeface="Arial MT"/>
                <a:cs typeface="Arial MT"/>
              </a:rPr>
              <a:t>meet</a:t>
            </a:r>
            <a:r>
              <a:rPr sz="1850" spc="-20" dirty="0">
                <a:latin typeface="Arial MT"/>
                <a:cs typeface="Arial MT"/>
              </a:rPr>
              <a:t> </a:t>
            </a:r>
            <a:r>
              <a:rPr sz="1850" spc="-150" dirty="0">
                <a:latin typeface="Arial MT"/>
                <a:cs typeface="Arial MT"/>
              </a:rPr>
              <a:t>user</a:t>
            </a:r>
            <a:r>
              <a:rPr sz="1850" spc="-35" dirty="0">
                <a:latin typeface="Arial MT"/>
                <a:cs typeface="Arial MT"/>
              </a:rPr>
              <a:t> </a:t>
            </a:r>
            <a:r>
              <a:rPr sz="1850" spc="-10" dirty="0">
                <a:latin typeface="Arial MT"/>
                <a:cs typeface="Arial MT"/>
              </a:rPr>
              <a:t>demand.</a:t>
            </a:r>
            <a:endParaRPr sz="1850">
              <a:latin typeface="Arial MT"/>
              <a:cs typeface="Arial MT"/>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403985" y="365125"/>
            <a:ext cx="9373870" cy="867410"/>
          </a:xfrm>
          <a:custGeom>
            <a:avLst/>
            <a:gdLst/>
            <a:ahLst/>
            <a:cxnLst/>
            <a:rect l="l" t="t" r="r" b="b"/>
            <a:pathLst>
              <a:path w="9373870" h="867410">
                <a:moveTo>
                  <a:pt x="9372600" y="866775"/>
                </a:moveTo>
                <a:lnTo>
                  <a:pt x="0" y="866775"/>
                </a:lnTo>
                <a:lnTo>
                  <a:pt x="0" y="0"/>
                </a:lnTo>
                <a:lnTo>
                  <a:pt x="9372600" y="0"/>
                </a:lnTo>
                <a:lnTo>
                  <a:pt x="9372600" y="866775"/>
                </a:lnTo>
                <a:close/>
              </a:path>
            </a:pathLst>
          </a:custGeom>
          <a:solidFill>
            <a:srgbClr val="ACE4DF"/>
          </a:solidFill>
        </p:spPr>
        <p:txBody>
          <a:bodyPr wrap="square" lIns="0" tIns="0" rIns="0" bIns="0" rtlCol="0"/>
          <a:lstStyle/>
          <a:p>
            <a:endParaRPr/>
          </a:p>
        </p:txBody>
      </p:sp>
      <p:sp>
        <p:nvSpPr>
          <p:cNvPr id="3" name="object 3" descr="$PPTXTitle"/>
          <p:cNvSpPr txBox="1">
            <a:spLocks noGrp="1"/>
          </p:cNvSpPr>
          <p:nvPr>
            <p:ph type="title"/>
          </p:nvPr>
        </p:nvSpPr>
        <p:spPr>
          <a:prstGeom prst="rect">
            <a:avLst/>
          </a:prstGeom>
        </p:spPr>
        <p:txBody>
          <a:bodyPr vert="horz" wrap="square" lIns="0" tIns="12700" rIns="0" bIns="0" rtlCol="0">
            <a:spAutoFit/>
          </a:bodyPr>
          <a:lstStyle/>
          <a:p>
            <a:pPr>
              <a:lnSpc>
                <a:spcPct val="100000"/>
              </a:lnSpc>
              <a:spcBef>
                <a:spcPts val="100"/>
              </a:spcBef>
            </a:pPr>
            <a:r>
              <a:rPr sz="2500" spc="-110" dirty="0">
                <a:solidFill>
                  <a:srgbClr val="368C85"/>
                </a:solidFill>
                <a:latin typeface="Times New Roman"/>
                <a:cs typeface="Times New Roman"/>
              </a:rPr>
              <a:t>Amazon</a:t>
            </a:r>
            <a:r>
              <a:rPr sz="2500" spc="-5" dirty="0">
                <a:solidFill>
                  <a:srgbClr val="368C85"/>
                </a:solidFill>
                <a:latin typeface="Times New Roman"/>
                <a:cs typeface="Times New Roman"/>
              </a:rPr>
              <a:t> </a:t>
            </a:r>
            <a:r>
              <a:rPr sz="2500" spc="-105" dirty="0">
                <a:solidFill>
                  <a:srgbClr val="338789"/>
                </a:solidFill>
                <a:latin typeface="Times New Roman"/>
                <a:cs typeface="Times New Roman"/>
              </a:rPr>
              <a:t>Relational</a:t>
            </a:r>
            <a:r>
              <a:rPr sz="2500" spc="5" dirty="0">
                <a:solidFill>
                  <a:srgbClr val="338789"/>
                </a:solidFill>
                <a:latin typeface="Times New Roman"/>
                <a:cs typeface="Times New Roman"/>
              </a:rPr>
              <a:t> </a:t>
            </a:r>
            <a:r>
              <a:rPr sz="2500" spc="-60" dirty="0">
                <a:solidFill>
                  <a:srgbClr val="319190"/>
                </a:solidFill>
                <a:latin typeface="Times New Roman"/>
                <a:cs typeface="Times New Roman"/>
              </a:rPr>
              <a:t>Database</a:t>
            </a:r>
            <a:r>
              <a:rPr sz="2500" spc="-80" dirty="0">
                <a:solidFill>
                  <a:srgbClr val="319190"/>
                </a:solidFill>
                <a:latin typeface="Times New Roman"/>
                <a:cs typeface="Times New Roman"/>
              </a:rPr>
              <a:t> </a:t>
            </a:r>
            <a:r>
              <a:rPr sz="2500" spc="-130" dirty="0">
                <a:solidFill>
                  <a:srgbClr val="16756B"/>
                </a:solidFill>
                <a:latin typeface="Times New Roman"/>
                <a:cs typeface="Times New Roman"/>
              </a:rPr>
              <a:t>Service</a:t>
            </a:r>
            <a:r>
              <a:rPr sz="2500" spc="-25" dirty="0">
                <a:solidFill>
                  <a:srgbClr val="16756B"/>
                </a:solidFill>
                <a:latin typeface="Times New Roman"/>
                <a:cs typeface="Times New Roman"/>
              </a:rPr>
              <a:t> </a:t>
            </a:r>
            <a:r>
              <a:rPr sz="2500" spc="-135" dirty="0">
                <a:solidFill>
                  <a:srgbClr val="2F7E87"/>
                </a:solidFill>
                <a:latin typeface="Times New Roman"/>
                <a:cs typeface="Times New Roman"/>
              </a:rPr>
              <a:t>(Amazon</a:t>
            </a:r>
            <a:r>
              <a:rPr sz="2500" spc="80" dirty="0">
                <a:solidFill>
                  <a:srgbClr val="2F7E87"/>
                </a:solidFill>
                <a:latin typeface="Times New Roman"/>
                <a:cs typeface="Times New Roman"/>
              </a:rPr>
              <a:t> </a:t>
            </a:r>
            <a:r>
              <a:rPr sz="2500" spc="-385" dirty="0">
                <a:solidFill>
                  <a:srgbClr val="3B7487"/>
                </a:solidFill>
                <a:latin typeface="Times New Roman"/>
                <a:cs typeface="Times New Roman"/>
              </a:rPr>
              <a:t>RDS)</a:t>
            </a:r>
            <a:endParaRPr sz="2500">
              <a:latin typeface="Times New Roman"/>
              <a:cs typeface="Times New Roman"/>
            </a:endParaRPr>
          </a:p>
        </p:txBody>
      </p:sp>
      <p:sp>
        <p:nvSpPr>
          <p:cNvPr id="4" name="object 4"/>
          <p:cNvSpPr txBox="1"/>
          <p:nvPr/>
        </p:nvSpPr>
        <p:spPr>
          <a:xfrm>
            <a:off x="9040686" y="568351"/>
            <a:ext cx="1221740" cy="269875"/>
          </a:xfrm>
          <a:prstGeom prst="rect">
            <a:avLst/>
          </a:prstGeom>
        </p:spPr>
        <p:txBody>
          <a:bodyPr vert="horz" wrap="square" lIns="0" tIns="12700" rIns="0" bIns="0" rtlCol="0">
            <a:spAutoFit/>
          </a:bodyPr>
          <a:lstStyle/>
          <a:p>
            <a:pPr>
              <a:lnSpc>
                <a:spcPct val="100000"/>
              </a:lnSpc>
              <a:spcBef>
                <a:spcPts val="100"/>
              </a:spcBef>
              <a:tabLst>
                <a:tab pos="595630" algn="l"/>
              </a:tabLst>
            </a:pPr>
            <a:r>
              <a:rPr sz="1600" spc="-305" dirty="0">
                <a:solidFill>
                  <a:srgbClr val="345B7C"/>
                </a:solidFill>
                <a:latin typeface="Times New Roman"/>
                <a:cs typeface="Times New Roman"/>
              </a:rPr>
              <a:t>SWS</a:t>
            </a:r>
            <a:r>
              <a:rPr sz="1600" dirty="0">
                <a:solidFill>
                  <a:srgbClr val="345B7C"/>
                </a:solidFill>
                <a:latin typeface="Times New Roman"/>
                <a:cs typeface="Times New Roman"/>
              </a:rPr>
              <a:t>	</a:t>
            </a:r>
            <a:r>
              <a:rPr sz="1600" spc="-10" dirty="0">
                <a:solidFill>
                  <a:srgbClr val="287590"/>
                </a:solidFill>
                <a:latin typeface="Times New Roman"/>
                <a:cs typeface="Times New Roman"/>
              </a:rPr>
              <a:t>eõucate</a:t>
            </a:r>
            <a:endParaRPr sz="1600">
              <a:latin typeface="Times New Roman"/>
              <a:cs typeface="Times New Roman"/>
            </a:endParaRPr>
          </a:p>
        </p:txBody>
      </p:sp>
      <p:grpSp>
        <p:nvGrpSpPr>
          <p:cNvPr id="5" name="object 5"/>
          <p:cNvGrpSpPr/>
          <p:nvPr/>
        </p:nvGrpSpPr>
        <p:grpSpPr>
          <a:xfrm>
            <a:off x="1403985" y="1327265"/>
            <a:ext cx="3105785" cy="3953510"/>
            <a:chOff x="1403985" y="1327265"/>
            <a:chExt cx="3105785" cy="3953510"/>
          </a:xfrm>
        </p:grpSpPr>
        <p:pic>
          <p:nvPicPr>
            <p:cNvPr id="6" name="object 6"/>
            <p:cNvPicPr/>
            <p:nvPr/>
          </p:nvPicPr>
          <p:blipFill>
            <a:blip r:embed="rId2" cstate="print"/>
            <a:stretch>
              <a:fillRect/>
            </a:stretch>
          </p:blipFill>
          <p:spPr>
            <a:xfrm>
              <a:off x="1403985" y="4699522"/>
              <a:ext cx="3105486" cy="581094"/>
            </a:xfrm>
            <a:prstGeom prst="rect">
              <a:avLst/>
            </a:prstGeom>
          </p:spPr>
        </p:pic>
        <p:pic>
          <p:nvPicPr>
            <p:cNvPr id="7" name="object 7"/>
            <p:cNvPicPr/>
            <p:nvPr/>
          </p:nvPicPr>
          <p:blipFill>
            <a:blip r:embed="rId3" cstate="print"/>
            <a:stretch>
              <a:fillRect/>
            </a:stretch>
          </p:blipFill>
          <p:spPr>
            <a:xfrm>
              <a:off x="2813837" y="1946465"/>
              <a:ext cx="1638477" cy="476307"/>
            </a:xfrm>
            <a:prstGeom prst="rect">
              <a:avLst/>
            </a:prstGeom>
          </p:spPr>
        </p:pic>
        <p:pic>
          <p:nvPicPr>
            <p:cNvPr id="8" name="object 8"/>
            <p:cNvPicPr/>
            <p:nvPr/>
          </p:nvPicPr>
          <p:blipFill>
            <a:blip r:embed="rId4" cstate="print"/>
            <a:stretch>
              <a:fillRect/>
            </a:stretch>
          </p:blipFill>
          <p:spPr>
            <a:xfrm>
              <a:off x="1556401" y="1927412"/>
              <a:ext cx="2619658" cy="1047876"/>
            </a:xfrm>
            <a:prstGeom prst="rect">
              <a:avLst/>
            </a:prstGeom>
          </p:spPr>
        </p:pic>
        <p:sp>
          <p:nvSpPr>
            <p:cNvPr id="9" name="object 9"/>
            <p:cNvSpPr/>
            <p:nvPr/>
          </p:nvSpPr>
          <p:spPr>
            <a:xfrm>
              <a:off x="1403985" y="1327265"/>
              <a:ext cx="3096260" cy="3943985"/>
            </a:xfrm>
            <a:custGeom>
              <a:avLst/>
              <a:gdLst/>
              <a:ahLst/>
              <a:cxnLst/>
              <a:rect l="l" t="t" r="r" b="b"/>
              <a:pathLst>
                <a:path w="3096260" h="3943985">
                  <a:moveTo>
                    <a:pt x="3095625" y="3943350"/>
                  </a:moveTo>
                  <a:lnTo>
                    <a:pt x="0" y="3943350"/>
                  </a:lnTo>
                  <a:lnTo>
                    <a:pt x="0" y="0"/>
                  </a:lnTo>
                  <a:lnTo>
                    <a:pt x="3095625" y="0"/>
                  </a:lnTo>
                  <a:lnTo>
                    <a:pt x="3095625" y="3943350"/>
                  </a:lnTo>
                  <a:close/>
                </a:path>
              </a:pathLst>
            </a:custGeom>
            <a:solidFill>
              <a:srgbClr val="9AE1DD"/>
            </a:solidFill>
          </p:spPr>
          <p:txBody>
            <a:bodyPr wrap="square" lIns="0" tIns="0" rIns="0" bIns="0" rtlCol="0"/>
            <a:lstStyle/>
            <a:p>
              <a:endParaRPr/>
            </a:p>
          </p:txBody>
        </p:sp>
      </p:grpSp>
      <p:sp>
        <p:nvSpPr>
          <p:cNvPr id="10" name="object 10"/>
          <p:cNvSpPr txBox="1"/>
          <p:nvPr/>
        </p:nvSpPr>
        <p:spPr>
          <a:xfrm>
            <a:off x="1403985" y="1327265"/>
            <a:ext cx="3096260" cy="3943985"/>
          </a:xfrm>
          <a:prstGeom prst="rect">
            <a:avLst/>
          </a:prstGeom>
        </p:spPr>
        <p:txBody>
          <a:bodyPr vert="horz" wrap="square" lIns="0" tIns="120650" rIns="0" bIns="0" rtlCol="0">
            <a:spAutoFit/>
          </a:bodyPr>
          <a:lstStyle/>
          <a:p>
            <a:pPr marR="62230" algn="ctr">
              <a:lnSpc>
                <a:spcPct val="100000"/>
              </a:lnSpc>
              <a:spcBef>
                <a:spcPts val="950"/>
              </a:spcBef>
            </a:pPr>
            <a:r>
              <a:rPr sz="1900" spc="-165" dirty="0">
                <a:solidFill>
                  <a:srgbClr val="5DCDC3"/>
                </a:solidFill>
                <a:latin typeface="Arial MT"/>
                <a:cs typeface="Arial MT"/>
              </a:rPr>
              <a:t>What</a:t>
            </a:r>
            <a:r>
              <a:rPr sz="1900" spc="-50" dirty="0">
                <a:solidFill>
                  <a:srgbClr val="5DCDC3"/>
                </a:solidFill>
                <a:latin typeface="Arial MT"/>
                <a:cs typeface="Arial MT"/>
              </a:rPr>
              <a:t> </a:t>
            </a:r>
            <a:r>
              <a:rPr sz="1900" spc="-195" dirty="0">
                <a:solidFill>
                  <a:srgbClr val="49979C"/>
                </a:solidFill>
                <a:latin typeface="Arial MT"/>
                <a:cs typeface="Arial MT"/>
              </a:rPr>
              <a:t>does</a:t>
            </a:r>
            <a:r>
              <a:rPr sz="1900" spc="-25" dirty="0">
                <a:solidFill>
                  <a:srgbClr val="49979C"/>
                </a:solidFill>
                <a:latin typeface="Arial MT"/>
                <a:cs typeface="Arial MT"/>
              </a:rPr>
              <a:t> </a:t>
            </a:r>
            <a:r>
              <a:rPr sz="1900" spc="-200" dirty="0">
                <a:solidFill>
                  <a:srgbClr val="388E8C"/>
                </a:solidFill>
                <a:latin typeface="Arial MT"/>
                <a:cs typeface="Arial MT"/>
              </a:rPr>
              <a:t>Amazon</a:t>
            </a:r>
            <a:r>
              <a:rPr sz="1900" spc="-50" dirty="0">
                <a:solidFill>
                  <a:srgbClr val="388E8C"/>
                </a:solidFill>
                <a:latin typeface="Arial MT"/>
                <a:cs typeface="Arial MT"/>
              </a:rPr>
              <a:t> </a:t>
            </a:r>
            <a:r>
              <a:rPr sz="1900" spc="-365" dirty="0">
                <a:solidFill>
                  <a:srgbClr val="42A5A0"/>
                </a:solidFill>
                <a:latin typeface="Arial MT"/>
                <a:cs typeface="Arial MT"/>
              </a:rPr>
              <a:t>RDS</a:t>
            </a:r>
            <a:r>
              <a:rPr sz="1900" spc="-5" dirty="0">
                <a:solidFill>
                  <a:srgbClr val="42A5A0"/>
                </a:solidFill>
                <a:latin typeface="Arial MT"/>
                <a:cs typeface="Arial MT"/>
              </a:rPr>
              <a:t> </a:t>
            </a:r>
            <a:r>
              <a:rPr sz="1900" spc="-25" dirty="0">
                <a:solidFill>
                  <a:srgbClr val="54ACAF"/>
                </a:solidFill>
                <a:latin typeface="Arial MT"/>
                <a:cs typeface="Arial MT"/>
              </a:rPr>
              <a:t>do*</a:t>
            </a:r>
            <a:endParaRPr sz="1900">
              <a:latin typeface="Arial MT"/>
              <a:cs typeface="Arial MT"/>
            </a:endParaRPr>
          </a:p>
          <a:p>
            <a:pPr>
              <a:lnSpc>
                <a:spcPct val="100000"/>
              </a:lnSpc>
            </a:pPr>
            <a:endParaRPr sz="1900">
              <a:latin typeface="Arial MT"/>
              <a:cs typeface="Arial MT"/>
            </a:endParaRPr>
          </a:p>
          <a:p>
            <a:pPr>
              <a:lnSpc>
                <a:spcPct val="100000"/>
              </a:lnSpc>
            </a:pPr>
            <a:endParaRPr sz="1900">
              <a:latin typeface="Arial MT"/>
              <a:cs typeface="Arial MT"/>
            </a:endParaRPr>
          </a:p>
          <a:p>
            <a:pPr>
              <a:lnSpc>
                <a:spcPct val="100000"/>
              </a:lnSpc>
            </a:pPr>
            <a:endParaRPr sz="1900">
              <a:latin typeface="Arial MT"/>
              <a:cs typeface="Arial MT"/>
            </a:endParaRPr>
          </a:p>
          <a:p>
            <a:pPr>
              <a:lnSpc>
                <a:spcPct val="100000"/>
              </a:lnSpc>
              <a:spcBef>
                <a:spcPts val="1330"/>
              </a:spcBef>
            </a:pPr>
            <a:endParaRPr sz="1900">
              <a:latin typeface="Arial MT"/>
              <a:cs typeface="Arial MT"/>
            </a:endParaRPr>
          </a:p>
          <a:p>
            <a:pPr marR="60325" algn="ctr">
              <a:lnSpc>
                <a:spcPts val="1935"/>
              </a:lnSpc>
            </a:pPr>
            <a:r>
              <a:rPr sz="1700" spc="-20" dirty="0">
                <a:solidFill>
                  <a:srgbClr val="529E9A"/>
                </a:solidFill>
                <a:latin typeface="Arial MT"/>
                <a:cs typeface="Arial MT"/>
              </a:rPr>
              <a:t>How</a:t>
            </a:r>
            <a:r>
              <a:rPr sz="1700" spc="-100" dirty="0">
                <a:solidFill>
                  <a:srgbClr val="529E9A"/>
                </a:solidFill>
                <a:latin typeface="Arial MT"/>
                <a:cs typeface="Arial MT"/>
              </a:rPr>
              <a:t> </a:t>
            </a:r>
            <a:r>
              <a:rPr sz="1700" spc="-85" dirty="0">
                <a:solidFill>
                  <a:srgbClr val="318E80"/>
                </a:solidFill>
                <a:latin typeface="Arial MT"/>
                <a:cs typeface="Arial MT"/>
              </a:rPr>
              <a:t>can</a:t>
            </a:r>
            <a:r>
              <a:rPr sz="1700" spc="-35" dirty="0">
                <a:solidFill>
                  <a:srgbClr val="318E80"/>
                </a:solidFill>
                <a:latin typeface="Arial MT"/>
                <a:cs typeface="Arial MT"/>
              </a:rPr>
              <a:t> </a:t>
            </a:r>
            <a:r>
              <a:rPr sz="1700" dirty="0">
                <a:solidFill>
                  <a:srgbClr val="289180"/>
                </a:solidFill>
                <a:latin typeface="Arial MT"/>
                <a:cs typeface="Arial MT"/>
              </a:rPr>
              <a:t>I</a:t>
            </a:r>
            <a:r>
              <a:rPr sz="1700" spc="-114" dirty="0">
                <a:solidFill>
                  <a:srgbClr val="289180"/>
                </a:solidFill>
                <a:latin typeface="Arial MT"/>
                <a:cs typeface="Arial MT"/>
              </a:rPr>
              <a:t> </a:t>
            </a:r>
            <a:r>
              <a:rPr sz="1700" spc="-30" dirty="0">
                <a:solidFill>
                  <a:srgbClr val="349085"/>
                </a:solidFill>
                <a:latin typeface="Arial MT"/>
                <a:cs typeface="Arial MT"/>
              </a:rPr>
              <a:t>architect</a:t>
            </a:r>
            <a:r>
              <a:rPr sz="1700" dirty="0">
                <a:solidFill>
                  <a:srgbClr val="349085"/>
                </a:solidFill>
                <a:latin typeface="Arial MT"/>
                <a:cs typeface="Arial MT"/>
              </a:rPr>
              <a:t> </a:t>
            </a:r>
            <a:r>
              <a:rPr sz="1700" spc="-10" dirty="0">
                <a:solidFill>
                  <a:srgbClr val="77A79C"/>
                </a:solidFill>
                <a:latin typeface="Arial MT"/>
                <a:cs typeface="Arial MT"/>
              </a:rPr>
              <a:t>a</a:t>
            </a:r>
            <a:r>
              <a:rPr sz="1700" spc="-150" dirty="0">
                <a:solidFill>
                  <a:srgbClr val="77A79C"/>
                </a:solidFill>
                <a:latin typeface="Arial MT"/>
                <a:cs typeface="Arial MT"/>
              </a:rPr>
              <a:t> </a:t>
            </a:r>
            <a:r>
              <a:rPr sz="1700" spc="-10" dirty="0">
                <a:solidFill>
                  <a:srgbClr val="24918C"/>
                </a:solidFill>
                <a:latin typeface="Arial MT"/>
                <a:cs typeface="Arial MT"/>
              </a:rPr>
              <a:t>cloud</a:t>
            </a:r>
            <a:endParaRPr sz="1700">
              <a:latin typeface="Arial MT"/>
              <a:cs typeface="Arial MT"/>
            </a:endParaRPr>
          </a:p>
          <a:p>
            <a:pPr marR="62865" algn="ctr">
              <a:lnSpc>
                <a:spcPts val="2175"/>
              </a:lnSpc>
            </a:pPr>
            <a:r>
              <a:rPr sz="1900" spc="-110" dirty="0">
                <a:solidFill>
                  <a:srgbClr val="369085"/>
                </a:solidFill>
                <a:latin typeface="Arial MT"/>
                <a:cs typeface="Arial MT"/>
              </a:rPr>
              <a:t>solution</a:t>
            </a:r>
            <a:r>
              <a:rPr sz="1900" spc="-85" dirty="0">
                <a:solidFill>
                  <a:srgbClr val="369085"/>
                </a:solidFill>
                <a:latin typeface="Arial MT"/>
                <a:cs typeface="Arial MT"/>
              </a:rPr>
              <a:t> </a:t>
            </a:r>
            <a:r>
              <a:rPr sz="1900" spc="-155" dirty="0">
                <a:solidFill>
                  <a:srgbClr val="60ACAC"/>
                </a:solidFill>
                <a:latin typeface="Arial MT"/>
                <a:cs typeface="Arial MT"/>
              </a:rPr>
              <a:t>using</a:t>
            </a:r>
            <a:r>
              <a:rPr sz="1900" spc="60" dirty="0">
                <a:solidFill>
                  <a:srgbClr val="60ACAC"/>
                </a:solidFill>
                <a:latin typeface="Arial MT"/>
                <a:cs typeface="Arial MT"/>
              </a:rPr>
              <a:t> </a:t>
            </a:r>
            <a:r>
              <a:rPr sz="1900" spc="-210" dirty="0">
                <a:solidFill>
                  <a:srgbClr val="2A8E79"/>
                </a:solidFill>
                <a:latin typeface="Arial MT"/>
                <a:cs typeface="Arial MT"/>
              </a:rPr>
              <a:t>Amazon</a:t>
            </a:r>
            <a:r>
              <a:rPr sz="1900" spc="-45" dirty="0">
                <a:solidFill>
                  <a:srgbClr val="2A8E79"/>
                </a:solidFill>
                <a:latin typeface="Arial MT"/>
                <a:cs typeface="Arial MT"/>
              </a:rPr>
              <a:t> </a:t>
            </a:r>
            <a:r>
              <a:rPr sz="1900" spc="-385" dirty="0">
                <a:solidFill>
                  <a:srgbClr val="31908C"/>
                </a:solidFill>
                <a:latin typeface="Arial MT"/>
                <a:cs typeface="Arial MT"/>
              </a:rPr>
              <a:t>RDS?</a:t>
            </a:r>
            <a:endParaRPr sz="1900">
              <a:latin typeface="Arial MT"/>
              <a:cs typeface="Arial MT"/>
            </a:endParaRPr>
          </a:p>
          <a:p>
            <a:pPr marR="68580" algn="ctr">
              <a:lnSpc>
                <a:spcPct val="100000"/>
              </a:lnSpc>
              <a:spcBef>
                <a:spcPts val="1170"/>
              </a:spcBef>
            </a:pPr>
            <a:r>
              <a:rPr sz="1900" spc="-215" dirty="0">
                <a:solidFill>
                  <a:srgbClr val="AEFBF2"/>
                </a:solidFill>
                <a:latin typeface="Arial MT"/>
                <a:cs typeface="Arial MT"/>
              </a:rPr>
              <a:t>How</a:t>
            </a:r>
            <a:r>
              <a:rPr sz="1900" spc="15" dirty="0">
                <a:solidFill>
                  <a:srgbClr val="AEFBF2"/>
                </a:solidFill>
                <a:latin typeface="Arial MT"/>
                <a:cs typeface="Arial MT"/>
              </a:rPr>
              <a:t> </a:t>
            </a:r>
            <a:r>
              <a:rPr sz="1900" spc="-204" dirty="0">
                <a:solidFill>
                  <a:srgbClr val="2A9991"/>
                </a:solidFill>
                <a:latin typeface="Arial MT"/>
                <a:cs typeface="Arial MT"/>
              </a:rPr>
              <a:t>can</a:t>
            </a:r>
            <a:r>
              <a:rPr sz="1900" spc="-50" dirty="0">
                <a:solidFill>
                  <a:srgbClr val="2A9991"/>
                </a:solidFill>
                <a:latin typeface="Arial MT"/>
                <a:cs typeface="Arial MT"/>
              </a:rPr>
              <a:t> </a:t>
            </a:r>
            <a:r>
              <a:rPr sz="1900" spc="-105" dirty="0">
                <a:solidFill>
                  <a:srgbClr val="218A85"/>
                </a:solidFill>
                <a:latin typeface="Arial MT"/>
                <a:cs typeface="Arial MT"/>
              </a:rPr>
              <a:t>I</a:t>
            </a:r>
            <a:r>
              <a:rPr sz="1900" spc="-130" dirty="0">
                <a:solidFill>
                  <a:srgbClr val="218A85"/>
                </a:solidFill>
                <a:latin typeface="Arial MT"/>
                <a:cs typeface="Arial MT"/>
              </a:rPr>
              <a:t> </a:t>
            </a:r>
            <a:r>
              <a:rPr sz="1900" spc="-204" dirty="0">
                <a:solidFill>
                  <a:srgbClr val="219087"/>
                </a:solidFill>
                <a:latin typeface="Arial MT"/>
                <a:cs typeface="Arial MT"/>
              </a:rPr>
              <a:t>use</a:t>
            </a:r>
            <a:r>
              <a:rPr sz="1900" spc="-40" dirty="0">
                <a:solidFill>
                  <a:srgbClr val="219087"/>
                </a:solidFill>
                <a:latin typeface="Arial MT"/>
                <a:cs typeface="Arial MT"/>
              </a:rPr>
              <a:t> </a:t>
            </a:r>
            <a:r>
              <a:rPr sz="1900" spc="-210" dirty="0">
                <a:solidFill>
                  <a:srgbClr val="91E8E1"/>
                </a:solidFill>
                <a:latin typeface="Arial MT"/>
                <a:cs typeface="Arial MT"/>
              </a:rPr>
              <a:t>Amazon</a:t>
            </a:r>
            <a:r>
              <a:rPr sz="1900" spc="15" dirty="0">
                <a:solidFill>
                  <a:srgbClr val="91E8E1"/>
                </a:solidFill>
                <a:latin typeface="Arial MT"/>
                <a:cs typeface="Arial MT"/>
              </a:rPr>
              <a:t> </a:t>
            </a:r>
            <a:r>
              <a:rPr sz="1900" spc="-409" dirty="0">
                <a:solidFill>
                  <a:srgbClr val="4DA59E"/>
                </a:solidFill>
                <a:latin typeface="Arial MT"/>
                <a:cs typeface="Arial MT"/>
              </a:rPr>
              <a:t>RDS?</a:t>
            </a:r>
            <a:endParaRPr sz="1900">
              <a:latin typeface="Arial MT"/>
              <a:cs typeface="Arial MT"/>
            </a:endParaRPr>
          </a:p>
          <a:p>
            <a:pPr marR="53975" algn="ctr">
              <a:lnSpc>
                <a:spcPts val="2070"/>
              </a:lnSpc>
              <a:spcBef>
                <a:spcPts val="1270"/>
              </a:spcBef>
            </a:pPr>
            <a:r>
              <a:rPr sz="1800" spc="-95" dirty="0">
                <a:solidFill>
                  <a:srgbClr val="A12DAA"/>
                </a:solidFill>
                <a:latin typeface="Arial MT"/>
                <a:cs typeface="Arial MT"/>
              </a:rPr>
              <a:t>What</a:t>
            </a:r>
            <a:r>
              <a:rPr sz="1800" spc="25" dirty="0">
                <a:solidFill>
                  <a:srgbClr val="A12DAA"/>
                </a:solidFill>
                <a:latin typeface="Arial MT"/>
                <a:cs typeface="Arial MT"/>
              </a:rPr>
              <a:t> </a:t>
            </a:r>
            <a:r>
              <a:rPr sz="1800" spc="-150" dirty="0">
                <a:solidFill>
                  <a:srgbClr val="BC4FBF"/>
                </a:solidFill>
                <a:latin typeface="Arial MT"/>
                <a:cs typeface="Arial MT"/>
              </a:rPr>
              <a:t>else</a:t>
            </a:r>
            <a:r>
              <a:rPr sz="1800" spc="-5" dirty="0">
                <a:solidFill>
                  <a:srgbClr val="BC4FBF"/>
                </a:solidFill>
                <a:latin typeface="Arial MT"/>
                <a:cs typeface="Arial MT"/>
              </a:rPr>
              <a:t> </a:t>
            </a:r>
            <a:r>
              <a:rPr sz="1800" spc="-90" dirty="0">
                <a:solidFill>
                  <a:srgbClr val="E86BE1"/>
                </a:solidFill>
                <a:latin typeface="Arial MT"/>
                <a:cs typeface="Arial MT"/>
              </a:rPr>
              <a:t>should</a:t>
            </a:r>
            <a:r>
              <a:rPr sz="1800" spc="10" dirty="0">
                <a:solidFill>
                  <a:srgbClr val="E86BE1"/>
                </a:solidFill>
                <a:latin typeface="Arial MT"/>
                <a:cs typeface="Arial MT"/>
              </a:rPr>
              <a:t> </a:t>
            </a:r>
            <a:r>
              <a:rPr sz="1800" spc="-70" dirty="0">
                <a:solidFill>
                  <a:srgbClr val="B338B1"/>
                </a:solidFill>
                <a:latin typeface="Arial MT"/>
                <a:cs typeface="Arial MT"/>
              </a:rPr>
              <a:t>I</a:t>
            </a:r>
            <a:r>
              <a:rPr sz="1800" spc="-60" dirty="0">
                <a:solidFill>
                  <a:srgbClr val="B338B1"/>
                </a:solidFill>
                <a:latin typeface="Arial MT"/>
                <a:cs typeface="Arial MT"/>
              </a:rPr>
              <a:t> </a:t>
            </a:r>
            <a:r>
              <a:rPr sz="1800" spc="-140" dirty="0">
                <a:solidFill>
                  <a:srgbClr val="A8349E"/>
                </a:solidFill>
                <a:latin typeface="Arial MT"/>
                <a:cs typeface="Arial MT"/>
              </a:rPr>
              <a:t>keep</a:t>
            </a:r>
            <a:r>
              <a:rPr sz="1800" spc="5" dirty="0">
                <a:solidFill>
                  <a:srgbClr val="A8349E"/>
                </a:solidFill>
                <a:latin typeface="Arial MT"/>
                <a:cs typeface="Arial MT"/>
              </a:rPr>
              <a:t> </a:t>
            </a:r>
            <a:r>
              <a:rPr sz="1800" spc="-45" dirty="0">
                <a:solidFill>
                  <a:srgbClr val="DF34D8"/>
                </a:solidFill>
                <a:latin typeface="Arial MT"/>
                <a:cs typeface="Arial MT"/>
              </a:rPr>
              <a:t>in</a:t>
            </a:r>
            <a:r>
              <a:rPr sz="1800" spc="-105" dirty="0">
                <a:solidFill>
                  <a:srgbClr val="DF34D8"/>
                </a:solidFill>
                <a:latin typeface="Arial MT"/>
                <a:cs typeface="Arial MT"/>
              </a:rPr>
              <a:t> </a:t>
            </a:r>
            <a:r>
              <a:rPr sz="1800" spc="-20" dirty="0">
                <a:solidFill>
                  <a:srgbClr val="A32DA5"/>
                </a:solidFill>
                <a:latin typeface="Arial MT"/>
                <a:cs typeface="Arial MT"/>
              </a:rPr>
              <a:t>mind</a:t>
            </a:r>
            <a:endParaRPr sz="1800">
              <a:latin typeface="Arial MT"/>
              <a:cs typeface="Arial MT"/>
            </a:endParaRPr>
          </a:p>
          <a:p>
            <a:pPr marR="67945" algn="ctr">
              <a:lnSpc>
                <a:spcPts val="2130"/>
              </a:lnSpc>
            </a:pPr>
            <a:r>
              <a:rPr sz="1850" spc="-135" dirty="0">
                <a:solidFill>
                  <a:srgbClr val="BD2DB3"/>
                </a:solidFill>
                <a:latin typeface="Arial MT"/>
                <a:cs typeface="Arial MT"/>
              </a:rPr>
              <a:t>when</a:t>
            </a:r>
            <a:r>
              <a:rPr sz="1850" spc="-45" dirty="0">
                <a:solidFill>
                  <a:srgbClr val="BD2DB3"/>
                </a:solidFill>
                <a:latin typeface="Arial MT"/>
                <a:cs typeface="Arial MT"/>
              </a:rPr>
              <a:t> </a:t>
            </a:r>
            <a:r>
              <a:rPr sz="1850" spc="-130" dirty="0">
                <a:solidFill>
                  <a:srgbClr val="B83AC8"/>
                </a:solidFill>
                <a:latin typeface="Arial MT"/>
                <a:cs typeface="Arial MT"/>
              </a:rPr>
              <a:t>using</a:t>
            </a:r>
            <a:r>
              <a:rPr sz="1850" spc="20" dirty="0">
                <a:solidFill>
                  <a:srgbClr val="B83AC8"/>
                </a:solidFill>
                <a:latin typeface="Arial MT"/>
                <a:cs typeface="Arial MT"/>
              </a:rPr>
              <a:t> </a:t>
            </a:r>
            <a:r>
              <a:rPr sz="1850" spc="-165" dirty="0">
                <a:solidFill>
                  <a:srgbClr val="E22ADA"/>
                </a:solidFill>
                <a:latin typeface="Arial MT"/>
                <a:cs typeface="Arial MT"/>
              </a:rPr>
              <a:t>Amazon</a:t>
            </a:r>
            <a:r>
              <a:rPr sz="1850" spc="50" dirty="0">
                <a:solidFill>
                  <a:srgbClr val="E22ADA"/>
                </a:solidFill>
                <a:latin typeface="Arial MT"/>
                <a:cs typeface="Arial MT"/>
              </a:rPr>
              <a:t> </a:t>
            </a:r>
            <a:r>
              <a:rPr sz="1850" spc="-375" dirty="0">
                <a:solidFill>
                  <a:srgbClr val="CF34D8"/>
                </a:solidFill>
                <a:latin typeface="Arial MT"/>
                <a:cs typeface="Arial MT"/>
              </a:rPr>
              <a:t>RDS?</a:t>
            </a:r>
            <a:endParaRPr sz="1850">
              <a:latin typeface="Arial MT"/>
              <a:cs typeface="Arial MT"/>
            </a:endParaRPr>
          </a:p>
          <a:p>
            <a:pPr marR="62865" algn="ctr">
              <a:lnSpc>
                <a:spcPts val="2045"/>
              </a:lnSpc>
              <a:spcBef>
                <a:spcPts val="229"/>
              </a:spcBef>
            </a:pPr>
            <a:r>
              <a:rPr sz="1800" spc="-100" dirty="0">
                <a:solidFill>
                  <a:srgbClr val="3FA197"/>
                </a:solidFill>
                <a:latin typeface="Arial MT"/>
                <a:cs typeface="Arial MT"/>
              </a:rPr>
              <a:t>How</a:t>
            </a:r>
            <a:r>
              <a:rPr sz="1800" spc="-25" dirty="0">
                <a:solidFill>
                  <a:srgbClr val="3FA197"/>
                </a:solidFill>
                <a:latin typeface="Arial MT"/>
                <a:cs typeface="Arial MT"/>
              </a:rPr>
              <a:t> </a:t>
            </a:r>
            <a:r>
              <a:rPr sz="1800" spc="-100" dirty="0">
                <a:solidFill>
                  <a:srgbClr val="3D938C"/>
                </a:solidFill>
                <a:latin typeface="Arial MT"/>
                <a:cs typeface="Arial MT"/>
              </a:rPr>
              <a:t>much</a:t>
            </a:r>
            <a:r>
              <a:rPr sz="1800" spc="-50" dirty="0">
                <a:solidFill>
                  <a:srgbClr val="3D938C"/>
                </a:solidFill>
                <a:latin typeface="Arial MT"/>
                <a:cs typeface="Arial MT"/>
              </a:rPr>
              <a:t> </a:t>
            </a:r>
            <a:r>
              <a:rPr sz="1800" spc="-20" dirty="0">
                <a:solidFill>
                  <a:srgbClr val="267E7C"/>
                </a:solidFill>
                <a:latin typeface="Arial MT"/>
                <a:cs typeface="Arial MT"/>
              </a:rPr>
              <a:t>does</a:t>
            </a:r>
            <a:endParaRPr sz="1800">
              <a:latin typeface="Arial MT"/>
              <a:cs typeface="Arial MT"/>
            </a:endParaRPr>
          </a:p>
          <a:p>
            <a:pPr marR="63500" algn="ctr">
              <a:lnSpc>
                <a:spcPts val="2165"/>
              </a:lnSpc>
            </a:pPr>
            <a:r>
              <a:rPr sz="1900" spc="-200" dirty="0">
                <a:solidFill>
                  <a:srgbClr val="238E89"/>
                </a:solidFill>
                <a:latin typeface="Arial MT"/>
                <a:cs typeface="Arial MT"/>
              </a:rPr>
              <a:t>Amazon</a:t>
            </a:r>
            <a:r>
              <a:rPr sz="1900" spc="-55" dirty="0">
                <a:solidFill>
                  <a:srgbClr val="238E89"/>
                </a:solidFill>
                <a:latin typeface="Arial MT"/>
                <a:cs typeface="Arial MT"/>
              </a:rPr>
              <a:t> </a:t>
            </a:r>
            <a:r>
              <a:rPr sz="1900" spc="-365" dirty="0">
                <a:solidFill>
                  <a:srgbClr val="36978E"/>
                </a:solidFill>
                <a:latin typeface="Arial MT"/>
                <a:cs typeface="Arial MT"/>
              </a:rPr>
              <a:t>RDS</a:t>
            </a:r>
            <a:r>
              <a:rPr sz="1900" spc="-15" dirty="0">
                <a:solidFill>
                  <a:srgbClr val="36978E"/>
                </a:solidFill>
                <a:latin typeface="Arial MT"/>
                <a:cs typeface="Arial MT"/>
              </a:rPr>
              <a:t> </a:t>
            </a:r>
            <a:r>
              <a:rPr sz="1900" spc="-10" dirty="0">
                <a:solidFill>
                  <a:srgbClr val="2B938E"/>
                </a:solidFill>
                <a:latin typeface="Arial MT"/>
                <a:cs typeface="Arial MT"/>
              </a:rPr>
              <a:t>cost?</a:t>
            </a:r>
            <a:endParaRPr sz="1900">
              <a:latin typeface="Arial MT"/>
              <a:cs typeface="Arial MT"/>
            </a:endParaRPr>
          </a:p>
        </p:txBody>
      </p:sp>
      <p:pic>
        <p:nvPicPr>
          <p:cNvPr id="11" name="object 11"/>
          <p:cNvPicPr/>
          <p:nvPr/>
        </p:nvPicPr>
        <p:blipFill>
          <a:blip r:embed="rId5" cstate="print"/>
          <a:stretch>
            <a:fillRect/>
          </a:stretch>
        </p:blipFill>
        <p:spPr>
          <a:xfrm>
            <a:off x="1670714" y="5413982"/>
            <a:ext cx="2657762" cy="104787"/>
          </a:xfrm>
          <a:prstGeom prst="rect">
            <a:avLst/>
          </a:prstGeom>
        </p:spPr>
      </p:pic>
      <p:sp>
        <p:nvSpPr>
          <p:cNvPr id="12" name="object 12"/>
          <p:cNvSpPr txBox="1"/>
          <p:nvPr/>
        </p:nvSpPr>
        <p:spPr>
          <a:xfrm>
            <a:off x="4766474" y="1350447"/>
            <a:ext cx="5579110" cy="3416935"/>
          </a:xfrm>
          <a:prstGeom prst="rect">
            <a:avLst/>
          </a:prstGeom>
        </p:spPr>
        <p:txBody>
          <a:bodyPr vert="horz" wrap="square" lIns="0" tIns="10795" rIns="0" bIns="0" rtlCol="0">
            <a:spAutoFit/>
          </a:bodyPr>
          <a:lstStyle/>
          <a:p>
            <a:pPr marL="15240" marR="5080" indent="3810">
              <a:lnSpc>
                <a:spcPct val="113900"/>
              </a:lnSpc>
              <a:spcBef>
                <a:spcPts val="85"/>
              </a:spcBef>
            </a:pPr>
            <a:r>
              <a:rPr sz="1600" dirty="0">
                <a:latin typeface="Arial MT"/>
                <a:cs typeface="Arial MT"/>
              </a:rPr>
              <a:t>Amazon</a:t>
            </a:r>
            <a:r>
              <a:rPr sz="1600" spc="160" dirty="0">
                <a:latin typeface="Arial MT"/>
                <a:cs typeface="Arial MT"/>
              </a:rPr>
              <a:t> </a:t>
            </a:r>
            <a:r>
              <a:rPr sz="1600" spc="-130" dirty="0">
                <a:latin typeface="Arial MT"/>
                <a:cs typeface="Arial MT"/>
              </a:rPr>
              <a:t>RDS</a:t>
            </a:r>
            <a:r>
              <a:rPr sz="1600" spc="85" dirty="0">
                <a:latin typeface="Arial MT"/>
                <a:cs typeface="Arial MT"/>
              </a:rPr>
              <a:t> </a:t>
            </a:r>
            <a:r>
              <a:rPr sz="1600" spc="-50" dirty="0">
                <a:latin typeface="Arial MT"/>
                <a:cs typeface="Arial MT"/>
              </a:rPr>
              <a:t>is</a:t>
            </a:r>
            <a:r>
              <a:rPr sz="1600" spc="20" dirty="0">
                <a:latin typeface="Arial MT"/>
                <a:cs typeface="Arial MT"/>
              </a:rPr>
              <a:t> </a:t>
            </a:r>
            <a:r>
              <a:rPr sz="1600" dirty="0">
                <a:latin typeface="Arial MT"/>
                <a:cs typeface="Arial MT"/>
              </a:rPr>
              <a:t>fully</a:t>
            </a:r>
            <a:r>
              <a:rPr sz="1600" spc="60" dirty="0">
                <a:latin typeface="Arial MT"/>
                <a:cs typeface="Arial MT"/>
              </a:rPr>
              <a:t> </a:t>
            </a:r>
            <a:r>
              <a:rPr sz="1600" dirty="0">
                <a:latin typeface="Arial MT"/>
                <a:cs typeface="Arial MT"/>
              </a:rPr>
              <a:t>managed.</a:t>
            </a:r>
            <a:r>
              <a:rPr sz="1600" spc="35" dirty="0">
                <a:latin typeface="Arial MT"/>
                <a:cs typeface="Arial MT"/>
              </a:rPr>
              <a:t> </a:t>
            </a:r>
            <a:r>
              <a:rPr sz="1600" dirty="0">
                <a:solidFill>
                  <a:srgbClr val="3B3B3B"/>
                </a:solidFill>
                <a:latin typeface="Arial MT"/>
                <a:cs typeface="Arial MT"/>
              </a:rPr>
              <a:t>“</a:t>
            </a:r>
            <a:r>
              <a:rPr sz="1600" dirty="0">
                <a:latin typeface="Arial MT"/>
                <a:cs typeface="Arial MT"/>
              </a:rPr>
              <a:t>Fully</a:t>
            </a:r>
            <a:r>
              <a:rPr sz="1600" spc="-45" dirty="0">
                <a:latin typeface="Arial MT"/>
                <a:cs typeface="Arial MT"/>
              </a:rPr>
              <a:t> </a:t>
            </a:r>
            <a:r>
              <a:rPr sz="1600" dirty="0">
                <a:latin typeface="Arial MT"/>
                <a:cs typeface="Arial MT"/>
              </a:rPr>
              <a:t>managed’</a:t>
            </a:r>
            <a:r>
              <a:rPr sz="1600" spc="355" dirty="0">
                <a:latin typeface="Arial MT"/>
                <a:cs typeface="Arial MT"/>
              </a:rPr>
              <a:t> </a:t>
            </a:r>
            <a:r>
              <a:rPr sz="1600" dirty="0">
                <a:solidFill>
                  <a:srgbClr val="0E0E0E"/>
                </a:solidFill>
                <a:latin typeface="Arial MT"/>
                <a:cs typeface="Arial MT"/>
              </a:rPr>
              <a:t>means</a:t>
            </a:r>
            <a:r>
              <a:rPr sz="1600" spc="65" dirty="0">
                <a:solidFill>
                  <a:srgbClr val="0E0E0E"/>
                </a:solidFill>
                <a:latin typeface="Arial MT"/>
                <a:cs typeface="Arial MT"/>
              </a:rPr>
              <a:t> </a:t>
            </a:r>
            <a:r>
              <a:rPr sz="1600" spc="-20" dirty="0">
                <a:latin typeface="Arial MT"/>
                <a:cs typeface="Arial MT"/>
              </a:rPr>
              <a:t>that </a:t>
            </a:r>
            <a:r>
              <a:rPr sz="1600" spc="-75" dirty="0">
                <a:latin typeface="Arial MT"/>
                <a:cs typeface="Arial MT"/>
              </a:rPr>
              <a:t>AWS</a:t>
            </a:r>
            <a:r>
              <a:rPr sz="1600" spc="55" dirty="0">
                <a:latin typeface="Arial MT"/>
                <a:cs typeface="Arial MT"/>
              </a:rPr>
              <a:t> </a:t>
            </a:r>
            <a:r>
              <a:rPr sz="1600" dirty="0">
                <a:latin typeface="Arial MT"/>
                <a:cs typeface="Arial MT"/>
              </a:rPr>
              <a:t>automates</a:t>
            </a:r>
            <a:r>
              <a:rPr sz="1600" spc="105" dirty="0">
                <a:latin typeface="Arial MT"/>
                <a:cs typeface="Arial MT"/>
              </a:rPr>
              <a:t> </a:t>
            </a:r>
            <a:r>
              <a:rPr sz="1600" dirty="0">
                <a:latin typeface="Arial MT"/>
                <a:cs typeface="Arial MT"/>
              </a:rPr>
              <a:t>the</a:t>
            </a:r>
            <a:r>
              <a:rPr sz="1600" spc="65" dirty="0">
                <a:latin typeface="Arial MT"/>
                <a:cs typeface="Arial MT"/>
              </a:rPr>
              <a:t> </a:t>
            </a:r>
            <a:r>
              <a:rPr sz="1600" dirty="0">
                <a:latin typeface="Arial MT"/>
                <a:cs typeface="Arial MT"/>
              </a:rPr>
              <a:t>maintenance</a:t>
            </a:r>
            <a:r>
              <a:rPr sz="1600" spc="160" dirty="0">
                <a:latin typeface="Arial MT"/>
                <a:cs typeface="Arial MT"/>
              </a:rPr>
              <a:t> </a:t>
            </a:r>
            <a:r>
              <a:rPr sz="1600" dirty="0">
                <a:latin typeface="Arial MT"/>
                <a:cs typeface="Arial MT"/>
              </a:rPr>
              <a:t>and</a:t>
            </a:r>
            <a:r>
              <a:rPr sz="1600" spc="25" dirty="0">
                <a:latin typeface="Arial MT"/>
                <a:cs typeface="Arial MT"/>
              </a:rPr>
              <a:t> </a:t>
            </a:r>
            <a:r>
              <a:rPr sz="1600" dirty="0">
                <a:latin typeface="Arial MT"/>
                <a:cs typeface="Arial MT"/>
              </a:rPr>
              <a:t>security</a:t>
            </a:r>
            <a:r>
              <a:rPr sz="1600" spc="65" dirty="0">
                <a:latin typeface="Arial MT"/>
                <a:cs typeface="Arial MT"/>
              </a:rPr>
              <a:t> </a:t>
            </a:r>
            <a:r>
              <a:rPr sz="1600" dirty="0">
                <a:solidFill>
                  <a:srgbClr val="2D2D2D"/>
                </a:solidFill>
                <a:latin typeface="Arial MT"/>
                <a:cs typeface="Arial MT"/>
              </a:rPr>
              <a:t>of</a:t>
            </a:r>
            <a:r>
              <a:rPr sz="1600" spc="30" dirty="0">
                <a:solidFill>
                  <a:srgbClr val="2D2D2D"/>
                </a:solidFill>
                <a:latin typeface="Arial MT"/>
                <a:cs typeface="Arial MT"/>
              </a:rPr>
              <a:t> </a:t>
            </a:r>
            <a:r>
              <a:rPr sz="1600" spc="-25" dirty="0">
                <a:latin typeface="Arial MT"/>
                <a:cs typeface="Arial MT"/>
              </a:rPr>
              <a:t>the </a:t>
            </a:r>
            <a:r>
              <a:rPr sz="1600" spc="-10" dirty="0">
                <a:latin typeface="Arial MT"/>
                <a:cs typeface="Arial MT"/>
              </a:rPr>
              <a:t>database</a:t>
            </a:r>
            <a:r>
              <a:rPr sz="1600" spc="160" dirty="0">
                <a:latin typeface="Arial MT"/>
                <a:cs typeface="Arial MT"/>
              </a:rPr>
              <a:t> </a:t>
            </a:r>
            <a:r>
              <a:rPr sz="1600" dirty="0">
                <a:latin typeface="Arial MT"/>
                <a:cs typeface="Arial MT"/>
              </a:rPr>
              <a:t>instance</a:t>
            </a:r>
            <a:r>
              <a:rPr sz="1600" spc="185" dirty="0">
                <a:latin typeface="Arial MT"/>
                <a:cs typeface="Arial MT"/>
              </a:rPr>
              <a:t> </a:t>
            </a:r>
            <a:r>
              <a:rPr sz="1600" dirty="0">
                <a:latin typeface="Arial MT"/>
                <a:cs typeface="Arial MT"/>
              </a:rPr>
              <a:t>without</a:t>
            </a:r>
            <a:r>
              <a:rPr sz="1600" spc="165" dirty="0">
                <a:latin typeface="Arial MT"/>
                <a:cs typeface="Arial MT"/>
              </a:rPr>
              <a:t> </a:t>
            </a:r>
            <a:r>
              <a:rPr sz="1600" spc="-55" dirty="0">
                <a:solidFill>
                  <a:srgbClr val="0C0C0C"/>
                </a:solidFill>
                <a:latin typeface="Arial MT"/>
                <a:cs typeface="Arial MT"/>
              </a:rPr>
              <a:t>yOur</a:t>
            </a:r>
            <a:r>
              <a:rPr sz="1600" spc="185" dirty="0">
                <a:solidFill>
                  <a:srgbClr val="0C0C0C"/>
                </a:solidFill>
                <a:latin typeface="Arial MT"/>
                <a:cs typeface="Arial MT"/>
              </a:rPr>
              <a:t> </a:t>
            </a:r>
            <a:r>
              <a:rPr sz="1600" dirty="0">
                <a:latin typeface="Arial MT"/>
                <a:cs typeface="Arial MT"/>
              </a:rPr>
              <a:t>doing</a:t>
            </a:r>
            <a:r>
              <a:rPr sz="1600" spc="60" dirty="0">
                <a:latin typeface="Arial MT"/>
                <a:cs typeface="Arial MT"/>
              </a:rPr>
              <a:t> </a:t>
            </a:r>
            <a:r>
              <a:rPr sz="1600" dirty="0">
                <a:latin typeface="Arial MT"/>
                <a:cs typeface="Arial MT"/>
              </a:rPr>
              <a:t>anything.</a:t>
            </a:r>
            <a:r>
              <a:rPr sz="1600" spc="75" dirty="0">
                <a:latin typeface="Arial MT"/>
                <a:cs typeface="Arial MT"/>
              </a:rPr>
              <a:t> </a:t>
            </a:r>
            <a:r>
              <a:rPr sz="1600" spc="-10" dirty="0">
                <a:latin typeface="Arial MT"/>
                <a:cs typeface="Arial MT"/>
              </a:rPr>
              <a:t>However, </a:t>
            </a:r>
            <a:r>
              <a:rPr sz="1600" dirty="0">
                <a:solidFill>
                  <a:srgbClr val="0F0F0F"/>
                </a:solidFill>
                <a:latin typeface="Arial MT"/>
                <a:cs typeface="Arial MT"/>
              </a:rPr>
              <a:t>you</a:t>
            </a:r>
            <a:r>
              <a:rPr sz="1600" spc="125" dirty="0">
                <a:solidFill>
                  <a:srgbClr val="0F0F0F"/>
                </a:solidFill>
                <a:latin typeface="Arial MT"/>
                <a:cs typeface="Arial MT"/>
              </a:rPr>
              <a:t> </a:t>
            </a:r>
            <a:r>
              <a:rPr sz="1600" spc="55" dirty="0">
                <a:solidFill>
                  <a:srgbClr val="212121"/>
                </a:solidFill>
                <a:latin typeface="Arial MT"/>
                <a:cs typeface="Arial MT"/>
              </a:rPr>
              <a:t>mig</a:t>
            </a:r>
            <a:r>
              <a:rPr sz="1600" spc="55" dirty="0">
                <a:latin typeface="Arial MT"/>
                <a:cs typeface="Arial MT"/>
              </a:rPr>
              <a:t>ht</a:t>
            </a:r>
            <a:r>
              <a:rPr sz="1600" spc="40" dirty="0">
                <a:latin typeface="Arial MT"/>
                <a:cs typeface="Arial MT"/>
              </a:rPr>
              <a:t> </a:t>
            </a:r>
            <a:r>
              <a:rPr sz="1600" dirty="0">
                <a:latin typeface="Arial MT"/>
                <a:cs typeface="Arial MT"/>
              </a:rPr>
              <a:t>need</a:t>
            </a:r>
            <a:r>
              <a:rPr sz="1600" spc="110" dirty="0">
                <a:latin typeface="Arial MT"/>
                <a:cs typeface="Arial MT"/>
              </a:rPr>
              <a:t> </a:t>
            </a:r>
            <a:r>
              <a:rPr sz="1600" spc="-75" dirty="0">
                <a:latin typeface="Arial MT"/>
                <a:cs typeface="Arial MT"/>
              </a:rPr>
              <a:t>access</a:t>
            </a:r>
            <a:r>
              <a:rPr sz="1600" spc="85" dirty="0">
                <a:latin typeface="Arial MT"/>
                <a:cs typeface="Arial MT"/>
              </a:rPr>
              <a:t> </a:t>
            </a:r>
            <a:r>
              <a:rPr sz="1600" dirty="0">
                <a:latin typeface="Arial MT"/>
                <a:cs typeface="Arial MT"/>
              </a:rPr>
              <a:t>to</a:t>
            </a:r>
            <a:r>
              <a:rPr sz="1600" spc="70" dirty="0">
                <a:latin typeface="Arial MT"/>
                <a:cs typeface="Arial MT"/>
              </a:rPr>
              <a:t> </a:t>
            </a:r>
            <a:r>
              <a:rPr sz="1600" dirty="0">
                <a:latin typeface="Arial MT"/>
                <a:cs typeface="Arial MT"/>
              </a:rPr>
              <a:t>manage</a:t>
            </a:r>
            <a:r>
              <a:rPr sz="1600" spc="60" dirty="0">
                <a:latin typeface="Arial MT"/>
                <a:cs typeface="Arial MT"/>
              </a:rPr>
              <a:t> </a:t>
            </a:r>
            <a:r>
              <a:rPr sz="1600" dirty="0">
                <a:solidFill>
                  <a:srgbClr val="424242"/>
                </a:solidFill>
                <a:latin typeface="Arial MT"/>
                <a:cs typeface="Arial MT"/>
              </a:rPr>
              <a:t>the</a:t>
            </a:r>
            <a:r>
              <a:rPr sz="1600" spc="65" dirty="0">
                <a:solidFill>
                  <a:srgbClr val="424242"/>
                </a:solidFill>
                <a:latin typeface="Arial MT"/>
                <a:cs typeface="Arial MT"/>
              </a:rPr>
              <a:t> </a:t>
            </a:r>
            <a:r>
              <a:rPr sz="1600" dirty="0">
                <a:latin typeface="Arial MT"/>
                <a:cs typeface="Arial MT"/>
              </a:rPr>
              <a:t>operating</a:t>
            </a:r>
            <a:r>
              <a:rPr sz="1600" spc="160" dirty="0">
                <a:latin typeface="Arial MT"/>
                <a:cs typeface="Arial MT"/>
              </a:rPr>
              <a:t> </a:t>
            </a:r>
            <a:r>
              <a:rPr sz="1600" dirty="0">
                <a:latin typeface="Arial MT"/>
                <a:cs typeface="Arial MT"/>
              </a:rPr>
              <a:t>systr'Iv</a:t>
            </a:r>
            <a:r>
              <a:rPr sz="1600" spc="254" dirty="0">
                <a:latin typeface="Arial MT"/>
                <a:cs typeface="Arial MT"/>
              </a:rPr>
              <a:t> </a:t>
            </a:r>
            <a:r>
              <a:rPr sz="1600" spc="-25" dirty="0">
                <a:latin typeface="Arial MT"/>
                <a:cs typeface="Arial MT"/>
              </a:rPr>
              <a:t>and </a:t>
            </a:r>
            <a:r>
              <a:rPr sz="1600" dirty="0">
                <a:solidFill>
                  <a:srgbClr val="232323"/>
                </a:solidFill>
                <a:latin typeface="Arial MT"/>
                <a:cs typeface="Arial MT"/>
              </a:rPr>
              <a:t>us</a:t>
            </a:r>
            <a:r>
              <a:rPr sz="1600" dirty="0">
                <a:latin typeface="Arial MT"/>
                <a:cs typeface="Arial MT"/>
              </a:rPr>
              <a:t>date</a:t>
            </a:r>
            <a:r>
              <a:rPr sz="1600" spc="85" dirty="0">
                <a:latin typeface="Arial MT"/>
                <a:cs typeface="Arial MT"/>
              </a:rPr>
              <a:t> </a:t>
            </a:r>
            <a:r>
              <a:rPr sz="1600" spc="-10" dirty="0">
                <a:latin typeface="Arial MT"/>
                <a:cs typeface="Arial MT"/>
              </a:rPr>
              <a:t>security</a:t>
            </a:r>
            <a:r>
              <a:rPr sz="1600" spc="145" dirty="0">
                <a:latin typeface="Arial MT"/>
                <a:cs typeface="Arial MT"/>
              </a:rPr>
              <a:t> </a:t>
            </a:r>
            <a:r>
              <a:rPr sz="1600" dirty="0">
                <a:latin typeface="Arial MT"/>
                <a:cs typeface="Arial MT"/>
              </a:rPr>
              <a:t>patches</a:t>
            </a:r>
            <a:r>
              <a:rPr sz="1600" spc="80" dirty="0">
                <a:latin typeface="Arial MT"/>
                <a:cs typeface="Arial MT"/>
              </a:rPr>
              <a:t> </a:t>
            </a:r>
            <a:r>
              <a:rPr sz="1600" dirty="0">
                <a:latin typeface="Arial MT"/>
                <a:cs typeface="Arial MT"/>
              </a:rPr>
              <a:t>yourself.</a:t>
            </a:r>
            <a:r>
              <a:rPr sz="1600" spc="55" dirty="0">
                <a:latin typeface="Arial MT"/>
                <a:cs typeface="Arial MT"/>
              </a:rPr>
              <a:t> </a:t>
            </a:r>
            <a:r>
              <a:rPr sz="1600" dirty="0">
                <a:solidFill>
                  <a:srgbClr val="1F1F1F"/>
                </a:solidFill>
                <a:latin typeface="Arial MT"/>
                <a:cs typeface="Arial MT"/>
              </a:rPr>
              <a:t>If</a:t>
            </a:r>
            <a:r>
              <a:rPr sz="1600" spc="95" dirty="0">
                <a:solidFill>
                  <a:srgbClr val="1F1F1F"/>
                </a:solidFill>
                <a:latin typeface="Arial MT"/>
                <a:cs typeface="Arial MT"/>
              </a:rPr>
              <a:t> </a:t>
            </a:r>
            <a:r>
              <a:rPr sz="1600" spc="-45" dirty="0">
                <a:solidFill>
                  <a:srgbClr val="262626"/>
                </a:solidFill>
                <a:latin typeface="Arial MT"/>
                <a:cs typeface="Arial MT"/>
              </a:rPr>
              <a:t>so,</a:t>
            </a:r>
            <a:r>
              <a:rPr sz="1600" spc="30" dirty="0">
                <a:solidFill>
                  <a:srgbClr val="262626"/>
                </a:solidFill>
                <a:latin typeface="Arial MT"/>
                <a:cs typeface="Arial MT"/>
              </a:rPr>
              <a:t> </a:t>
            </a:r>
            <a:r>
              <a:rPr sz="1600" dirty="0">
                <a:latin typeface="Arial MT"/>
                <a:cs typeface="Arial MT"/>
              </a:rPr>
              <a:t>then</a:t>
            </a:r>
            <a:r>
              <a:rPr sz="1600" spc="70" dirty="0">
                <a:latin typeface="Arial MT"/>
                <a:cs typeface="Arial MT"/>
              </a:rPr>
              <a:t> </a:t>
            </a:r>
            <a:r>
              <a:rPr sz="1600" dirty="0">
                <a:latin typeface="Arial MT"/>
                <a:cs typeface="Arial MT"/>
              </a:rPr>
              <a:t>you</a:t>
            </a:r>
            <a:r>
              <a:rPr sz="1600" spc="5" dirty="0">
                <a:latin typeface="Arial MT"/>
                <a:cs typeface="Arial MT"/>
              </a:rPr>
              <a:t> </a:t>
            </a:r>
            <a:r>
              <a:rPr sz="1600" spc="-25" dirty="0">
                <a:latin typeface="Arial MT"/>
                <a:cs typeface="Arial MT"/>
              </a:rPr>
              <a:t>can </a:t>
            </a:r>
            <a:r>
              <a:rPr sz="1600" dirty="0">
                <a:latin typeface="Arial MT"/>
                <a:cs typeface="Arial MT"/>
              </a:rPr>
              <a:t>provision</a:t>
            </a:r>
            <a:r>
              <a:rPr sz="1600" spc="100" dirty="0">
                <a:latin typeface="Arial MT"/>
                <a:cs typeface="Arial MT"/>
              </a:rPr>
              <a:t> </a:t>
            </a:r>
            <a:r>
              <a:rPr sz="1600" dirty="0">
                <a:latin typeface="Arial MT"/>
                <a:cs typeface="Arial MT"/>
              </a:rPr>
              <a:t>an</a:t>
            </a:r>
            <a:r>
              <a:rPr sz="1600" spc="35" dirty="0">
                <a:latin typeface="Arial MT"/>
                <a:cs typeface="Arial MT"/>
              </a:rPr>
              <a:t> </a:t>
            </a:r>
            <a:r>
              <a:rPr sz="1600" spc="-114" dirty="0">
                <a:latin typeface="Arial MT"/>
                <a:cs typeface="Arial MT"/>
              </a:rPr>
              <a:t>EC2</a:t>
            </a:r>
            <a:r>
              <a:rPr sz="1600" spc="50" dirty="0">
                <a:latin typeface="Arial MT"/>
                <a:cs typeface="Arial MT"/>
              </a:rPr>
              <a:t> </a:t>
            </a:r>
            <a:r>
              <a:rPr sz="1600" dirty="0">
                <a:latin typeface="Arial MT"/>
                <a:cs typeface="Arial MT"/>
              </a:rPr>
              <a:t>instance</a:t>
            </a:r>
            <a:r>
              <a:rPr sz="1600" spc="75" dirty="0">
                <a:latin typeface="Arial MT"/>
                <a:cs typeface="Arial MT"/>
              </a:rPr>
              <a:t> </a:t>
            </a:r>
            <a:r>
              <a:rPr sz="1600" dirty="0">
                <a:latin typeface="Arial MT"/>
                <a:cs typeface="Arial MT"/>
              </a:rPr>
              <a:t>and </a:t>
            </a:r>
            <a:r>
              <a:rPr sz="1600" spc="-45" dirty="0">
                <a:latin typeface="Arial MT"/>
                <a:cs typeface="Arial MT"/>
              </a:rPr>
              <a:t>use</a:t>
            </a:r>
            <a:r>
              <a:rPr sz="1600" spc="-5" dirty="0">
                <a:latin typeface="Arial MT"/>
                <a:cs typeface="Arial MT"/>
              </a:rPr>
              <a:t> </a:t>
            </a:r>
            <a:r>
              <a:rPr sz="1600" dirty="0">
                <a:solidFill>
                  <a:srgbClr val="161616"/>
                </a:solidFill>
                <a:latin typeface="Arial MT"/>
                <a:cs typeface="Arial MT"/>
              </a:rPr>
              <a:t>it</a:t>
            </a:r>
            <a:r>
              <a:rPr sz="1600" spc="175" dirty="0">
                <a:solidFill>
                  <a:srgbClr val="161616"/>
                </a:solidFill>
                <a:latin typeface="Arial MT"/>
                <a:cs typeface="Arial MT"/>
              </a:rPr>
              <a:t> </a:t>
            </a:r>
            <a:r>
              <a:rPr sz="1600" dirty="0">
                <a:latin typeface="Arial MT"/>
                <a:cs typeface="Arial MT"/>
              </a:rPr>
              <a:t>to</a:t>
            </a:r>
            <a:r>
              <a:rPr sz="1600" spc="200" dirty="0">
                <a:latin typeface="Arial MT"/>
                <a:cs typeface="Arial MT"/>
              </a:rPr>
              <a:t> </a:t>
            </a:r>
            <a:r>
              <a:rPr sz="1600" dirty="0">
                <a:latin typeface="Arial MT"/>
                <a:cs typeface="Arial MT"/>
              </a:rPr>
              <a:t>host</a:t>
            </a:r>
            <a:r>
              <a:rPr sz="1600" spc="30" dirty="0">
                <a:latin typeface="Arial MT"/>
                <a:cs typeface="Arial MT"/>
              </a:rPr>
              <a:t> </a:t>
            </a:r>
            <a:r>
              <a:rPr sz="1600" dirty="0">
                <a:latin typeface="Arial MT"/>
                <a:cs typeface="Arial MT"/>
              </a:rPr>
              <a:t>your</a:t>
            </a:r>
            <a:r>
              <a:rPr sz="1600" spc="50" dirty="0">
                <a:latin typeface="Arial MT"/>
                <a:cs typeface="Arial MT"/>
              </a:rPr>
              <a:t> </a:t>
            </a:r>
            <a:r>
              <a:rPr sz="1600" spc="-25" dirty="0">
                <a:latin typeface="Arial MT"/>
                <a:cs typeface="Arial MT"/>
              </a:rPr>
              <a:t>own </a:t>
            </a:r>
            <a:r>
              <a:rPr sz="1600" spc="-10" dirty="0">
                <a:latin typeface="Arial MT"/>
                <a:cs typeface="Arial MT"/>
              </a:rPr>
              <a:t>database.</a:t>
            </a:r>
            <a:endParaRPr sz="1600">
              <a:latin typeface="Arial MT"/>
              <a:cs typeface="Arial MT"/>
            </a:endParaRPr>
          </a:p>
          <a:p>
            <a:pPr>
              <a:lnSpc>
                <a:spcPct val="100000"/>
              </a:lnSpc>
              <a:spcBef>
                <a:spcPts val="760"/>
              </a:spcBef>
            </a:pPr>
            <a:endParaRPr sz="1600">
              <a:latin typeface="Arial MT"/>
              <a:cs typeface="Arial MT"/>
            </a:endParaRPr>
          </a:p>
          <a:p>
            <a:pPr marL="12700" marR="187960" indent="6350">
              <a:lnSpc>
                <a:spcPct val="114599"/>
              </a:lnSpc>
            </a:pPr>
            <a:r>
              <a:rPr sz="1600" spc="-20" dirty="0">
                <a:solidFill>
                  <a:srgbClr val="111111"/>
                </a:solidFill>
                <a:latin typeface="Arial MT"/>
                <a:cs typeface="Arial MT"/>
              </a:rPr>
              <a:t>Suppose</a:t>
            </a:r>
            <a:r>
              <a:rPr sz="1600" spc="125" dirty="0">
                <a:solidFill>
                  <a:srgbClr val="111111"/>
                </a:solidFill>
                <a:latin typeface="Arial MT"/>
                <a:cs typeface="Arial MT"/>
              </a:rPr>
              <a:t> </a:t>
            </a:r>
            <a:r>
              <a:rPr sz="1600" dirty="0">
                <a:latin typeface="Arial MT"/>
                <a:cs typeface="Arial MT"/>
              </a:rPr>
              <a:t>that</a:t>
            </a:r>
            <a:r>
              <a:rPr sz="1600" spc="90" dirty="0">
                <a:latin typeface="Arial MT"/>
                <a:cs typeface="Arial MT"/>
              </a:rPr>
              <a:t> </a:t>
            </a:r>
            <a:r>
              <a:rPr sz="1600" dirty="0">
                <a:latin typeface="Arial MT"/>
                <a:cs typeface="Arial MT"/>
              </a:rPr>
              <a:t>you</a:t>
            </a:r>
            <a:r>
              <a:rPr sz="1600" spc="110" dirty="0">
                <a:latin typeface="Arial MT"/>
                <a:cs typeface="Arial MT"/>
              </a:rPr>
              <a:t> </a:t>
            </a:r>
            <a:r>
              <a:rPr sz="1600" dirty="0">
                <a:latin typeface="Arial MT"/>
                <a:cs typeface="Arial MT"/>
              </a:rPr>
              <a:t>decide</a:t>
            </a:r>
            <a:r>
              <a:rPr sz="1600" spc="50" dirty="0">
                <a:latin typeface="Arial MT"/>
                <a:cs typeface="Arial MT"/>
              </a:rPr>
              <a:t> </a:t>
            </a:r>
            <a:r>
              <a:rPr sz="1600" dirty="0">
                <a:latin typeface="Arial MT"/>
                <a:cs typeface="Arial MT"/>
              </a:rPr>
              <a:t>to</a:t>
            </a:r>
            <a:r>
              <a:rPr sz="1600" spc="185" dirty="0">
                <a:latin typeface="Arial MT"/>
                <a:cs typeface="Arial MT"/>
              </a:rPr>
              <a:t> </a:t>
            </a:r>
            <a:r>
              <a:rPr sz="1600" dirty="0">
                <a:latin typeface="Arial MT"/>
                <a:cs typeface="Arial MT"/>
              </a:rPr>
              <a:t>host</a:t>
            </a:r>
            <a:r>
              <a:rPr sz="1600" spc="80" dirty="0">
                <a:latin typeface="Arial MT"/>
                <a:cs typeface="Arial MT"/>
              </a:rPr>
              <a:t> </a:t>
            </a:r>
            <a:r>
              <a:rPr sz="1600" dirty="0">
                <a:solidFill>
                  <a:srgbClr val="131313"/>
                </a:solidFill>
                <a:latin typeface="Arial MT"/>
                <a:cs typeface="Arial MT"/>
              </a:rPr>
              <a:t>your</a:t>
            </a:r>
            <a:r>
              <a:rPr sz="1600" spc="114" dirty="0">
                <a:solidFill>
                  <a:srgbClr val="131313"/>
                </a:solidFill>
                <a:latin typeface="Arial MT"/>
                <a:cs typeface="Arial MT"/>
              </a:rPr>
              <a:t> </a:t>
            </a:r>
            <a:r>
              <a:rPr sz="1600" dirty="0">
                <a:solidFill>
                  <a:srgbClr val="0C0C0C"/>
                </a:solidFill>
                <a:latin typeface="Arial MT"/>
                <a:cs typeface="Arial MT"/>
              </a:rPr>
              <a:t>own</a:t>
            </a:r>
            <a:r>
              <a:rPr sz="1600" spc="90" dirty="0">
                <a:solidFill>
                  <a:srgbClr val="0C0C0C"/>
                </a:solidFill>
                <a:latin typeface="Arial MT"/>
                <a:cs typeface="Arial MT"/>
              </a:rPr>
              <a:t> </a:t>
            </a:r>
            <a:r>
              <a:rPr sz="1600" spc="-10" dirty="0">
                <a:latin typeface="Arial MT"/>
                <a:cs typeface="Arial MT"/>
              </a:rPr>
              <a:t>database</a:t>
            </a:r>
            <a:r>
              <a:rPr sz="1600" spc="135" dirty="0">
                <a:latin typeface="Arial MT"/>
                <a:cs typeface="Arial MT"/>
              </a:rPr>
              <a:t> </a:t>
            </a:r>
            <a:r>
              <a:rPr sz="1600" dirty="0">
                <a:solidFill>
                  <a:srgbClr val="2F2F2F"/>
                </a:solidFill>
                <a:latin typeface="Arial MT"/>
                <a:cs typeface="Arial MT"/>
              </a:rPr>
              <a:t>on</a:t>
            </a:r>
            <a:r>
              <a:rPr sz="1600" spc="-5" dirty="0">
                <a:solidFill>
                  <a:srgbClr val="2F2F2F"/>
                </a:solidFill>
                <a:latin typeface="Arial MT"/>
                <a:cs typeface="Arial MT"/>
              </a:rPr>
              <a:t> </a:t>
            </a:r>
            <a:r>
              <a:rPr sz="1600" spc="-25" dirty="0">
                <a:latin typeface="Arial MT"/>
                <a:cs typeface="Arial MT"/>
              </a:rPr>
              <a:t>an </a:t>
            </a:r>
            <a:r>
              <a:rPr sz="1600" spc="-70" dirty="0">
                <a:latin typeface="Arial MT"/>
                <a:cs typeface="Arial MT"/>
              </a:rPr>
              <a:t>EC2</a:t>
            </a:r>
            <a:r>
              <a:rPr sz="1600" spc="35" dirty="0">
                <a:latin typeface="Arial MT"/>
                <a:cs typeface="Arial MT"/>
              </a:rPr>
              <a:t> </a:t>
            </a:r>
            <a:r>
              <a:rPr sz="1600" spc="-10" dirty="0">
                <a:latin typeface="Arial MT"/>
                <a:cs typeface="Arial MT"/>
              </a:rPr>
              <a:t>instance.</a:t>
            </a:r>
            <a:r>
              <a:rPr sz="1600" spc="30" dirty="0">
                <a:latin typeface="Arial MT"/>
                <a:cs typeface="Arial MT"/>
              </a:rPr>
              <a:t> </a:t>
            </a:r>
            <a:r>
              <a:rPr sz="1600" spc="-10" dirty="0">
                <a:solidFill>
                  <a:srgbClr val="151515"/>
                </a:solidFill>
                <a:latin typeface="Arial MT"/>
                <a:cs typeface="Arial MT"/>
              </a:rPr>
              <a:t>Then,</a:t>
            </a:r>
            <a:r>
              <a:rPr sz="1600" dirty="0">
                <a:solidFill>
                  <a:srgbClr val="151515"/>
                </a:solidFill>
                <a:latin typeface="Arial MT"/>
                <a:cs typeface="Arial MT"/>
              </a:rPr>
              <a:t> </a:t>
            </a:r>
            <a:r>
              <a:rPr sz="1600" dirty="0">
                <a:latin typeface="Arial MT"/>
                <a:cs typeface="Arial MT"/>
              </a:rPr>
              <a:t>you</a:t>
            </a:r>
            <a:r>
              <a:rPr sz="1600" spc="-40" dirty="0">
                <a:latin typeface="Arial MT"/>
                <a:cs typeface="Arial MT"/>
              </a:rPr>
              <a:t> </a:t>
            </a:r>
            <a:r>
              <a:rPr sz="1600" dirty="0">
                <a:solidFill>
                  <a:srgbClr val="0E0E0E"/>
                </a:solidFill>
                <a:latin typeface="Arial MT"/>
                <a:cs typeface="Arial MT"/>
              </a:rPr>
              <a:t>are</a:t>
            </a:r>
            <a:r>
              <a:rPr sz="1600" spc="40" dirty="0">
                <a:solidFill>
                  <a:srgbClr val="0E0E0E"/>
                </a:solidFill>
                <a:latin typeface="Arial MT"/>
                <a:cs typeface="Arial MT"/>
              </a:rPr>
              <a:t> </a:t>
            </a:r>
            <a:r>
              <a:rPr sz="1600" dirty="0">
                <a:latin typeface="Arial MT"/>
                <a:cs typeface="Arial MT"/>
              </a:rPr>
              <a:t>responsible</a:t>
            </a:r>
            <a:r>
              <a:rPr sz="1600" spc="100" dirty="0">
                <a:latin typeface="Arial MT"/>
                <a:cs typeface="Arial MT"/>
              </a:rPr>
              <a:t> </a:t>
            </a:r>
            <a:r>
              <a:rPr sz="1600" dirty="0">
                <a:solidFill>
                  <a:srgbClr val="0C0C0C"/>
                </a:solidFill>
                <a:latin typeface="Arial MT"/>
                <a:cs typeface="Arial MT"/>
              </a:rPr>
              <a:t>for</a:t>
            </a:r>
            <a:r>
              <a:rPr sz="1600" spc="40" dirty="0">
                <a:solidFill>
                  <a:srgbClr val="0C0C0C"/>
                </a:solidFill>
                <a:latin typeface="Arial MT"/>
                <a:cs typeface="Arial MT"/>
              </a:rPr>
              <a:t> </a:t>
            </a:r>
            <a:r>
              <a:rPr sz="1600" dirty="0">
                <a:solidFill>
                  <a:srgbClr val="131313"/>
                </a:solidFill>
                <a:latin typeface="Arial MT"/>
                <a:cs typeface="Arial MT"/>
              </a:rPr>
              <a:t>many</a:t>
            </a:r>
            <a:r>
              <a:rPr sz="1600" spc="15" dirty="0">
                <a:solidFill>
                  <a:srgbClr val="131313"/>
                </a:solidFill>
                <a:latin typeface="Arial MT"/>
                <a:cs typeface="Arial MT"/>
              </a:rPr>
              <a:t> </a:t>
            </a:r>
            <a:r>
              <a:rPr sz="1600" dirty="0">
                <a:solidFill>
                  <a:srgbClr val="2A2A2A"/>
                </a:solidFill>
                <a:latin typeface="Arial MT"/>
                <a:cs typeface="Arial MT"/>
              </a:rPr>
              <a:t>of</a:t>
            </a:r>
            <a:r>
              <a:rPr sz="1600" spc="-5" dirty="0">
                <a:solidFill>
                  <a:srgbClr val="2A2A2A"/>
                </a:solidFill>
                <a:latin typeface="Arial MT"/>
                <a:cs typeface="Arial MT"/>
              </a:rPr>
              <a:t> </a:t>
            </a:r>
            <a:r>
              <a:rPr sz="1600" spc="-25" dirty="0">
                <a:solidFill>
                  <a:srgbClr val="232323"/>
                </a:solidFill>
                <a:latin typeface="Arial MT"/>
                <a:cs typeface="Arial MT"/>
              </a:rPr>
              <a:t>the </a:t>
            </a:r>
            <a:r>
              <a:rPr sz="1600" dirty="0">
                <a:latin typeface="Arial MT"/>
                <a:cs typeface="Arial MT"/>
              </a:rPr>
              <a:t>automated</a:t>
            </a:r>
            <a:r>
              <a:rPr sz="1600" spc="165" dirty="0">
                <a:latin typeface="Arial MT"/>
                <a:cs typeface="Arial MT"/>
              </a:rPr>
              <a:t> </a:t>
            </a:r>
            <a:r>
              <a:rPr sz="1600" spc="-20" dirty="0">
                <a:latin typeface="Arial MT"/>
                <a:cs typeface="Arial MT"/>
              </a:rPr>
              <a:t>tasks</a:t>
            </a:r>
            <a:r>
              <a:rPr sz="1600" spc="15" dirty="0">
                <a:latin typeface="Arial MT"/>
                <a:cs typeface="Arial MT"/>
              </a:rPr>
              <a:t> </a:t>
            </a:r>
            <a:r>
              <a:rPr sz="1600" dirty="0">
                <a:latin typeface="Arial MT"/>
                <a:cs typeface="Arial MT"/>
              </a:rPr>
              <a:t>that</a:t>
            </a:r>
            <a:r>
              <a:rPr sz="1600" spc="265" dirty="0">
                <a:latin typeface="Arial MT"/>
                <a:cs typeface="Arial MT"/>
              </a:rPr>
              <a:t> </a:t>
            </a:r>
            <a:r>
              <a:rPr sz="1600" dirty="0">
                <a:latin typeface="Arial MT"/>
                <a:cs typeface="Arial MT"/>
              </a:rPr>
              <a:t>Amazon</a:t>
            </a:r>
            <a:r>
              <a:rPr sz="1600" spc="170" dirty="0">
                <a:latin typeface="Arial MT"/>
                <a:cs typeface="Arial MT"/>
              </a:rPr>
              <a:t> </a:t>
            </a:r>
            <a:r>
              <a:rPr sz="1600" spc="-150" dirty="0">
                <a:solidFill>
                  <a:srgbClr val="0F0F0F"/>
                </a:solidFill>
                <a:latin typeface="Arial MT"/>
                <a:cs typeface="Arial MT"/>
              </a:rPr>
              <a:t>RDS</a:t>
            </a:r>
            <a:r>
              <a:rPr sz="1600" spc="114" dirty="0">
                <a:solidFill>
                  <a:srgbClr val="0F0F0F"/>
                </a:solidFill>
                <a:latin typeface="Arial MT"/>
                <a:cs typeface="Arial MT"/>
              </a:rPr>
              <a:t> </a:t>
            </a:r>
            <a:r>
              <a:rPr sz="1600" dirty="0">
                <a:latin typeface="Arial MT"/>
                <a:cs typeface="Arial MT"/>
              </a:rPr>
              <a:t>would</a:t>
            </a:r>
            <a:r>
              <a:rPr sz="1600" spc="105" dirty="0">
                <a:latin typeface="Arial MT"/>
                <a:cs typeface="Arial MT"/>
              </a:rPr>
              <a:t> </a:t>
            </a:r>
            <a:r>
              <a:rPr sz="1600" spc="-10" dirty="0">
                <a:latin typeface="Arial MT"/>
                <a:cs typeface="Arial MT"/>
              </a:rPr>
              <a:t>automatically </a:t>
            </a:r>
            <a:r>
              <a:rPr sz="1600" dirty="0">
                <a:latin typeface="Arial MT"/>
                <a:cs typeface="Arial MT"/>
              </a:rPr>
              <a:t>perform</a:t>
            </a:r>
            <a:r>
              <a:rPr sz="1600" spc="280" dirty="0">
                <a:latin typeface="Arial MT"/>
                <a:cs typeface="Arial MT"/>
              </a:rPr>
              <a:t> </a:t>
            </a:r>
            <a:r>
              <a:rPr sz="1600" dirty="0">
                <a:latin typeface="Arial MT"/>
                <a:cs typeface="Arial MT"/>
              </a:rPr>
              <a:t>for</a:t>
            </a:r>
            <a:r>
              <a:rPr sz="1600" spc="305" dirty="0">
                <a:latin typeface="Arial MT"/>
                <a:cs typeface="Arial MT"/>
              </a:rPr>
              <a:t> </a:t>
            </a:r>
            <a:r>
              <a:rPr sz="1600" spc="-20" dirty="0">
                <a:latin typeface="Arial MT"/>
                <a:cs typeface="Arial MT"/>
              </a:rPr>
              <a:t>you.</a:t>
            </a:r>
            <a:endParaRPr sz="1600">
              <a:latin typeface="Arial MT"/>
              <a:cs typeface="Arial MT"/>
            </a:endParaRP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351914" y="365125"/>
            <a:ext cx="9468863" cy="5267959"/>
          </a:xfrm>
          <a:prstGeom prst="rect">
            <a:avLst/>
          </a:prstGeom>
        </p:spPr>
      </p:pic>
      <p:sp>
        <p:nvSpPr>
          <p:cNvPr id="3" name="object 3"/>
          <p:cNvSpPr txBox="1"/>
          <p:nvPr/>
        </p:nvSpPr>
        <p:spPr>
          <a:xfrm>
            <a:off x="4792452" y="1370134"/>
            <a:ext cx="5550535" cy="1863725"/>
          </a:xfrm>
          <a:prstGeom prst="rect">
            <a:avLst/>
          </a:prstGeom>
        </p:spPr>
        <p:txBody>
          <a:bodyPr vert="horz" wrap="square" lIns="0" tIns="8255" rIns="0" bIns="0" rtlCol="0">
            <a:spAutoFit/>
          </a:bodyPr>
          <a:lstStyle/>
          <a:p>
            <a:pPr marL="12700" marR="5080" indent="4445" algn="just">
              <a:lnSpc>
                <a:spcPct val="101699"/>
              </a:lnSpc>
              <a:spcBef>
                <a:spcPts val="65"/>
              </a:spcBef>
            </a:pPr>
            <a:r>
              <a:rPr sz="1700" spc="-65" dirty="0">
                <a:latin typeface="Arial MT"/>
                <a:cs typeface="Arial MT"/>
              </a:rPr>
              <a:t>Amazon</a:t>
            </a:r>
            <a:r>
              <a:rPr sz="1700" spc="20" dirty="0">
                <a:latin typeface="Arial MT"/>
                <a:cs typeface="Arial MT"/>
              </a:rPr>
              <a:t> </a:t>
            </a:r>
            <a:r>
              <a:rPr sz="1700" spc="-245" dirty="0">
                <a:latin typeface="Arial MT"/>
                <a:cs typeface="Arial MT"/>
              </a:rPr>
              <a:t>RDS</a:t>
            </a:r>
            <a:r>
              <a:rPr sz="1700" spc="125" dirty="0">
                <a:latin typeface="Arial MT"/>
                <a:cs typeface="Arial MT"/>
              </a:rPr>
              <a:t> </a:t>
            </a:r>
            <a:r>
              <a:rPr sz="1700" spc="-30" dirty="0">
                <a:latin typeface="Arial MT"/>
                <a:cs typeface="Arial MT"/>
              </a:rPr>
              <a:t>pricing</a:t>
            </a:r>
            <a:r>
              <a:rPr sz="1700" spc="20" dirty="0">
                <a:latin typeface="Arial MT"/>
                <a:cs typeface="Arial MT"/>
              </a:rPr>
              <a:t> </a:t>
            </a:r>
            <a:r>
              <a:rPr sz="1700" dirty="0">
                <a:latin typeface="Arial MT"/>
                <a:cs typeface="Arial MT"/>
              </a:rPr>
              <a:t>follows</a:t>
            </a:r>
            <a:r>
              <a:rPr sz="1700" spc="-20" dirty="0">
                <a:latin typeface="Arial MT"/>
                <a:cs typeface="Arial MT"/>
              </a:rPr>
              <a:t> </a:t>
            </a:r>
            <a:r>
              <a:rPr sz="1700" dirty="0">
                <a:solidFill>
                  <a:srgbClr val="0C0C0C"/>
                </a:solidFill>
                <a:latin typeface="Arial MT"/>
                <a:cs typeface="Arial MT"/>
              </a:rPr>
              <a:t>the</a:t>
            </a:r>
            <a:r>
              <a:rPr sz="1700" spc="-15" dirty="0">
                <a:solidFill>
                  <a:srgbClr val="0C0C0C"/>
                </a:solidFill>
                <a:latin typeface="Arial MT"/>
                <a:cs typeface="Arial MT"/>
              </a:rPr>
              <a:t> </a:t>
            </a:r>
            <a:r>
              <a:rPr sz="1700" spc="-20" dirty="0">
                <a:latin typeface="Arial MT"/>
                <a:cs typeface="Arial MT"/>
              </a:rPr>
              <a:t>pay-only-for-what-</a:t>
            </a:r>
            <a:r>
              <a:rPr sz="1700" dirty="0">
                <a:latin typeface="Arial MT"/>
                <a:cs typeface="Arial MT"/>
              </a:rPr>
              <a:t>you</a:t>
            </a:r>
            <a:r>
              <a:rPr sz="1700" spc="-20" dirty="0">
                <a:latin typeface="Arial MT"/>
                <a:cs typeface="Arial MT"/>
              </a:rPr>
              <a:t> </a:t>
            </a:r>
            <a:r>
              <a:rPr sz="1700" spc="-25" dirty="0">
                <a:latin typeface="Arial MT"/>
                <a:cs typeface="Arial MT"/>
              </a:rPr>
              <a:t>use </a:t>
            </a:r>
            <a:r>
              <a:rPr sz="1700" spc="-45" dirty="0">
                <a:latin typeface="Arial MT"/>
                <a:cs typeface="Arial MT"/>
              </a:rPr>
              <a:t>model.</a:t>
            </a:r>
            <a:r>
              <a:rPr sz="1700" spc="-75" dirty="0">
                <a:latin typeface="Arial MT"/>
                <a:cs typeface="Arial MT"/>
              </a:rPr>
              <a:t> </a:t>
            </a:r>
            <a:r>
              <a:rPr sz="1700" dirty="0">
                <a:latin typeface="Arial MT"/>
                <a:cs typeface="Arial MT"/>
              </a:rPr>
              <a:t>It</a:t>
            </a:r>
            <a:r>
              <a:rPr sz="1700" spc="-10" dirty="0">
                <a:latin typeface="Arial MT"/>
                <a:cs typeface="Arial MT"/>
              </a:rPr>
              <a:t> </a:t>
            </a:r>
            <a:r>
              <a:rPr sz="1700" spc="-140" dirty="0">
                <a:latin typeface="Arial MT"/>
                <a:cs typeface="Arial MT"/>
              </a:rPr>
              <a:t>has</a:t>
            </a:r>
            <a:r>
              <a:rPr sz="1700" spc="20" dirty="0">
                <a:latin typeface="Arial MT"/>
                <a:cs typeface="Arial MT"/>
              </a:rPr>
              <a:t> </a:t>
            </a:r>
            <a:r>
              <a:rPr sz="1700" dirty="0">
                <a:solidFill>
                  <a:srgbClr val="363636"/>
                </a:solidFill>
                <a:latin typeface="Arial MT"/>
                <a:cs typeface="Arial MT"/>
              </a:rPr>
              <a:t>no</a:t>
            </a:r>
            <a:r>
              <a:rPr sz="1700" spc="-65" dirty="0">
                <a:solidFill>
                  <a:srgbClr val="363636"/>
                </a:solidFill>
                <a:latin typeface="Arial MT"/>
                <a:cs typeface="Arial MT"/>
              </a:rPr>
              <a:t> </a:t>
            </a:r>
            <a:r>
              <a:rPr sz="1700" dirty="0">
                <a:solidFill>
                  <a:srgbClr val="080808"/>
                </a:solidFill>
                <a:latin typeface="Arial MT"/>
                <a:cs typeface="Arial MT"/>
              </a:rPr>
              <a:t>minimum</a:t>
            </a:r>
            <a:r>
              <a:rPr sz="1700" spc="20" dirty="0">
                <a:solidFill>
                  <a:srgbClr val="080808"/>
                </a:solidFill>
                <a:latin typeface="Arial MT"/>
                <a:cs typeface="Arial MT"/>
              </a:rPr>
              <a:t> </a:t>
            </a:r>
            <a:r>
              <a:rPr sz="1700" spc="-25" dirty="0">
                <a:latin typeface="Arial MT"/>
                <a:cs typeface="Arial MT"/>
              </a:rPr>
              <a:t>fee. </a:t>
            </a:r>
            <a:r>
              <a:rPr sz="1700" spc="-130" dirty="0">
                <a:latin typeface="Arial MT"/>
                <a:cs typeface="Arial MT"/>
              </a:rPr>
              <a:t>You</a:t>
            </a:r>
            <a:r>
              <a:rPr sz="1700" spc="35" dirty="0">
                <a:latin typeface="Arial MT"/>
                <a:cs typeface="Arial MT"/>
              </a:rPr>
              <a:t> </a:t>
            </a:r>
            <a:r>
              <a:rPr sz="1700" spc="-100" dirty="0">
                <a:latin typeface="Arial MT"/>
                <a:cs typeface="Arial MT"/>
              </a:rPr>
              <a:t>can</a:t>
            </a:r>
            <a:r>
              <a:rPr sz="1700" spc="-10" dirty="0">
                <a:latin typeface="Arial MT"/>
                <a:cs typeface="Arial MT"/>
              </a:rPr>
              <a:t> </a:t>
            </a:r>
            <a:r>
              <a:rPr sz="1700" spc="-60" dirty="0">
                <a:latin typeface="Arial MT"/>
                <a:cs typeface="Arial MT"/>
              </a:rPr>
              <a:t>pay</a:t>
            </a:r>
            <a:r>
              <a:rPr sz="1700" spc="30" dirty="0">
                <a:latin typeface="Arial MT"/>
                <a:cs typeface="Arial MT"/>
              </a:rPr>
              <a:t> </a:t>
            </a:r>
            <a:r>
              <a:rPr sz="1700" dirty="0">
                <a:latin typeface="Arial MT"/>
                <a:cs typeface="Arial MT"/>
              </a:rPr>
              <a:t>for</a:t>
            </a:r>
            <a:r>
              <a:rPr sz="1700" spc="50" dirty="0">
                <a:latin typeface="Arial MT"/>
                <a:cs typeface="Arial MT"/>
              </a:rPr>
              <a:t> </a:t>
            </a:r>
            <a:r>
              <a:rPr sz="1700" spc="-80" dirty="0">
                <a:solidFill>
                  <a:srgbClr val="0F0F0F"/>
                </a:solidFill>
                <a:latin typeface="Arial MT"/>
                <a:cs typeface="Arial MT"/>
              </a:rPr>
              <a:t>Amazon</a:t>
            </a:r>
            <a:r>
              <a:rPr sz="1700" spc="50" dirty="0">
                <a:solidFill>
                  <a:srgbClr val="0F0F0F"/>
                </a:solidFill>
                <a:latin typeface="Arial MT"/>
                <a:cs typeface="Arial MT"/>
              </a:rPr>
              <a:t> </a:t>
            </a:r>
            <a:r>
              <a:rPr sz="1700" spc="-160" dirty="0">
                <a:solidFill>
                  <a:srgbClr val="262626"/>
                </a:solidFill>
                <a:latin typeface="Arial MT"/>
                <a:cs typeface="Arial MT"/>
              </a:rPr>
              <a:t>RDS </a:t>
            </a:r>
            <a:r>
              <a:rPr sz="1700" dirty="0">
                <a:latin typeface="Arial MT"/>
                <a:cs typeface="Arial MT"/>
              </a:rPr>
              <a:t>by</a:t>
            </a:r>
            <a:r>
              <a:rPr sz="1700" spc="-114" dirty="0">
                <a:latin typeface="Arial MT"/>
                <a:cs typeface="Arial MT"/>
              </a:rPr>
              <a:t> </a:t>
            </a:r>
            <a:r>
              <a:rPr sz="1700" spc="-30" dirty="0">
                <a:solidFill>
                  <a:srgbClr val="1A1A1A"/>
                </a:solidFill>
                <a:latin typeface="Arial MT"/>
                <a:cs typeface="Arial MT"/>
              </a:rPr>
              <a:t>using</a:t>
            </a:r>
            <a:r>
              <a:rPr sz="1700" spc="-45" dirty="0">
                <a:solidFill>
                  <a:srgbClr val="1A1A1A"/>
                </a:solidFill>
                <a:latin typeface="Arial MT"/>
                <a:cs typeface="Arial MT"/>
              </a:rPr>
              <a:t> </a:t>
            </a:r>
            <a:r>
              <a:rPr sz="1700" spc="-70" dirty="0">
                <a:latin typeface="Arial MT"/>
                <a:cs typeface="Arial MT"/>
              </a:rPr>
              <a:t>On-</a:t>
            </a:r>
            <a:r>
              <a:rPr sz="1700" spc="-35" dirty="0">
                <a:latin typeface="Arial MT"/>
                <a:cs typeface="Arial MT"/>
              </a:rPr>
              <a:t>Demand</a:t>
            </a:r>
            <a:r>
              <a:rPr sz="1700" spc="-5" dirty="0">
                <a:latin typeface="Arial MT"/>
                <a:cs typeface="Arial MT"/>
              </a:rPr>
              <a:t> </a:t>
            </a:r>
            <a:r>
              <a:rPr sz="1700" dirty="0">
                <a:solidFill>
                  <a:srgbClr val="242424"/>
                </a:solidFill>
                <a:latin typeface="Arial MT"/>
                <a:cs typeface="Arial MT"/>
              </a:rPr>
              <a:t>or</a:t>
            </a:r>
            <a:r>
              <a:rPr sz="1700" spc="-70" dirty="0">
                <a:solidFill>
                  <a:srgbClr val="242424"/>
                </a:solidFill>
                <a:latin typeface="Arial MT"/>
                <a:cs typeface="Arial MT"/>
              </a:rPr>
              <a:t> </a:t>
            </a:r>
            <a:r>
              <a:rPr sz="1700" spc="-110" dirty="0">
                <a:latin typeface="Arial MT"/>
                <a:cs typeface="Arial MT"/>
              </a:rPr>
              <a:t>Reserved</a:t>
            </a:r>
            <a:r>
              <a:rPr sz="1700" spc="-10" dirty="0">
                <a:latin typeface="Arial MT"/>
                <a:cs typeface="Arial MT"/>
              </a:rPr>
              <a:t> </a:t>
            </a:r>
            <a:r>
              <a:rPr sz="1700" spc="-70" dirty="0">
                <a:latin typeface="Arial MT"/>
                <a:cs typeface="Arial MT"/>
              </a:rPr>
              <a:t>Instances,</a:t>
            </a:r>
            <a:r>
              <a:rPr sz="1700" spc="20" dirty="0">
                <a:latin typeface="Arial MT"/>
                <a:cs typeface="Arial MT"/>
              </a:rPr>
              <a:t> </a:t>
            </a:r>
            <a:r>
              <a:rPr sz="1700" spc="-40" dirty="0">
                <a:latin typeface="Arial MT"/>
                <a:cs typeface="Arial MT"/>
              </a:rPr>
              <a:t>similar</a:t>
            </a:r>
            <a:r>
              <a:rPr sz="1700" spc="-65" dirty="0">
                <a:latin typeface="Arial MT"/>
                <a:cs typeface="Arial MT"/>
              </a:rPr>
              <a:t> </a:t>
            </a:r>
            <a:r>
              <a:rPr sz="1700" dirty="0">
                <a:latin typeface="Arial MT"/>
                <a:cs typeface="Arial MT"/>
              </a:rPr>
              <a:t>to</a:t>
            </a:r>
            <a:r>
              <a:rPr sz="1700" spc="105" dirty="0">
                <a:latin typeface="Arial MT"/>
                <a:cs typeface="Arial MT"/>
              </a:rPr>
              <a:t> </a:t>
            </a:r>
            <a:r>
              <a:rPr sz="1700" spc="-20" dirty="0">
                <a:latin typeface="Arial MT"/>
                <a:cs typeface="Arial MT"/>
              </a:rPr>
              <a:t>what </a:t>
            </a:r>
            <a:r>
              <a:rPr sz="1700" dirty="0">
                <a:solidFill>
                  <a:srgbClr val="111111"/>
                </a:solidFill>
                <a:latin typeface="Arial MT"/>
                <a:cs typeface="Arial MT"/>
              </a:rPr>
              <a:t>you</a:t>
            </a:r>
            <a:r>
              <a:rPr sz="1700" spc="-105" dirty="0">
                <a:solidFill>
                  <a:srgbClr val="111111"/>
                </a:solidFill>
                <a:latin typeface="Arial MT"/>
                <a:cs typeface="Arial MT"/>
              </a:rPr>
              <a:t> </a:t>
            </a:r>
            <a:r>
              <a:rPr sz="1700" spc="-50" dirty="0">
                <a:latin typeface="Arial MT"/>
                <a:cs typeface="Arial MT"/>
              </a:rPr>
              <a:t>learned</a:t>
            </a:r>
            <a:r>
              <a:rPr sz="1700" spc="-20" dirty="0">
                <a:latin typeface="Arial MT"/>
                <a:cs typeface="Arial MT"/>
              </a:rPr>
              <a:t> </a:t>
            </a:r>
            <a:r>
              <a:rPr sz="1700" dirty="0">
                <a:latin typeface="Arial MT"/>
                <a:cs typeface="Arial MT"/>
              </a:rPr>
              <a:t>about</a:t>
            </a:r>
            <a:r>
              <a:rPr sz="1700" spc="-50" dirty="0">
                <a:latin typeface="Arial MT"/>
                <a:cs typeface="Arial MT"/>
              </a:rPr>
              <a:t> </a:t>
            </a:r>
            <a:r>
              <a:rPr sz="1700" dirty="0">
                <a:solidFill>
                  <a:srgbClr val="212121"/>
                </a:solidFill>
                <a:latin typeface="Arial MT"/>
                <a:cs typeface="Arial MT"/>
              </a:rPr>
              <a:t>the</a:t>
            </a:r>
            <a:r>
              <a:rPr sz="1700" spc="-5" dirty="0">
                <a:solidFill>
                  <a:srgbClr val="212121"/>
                </a:solidFill>
                <a:latin typeface="Arial MT"/>
                <a:cs typeface="Arial MT"/>
              </a:rPr>
              <a:t> </a:t>
            </a:r>
            <a:r>
              <a:rPr sz="1700" spc="-80" dirty="0">
                <a:latin typeface="Arial MT"/>
                <a:cs typeface="Arial MT"/>
              </a:rPr>
              <a:t>Amazon</a:t>
            </a:r>
            <a:r>
              <a:rPr sz="1700" dirty="0">
                <a:latin typeface="Arial MT"/>
                <a:cs typeface="Arial MT"/>
              </a:rPr>
              <a:t> </a:t>
            </a:r>
            <a:r>
              <a:rPr sz="1700" spc="-210" dirty="0">
                <a:latin typeface="Arial MT"/>
                <a:cs typeface="Arial MT"/>
              </a:rPr>
              <a:t>EC2</a:t>
            </a:r>
            <a:r>
              <a:rPr sz="1700" spc="90" dirty="0">
                <a:latin typeface="Arial MT"/>
                <a:cs typeface="Arial MT"/>
              </a:rPr>
              <a:t> </a:t>
            </a:r>
            <a:r>
              <a:rPr sz="1700" spc="-10" dirty="0">
                <a:latin typeface="Arial MT"/>
                <a:cs typeface="Arial MT"/>
              </a:rPr>
              <a:t>options.</a:t>
            </a:r>
            <a:endParaRPr sz="1700">
              <a:latin typeface="Arial MT"/>
              <a:cs typeface="Arial MT"/>
            </a:endParaRPr>
          </a:p>
          <a:p>
            <a:pPr>
              <a:lnSpc>
                <a:spcPct val="100000"/>
              </a:lnSpc>
              <a:spcBef>
                <a:spcPts val="200"/>
              </a:spcBef>
            </a:pPr>
            <a:endParaRPr sz="1700">
              <a:latin typeface="Arial MT"/>
              <a:cs typeface="Arial MT"/>
            </a:endParaRPr>
          </a:p>
          <a:p>
            <a:pPr marL="19685" marR="83185" indent="-2540" algn="just">
              <a:lnSpc>
                <a:spcPct val="105500"/>
              </a:lnSpc>
            </a:pPr>
            <a:r>
              <a:rPr sz="1600" dirty="0">
                <a:latin typeface="Arial MT"/>
                <a:cs typeface="Arial MT"/>
              </a:rPr>
              <a:t>Amazon</a:t>
            </a:r>
            <a:r>
              <a:rPr sz="1600" spc="-114" dirty="0">
                <a:latin typeface="Arial MT"/>
                <a:cs typeface="Arial MT"/>
              </a:rPr>
              <a:t> </a:t>
            </a:r>
            <a:r>
              <a:rPr sz="1600" spc="-125" dirty="0">
                <a:latin typeface="Arial MT"/>
                <a:cs typeface="Arial MT"/>
              </a:rPr>
              <a:t>RDS</a:t>
            </a:r>
            <a:r>
              <a:rPr sz="1600" spc="60" dirty="0">
                <a:latin typeface="Arial MT"/>
                <a:cs typeface="Arial MT"/>
              </a:rPr>
              <a:t> </a:t>
            </a:r>
            <a:r>
              <a:rPr sz="1600" dirty="0">
                <a:latin typeface="Arial MT"/>
                <a:cs typeface="Arial MT"/>
              </a:rPr>
              <a:t>provides</a:t>
            </a:r>
            <a:r>
              <a:rPr sz="1600" spc="20" dirty="0">
                <a:latin typeface="Arial MT"/>
                <a:cs typeface="Arial MT"/>
              </a:rPr>
              <a:t> </a:t>
            </a:r>
            <a:r>
              <a:rPr sz="1600" dirty="0">
                <a:solidFill>
                  <a:srgbClr val="383838"/>
                </a:solidFill>
                <a:latin typeface="Arial MT"/>
                <a:cs typeface="Arial MT"/>
              </a:rPr>
              <a:t>a</a:t>
            </a:r>
            <a:r>
              <a:rPr sz="1600" spc="100" dirty="0">
                <a:solidFill>
                  <a:srgbClr val="383838"/>
                </a:solidFill>
                <a:latin typeface="Arial MT"/>
                <a:cs typeface="Arial MT"/>
              </a:rPr>
              <a:t> </a:t>
            </a:r>
            <a:r>
              <a:rPr sz="1600" dirty="0">
                <a:latin typeface="Arial MT"/>
                <a:cs typeface="Arial MT"/>
              </a:rPr>
              <a:t>selection</a:t>
            </a:r>
            <a:r>
              <a:rPr sz="1600" spc="50" dirty="0">
                <a:latin typeface="Arial MT"/>
                <a:cs typeface="Arial MT"/>
              </a:rPr>
              <a:t> </a:t>
            </a:r>
            <a:r>
              <a:rPr sz="1600" i="1" spc="-525" dirty="0">
                <a:solidFill>
                  <a:srgbClr val="242424"/>
                </a:solidFill>
                <a:latin typeface="Arial"/>
                <a:cs typeface="Arial"/>
              </a:rPr>
              <a:t>OF</a:t>
            </a:r>
            <a:r>
              <a:rPr sz="1600" i="1" spc="409" dirty="0">
                <a:solidFill>
                  <a:srgbClr val="242424"/>
                </a:solidFill>
                <a:latin typeface="Arial"/>
                <a:cs typeface="Arial"/>
              </a:rPr>
              <a:t> </a:t>
            </a:r>
            <a:r>
              <a:rPr sz="1600" dirty="0">
                <a:latin typeface="Arial MT"/>
                <a:cs typeface="Arial MT"/>
              </a:rPr>
              <a:t>instance</a:t>
            </a:r>
            <a:r>
              <a:rPr sz="1600" spc="100" dirty="0">
                <a:latin typeface="Arial MT"/>
                <a:cs typeface="Arial MT"/>
              </a:rPr>
              <a:t> </a:t>
            </a:r>
            <a:r>
              <a:rPr sz="1600" dirty="0">
                <a:latin typeface="Arial MT"/>
                <a:cs typeface="Arial MT"/>
              </a:rPr>
              <a:t>types</a:t>
            </a:r>
            <a:r>
              <a:rPr sz="1600" spc="35" dirty="0">
                <a:latin typeface="Arial MT"/>
                <a:cs typeface="Arial MT"/>
              </a:rPr>
              <a:t> </a:t>
            </a:r>
            <a:r>
              <a:rPr sz="1600" dirty="0">
                <a:latin typeface="Arial MT"/>
                <a:cs typeface="Arial MT"/>
              </a:rPr>
              <a:t>that</a:t>
            </a:r>
            <a:r>
              <a:rPr sz="1600" spc="30" dirty="0">
                <a:latin typeface="Arial MT"/>
                <a:cs typeface="Arial MT"/>
              </a:rPr>
              <a:t> </a:t>
            </a:r>
            <a:r>
              <a:rPr sz="1600" spc="-25" dirty="0">
                <a:latin typeface="Arial MT"/>
                <a:cs typeface="Arial MT"/>
              </a:rPr>
              <a:t>are </a:t>
            </a:r>
            <a:r>
              <a:rPr sz="1600" dirty="0">
                <a:latin typeface="Arial MT"/>
                <a:cs typeface="Arial MT"/>
              </a:rPr>
              <a:t>oDtimized</a:t>
            </a:r>
            <a:r>
              <a:rPr sz="1600" spc="145" dirty="0">
                <a:latin typeface="Arial MT"/>
                <a:cs typeface="Arial MT"/>
              </a:rPr>
              <a:t> </a:t>
            </a:r>
            <a:r>
              <a:rPr sz="1600" dirty="0">
                <a:solidFill>
                  <a:srgbClr val="181818"/>
                </a:solidFill>
                <a:latin typeface="Arial MT"/>
                <a:cs typeface="Arial MT"/>
              </a:rPr>
              <a:t>to</a:t>
            </a:r>
            <a:r>
              <a:rPr sz="1600" spc="245" dirty="0">
                <a:solidFill>
                  <a:srgbClr val="181818"/>
                </a:solidFill>
                <a:latin typeface="Arial MT"/>
                <a:cs typeface="Arial MT"/>
              </a:rPr>
              <a:t> </a:t>
            </a:r>
            <a:r>
              <a:rPr sz="1600" dirty="0">
                <a:solidFill>
                  <a:srgbClr val="424242"/>
                </a:solidFill>
                <a:latin typeface="Arial MT"/>
                <a:cs typeface="Arial MT"/>
              </a:rPr>
              <a:t>fit</a:t>
            </a:r>
            <a:r>
              <a:rPr sz="1600" spc="275" dirty="0">
                <a:solidFill>
                  <a:srgbClr val="424242"/>
                </a:solidFill>
                <a:latin typeface="Arial MT"/>
                <a:cs typeface="Arial MT"/>
              </a:rPr>
              <a:t> </a:t>
            </a:r>
            <a:r>
              <a:rPr sz="1600" dirty="0">
                <a:latin typeface="Arial MT"/>
                <a:cs typeface="Arial MT"/>
              </a:rPr>
              <a:t>d</a:t>
            </a:r>
            <a:r>
              <a:rPr sz="1600" dirty="0">
                <a:solidFill>
                  <a:srgbClr val="131313"/>
                </a:solidFill>
                <a:latin typeface="Arial MT"/>
                <a:cs typeface="Arial MT"/>
              </a:rPr>
              <a:t>ifferent</a:t>
            </a:r>
            <a:r>
              <a:rPr sz="1600" spc="95" dirty="0">
                <a:solidFill>
                  <a:srgbClr val="131313"/>
                </a:solidFill>
                <a:latin typeface="Arial MT"/>
                <a:cs typeface="Arial MT"/>
              </a:rPr>
              <a:t> </a:t>
            </a:r>
            <a:r>
              <a:rPr sz="1600" dirty="0">
                <a:solidFill>
                  <a:srgbClr val="0E0E0E"/>
                </a:solidFill>
                <a:latin typeface="Arial MT"/>
                <a:cs typeface="Arial MT"/>
              </a:rPr>
              <a:t>relational</a:t>
            </a:r>
            <a:r>
              <a:rPr sz="1600" spc="85" dirty="0">
                <a:solidFill>
                  <a:srgbClr val="0E0E0E"/>
                </a:solidFill>
                <a:latin typeface="Arial MT"/>
                <a:cs typeface="Arial MT"/>
              </a:rPr>
              <a:t> </a:t>
            </a:r>
            <a:r>
              <a:rPr sz="1600" dirty="0">
                <a:latin typeface="Arial MT"/>
                <a:cs typeface="Arial MT"/>
              </a:rPr>
              <a:t>database</a:t>
            </a:r>
            <a:r>
              <a:rPr sz="1600" spc="70" dirty="0">
                <a:latin typeface="Arial MT"/>
                <a:cs typeface="Arial MT"/>
              </a:rPr>
              <a:t> </a:t>
            </a:r>
            <a:r>
              <a:rPr sz="1600" dirty="0">
                <a:latin typeface="Arial MT"/>
                <a:cs typeface="Arial MT"/>
              </a:rPr>
              <a:t>use</a:t>
            </a:r>
            <a:r>
              <a:rPr sz="1600" spc="60" dirty="0">
                <a:latin typeface="Arial MT"/>
                <a:cs typeface="Arial MT"/>
              </a:rPr>
              <a:t> </a:t>
            </a:r>
            <a:r>
              <a:rPr sz="1600" spc="-10" dirty="0">
                <a:latin typeface="Arial MT"/>
                <a:cs typeface="Arial MT"/>
              </a:rPr>
              <a:t>cases.</a:t>
            </a:r>
            <a:endParaRPr sz="1600">
              <a:latin typeface="Arial MT"/>
              <a:cs typeface="Arial MT"/>
            </a:endParaRPr>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384935" y="1374895"/>
            <a:ext cx="3124536" cy="3915242"/>
          </a:xfrm>
          <a:prstGeom prst="rect">
            <a:avLst/>
          </a:prstGeom>
        </p:spPr>
      </p:pic>
      <p:grpSp>
        <p:nvGrpSpPr>
          <p:cNvPr id="3" name="object 3"/>
          <p:cNvGrpSpPr/>
          <p:nvPr/>
        </p:nvGrpSpPr>
        <p:grpSpPr>
          <a:xfrm>
            <a:off x="1384935" y="365125"/>
            <a:ext cx="9411970" cy="886460"/>
            <a:chOff x="1384935" y="365125"/>
            <a:chExt cx="9411970" cy="886460"/>
          </a:xfrm>
        </p:grpSpPr>
        <p:pic>
          <p:nvPicPr>
            <p:cNvPr id="4" name="object 4"/>
            <p:cNvPicPr/>
            <p:nvPr/>
          </p:nvPicPr>
          <p:blipFill>
            <a:blip r:embed="rId3" cstate="print"/>
            <a:stretch>
              <a:fillRect/>
            </a:stretch>
          </p:blipFill>
          <p:spPr>
            <a:xfrm>
              <a:off x="9062912" y="870010"/>
              <a:ext cx="514405" cy="104787"/>
            </a:xfrm>
            <a:prstGeom prst="rect">
              <a:avLst/>
            </a:prstGeom>
          </p:spPr>
        </p:pic>
        <p:sp>
          <p:nvSpPr>
            <p:cNvPr id="5" name="object 5"/>
            <p:cNvSpPr/>
            <p:nvPr/>
          </p:nvSpPr>
          <p:spPr>
            <a:xfrm>
              <a:off x="1384935" y="365125"/>
              <a:ext cx="9411970" cy="886460"/>
            </a:xfrm>
            <a:custGeom>
              <a:avLst/>
              <a:gdLst/>
              <a:ahLst/>
              <a:cxnLst/>
              <a:rect l="l" t="t" r="r" b="b"/>
              <a:pathLst>
                <a:path w="9411970" h="886460">
                  <a:moveTo>
                    <a:pt x="9410700" y="885825"/>
                  </a:moveTo>
                  <a:lnTo>
                    <a:pt x="0" y="885825"/>
                  </a:lnTo>
                  <a:lnTo>
                    <a:pt x="0" y="0"/>
                  </a:lnTo>
                  <a:lnTo>
                    <a:pt x="9410700" y="0"/>
                  </a:lnTo>
                  <a:lnTo>
                    <a:pt x="9410700" y="885825"/>
                  </a:lnTo>
                  <a:close/>
                </a:path>
              </a:pathLst>
            </a:custGeom>
            <a:solidFill>
              <a:srgbClr val="3A8C82"/>
            </a:solidFill>
          </p:spPr>
          <p:txBody>
            <a:bodyPr wrap="square" lIns="0" tIns="0" rIns="0" bIns="0" rtlCol="0"/>
            <a:lstStyle/>
            <a:p>
              <a:endParaRPr/>
            </a:p>
          </p:txBody>
        </p:sp>
      </p:grpSp>
      <p:sp>
        <p:nvSpPr>
          <p:cNvPr id="6" name="object 6" descr="$PPTXTitle"/>
          <p:cNvSpPr txBox="1">
            <a:spLocks noGrp="1"/>
          </p:cNvSpPr>
          <p:nvPr>
            <p:ph type="title"/>
          </p:nvPr>
        </p:nvSpPr>
        <p:spPr>
          <a:prstGeom prst="rect">
            <a:avLst/>
          </a:prstGeom>
        </p:spPr>
        <p:txBody>
          <a:bodyPr vert="horz" wrap="square" lIns="0" tIns="12700" rIns="0" bIns="0" rtlCol="0">
            <a:spAutoFit/>
          </a:bodyPr>
          <a:lstStyle/>
          <a:p>
            <a:pPr>
              <a:lnSpc>
                <a:spcPct val="100000"/>
              </a:lnSpc>
              <a:spcBef>
                <a:spcPts val="100"/>
              </a:spcBef>
            </a:pPr>
            <a:r>
              <a:rPr sz="3400" spc="-275" dirty="0">
                <a:solidFill>
                  <a:srgbClr val="62A09A"/>
                </a:solidFill>
                <a:latin typeface="Arial MT"/>
                <a:cs typeface="Arial MT"/>
              </a:rPr>
              <a:t>Amazon</a:t>
            </a:r>
            <a:r>
              <a:rPr sz="3400" spc="180" dirty="0">
                <a:solidFill>
                  <a:srgbClr val="62A09A"/>
                </a:solidFill>
                <a:latin typeface="Arial MT"/>
                <a:cs typeface="Arial MT"/>
              </a:rPr>
              <a:t> </a:t>
            </a:r>
            <a:r>
              <a:rPr sz="3400" spc="-240" dirty="0">
                <a:solidFill>
                  <a:srgbClr val="288789"/>
                </a:solidFill>
                <a:latin typeface="Arial MT"/>
                <a:cs typeface="Arial MT"/>
              </a:rPr>
              <a:t>CloudWatch</a:t>
            </a:r>
            <a:endParaRPr sz="3400">
              <a:latin typeface="Arial MT"/>
              <a:cs typeface="Arial MT"/>
            </a:endParaRPr>
          </a:p>
        </p:txBody>
      </p:sp>
      <p:sp>
        <p:nvSpPr>
          <p:cNvPr id="7" name="object 7"/>
          <p:cNvSpPr txBox="1"/>
          <p:nvPr/>
        </p:nvSpPr>
        <p:spPr>
          <a:xfrm>
            <a:off x="9050609" y="596929"/>
            <a:ext cx="1225550" cy="269875"/>
          </a:xfrm>
          <a:prstGeom prst="rect">
            <a:avLst/>
          </a:prstGeom>
        </p:spPr>
        <p:txBody>
          <a:bodyPr vert="horz" wrap="square" lIns="0" tIns="12700" rIns="0" bIns="0" rtlCol="0">
            <a:spAutoFit/>
          </a:bodyPr>
          <a:lstStyle/>
          <a:p>
            <a:pPr marL="12700">
              <a:lnSpc>
                <a:spcPct val="100000"/>
              </a:lnSpc>
              <a:spcBef>
                <a:spcPts val="100"/>
              </a:spcBef>
            </a:pPr>
            <a:r>
              <a:rPr sz="1600" spc="114" dirty="0">
                <a:solidFill>
                  <a:srgbClr val="2A757E"/>
                </a:solidFill>
                <a:latin typeface="Arial MT"/>
                <a:cs typeface="Arial MT"/>
              </a:rPr>
              <a:t>SWS</a:t>
            </a:r>
            <a:r>
              <a:rPr sz="1600" spc="215" dirty="0">
                <a:solidFill>
                  <a:srgbClr val="2A757E"/>
                </a:solidFill>
                <a:latin typeface="Arial MT"/>
                <a:cs typeface="Arial MT"/>
              </a:rPr>
              <a:t> </a:t>
            </a:r>
            <a:r>
              <a:rPr sz="1600" spc="-125" dirty="0">
                <a:solidFill>
                  <a:srgbClr val="31758C"/>
                </a:solidFill>
                <a:latin typeface="Arial MT"/>
                <a:cs typeface="Arial MT"/>
              </a:rPr>
              <a:t>educate</a:t>
            </a:r>
            <a:endParaRPr sz="1600">
              <a:latin typeface="Arial MT"/>
              <a:cs typeface="Arial MT"/>
            </a:endParaRPr>
          </a:p>
        </p:txBody>
      </p:sp>
      <p:pic>
        <p:nvPicPr>
          <p:cNvPr id="8" name="object 8"/>
          <p:cNvPicPr/>
          <p:nvPr/>
        </p:nvPicPr>
        <p:blipFill>
          <a:blip r:embed="rId4" cstate="print"/>
          <a:stretch>
            <a:fillRect/>
          </a:stretch>
        </p:blipFill>
        <p:spPr>
          <a:xfrm>
            <a:off x="1689767" y="5442556"/>
            <a:ext cx="2667287" cy="104787"/>
          </a:xfrm>
          <a:prstGeom prst="rect">
            <a:avLst/>
          </a:prstGeom>
        </p:spPr>
      </p:pic>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375410" y="365125"/>
            <a:ext cx="9440291" cy="5277484"/>
          </a:xfrm>
          <a:prstGeom prst="rect">
            <a:avLst/>
          </a:prstGeom>
        </p:spPr>
      </p:pic>
      <p:sp>
        <p:nvSpPr>
          <p:cNvPr id="3" name="object 3"/>
          <p:cNvSpPr txBox="1"/>
          <p:nvPr/>
        </p:nvSpPr>
        <p:spPr>
          <a:xfrm>
            <a:off x="4807260" y="1333628"/>
            <a:ext cx="5584825" cy="1880870"/>
          </a:xfrm>
          <a:prstGeom prst="rect">
            <a:avLst/>
          </a:prstGeom>
        </p:spPr>
        <p:txBody>
          <a:bodyPr vert="horz" wrap="square" lIns="0" tIns="42545" rIns="0" bIns="0" rtlCol="0">
            <a:spAutoFit/>
          </a:bodyPr>
          <a:lstStyle/>
          <a:p>
            <a:pPr marL="16510">
              <a:lnSpc>
                <a:spcPct val="100000"/>
              </a:lnSpc>
              <a:spcBef>
                <a:spcPts val="335"/>
              </a:spcBef>
            </a:pPr>
            <a:r>
              <a:rPr sz="1600" dirty="0">
                <a:latin typeface="Arial MT"/>
                <a:cs typeface="Arial MT"/>
              </a:rPr>
              <a:t>Amazon</a:t>
            </a:r>
            <a:r>
              <a:rPr sz="1600" spc="20" dirty="0">
                <a:latin typeface="Arial MT"/>
                <a:cs typeface="Arial MT"/>
              </a:rPr>
              <a:t> </a:t>
            </a:r>
            <a:r>
              <a:rPr sz="1600" dirty="0">
                <a:latin typeface="Arial MT"/>
                <a:cs typeface="Arial MT"/>
              </a:rPr>
              <a:t>CloudWatch</a:t>
            </a:r>
            <a:r>
              <a:rPr sz="1600" spc="90" dirty="0">
                <a:latin typeface="Arial MT"/>
                <a:cs typeface="Arial MT"/>
              </a:rPr>
              <a:t> </a:t>
            </a:r>
            <a:r>
              <a:rPr sz="1600" dirty="0">
                <a:latin typeface="Arial MT"/>
                <a:cs typeface="Arial MT"/>
              </a:rPr>
              <a:t>is</a:t>
            </a:r>
            <a:r>
              <a:rPr sz="1600" spc="-20" dirty="0">
                <a:latin typeface="Arial MT"/>
                <a:cs typeface="Arial MT"/>
              </a:rPr>
              <a:t> a</a:t>
            </a:r>
            <a:r>
              <a:rPr sz="1600" spc="-10" dirty="0">
                <a:latin typeface="Arial MT"/>
                <a:cs typeface="Arial MT"/>
              </a:rPr>
              <a:t> </a:t>
            </a:r>
            <a:r>
              <a:rPr sz="1600" dirty="0">
                <a:solidFill>
                  <a:srgbClr val="2A2A2A"/>
                </a:solidFill>
                <a:latin typeface="Arial MT"/>
                <a:cs typeface="Arial MT"/>
              </a:rPr>
              <a:t>mon</a:t>
            </a:r>
            <a:r>
              <a:rPr sz="1600" spc="-275" dirty="0">
                <a:solidFill>
                  <a:srgbClr val="2A2A2A"/>
                </a:solidFill>
                <a:latin typeface="Arial MT"/>
                <a:cs typeface="Arial MT"/>
              </a:rPr>
              <a:t> </a:t>
            </a:r>
            <a:r>
              <a:rPr sz="1600" spc="-60" dirty="0">
                <a:solidFill>
                  <a:srgbClr val="0F0F0F"/>
                </a:solidFill>
                <a:latin typeface="Arial MT"/>
                <a:cs typeface="Arial MT"/>
              </a:rPr>
              <a:t>Storing</a:t>
            </a:r>
            <a:r>
              <a:rPr sz="1600" spc="45" dirty="0">
                <a:solidFill>
                  <a:srgbClr val="0F0F0F"/>
                </a:solidFill>
                <a:latin typeface="Arial MT"/>
                <a:cs typeface="Arial MT"/>
              </a:rPr>
              <a:t> </a:t>
            </a:r>
            <a:r>
              <a:rPr sz="1600" dirty="0">
                <a:latin typeface="Arial MT"/>
                <a:cs typeface="Arial MT"/>
              </a:rPr>
              <a:t>and</a:t>
            </a:r>
            <a:r>
              <a:rPr sz="1600" spc="10" dirty="0">
                <a:latin typeface="Arial MT"/>
                <a:cs typeface="Arial MT"/>
              </a:rPr>
              <a:t> </a:t>
            </a:r>
            <a:r>
              <a:rPr sz="1600" dirty="0">
                <a:latin typeface="Arial MT"/>
                <a:cs typeface="Arial MT"/>
              </a:rPr>
              <a:t>observation</a:t>
            </a:r>
            <a:r>
              <a:rPr sz="1600" spc="85" dirty="0">
                <a:latin typeface="Arial MT"/>
                <a:cs typeface="Arial MT"/>
              </a:rPr>
              <a:t> </a:t>
            </a:r>
            <a:r>
              <a:rPr sz="1600" spc="-20" dirty="0">
                <a:latin typeface="Arial MT"/>
                <a:cs typeface="Arial MT"/>
              </a:rPr>
              <a:t>service</a:t>
            </a:r>
            <a:endParaRPr sz="1600">
              <a:latin typeface="Arial MT"/>
              <a:cs typeface="Arial MT"/>
            </a:endParaRPr>
          </a:p>
          <a:p>
            <a:pPr marL="12700">
              <a:lnSpc>
                <a:spcPct val="100000"/>
              </a:lnSpc>
              <a:spcBef>
                <a:spcPts val="229"/>
              </a:spcBef>
            </a:pPr>
            <a:r>
              <a:rPr sz="1550" spc="75" dirty="0">
                <a:latin typeface="Arial MT"/>
                <a:cs typeface="Arial MT"/>
              </a:rPr>
              <a:t>that</a:t>
            </a:r>
            <a:r>
              <a:rPr sz="1550" spc="60" dirty="0">
                <a:latin typeface="Arial MT"/>
                <a:cs typeface="Arial MT"/>
              </a:rPr>
              <a:t> </a:t>
            </a:r>
            <a:r>
              <a:rPr sz="1550" dirty="0">
                <a:latin typeface="Arial MT"/>
                <a:cs typeface="Arial MT"/>
              </a:rPr>
              <a:t>is</a:t>
            </a:r>
            <a:r>
              <a:rPr sz="1550" spc="10" dirty="0">
                <a:latin typeface="Arial MT"/>
                <a:cs typeface="Arial MT"/>
              </a:rPr>
              <a:t> </a:t>
            </a:r>
            <a:r>
              <a:rPr sz="1550" spc="50" dirty="0">
                <a:latin typeface="Arial MT"/>
                <a:cs typeface="Arial MT"/>
              </a:rPr>
              <a:t>built</a:t>
            </a:r>
            <a:r>
              <a:rPr sz="1550" spc="70" dirty="0">
                <a:latin typeface="Arial MT"/>
                <a:cs typeface="Arial MT"/>
              </a:rPr>
              <a:t> </a:t>
            </a:r>
            <a:r>
              <a:rPr sz="1550" spc="60" dirty="0">
                <a:latin typeface="Arial MT"/>
                <a:cs typeface="Arial MT"/>
              </a:rPr>
              <a:t>for </a:t>
            </a:r>
            <a:r>
              <a:rPr sz="1550" dirty="0">
                <a:latin typeface="Arial MT"/>
                <a:cs typeface="Arial MT"/>
              </a:rPr>
              <a:t>DevOps</a:t>
            </a:r>
            <a:r>
              <a:rPr sz="1550" spc="120" dirty="0">
                <a:latin typeface="Arial MT"/>
                <a:cs typeface="Arial MT"/>
              </a:rPr>
              <a:t> </a:t>
            </a:r>
            <a:r>
              <a:rPr sz="1550" dirty="0">
                <a:solidFill>
                  <a:srgbClr val="131313"/>
                </a:solidFill>
                <a:latin typeface="Arial MT"/>
                <a:cs typeface="Arial MT"/>
              </a:rPr>
              <a:t>engineers,</a:t>
            </a:r>
            <a:r>
              <a:rPr sz="1550" spc="165" dirty="0">
                <a:solidFill>
                  <a:srgbClr val="131313"/>
                </a:solidFill>
                <a:latin typeface="Arial MT"/>
                <a:cs typeface="Arial MT"/>
              </a:rPr>
              <a:t> </a:t>
            </a:r>
            <a:r>
              <a:rPr sz="1550" dirty="0">
                <a:latin typeface="Arial MT"/>
                <a:cs typeface="Arial MT"/>
              </a:rPr>
              <a:t>developers,</a:t>
            </a:r>
            <a:r>
              <a:rPr sz="1550" spc="145" dirty="0">
                <a:latin typeface="Arial MT"/>
                <a:cs typeface="Arial MT"/>
              </a:rPr>
              <a:t> </a:t>
            </a:r>
            <a:r>
              <a:rPr sz="1550" spc="-30" dirty="0">
                <a:latin typeface="Arial MT"/>
                <a:cs typeface="Arial MT"/>
              </a:rPr>
              <a:t>sE’CMrity</a:t>
            </a:r>
            <a:endParaRPr sz="1550">
              <a:latin typeface="Arial MT"/>
              <a:cs typeface="Arial MT"/>
            </a:endParaRPr>
          </a:p>
          <a:p>
            <a:pPr marL="18415">
              <a:lnSpc>
                <a:spcPct val="100000"/>
              </a:lnSpc>
              <a:spcBef>
                <a:spcPts val="114"/>
              </a:spcBef>
            </a:pPr>
            <a:r>
              <a:rPr sz="1600" spc="-20" dirty="0">
                <a:solidFill>
                  <a:srgbClr val="080808"/>
                </a:solidFill>
                <a:latin typeface="Arial MT"/>
                <a:cs typeface="Arial MT"/>
              </a:rPr>
              <a:t>engi</a:t>
            </a:r>
            <a:r>
              <a:rPr sz="1600" spc="-20" dirty="0">
                <a:latin typeface="Arial MT"/>
                <a:cs typeface="Arial MT"/>
              </a:rPr>
              <a:t>neers,</a:t>
            </a:r>
            <a:r>
              <a:rPr sz="1600" spc="20" dirty="0">
                <a:latin typeface="Arial MT"/>
                <a:cs typeface="Arial MT"/>
              </a:rPr>
              <a:t> </a:t>
            </a:r>
            <a:r>
              <a:rPr sz="1600" dirty="0">
                <a:latin typeface="Arial MT"/>
                <a:cs typeface="Arial MT"/>
              </a:rPr>
              <a:t>and</a:t>
            </a:r>
            <a:r>
              <a:rPr sz="1600" spc="-55" dirty="0">
                <a:latin typeface="Arial MT"/>
                <a:cs typeface="Arial MT"/>
              </a:rPr>
              <a:t> </a:t>
            </a:r>
            <a:r>
              <a:rPr sz="1600" spc="-10" dirty="0">
                <a:solidFill>
                  <a:srgbClr val="0E0E0E"/>
                </a:solidFill>
                <a:latin typeface="Arial MT"/>
                <a:cs typeface="Arial MT"/>
              </a:rPr>
              <a:t>IT</a:t>
            </a:r>
            <a:r>
              <a:rPr sz="1600" spc="-30" dirty="0">
                <a:solidFill>
                  <a:srgbClr val="0E0E0E"/>
                </a:solidFill>
                <a:latin typeface="Arial MT"/>
                <a:cs typeface="Arial MT"/>
              </a:rPr>
              <a:t> </a:t>
            </a:r>
            <a:r>
              <a:rPr sz="1600" spc="-20" dirty="0">
                <a:latin typeface="Arial MT"/>
                <a:cs typeface="Arial MT"/>
              </a:rPr>
              <a:t>managers.</a:t>
            </a:r>
            <a:r>
              <a:rPr sz="1600" spc="95" dirty="0">
                <a:latin typeface="Arial MT"/>
                <a:cs typeface="Arial MT"/>
              </a:rPr>
              <a:t> </a:t>
            </a:r>
            <a:r>
              <a:rPr sz="1600" dirty="0">
                <a:latin typeface="Arial MT"/>
                <a:cs typeface="Arial MT"/>
              </a:rPr>
              <a:t>CloudWatcn</a:t>
            </a:r>
            <a:r>
              <a:rPr sz="1600" spc="105" dirty="0">
                <a:latin typeface="Arial MT"/>
                <a:cs typeface="Arial MT"/>
              </a:rPr>
              <a:t> </a:t>
            </a:r>
            <a:r>
              <a:rPr sz="1600" dirty="0">
                <a:latin typeface="Arial MT"/>
                <a:cs typeface="Arial MT"/>
              </a:rPr>
              <a:t>provides</a:t>
            </a:r>
            <a:r>
              <a:rPr sz="1600" spc="5" dirty="0">
                <a:latin typeface="Arial MT"/>
                <a:cs typeface="Arial MT"/>
              </a:rPr>
              <a:t> </a:t>
            </a:r>
            <a:r>
              <a:rPr sz="1600" dirty="0">
                <a:latin typeface="Arial MT"/>
                <a:cs typeface="Arial MT"/>
              </a:rPr>
              <a:t>you</a:t>
            </a:r>
            <a:r>
              <a:rPr sz="1600" spc="-20" dirty="0">
                <a:latin typeface="Arial MT"/>
                <a:cs typeface="Arial MT"/>
              </a:rPr>
              <a:t> with</a:t>
            </a:r>
            <a:endParaRPr sz="1600">
              <a:latin typeface="Arial MT"/>
              <a:cs typeface="Arial MT"/>
            </a:endParaRPr>
          </a:p>
          <a:p>
            <a:pPr marL="12700" marR="24765" indent="6350">
              <a:lnSpc>
                <a:spcPct val="110700"/>
              </a:lnSpc>
              <a:spcBef>
                <a:spcPts val="35"/>
              </a:spcBef>
            </a:pPr>
            <a:r>
              <a:rPr sz="1550" dirty="0">
                <a:latin typeface="Arial MT"/>
                <a:cs typeface="Arial MT"/>
              </a:rPr>
              <a:t>data</a:t>
            </a:r>
            <a:r>
              <a:rPr sz="1550" spc="120" dirty="0">
                <a:latin typeface="Arial MT"/>
                <a:cs typeface="Arial MT"/>
              </a:rPr>
              <a:t> </a:t>
            </a:r>
            <a:r>
              <a:rPr sz="1550" dirty="0">
                <a:latin typeface="Arial MT"/>
                <a:cs typeface="Arial MT"/>
              </a:rPr>
              <a:t>and</a:t>
            </a:r>
            <a:r>
              <a:rPr sz="1550" spc="95" dirty="0">
                <a:latin typeface="Arial MT"/>
                <a:cs typeface="Arial MT"/>
              </a:rPr>
              <a:t> </a:t>
            </a:r>
            <a:r>
              <a:rPr sz="1550" spc="-10" dirty="0">
                <a:latin typeface="Arial MT"/>
                <a:cs typeface="Arial MT"/>
              </a:rPr>
              <a:t>actionabfR</a:t>
            </a:r>
            <a:r>
              <a:rPr sz="1550" spc="165" dirty="0">
                <a:latin typeface="Arial MT"/>
                <a:cs typeface="Arial MT"/>
              </a:rPr>
              <a:t> </a:t>
            </a:r>
            <a:r>
              <a:rPr sz="1550" spc="-30" dirty="0">
                <a:latin typeface="Arial MT"/>
                <a:cs typeface="Arial MT"/>
              </a:rPr>
              <a:t>iFtslghts</a:t>
            </a:r>
            <a:r>
              <a:rPr sz="1550" spc="105" dirty="0">
                <a:latin typeface="Arial MT"/>
                <a:cs typeface="Arial MT"/>
              </a:rPr>
              <a:t> </a:t>
            </a:r>
            <a:r>
              <a:rPr sz="1550" dirty="0">
                <a:solidFill>
                  <a:srgbClr val="161616"/>
                </a:solidFill>
                <a:latin typeface="Arial MT"/>
                <a:cs typeface="Arial MT"/>
              </a:rPr>
              <a:t>to</a:t>
            </a:r>
            <a:r>
              <a:rPr sz="1550" spc="250" dirty="0">
                <a:solidFill>
                  <a:srgbClr val="161616"/>
                </a:solidFill>
                <a:latin typeface="Arial MT"/>
                <a:cs typeface="Arial MT"/>
              </a:rPr>
              <a:t> </a:t>
            </a:r>
            <a:r>
              <a:rPr sz="1550" spc="80" dirty="0">
                <a:solidFill>
                  <a:srgbClr val="161616"/>
                </a:solidFill>
                <a:latin typeface="Arial MT"/>
                <a:cs typeface="Arial MT"/>
              </a:rPr>
              <a:t>mon</a:t>
            </a:r>
            <a:r>
              <a:rPr sz="1550" spc="80" dirty="0">
                <a:solidFill>
                  <a:srgbClr val="0A0A0A"/>
                </a:solidFill>
                <a:latin typeface="Arial MT"/>
                <a:cs typeface="Arial MT"/>
              </a:rPr>
              <a:t>itor</a:t>
            </a:r>
            <a:r>
              <a:rPr sz="1550" spc="15" dirty="0">
                <a:solidFill>
                  <a:srgbClr val="0A0A0A"/>
                </a:solidFill>
                <a:latin typeface="Arial MT"/>
                <a:cs typeface="Arial MT"/>
              </a:rPr>
              <a:t> </a:t>
            </a:r>
            <a:r>
              <a:rPr sz="1550" dirty="0">
                <a:solidFill>
                  <a:srgbClr val="131313"/>
                </a:solidFill>
                <a:latin typeface="Arial MT"/>
                <a:cs typeface="Arial MT"/>
              </a:rPr>
              <a:t>your</a:t>
            </a:r>
            <a:r>
              <a:rPr sz="1550" spc="140" dirty="0">
                <a:solidFill>
                  <a:srgbClr val="131313"/>
                </a:solidFill>
                <a:latin typeface="Arial MT"/>
                <a:cs typeface="Arial MT"/>
              </a:rPr>
              <a:t> </a:t>
            </a:r>
            <a:r>
              <a:rPr sz="1550" spc="-10" dirty="0">
                <a:latin typeface="Arial MT"/>
                <a:cs typeface="Arial MT"/>
              </a:rPr>
              <a:t>applications, </a:t>
            </a:r>
            <a:r>
              <a:rPr sz="1550" dirty="0">
                <a:latin typeface="Arial MT"/>
                <a:cs typeface="Arial MT"/>
              </a:rPr>
              <a:t>respond</a:t>
            </a:r>
            <a:r>
              <a:rPr sz="1550" spc="140" dirty="0">
                <a:latin typeface="Arial MT"/>
                <a:cs typeface="Arial MT"/>
              </a:rPr>
              <a:t> </a:t>
            </a:r>
            <a:r>
              <a:rPr sz="1550" dirty="0">
                <a:solidFill>
                  <a:srgbClr val="282828"/>
                </a:solidFill>
                <a:latin typeface="Arial MT"/>
                <a:cs typeface="Arial MT"/>
              </a:rPr>
              <a:t>to</a:t>
            </a:r>
            <a:r>
              <a:rPr sz="1550" spc="370" dirty="0">
                <a:solidFill>
                  <a:srgbClr val="282828"/>
                </a:solidFill>
                <a:latin typeface="Arial MT"/>
                <a:cs typeface="Arial MT"/>
              </a:rPr>
              <a:t> </a:t>
            </a:r>
            <a:r>
              <a:rPr sz="1550" dirty="0">
                <a:latin typeface="Arial MT"/>
                <a:cs typeface="Arial MT"/>
              </a:rPr>
              <a:t>system-wide</a:t>
            </a:r>
            <a:r>
              <a:rPr sz="1550" spc="290" dirty="0">
                <a:latin typeface="Arial MT"/>
                <a:cs typeface="Arial MT"/>
              </a:rPr>
              <a:t> </a:t>
            </a:r>
            <a:r>
              <a:rPr sz="1550" dirty="0">
                <a:latin typeface="Arial MT"/>
                <a:cs typeface="Arial MT"/>
              </a:rPr>
              <a:t>performance</a:t>
            </a:r>
            <a:r>
              <a:rPr sz="1550" spc="380" dirty="0">
                <a:latin typeface="Arial MT"/>
                <a:cs typeface="Arial MT"/>
              </a:rPr>
              <a:t> </a:t>
            </a:r>
            <a:r>
              <a:rPr sz="1550" dirty="0">
                <a:latin typeface="Arial MT"/>
                <a:cs typeface="Arial MT"/>
              </a:rPr>
              <a:t>changes,</a:t>
            </a:r>
            <a:r>
              <a:rPr sz="1550" spc="225" dirty="0">
                <a:latin typeface="Arial MT"/>
                <a:cs typeface="Arial MT"/>
              </a:rPr>
              <a:t> </a:t>
            </a:r>
            <a:r>
              <a:rPr sz="1550" dirty="0">
                <a:latin typeface="Arial MT"/>
                <a:cs typeface="Arial MT"/>
              </a:rPr>
              <a:t>and</a:t>
            </a:r>
            <a:r>
              <a:rPr sz="1550" spc="260" dirty="0">
                <a:latin typeface="Arial MT"/>
                <a:cs typeface="Arial MT"/>
              </a:rPr>
              <a:t> </a:t>
            </a:r>
            <a:r>
              <a:rPr sz="1550" spc="-10" dirty="0">
                <a:latin typeface="Arial MT"/>
                <a:cs typeface="Arial MT"/>
              </a:rPr>
              <a:t>optimize </a:t>
            </a:r>
            <a:r>
              <a:rPr sz="1550" dirty="0">
                <a:latin typeface="Arial MT"/>
                <a:cs typeface="Arial MT"/>
              </a:rPr>
              <a:t>resource</a:t>
            </a:r>
            <a:r>
              <a:rPr sz="1550" spc="215" dirty="0">
                <a:latin typeface="Arial MT"/>
                <a:cs typeface="Arial MT"/>
              </a:rPr>
              <a:t> </a:t>
            </a:r>
            <a:r>
              <a:rPr sz="1550" dirty="0">
                <a:latin typeface="Arial MT"/>
                <a:cs typeface="Arial MT"/>
              </a:rPr>
              <a:t>utilization.</a:t>
            </a:r>
            <a:r>
              <a:rPr sz="1550" spc="190" dirty="0">
                <a:latin typeface="Arial MT"/>
                <a:cs typeface="Arial MT"/>
              </a:rPr>
              <a:t> </a:t>
            </a:r>
            <a:r>
              <a:rPr sz="1550" dirty="0">
                <a:solidFill>
                  <a:srgbClr val="080808"/>
                </a:solidFill>
                <a:latin typeface="Arial MT"/>
                <a:cs typeface="Arial MT"/>
              </a:rPr>
              <a:t>You</a:t>
            </a:r>
            <a:r>
              <a:rPr sz="1550" spc="140" dirty="0">
                <a:solidFill>
                  <a:srgbClr val="080808"/>
                </a:solidFill>
                <a:latin typeface="Arial MT"/>
                <a:cs typeface="Arial MT"/>
              </a:rPr>
              <a:t> </a:t>
            </a:r>
            <a:r>
              <a:rPr sz="1550" dirty="0">
                <a:latin typeface="Arial MT"/>
                <a:cs typeface="Arial MT"/>
              </a:rPr>
              <a:t>get</a:t>
            </a:r>
            <a:r>
              <a:rPr sz="1550" spc="70" dirty="0">
                <a:latin typeface="Arial MT"/>
                <a:cs typeface="Arial MT"/>
              </a:rPr>
              <a:t> </a:t>
            </a:r>
            <a:r>
              <a:rPr sz="1550" dirty="0">
                <a:solidFill>
                  <a:srgbClr val="3B3B3B"/>
                </a:solidFill>
                <a:latin typeface="Arial MT"/>
                <a:cs typeface="Arial MT"/>
              </a:rPr>
              <a:t>a</a:t>
            </a:r>
            <a:r>
              <a:rPr sz="1550" spc="120" dirty="0">
                <a:solidFill>
                  <a:srgbClr val="3B3B3B"/>
                </a:solidFill>
                <a:latin typeface="Arial MT"/>
                <a:cs typeface="Arial MT"/>
              </a:rPr>
              <a:t> </a:t>
            </a:r>
            <a:r>
              <a:rPr sz="1550" spc="105" dirty="0">
                <a:solidFill>
                  <a:srgbClr val="181818"/>
                </a:solidFill>
                <a:latin typeface="Arial MT"/>
                <a:cs typeface="Arial MT"/>
              </a:rPr>
              <a:t>un</a:t>
            </a:r>
            <a:r>
              <a:rPr sz="1550" spc="105" dirty="0">
                <a:solidFill>
                  <a:srgbClr val="111111"/>
                </a:solidFill>
                <a:latin typeface="Arial MT"/>
                <a:cs typeface="Arial MT"/>
              </a:rPr>
              <a:t>ited</a:t>
            </a:r>
            <a:r>
              <a:rPr sz="1550" spc="40" dirty="0">
                <a:solidFill>
                  <a:srgbClr val="111111"/>
                </a:solidFill>
                <a:latin typeface="Arial MT"/>
                <a:cs typeface="Arial MT"/>
              </a:rPr>
              <a:t> </a:t>
            </a:r>
            <a:r>
              <a:rPr sz="1550" dirty="0">
                <a:latin typeface="Arial MT"/>
                <a:cs typeface="Arial MT"/>
              </a:rPr>
              <a:t>view</a:t>
            </a:r>
            <a:r>
              <a:rPr sz="1550" spc="180" dirty="0">
                <a:latin typeface="Arial MT"/>
                <a:cs typeface="Arial MT"/>
              </a:rPr>
              <a:t> </a:t>
            </a:r>
            <a:r>
              <a:rPr sz="1550" dirty="0">
                <a:solidFill>
                  <a:srgbClr val="464646"/>
                </a:solidFill>
                <a:latin typeface="Arial MT"/>
                <a:cs typeface="Arial MT"/>
              </a:rPr>
              <a:t>of</a:t>
            </a:r>
            <a:r>
              <a:rPr sz="1550" spc="140" dirty="0">
                <a:solidFill>
                  <a:srgbClr val="464646"/>
                </a:solidFill>
                <a:latin typeface="Arial MT"/>
                <a:cs typeface="Arial MT"/>
              </a:rPr>
              <a:t> </a:t>
            </a:r>
            <a:r>
              <a:rPr sz="1550" spc="-10" dirty="0">
                <a:solidFill>
                  <a:srgbClr val="0F0F0F"/>
                </a:solidFill>
                <a:latin typeface="Arial MT"/>
                <a:cs typeface="Arial MT"/>
              </a:rPr>
              <a:t>operational </a:t>
            </a:r>
            <a:r>
              <a:rPr sz="1600" spc="-10" dirty="0">
                <a:latin typeface="Arial MT"/>
                <a:cs typeface="Arial MT"/>
              </a:rPr>
              <a:t>health.</a:t>
            </a:r>
            <a:endParaRPr sz="1600">
              <a:latin typeface="Arial MT"/>
              <a:cs typeface="Arial MT"/>
            </a:endParaRP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370964" y="365125"/>
            <a:ext cx="9449816" cy="5306059"/>
          </a:xfrm>
          <a:prstGeom prst="rect">
            <a:avLst/>
          </a:prstGeom>
        </p:spPr>
      </p:pic>
      <p:sp>
        <p:nvSpPr>
          <p:cNvPr id="3" name="object 3" descr="$PPTXTitle"/>
          <p:cNvSpPr txBox="1">
            <a:spLocks noGrp="1"/>
          </p:cNvSpPr>
          <p:nvPr>
            <p:ph type="title"/>
          </p:nvPr>
        </p:nvSpPr>
        <p:spPr>
          <a:xfrm>
            <a:off x="4798312" y="1390773"/>
            <a:ext cx="5538470" cy="1403985"/>
          </a:xfrm>
          <a:prstGeom prst="rect">
            <a:avLst/>
          </a:prstGeom>
        </p:spPr>
        <p:txBody>
          <a:bodyPr vert="horz" wrap="square" lIns="0" tIns="10795" rIns="0" bIns="0" rtlCol="0">
            <a:spAutoFit/>
          </a:bodyPr>
          <a:lstStyle/>
          <a:p>
            <a:pPr marL="12700" marR="187960" indent="8255">
              <a:lnSpc>
                <a:spcPct val="100699"/>
              </a:lnSpc>
              <a:spcBef>
                <a:spcPts val="85"/>
              </a:spcBef>
            </a:pPr>
            <a:r>
              <a:rPr sz="1800" spc="-135" dirty="0">
                <a:latin typeface="Arial MT"/>
                <a:cs typeface="Arial MT"/>
              </a:rPr>
              <a:t>Amazon</a:t>
            </a:r>
            <a:r>
              <a:rPr sz="1800" spc="10" dirty="0">
                <a:latin typeface="Arial MT"/>
                <a:cs typeface="Arial MT"/>
              </a:rPr>
              <a:t> </a:t>
            </a:r>
            <a:r>
              <a:rPr sz="1800" spc="-120" dirty="0">
                <a:latin typeface="Arial MT"/>
                <a:cs typeface="Arial MT"/>
              </a:rPr>
              <a:t>CloudWatch</a:t>
            </a:r>
            <a:r>
              <a:rPr sz="1800" spc="-5" dirty="0">
                <a:latin typeface="Arial MT"/>
                <a:cs typeface="Arial MT"/>
              </a:rPr>
              <a:t> </a:t>
            </a:r>
            <a:r>
              <a:rPr sz="1800" spc="-120" dirty="0">
                <a:latin typeface="Arial MT"/>
                <a:cs typeface="Arial MT"/>
              </a:rPr>
              <a:t>solves</a:t>
            </a:r>
            <a:r>
              <a:rPr sz="1800" spc="-5" dirty="0">
                <a:latin typeface="Arial MT"/>
                <a:cs typeface="Arial MT"/>
              </a:rPr>
              <a:t> </a:t>
            </a:r>
            <a:r>
              <a:rPr sz="1800" spc="-25" dirty="0">
                <a:latin typeface="Arial MT"/>
                <a:cs typeface="Arial MT"/>
              </a:rPr>
              <a:t>the</a:t>
            </a:r>
            <a:r>
              <a:rPr sz="1800" spc="-90" dirty="0">
                <a:latin typeface="Arial MT"/>
                <a:cs typeface="Arial MT"/>
              </a:rPr>
              <a:t> </a:t>
            </a:r>
            <a:r>
              <a:rPr sz="1800" spc="-50" dirty="0">
                <a:latin typeface="Arial MT"/>
                <a:cs typeface="Arial MT"/>
              </a:rPr>
              <a:t>problem</a:t>
            </a:r>
            <a:r>
              <a:rPr sz="1800" spc="-20" dirty="0">
                <a:latin typeface="Arial MT"/>
                <a:cs typeface="Arial MT"/>
              </a:rPr>
              <a:t> </a:t>
            </a:r>
            <a:r>
              <a:rPr sz="1800" dirty="0">
                <a:solidFill>
                  <a:srgbClr val="1A1A1A"/>
                </a:solidFill>
                <a:latin typeface="Arial MT"/>
                <a:cs typeface="Arial MT"/>
              </a:rPr>
              <a:t>of</a:t>
            </a:r>
            <a:r>
              <a:rPr sz="1800" spc="-120" dirty="0">
                <a:solidFill>
                  <a:srgbClr val="1A1A1A"/>
                </a:solidFill>
                <a:latin typeface="Arial MT"/>
                <a:cs typeface="Arial MT"/>
              </a:rPr>
              <a:t> </a:t>
            </a:r>
            <a:r>
              <a:rPr sz="1800" spc="-85" dirty="0">
                <a:latin typeface="Arial MT"/>
                <a:cs typeface="Arial MT"/>
              </a:rPr>
              <a:t>responding</a:t>
            </a:r>
            <a:r>
              <a:rPr sz="1800" spc="-10" dirty="0">
                <a:latin typeface="Arial MT"/>
                <a:cs typeface="Arial MT"/>
              </a:rPr>
              <a:t> </a:t>
            </a:r>
            <a:r>
              <a:rPr sz="1800" spc="-25" dirty="0">
                <a:latin typeface="Arial MT"/>
                <a:cs typeface="Arial MT"/>
              </a:rPr>
              <a:t>to </a:t>
            </a:r>
            <a:r>
              <a:rPr sz="1800" spc="-90" dirty="0">
                <a:latin typeface="Arial MT"/>
                <a:cs typeface="Arial MT"/>
              </a:rPr>
              <a:t>events</a:t>
            </a:r>
            <a:r>
              <a:rPr sz="1800" spc="-5" dirty="0">
                <a:latin typeface="Arial MT"/>
                <a:cs typeface="Arial MT"/>
              </a:rPr>
              <a:t> </a:t>
            </a:r>
            <a:r>
              <a:rPr sz="1800" spc="-114" dirty="0">
                <a:solidFill>
                  <a:srgbClr val="0F0F0F"/>
                </a:solidFill>
                <a:latin typeface="Arial MT"/>
                <a:cs typeface="Arial MT"/>
              </a:rPr>
              <a:t>and</a:t>
            </a:r>
            <a:r>
              <a:rPr sz="1800" spc="-25" dirty="0">
                <a:solidFill>
                  <a:srgbClr val="0F0F0F"/>
                </a:solidFill>
                <a:latin typeface="Arial MT"/>
                <a:cs typeface="Arial MT"/>
              </a:rPr>
              <a:t> </a:t>
            </a:r>
            <a:r>
              <a:rPr sz="1800" spc="-120" dirty="0">
                <a:solidFill>
                  <a:srgbClr val="0C0C0C"/>
                </a:solidFill>
                <a:latin typeface="Arial MT"/>
                <a:cs typeface="Arial MT"/>
              </a:rPr>
              <a:t>alarms,</a:t>
            </a:r>
            <a:r>
              <a:rPr sz="1800" spc="-5" dirty="0">
                <a:solidFill>
                  <a:srgbClr val="0C0C0C"/>
                </a:solidFill>
                <a:latin typeface="Arial MT"/>
                <a:cs typeface="Arial MT"/>
              </a:rPr>
              <a:t> </a:t>
            </a:r>
            <a:r>
              <a:rPr sz="1800" spc="-204" dirty="0">
                <a:solidFill>
                  <a:srgbClr val="111111"/>
                </a:solidFill>
                <a:latin typeface="Arial MT"/>
                <a:cs typeface="Arial MT"/>
              </a:rPr>
              <a:t>as</a:t>
            </a:r>
            <a:r>
              <a:rPr sz="1800" spc="-95" dirty="0">
                <a:solidFill>
                  <a:srgbClr val="111111"/>
                </a:solidFill>
                <a:latin typeface="Arial MT"/>
                <a:cs typeface="Arial MT"/>
              </a:rPr>
              <a:t> </a:t>
            </a:r>
            <a:r>
              <a:rPr sz="1800" spc="-20" dirty="0">
                <a:latin typeface="Arial MT"/>
                <a:cs typeface="Arial MT"/>
              </a:rPr>
              <a:t>they</a:t>
            </a:r>
            <a:r>
              <a:rPr sz="1800" spc="15" dirty="0">
                <a:latin typeface="Arial MT"/>
                <a:cs typeface="Arial MT"/>
              </a:rPr>
              <a:t> </a:t>
            </a:r>
            <a:r>
              <a:rPr sz="1800" spc="-120" dirty="0">
                <a:latin typeface="Arial MT"/>
                <a:cs typeface="Arial MT"/>
              </a:rPr>
              <a:t>occur</a:t>
            </a:r>
            <a:r>
              <a:rPr sz="1800" spc="-40" dirty="0">
                <a:latin typeface="Arial MT"/>
                <a:cs typeface="Arial MT"/>
              </a:rPr>
              <a:t> in</a:t>
            </a:r>
            <a:r>
              <a:rPr sz="1800" spc="-95" dirty="0">
                <a:latin typeface="Arial MT"/>
                <a:cs typeface="Arial MT"/>
              </a:rPr>
              <a:t> </a:t>
            </a:r>
            <a:r>
              <a:rPr sz="1800" spc="-175" dirty="0">
                <a:latin typeface="Arial MT"/>
                <a:cs typeface="Arial MT"/>
              </a:rPr>
              <a:t>yOur</a:t>
            </a:r>
            <a:r>
              <a:rPr sz="1800" spc="-25" dirty="0">
                <a:latin typeface="Arial MT"/>
                <a:cs typeface="Arial MT"/>
              </a:rPr>
              <a:t> </a:t>
            </a:r>
            <a:r>
              <a:rPr sz="1800" spc="-20" dirty="0">
                <a:latin typeface="Arial MT"/>
                <a:cs typeface="Arial MT"/>
              </a:rPr>
              <a:t>architecture.</a:t>
            </a:r>
            <a:endParaRPr sz="1800">
              <a:latin typeface="Arial MT"/>
              <a:cs typeface="Arial MT"/>
            </a:endParaRPr>
          </a:p>
          <a:p>
            <a:pPr marL="12700" marR="5080" indent="7620">
              <a:lnSpc>
                <a:spcPts val="2180"/>
              </a:lnSpc>
              <a:spcBef>
                <a:spcPts val="70"/>
              </a:spcBef>
            </a:pPr>
            <a:r>
              <a:rPr sz="1800" spc="-135" dirty="0">
                <a:latin typeface="Arial MT"/>
                <a:cs typeface="Arial MT"/>
              </a:rPr>
              <a:t>Amazon</a:t>
            </a:r>
            <a:r>
              <a:rPr sz="1800" spc="10" dirty="0">
                <a:latin typeface="Arial MT"/>
                <a:cs typeface="Arial MT"/>
              </a:rPr>
              <a:t> </a:t>
            </a:r>
            <a:r>
              <a:rPr sz="1800" spc="-110" dirty="0">
                <a:latin typeface="Arial MT"/>
                <a:cs typeface="Arial MT"/>
              </a:rPr>
              <a:t>CloudWatch</a:t>
            </a:r>
            <a:r>
              <a:rPr sz="1800" spc="-5" dirty="0">
                <a:latin typeface="Arial MT"/>
                <a:cs typeface="Arial MT"/>
              </a:rPr>
              <a:t> </a:t>
            </a:r>
            <a:r>
              <a:rPr sz="1800" spc="-120" dirty="0">
                <a:latin typeface="Arial MT"/>
                <a:cs typeface="Arial MT"/>
              </a:rPr>
              <a:t>co(lects</a:t>
            </a:r>
            <a:r>
              <a:rPr sz="1800" spc="-5" dirty="0">
                <a:latin typeface="Arial MT"/>
                <a:cs typeface="Arial MT"/>
              </a:rPr>
              <a:t> </a:t>
            </a:r>
            <a:r>
              <a:rPr sz="1800" spc="-40" dirty="0">
                <a:latin typeface="Arial MT"/>
                <a:cs typeface="Arial MT"/>
              </a:rPr>
              <a:t>monitoring</a:t>
            </a:r>
            <a:r>
              <a:rPr sz="1800" spc="75" dirty="0">
                <a:latin typeface="Arial MT"/>
                <a:cs typeface="Arial MT"/>
              </a:rPr>
              <a:t> </a:t>
            </a:r>
            <a:r>
              <a:rPr sz="1800" spc="-120" dirty="0">
                <a:latin typeface="Arial MT"/>
                <a:cs typeface="Arial MT"/>
              </a:rPr>
              <a:t>and</a:t>
            </a:r>
            <a:r>
              <a:rPr sz="1800" spc="-20" dirty="0">
                <a:latin typeface="Arial MT"/>
                <a:cs typeface="Arial MT"/>
              </a:rPr>
              <a:t> </a:t>
            </a:r>
            <a:r>
              <a:rPr sz="1800" spc="-10" dirty="0">
                <a:latin typeface="Arial MT"/>
                <a:cs typeface="Arial MT"/>
              </a:rPr>
              <a:t>operational </a:t>
            </a:r>
            <a:r>
              <a:rPr sz="1800" spc="-70" dirty="0">
                <a:latin typeface="Arial MT"/>
                <a:cs typeface="Arial MT"/>
              </a:rPr>
              <a:t>data</a:t>
            </a:r>
            <a:r>
              <a:rPr sz="1800" spc="-55" dirty="0">
                <a:latin typeface="Arial MT"/>
                <a:cs typeface="Arial MT"/>
              </a:rPr>
              <a:t> </a:t>
            </a:r>
            <a:r>
              <a:rPr sz="1800" spc="-40" dirty="0">
                <a:solidFill>
                  <a:srgbClr val="3D3D3D"/>
                </a:solidFill>
                <a:latin typeface="Arial MT"/>
                <a:cs typeface="Arial MT"/>
              </a:rPr>
              <a:t>in</a:t>
            </a:r>
            <a:r>
              <a:rPr sz="1800" spc="-95" dirty="0">
                <a:solidFill>
                  <a:srgbClr val="3D3D3D"/>
                </a:solidFill>
                <a:latin typeface="Arial MT"/>
                <a:cs typeface="Arial MT"/>
              </a:rPr>
              <a:t> </a:t>
            </a:r>
            <a:r>
              <a:rPr sz="1800" spc="-20" dirty="0">
                <a:latin typeface="Arial MT"/>
                <a:cs typeface="Arial MT"/>
              </a:rPr>
              <a:t>the</a:t>
            </a:r>
            <a:r>
              <a:rPr sz="1800" spc="-35" dirty="0">
                <a:latin typeface="Arial MT"/>
                <a:cs typeface="Arial MT"/>
              </a:rPr>
              <a:t> </a:t>
            </a:r>
            <a:r>
              <a:rPr sz="1800" spc="-30" dirty="0">
                <a:solidFill>
                  <a:srgbClr val="0A0A0A"/>
                </a:solidFill>
                <a:latin typeface="Arial MT"/>
                <a:cs typeface="Arial MT"/>
              </a:rPr>
              <a:t>form</a:t>
            </a:r>
            <a:r>
              <a:rPr sz="1800" dirty="0">
                <a:solidFill>
                  <a:srgbClr val="0A0A0A"/>
                </a:solidFill>
                <a:latin typeface="Arial MT"/>
                <a:cs typeface="Arial MT"/>
              </a:rPr>
              <a:t> </a:t>
            </a:r>
            <a:r>
              <a:rPr sz="1800" dirty="0">
                <a:solidFill>
                  <a:srgbClr val="151515"/>
                </a:solidFill>
                <a:latin typeface="Arial MT"/>
                <a:cs typeface="Arial MT"/>
              </a:rPr>
              <a:t>of</a:t>
            </a:r>
            <a:r>
              <a:rPr sz="1800" spc="-10" dirty="0">
                <a:solidFill>
                  <a:srgbClr val="151515"/>
                </a:solidFill>
                <a:latin typeface="Arial MT"/>
                <a:cs typeface="Arial MT"/>
              </a:rPr>
              <a:t> </a:t>
            </a:r>
            <a:r>
              <a:rPr sz="1800" spc="-110" dirty="0">
                <a:latin typeface="Arial MT"/>
                <a:cs typeface="Arial MT"/>
              </a:rPr>
              <a:t>logs,</a:t>
            </a:r>
            <a:r>
              <a:rPr sz="1800" spc="-60" dirty="0">
                <a:latin typeface="Arial MT"/>
                <a:cs typeface="Arial MT"/>
              </a:rPr>
              <a:t> </a:t>
            </a:r>
            <a:r>
              <a:rPr sz="1800" spc="-95" dirty="0">
                <a:latin typeface="Arial MT"/>
                <a:cs typeface="Arial MT"/>
              </a:rPr>
              <a:t>metrics,</a:t>
            </a:r>
            <a:r>
              <a:rPr sz="1800" spc="25" dirty="0">
                <a:latin typeface="Arial MT"/>
                <a:cs typeface="Arial MT"/>
              </a:rPr>
              <a:t> </a:t>
            </a:r>
            <a:r>
              <a:rPr sz="1800" spc="-114" dirty="0">
                <a:solidFill>
                  <a:srgbClr val="0A0A0A"/>
                </a:solidFill>
                <a:latin typeface="Arial MT"/>
                <a:cs typeface="Arial MT"/>
              </a:rPr>
              <a:t>and</a:t>
            </a:r>
            <a:r>
              <a:rPr sz="1800" spc="-25" dirty="0">
                <a:solidFill>
                  <a:srgbClr val="0A0A0A"/>
                </a:solidFill>
                <a:latin typeface="Arial MT"/>
                <a:cs typeface="Arial MT"/>
              </a:rPr>
              <a:t> </a:t>
            </a:r>
            <a:r>
              <a:rPr sz="1800" spc="-105" dirty="0">
                <a:latin typeface="Arial MT"/>
                <a:cs typeface="Arial MT"/>
              </a:rPr>
              <a:t>events.</a:t>
            </a:r>
            <a:r>
              <a:rPr sz="1800" spc="-80" dirty="0">
                <a:latin typeface="Arial MT"/>
                <a:cs typeface="Arial MT"/>
              </a:rPr>
              <a:t> </a:t>
            </a:r>
            <a:r>
              <a:rPr sz="1800" dirty="0">
                <a:solidFill>
                  <a:srgbClr val="181818"/>
                </a:solidFill>
                <a:latin typeface="Arial MT"/>
                <a:cs typeface="Arial MT"/>
              </a:rPr>
              <a:t>It</a:t>
            </a:r>
            <a:r>
              <a:rPr sz="1800" spc="-110" dirty="0">
                <a:solidFill>
                  <a:srgbClr val="181818"/>
                </a:solidFill>
                <a:latin typeface="Arial MT"/>
                <a:cs typeface="Arial MT"/>
              </a:rPr>
              <a:t> </a:t>
            </a:r>
            <a:r>
              <a:rPr sz="1800" spc="-100" dirty="0">
                <a:solidFill>
                  <a:srgbClr val="0E0E0E"/>
                </a:solidFill>
                <a:latin typeface="Arial MT"/>
                <a:cs typeface="Arial MT"/>
              </a:rPr>
              <a:t>provides</a:t>
            </a:r>
            <a:r>
              <a:rPr sz="1800" spc="-25" dirty="0">
                <a:solidFill>
                  <a:srgbClr val="0E0E0E"/>
                </a:solidFill>
                <a:latin typeface="Arial MT"/>
                <a:cs typeface="Arial MT"/>
              </a:rPr>
              <a:t> </a:t>
            </a:r>
            <a:r>
              <a:rPr sz="1800" spc="-25" dirty="0">
                <a:latin typeface="Arial MT"/>
                <a:cs typeface="Arial MT"/>
              </a:rPr>
              <a:t>you </a:t>
            </a:r>
            <a:r>
              <a:rPr sz="1750" dirty="0">
                <a:latin typeface="Arial MT"/>
                <a:cs typeface="Arial MT"/>
              </a:rPr>
              <a:t>with</a:t>
            </a:r>
            <a:r>
              <a:rPr sz="1750" spc="-110" dirty="0">
                <a:latin typeface="Arial MT"/>
                <a:cs typeface="Arial MT"/>
              </a:rPr>
              <a:t> </a:t>
            </a:r>
            <a:r>
              <a:rPr sz="1750" spc="-220" dirty="0">
                <a:solidFill>
                  <a:srgbClr val="161616"/>
                </a:solidFill>
                <a:latin typeface="Arial MT"/>
                <a:cs typeface="Arial MT"/>
              </a:rPr>
              <a:t>a</a:t>
            </a:r>
            <a:r>
              <a:rPr sz="1750" spc="45" dirty="0">
                <a:solidFill>
                  <a:srgbClr val="161616"/>
                </a:solidFill>
                <a:latin typeface="Arial MT"/>
                <a:cs typeface="Arial MT"/>
              </a:rPr>
              <a:t> </a:t>
            </a:r>
            <a:r>
              <a:rPr sz="1750" dirty="0">
                <a:latin typeface="Arial MT"/>
                <a:cs typeface="Arial MT"/>
              </a:rPr>
              <a:t>united</a:t>
            </a:r>
            <a:r>
              <a:rPr sz="1750" spc="-60" dirty="0">
                <a:latin typeface="Arial MT"/>
                <a:cs typeface="Arial MT"/>
              </a:rPr>
              <a:t> </a:t>
            </a:r>
            <a:r>
              <a:rPr sz="1750" spc="-60" dirty="0">
                <a:solidFill>
                  <a:srgbClr val="0E0E0E"/>
                </a:solidFill>
                <a:latin typeface="Arial MT"/>
                <a:cs typeface="Arial MT"/>
              </a:rPr>
              <a:t>view</a:t>
            </a:r>
            <a:r>
              <a:rPr sz="1750" dirty="0">
                <a:solidFill>
                  <a:srgbClr val="0E0E0E"/>
                </a:solidFill>
                <a:latin typeface="Arial MT"/>
                <a:cs typeface="Arial MT"/>
              </a:rPr>
              <a:t> </a:t>
            </a:r>
            <a:r>
              <a:rPr sz="1750" dirty="0">
                <a:latin typeface="Arial MT"/>
                <a:cs typeface="Arial MT"/>
              </a:rPr>
              <a:t>of</a:t>
            </a:r>
            <a:r>
              <a:rPr sz="1750" spc="-60" dirty="0">
                <a:latin typeface="Arial MT"/>
                <a:cs typeface="Arial MT"/>
              </a:rPr>
              <a:t> </a:t>
            </a:r>
            <a:r>
              <a:rPr sz="1750" spc="-235" dirty="0">
                <a:latin typeface="Arial MT"/>
                <a:cs typeface="Arial MT"/>
              </a:rPr>
              <a:t>AWS</a:t>
            </a:r>
            <a:r>
              <a:rPr sz="1750" spc="-10" dirty="0">
                <a:latin typeface="Arial MT"/>
                <a:cs typeface="Arial MT"/>
              </a:rPr>
              <a:t> </a:t>
            </a:r>
            <a:r>
              <a:rPr sz="1750" spc="-114" dirty="0">
                <a:latin typeface="Arial MT"/>
                <a:cs typeface="Arial MT"/>
              </a:rPr>
              <a:t>resources,</a:t>
            </a:r>
            <a:r>
              <a:rPr sz="1750" spc="75" dirty="0">
                <a:latin typeface="Arial MT"/>
                <a:cs typeface="Arial MT"/>
              </a:rPr>
              <a:t> </a:t>
            </a:r>
            <a:r>
              <a:rPr sz="1750" spc="-70" dirty="0">
                <a:latin typeface="Arial MT"/>
                <a:cs typeface="Arial MT"/>
              </a:rPr>
              <a:t>applications,</a:t>
            </a:r>
            <a:r>
              <a:rPr sz="1750" spc="80" dirty="0">
                <a:latin typeface="Arial MT"/>
                <a:cs typeface="Arial MT"/>
              </a:rPr>
              <a:t> </a:t>
            </a:r>
            <a:r>
              <a:rPr sz="1750" spc="-25" dirty="0">
                <a:latin typeface="Arial MT"/>
                <a:cs typeface="Arial MT"/>
              </a:rPr>
              <a:t>and</a:t>
            </a:r>
            <a:endParaRPr sz="1750">
              <a:latin typeface="Arial MT"/>
              <a:cs typeface="Arial MT"/>
            </a:endParaRPr>
          </a:p>
        </p:txBody>
      </p:sp>
      <p:sp>
        <p:nvSpPr>
          <p:cNvPr id="4" name="object 4"/>
          <p:cNvSpPr txBox="1"/>
          <p:nvPr/>
        </p:nvSpPr>
        <p:spPr>
          <a:xfrm>
            <a:off x="4798312" y="2781591"/>
            <a:ext cx="5588635" cy="1675130"/>
          </a:xfrm>
          <a:prstGeom prst="rect">
            <a:avLst/>
          </a:prstGeom>
        </p:spPr>
        <p:txBody>
          <a:bodyPr vert="horz" wrap="square" lIns="0" tIns="10160" rIns="0" bIns="0" rtlCol="0">
            <a:spAutoFit/>
          </a:bodyPr>
          <a:lstStyle/>
          <a:p>
            <a:pPr marL="12700" marR="5080" indent="1270">
              <a:lnSpc>
                <a:spcPct val="100800"/>
              </a:lnSpc>
              <a:spcBef>
                <a:spcPts val="80"/>
              </a:spcBef>
            </a:pPr>
            <a:r>
              <a:rPr sz="1800" spc="-130" dirty="0">
                <a:latin typeface="Arial MT"/>
                <a:cs typeface="Arial MT"/>
              </a:rPr>
              <a:t>services</a:t>
            </a:r>
            <a:r>
              <a:rPr sz="1800" spc="5" dirty="0">
                <a:latin typeface="Arial MT"/>
                <a:cs typeface="Arial MT"/>
              </a:rPr>
              <a:t> </a:t>
            </a:r>
            <a:r>
              <a:rPr sz="1800" spc="-10" dirty="0">
                <a:latin typeface="Arial MT"/>
                <a:cs typeface="Arial MT"/>
              </a:rPr>
              <a:t>that</a:t>
            </a:r>
            <a:r>
              <a:rPr sz="1800" spc="-114" dirty="0">
                <a:latin typeface="Arial MT"/>
                <a:cs typeface="Arial MT"/>
              </a:rPr>
              <a:t> </a:t>
            </a:r>
            <a:r>
              <a:rPr sz="1800" spc="-45" dirty="0">
                <a:latin typeface="Arial MT"/>
                <a:cs typeface="Arial MT"/>
              </a:rPr>
              <a:t>run</a:t>
            </a:r>
            <a:r>
              <a:rPr sz="1800" spc="-80" dirty="0">
                <a:latin typeface="Arial MT"/>
                <a:cs typeface="Arial MT"/>
              </a:rPr>
              <a:t> </a:t>
            </a:r>
            <a:r>
              <a:rPr sz="1800" dirty="0">
                <a:latin typeface="Arial MT"/>
                <a:cs typeface="Arial MT"/>
              </a:rPr>
              <a:t>on</a:t>
            </a:r>
            <a:r>
              <a:rPr sz="1800" spc="-80" dirty="0">
                <a:latin typeface="Arial MT"/>
                <a:cs typeface="Arial MT"/>
              </a:rPr>
              <a:t> </a:t>
            </a:r>
            <a:r>
              <a:rPr sz="1800" spc="-295" dirty="0">
                <a:latin typeface="Arial MT"/>
                <a:cs typeface="Arial MT"/>
              </a:rPr>
              <a:t>AWS</a:t>
            </a:r>
            <a:r>
              <a:rPr sz="1800" spc="20" dirty="0">
                <a:latin typeface="Arial MT"/>
                <a:cs typeface="Arial MT"/>
              </a:rPr>
              <a:t> </a:t>
            </a:r>
            <a:r>
              <a:rPr sz="1800" spc="-120" dirty="0">
                <a:latin typeface="Arial MT"/>
                <a:cs typeface="Arial MT"/>
              </a:rPr>
              <a:t>and</a:t>
            </a:r>
            <a:r>
              <a:rPr sz="1800" spc="-20" dirty="0">
                <a:latin typeface="Arial MT"/>
                <a:cs typeface="Arial MT"/>
              </a:rPr>
              <a:t> </a:t>
            </a:r>
            <a:r>
              <a:rPr sz="1800" dirty="0">
                <a:latin typeface="Arial MT"/>
                <a:cs typeface="Arial MT"/>
              </a:rPr>
              <a:t>on</a:t>
            </a:r>
            <a:r>
              <a:rPr sz="1800" spc="75" dirty="0">
                <a:latin typeface="Arial MT"/>
                <a:cs typeface="Arial MT"/>
              </a:rPr>
              <a:t> </a:t>
            </a:r>
            <a:r>
              <a:rPr sz="1800" spc="-120" dirty="0">
                <a:latin typeface="Arial MT"/>
                <a:cs typeface="Arial MT"/>
              </a:rPr>
              <a:t>premises</a:t>
            </a:r>
            <a:r>
              <a:rPr sz="1800" spc="-5" dirty="0">
                <a:latin typeface="Arial MT"/>
                <a:cs typeface="Arial MT"/>
              </a:rPr>
              <a:t> </a:t>
            </a:r>
            <a:r>
              <a:rPr sz="1800" spc="-125" dirty="0">
                <a:latin typeface="Arial MT"/>
                <a:cs typeface="Arial MT"/>
              </a:rPr>
              <a:t>servers.</a:t>
            </a:r>
            <a:r>
              <a:rPr sz="1800" spc="55" dirty="0">
                <a:latin typeface="Arial MT"/>
                <a:cs typeface="Arial MT"/>
              </a:rPr>
              <a:t> </a:t>
            </a:r>
            <a:r>
              <a:rPr sz="1800" spc="-180" dirty="0">
                <a:latin typeface="Arial MT"/>
                <a:cs typeface="Arial MT"/>
              </a:rPr>
              <a:t>You</a:t>
            </a:r>
            <a:r>
              <a:rPr sz="1800" spc="-50" dirty="0">
                <a:latin typeface="Arial MT"/>
                <a:cs typeface="Arial MT"/>
              </a:rPr>
              <a:t> </a:t>
            </a:r>
            <a:r>
              <a:rPr sz="1800" spc="-330" dirty="0">
                <a:latin typeface="Arial MT"/>
                <a:cs typeface="Arial MT"/>
              </a:rPr>
              <a:t>Can</a:t>
            </a:r>
            <a:r>
              <a:rPr sz="1800" spc="-165" dirty="0">
                <a:latin typeface="Arial MT"/>
                <a:cs typeface="Arial MT"/>
              </a:rPr>
              <a:t> </a:t>
            </a:r>
            <a:r>
              <a:rPr sz="1800" spc="-165" dirty="0">
                <a:solidFill>
                  <a:srgbClr val="111111"/>
                </a:solidFill>
                <a:latin typeface="Arial MT"/>
                <a:cs typeface="Arial MT"/>
              </a:rPr>
              <a:t>use</a:t>
            </a:r>
            <a:r>
              <a:rPr sz="1800" spc="10" dirty="0">
                <a:solidFill>
                  <a:srgbClr val="111111"/>
                </a:solidFill>
                <a:latin typeface="Arial MT"/>
                <a:cs typeface="Arial MT"/>
              </a:rPr>
              <a:t> </a:t>
            </a:r>
            <a:r>
              <a:rPr sz="1800" spc="-114" dirty="0">
                <a:latin typeface="Arial MT"/>
                <a:cs typeface="Arial MT"/>
              </a:rPr>
              <a:t>CloudWatch</a:t>
            </a:r>
            <a:r>
              <a:rPr sz="1800" spc="25" dirty="0">
                <a:latin typeface="Arial MT"/>
                <a:cs typeface="Arial MT"/>
              </a:rPr>
              <a:t> </a:t>
            </a:r>
            <a:r>
              <a:rPr sz="1800" dirty="0">
                <a:latin typeface="Arial MT"/>
                <a:cs typeface="Arial MT"/>
              </a:rPr>
              <a:t>to</a:t>
            </a:r>
            <a:r>
              <a:rPr sz="1800" spc="-120" dirty="0">
                <a:latin typeface="Arial MT"/>
                <a:cs typeface="Arial MT"/>
              </a:rPr>
              <a:t> </a:t>
            </a:r>
            <a:r>
              <a:rPr sz="1800" spc="-50" dirty="0">
                <a:latin typeface="Arial MT"/>
                <a:cs typeface="Arial MT"/>
              </a:rPr>
              <a:t>detect</a:t>
            </a:r>
            <a:r>
              <a:rPr sz="1800" spc="-15" dirty="0">
                <a:latin typeface="Arial MT"/>
                <a:cs typeface="Arial MT"/>
              </a:rPr>
              <a:t> </a:t>
            </a:r>
            <a:r>
              <a:rPr sz="1800" spc="-100" dirty="0">
                <a:latin typeface="Arial MT"/>
                <a:cs typeface="Arial MT"/>
              </a:rPr>
              <a:t>anomalous</a:t>
            </a:r>
            <a:r>
              <a:rPr sz="1800" spc="30" dirty="0">
                <a:latin typeface="Arial MT"/>
                <a:cs typeface="Arial MT"/>
              </a:rPr>
              <a:t> </a:t>
            </a:r>
            <a:r>
              <a:rPr sz="1800" spc="-95" dirty="0">
                <a:latin typeface="Arial MT"/>
                <a:cs typeface="Arial MT"/>
              </a:rPr>
              <a:t>behavior</a:t>
            </a:r>
            <a:r>
              <a:rPr sz="1800" spc="40" dirty="0">
                <a:latin typeface="Arial MT"/>
                <a:cs typeface="Arial MT"/>
              </a:rPr>
              <a:t> </a:t>
            </a:r>
            <a:r>
              <a:rPr sz="1800" spc="-40" dirty="0">
                <a:latin typeface="Arial MT"/>
                <a:cs typeface="Arial MT"/>
              </a:rPr>
              <a:t>in</a:t>
            </a:r>
            <a:r>
              <a:rPr sz="1800" spc="-95" dirty="0">
                <a:latin typeface="Arial MT"/>
                <a:cs typeface="Arial MT"/>
              </a:rPr>
              <a:t> </a:t>
            </a:r>
            <a:r>
              <a:rPr sz="1800" spc="-20" dirty="0">
                <a:latin typeface="Arial MT"/>
                <a:cs typeface="Arial MT"/>
              </a:rPr>
              <a:t>yOur </a:t>
            </a:r>
            <a:r>
              <a:rPr sz="1800" spc="-85" dirty="0">
                <a:latin typeface="Arial MT"/>
                <a:cs typeface="Arial MT"/>
              </a:rPr>
              <a:t>environments,</a:t>
            </a:r>
            <a:r>
              <a:rPr sz="1800" spc="25" dirty="0">
                <a:latin typeface="Arial MT"/>
                <a:cs typeface="Arial MT"/>
              </a:rPr>
              <a:t> </a:t>
            </a:r>
            <a:r>
              <a:rPr sz="1800" spc="-95" dirty="0">
                <a:latin typeface="Arial MT"/>
                <a:cs typeface="Arial MT"/>
              </a:rPr>
              <a:t>set</a:t>
            </a:r>
            <a:r>
              <a:rPr sz="1800" spc="-10" dirty="0">
                <a:latin typeface="Arial MT"/>
                <a:cs typeface="Arial MT"/>
              </a:rPr>
              <a:t> </a:t>
            </a:r>
            <a:r>
              <a:rPr sz="1800" spc="-120" dirty="0">
                <a:latin typeface="Arial MT"/>
                <a:cs typeface="Arial MT"/>
              </a:rPr>
              <a:t>alarms,</a:t>
            </a:r>
            <a:r>
              <a:rPr sz="1800" spc="-5" dirty="0">
                <a:latin typeface="Arial MT"/>
                <a:cs typeface="Arial MT"/>
              </a:rPr>
              <a:t> </a:t>
            </a:r>
            <a:r>
              <a:rPr sz="1800" spc="-120" dirty="0">
                <a:latin typeface="Arial MT"/>
                <a:cs typeface="Arial MT"/>
              </a:rPr>
              <a:t>and</a:t>
            </a:r>
            <a:r>
              <a:rPr sz="1800" spc="-60" dirty="0">
                <a:latin typeface="Arial MT"/>
                <a:cs typeface="Arial MT"/>
              </a:rPr>
              <a:t> </a:t>
            </a:r>
            <a:r>
              <a:rPr sz="1800" spc="-110" dirty="0">
                <a:latin typeface="Arial MT"/>
                <a:cs typeface="Arial MT"/>
              </a:rPr>
              <a:t>visualize</a:t>
            </a:r>
            <a:r>
              <a:rPr sz="1800" spc="55" dirty="0">
                <a:latin typeface="Arial MT"/>
                <a:cs typeface="Arial MT"/>
              </a:rPr>
              <a:t> </a:t>
            </a:r>
            <a:r>
              <a:rPr sz="1800" spc="-85" dirty="0">
                <a:latin typeface="Arial MT"/>
                <a:cs typeface="Arial MT"/>
              </a:rPr>
              <a:t>logs</a:t>
            </a:r>
            <a:r>
              <a:rPr sz="1800" spc="-25" dirty="0">
                <a:latin typeface="Arial MT"/>
                <a:cs typeface="Arial MT"/>
              </a:rPr>
              <a:t> </a:t>
            </a:r>
            <a:r>
              <a:rPr sz="1800" spc="-100" dirty="0">
                <a:latin typeface="Arial MT"/>
                <a:cs typeface="Arial MT"/>
              </a:rPr>
              <a:t>and</a:t>
            </a:r>
            <a:r>
              <a:rPr sz="1800" spc="-65" dirty="0">
                <a:latin typeface="Arial MT"/>
                <a:cs typeface="Arial MT"/>
              </a:rPr>
              <a:t> </a:t>
            </a:r>
            <a:r>
              <a:rPr sz="1800" spc="-85" dirty="0">
                <a:latin typeface="Arial MT"/>
                <a:cs typeface="Arial MT"/>
              </a:rPr>
              <a:t>metrics</a:t>
            </a:r>
            <a:r>
              <a:rPr sz="1800" spc="25" dirty="0">
                <a:latin typeface="Arial MT"/>
                <a:cs typeface="Arial MT"/>
              </a:rPr>
              <a:t> </a:t>
            </a:r>
            <a:r>
              <a:rPr sz="1800" spc="-75" dirty="0">
                <a:latin typeface="Arial MT"/>
                <a:cs typeface="Arial MT"/>
              </a:rPr>
              <a:t>side </a:t>
            </a:r>
            <a:r>
              <a:rPr sz="1800" spc="-50" dirty="0">
                <a:latin typeface="Arial MT"/>
                <a:cs typeface="Arial MT"/>
              </a:rPr>
              <a:t>by</a:t>
            </a:r>
            <a:r>
              <a:rPr sz="1800" spc="-75" dirty="0">
                <a:latin typeface="Arial MT"/>
                <a:cs typeface="Arial MT"/>
              </a:rPr>
              <a:t> </a:t>
            </a:r>
            <a:r>
              <a:rPr sz="1800" spc="-130" dirty="0">
                <a:latin typeface="Arial MT"/>
                <a:cs typeface="Arial MT"/>
              </a:rPr>
              <a:t>side.</a:t>
            </a:r>
            <a:r>
              <a:rPr sz="1800" spc="-100" dirty="0">
                <a:latin typeface="Arial MT"/>
                <a:cs typeface="Arial MT"/>
              </a:rPr>
              <a:t> </a:t>
            </a:r>
            <a:r>
              <a:rPr sz="1800" spc="-190" dirty="0">
                <a:latin typeface="Arial MT"/>
                <a:cs typeface="Arial MT"/>
              </a:rPr>
              <a:t>Use</a:t>
            </a:r>
            <a:r>
              <a:rPr sz="1800" spc="15" dirty="0">
                <a:latin typeface="Arial MT"/>
                <a:cs typeface="Arial MT"/>
              </a:rPr>
              <a:t> </a:t>
            </a:r>
            <a:r>
              <a:rPr sz="1800" dirty="0">
                <a:solidFill>
                  <a:srgbClr val="1F1F1F"/>
                </a:solidFill>
                <a:latin typeface="Arial MT"/>
                <a:cs typeface="Arial MT"/>
              </a:rPr>
              <a:t>it</a:t>
            </a:r>
            <a:r>
              <a:rPr sz="1800" spc="25" dirty="0">
                <a:solidFill>
                  <a:srgbClr val="1F1F1F"/>
                </a:solidFill>
                <a:latin typeface="Arial MT"/>
                <a:cs typeface="Arial MT"/>
              </a:rPr>
              <a:t> </a:t>
            </a:r>
            <a:r>
              <a:rPr sz="1800" dirty="0">
                <a:latin typeface="Arial MT"/>
                <a:cs typeface="Arial MT"/>
              </a:rPr>
              <a:t>to</a:t>
            </a:r>
            <a:r>
              <a:rPr sz="1800" spc="-130" dirty="0">
                <a:latin typeface="Arial MT"/>
                <a:cs typeface="Arial MT"/>
              </a:rPr>
              <a:t> </a:t>
            </a:r>
            <a:r>
              <a:rPr sz="1800" spc="-80" dirty="0">
                <a:latin typeface="Arial MT"/>
                <a:cs typeface="Arial MT"/>
              </a:rPr>
              <a:t>take</a:t>
            </a:r>
            <a:r>
              <a:rPr sz="1800" spc="-45" dirty="0">
                <a:latin typeface="Arial MT"/>
                <a:cs typeface="Arial MT"/>
              </a:rPr>
              <a:t> </a:t>
            </a:r>
            <a:r>
              <a:rPr sz="1800" spc="-65" dirty="0">
                <a:latin typeface="Arial MT"/>
                <a:cs typeface="Arial MT"/>
              </a:rPr>
              <a:t>automated</a:t>
            </a:r>
            <a:r>
              <a:rPr sz="1800" spc="40" dirty="0">
                <a:latin typeface="Arial MT"/>
                <a:cs typeface="Arial MT"/>
              </a:rPr>
              <a:t> </a:t>
            </a:r>
            <a:r>
              <a:rPr sz="1800" spc="-110" dirty="0">
                <a:latin typeface="Arial MT"/>
                <a:cs typeface="Arial MT"/>
              </a:rPr>
              <a:t>actions,</a:t>
            </a:r>
            <a:r>
              <a:rPr sz="1800" spc="-15" dirty="0">
                <a:latin typeface="Arial MT"/>
                <a:cs typeface="Arial MT"/>
              </a:rPr>
              <a:t> </a:t>
            </a:r>
            <a:r>
              <a:rPr sz="1800" spc="-10" dirty="0">
                <a:latin typeface="Arial MT"/>
                <a:cs typeface="Arial MT"/>
              </a:rPr>
              <a:t>troubleshoot </a:t>
            </a:r>
            <a:r>
              <a:rPr sz="1800" spc="-160" dirty="0">
                <a:latin typeface="Arial MT"/>
                <a:cs typeface="Arial MT"/>
              </a:rPr>
              <a:t>issues,</a:t>
            </a:r>
            <a:r>
              <a:rPr sz="1800" spc="25" dirty="0">
                <a:latin typeface="Arial MT"/>
                <a:cs typeface="Arial MT"/>
              </a:rPr>
              <a:t> </a:t>
            </a:r>
            <a:r>
              <a:rPr sz="1800" spc="-120" dirty="0">
                <a:latin typeface="Arial MT"/>
                <a:cs typeface="Arial MT"/>
              </a:rPr>
              <a:t>and</a:t>
            </a:r>
            <a:r>
              <a:rPr sz="1800" spc="-20" dirty="0">
                <a:latin typeface="Arial MT"/>
                <a:cs typeface="Arial MT"/>
              </a:rPr>
              <a:t> </a:t>
            </a:r>
            <a:r>
              <a:rPr sz="1800" spc="-114" dirty="0">
                <a:latin typeface="Arial MT"/>
                <a:cs typeface="Arial MT"/>
              </a:rPr>
              <a:t>discover</a:t>
            </a:r>
            <a:r>
              <a:rPr sz="1800" spc="40" dirty="0">
                <a:latin typeface="Arial MT"/>
                <a:cs typeface="Arial MT"/>
              </a:rPr>
              <a:t> </a:t>
            </a:r>
            <a:r>
              <a:rPr sz="1800" spc="-75" dirty="0">
                <a:latin typeface="Arial MT"/>
                <a:cs typeface="Arial MT"/>
              </a:rPr>
              <a:t>insights</a:t>
            </a:r>
            <a:r>
              <a:rPr sz="1800" spc="75" dirty="0">
                <a:latin typeface="Arial MT"/>
                <a:cs typeface="Arial MT"/>
              </a:rPr>
              <a:t> </a:t>
            </a:r>
            <a:r>
              <a:rPr sz="1800" dirty="0">
                <a:latin typeface="Arial MT"/>
                <a:cs typeface="Arial MT"/>
              </a:rPr>
              <a:t>to</a:t>
            </a:r>
            <a:r>
              <a:rPr sz="1800" spc="-70" dirty="0">
                <a:latin typeface="Arial MT"/>
                <a:cs typeface="Arial MT"/>
              </a:rPr>
              <a:t> </a:t>
            </a:r>
            <a:r>
              <a:rPr sz="1800" spc="-135" dirty="0">
                <a:latin typeface="Arial MT"/>
                <a:cs typeface="Arial MT"/>
              </a:rPr>
              <a:t>keep</a:t>
            </a:r>
            <a:r>
              <a:rPr sz="1800" spc="15" dirty="0">
                <a:latin typeface="Arial MT"/>
                <a:cs typeface="Arial MT"/>
              </a:rPr>
              <a:t> </a:t>
            </a:r>
            <a:r>
              <a:rPr sz="1800" spc="-85" dirty="0">
                <a:latin typeface="Arial MT"/>
                <a:cs typeface="Arial MT"/>
              </a:rPr>
              <a:t>your</a:t>
            </a:r>
            <a:r>
              <a:rPr sz="1800" spc="-20" dirty="0">
                <a:latin typeface="Arial MT"/>
                <a:cs typeface="Arial MT"/>
              </a:rPr>
              <a:t> </a:t>
            </a:r>
            <a:r>
              <a:rPr sz="1800" spc="-10" dirty="0">
                <a:latin typeface="Arial MT"/>
                <a:cs typeface="Arial MT"/>
              </a:rPr>
              <a:t>applications </a:t>
            </a:r>
            <a:r>
              <a:rPr sz="1750" spc="-40" dirty="0">
                <a:latin typeface="Arial MT"/>
                <a:cs typeface="Arial MT"/>
              </a:rPr>
              <a:t>running</a:t>
            </a:r>
            <a:r>
              <a:rPr sz="1750" spc="-75" dirty="0">
                <a:latin typeface="Arial MT"/>
                <a:cs typeface="Arial MT"/>
              </a:rPr>
              <a:t> </a:t>
            </a:r>
            <a:r>
              <a:rPr sz="1750" spc="-10" dirty="0">
                <a:latin typeface="Arial MT"/>
                <a:cs typeface="Arial MT"/>
              </a:rPr>
              <a:t>smoothly.</a:t>
            </a:r>
            <a:endParaRPr sz="1750">
              <a:latin typeface="Arial MT"/>
              <a:cs typeface="Arial MT"/>
            </a:endParaRP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365885" y="365125"/>
            <a:ext cx="9459341" cy="5267959"/>
          </a:xfrm>
          <a:prstGeom prst="rect">
            <a:avLst/>
          </a:prstGeom>
        </p:spPr>
      </p:pic>
      <p:sp>
        <p:nvSpPr>
          <p:cNvPr id="3" name="object 3"/>
          <p:cNvSpPr txBox="1"/>
          <p:nvPr/>
        </p:nvSpPr>
        <p:spPr>
          <a:xfrm>
            <a:off x="3045865" y="5393345"/>
            <a:ext cx="1304925" cy="132715"/>
          </a:xfrm>
          <a:prstGeom prst="rect">
            <a:avLst/>
          </a:prstGeom>
        </p:spPr>
        <p:txBody>
          <a:bodyPr vert="horz" wrap="square" lIns="0" tIns="12700" rIns="0" bIns="0" rtlCol="0">
            <a:spAutoFit/>
          </a:bodyPr>
          <a:lstStyle/>
          <a:p>
            <a:pPr marL="12700">
              <a:lnSpc>
                <a:spcPct val="100000"/>
              </a:lnSpc>
              <a:spcBef>
                <a:spcPts val="100"/>
              </a:spcBef>
            </a:pPr>
            <a:r>
              <a:rPr sz="700" dirty="0">
                <a:solidFill>
                  <a:srgbClr val="898989"/>
                </a:solidFill>
                <a:latin typeface="Arial MT"/>
                <a:cs typeface="Arial MT"/>
              </a:rPr>
              <a:t>or</a:t>
            </a:r>
            <a:r>
              <a:rPr sz="700" spc="10" dirty="0">
                <a:solidFill>
                  <a:srgbClr val="898989"/>
                </a:solidFill>
                <a:latin typeface="Arial MT"/>
                <a:cs typeface="Arial MT"/>
              </a:rPr>
              <a:t> </a:t>
            </a:r>
            <a:r>
              <a:rPr sz="700" spc="-95" dirty="0">
                <a:solidFill>
                  <a:srgbClr val="676767"/>
                </a:solidFill>
                <a:latin typeface="Arial MT"/>
                <a:cs typeface="Arial MT"/>
              </a:rPr>
              <a:t>+ts</a:t>
            </a:r>
            <a:r>
              <a:rPr sz="700" spc="-65" dirty="0">
                <a:solidFill>
                  <a:srgbClr val="676767"/>
                </a:solidFill>
                <a:latin typeface="Arial MT"/>
                <a:cs typeface="Arial MT"/>
              </a:rPr>
              <a:t> </a:t>
            </a:r>
            <a:r>
              <a:rPr sz="700" spc="-35" dirty="0">
                <a:solidFill>
                  <a:srgbClr val="131313"/>
                </a:solidFill>
                <a:latin typeface="Arial MT"/>
                <a:cs typeface="Arial MT"/>
              </a:rPr>
              <a:t>aOiflab•s.</a:t>
            </a:r>
            <a:r>
              <a:rPr sz="700" spc="55" dirty="0">
                <a:solidFill>
                  <a:srgbClr val="131313"/>
                </a:solidFill>
                <a:latin typeface="Arial MT"/>
                <a:cs typeface="Arial MT"/>
              </a:rPr>
              <a:t> </a:t>
            </a:r>
            <a:r>
              <a:rPr sz="700" spc="-50" dirty="0">
                <a:solidFill>
                  <a:srgbClr val="ACACAC"/>
                </a:solidFill>
                <a:latin typeface="Arial MT"/>
                <a:cs typeface="Arial MT"/>
              </a:rPr>
              <a:t>Ag</a:t>
            </a:r>
            <a:r>
              <a:rPr sz="700" spc="-25" dirty="0">
                <a:solidFill>
                  <a:srgbClr val="ACACAC"/>
                </a:solidFill>
                <a:latin typeface="Arial MT"/>
                <a:cs typeface="Arial MT"/>
              </a:rPr>
              <a:t> </a:t>
            </a:r>
            <a:r>
              <a:rPr sz="700" dirty="0">
                <a:solidFill>
                  <a:srgbClr val="606060"/>
                </a:solidFill>
                <a:latin typeface="Arial MT"/>
                <a:cs typeface="Arial MT"/>
              </a:rPr>
              <a:t>oghts</a:t>
            </a:r>
            <a:r>
              <a:rPr sz="700" spc="-15" dirty="0">
                <a:solidFill>
                  <a:srgbClr val="606060"/>
                </a:solidFill>
                <a:latin typeface="Arial MT"/>
                <a:cs typeface="Arial MT"/>
              </a:rPr>
              <a:t> </a:t>
            </a:r>
            <a:r>
              <a:rPr sz="700" spc="-10" dirty="0">
                <a:solidFill>
                  <a:srgbClr val="8C8C8C"/>
                </a:solidFill>
                <a:latin typeface="Arial MT"/>
                <a:cs typeface="Arial MT"/>
              </a:rPr>
              <a:t>résenred</a:t>
            </a:r>
            <a:endParaRPr sz="700">
              <a:latin typeface="Arial MT"/>
              <a:cs typeface="Arial MT"/>
            </a:endParaRPr>
          </a:p>
        </p:txBody>
      </p:sp>
      <p:sp>
        <p:nvSpPr>
          <p:cNvPr id="4" name="object 4"/>
          <p:cNvSpPr txBox="1"/>
          <p:nvPr/>
        </p:nvSpPr>
        <p:spPr>
          <a:xfrm>
            <a:off x="4789100" y="1374897"/>
            <a:ext cx="5599430" cy="3451225"/>
          </a:xfrm>
          <a:prstGeom prst="rect">
            <a:avLst/>
          </a:prstGeom>
        </p:spPr>
        <p:txBody>
          <a:bodyPr vert="horz" wrap="square" lIns="0" tIns="5080" rIns="0" bIns="0" rtlCol="0">
            <a:spAutoFit/>
          </a:bodyPr>
          <a:lstStyle/>
          <a:p>
            <a:pPr marL="25400" marR="694055" indent="-5715">
              <a:lnSpc>
                <a:spcPct val="103000"/>
              </a:lnSpc>
              <a:spcBef>
                <a:spcPts val="40"/>
              </a:spcBef>
            </a:pPr>
            <a:r>
              <a:rPr sz="1700" spc="-75" dirty="0">
                <a:latin typeface="Arial MT"/>
                <a:cs typeface="Arial MT"/>
              </a:rPr>
              <a:t>The</a:t>
            </a:r>
            <a:r>
              <a:rPr sz="1700" spc="-20" dirty="0">
                <a:latin typeface="Arial MT"/>
                <a:cs typeface="Arial MT"/>
              </a:rPr>
              <a:t> </a:t>
            </a:r>
            <a:r>
              <a:rPr sz="1700" spc="-40" dirty="0">
                <a:latin typeface="Arial MT"/>
                <a:cs typeface="Arial MT"/>
              </a:rPr>
              <a:t>follOwing</a:t>
            </a:r>
            <a:r>
              <a:rPr sz="1700" spc="10" dirty="0">
                <a:latin typeface="Arial MT"/>
                <a:cs typeface="Arial MT"/>
              </a:rPr>
              <a:t> </a:t>
            </a:r>
            <a:r>
              <a:rPr sz="1700" dirty="0">
                <a:solidFill>
                  <a:srgbClr val="131313"/>
                </a:solidFill>
                <a:latin typeface="Arial MT"/>
                <a:cs typeface="Arial MT"/>
              </a:rPr>
              <a:t>list</a:t>
            </a:r>
            <a:r>
              <a:rPr sz="1700" spc="-25" dirty="0">
                <a:solidFill>
                  <a:srgbClr val="131313"/>
                </a:solidFill>
                <a:latin typeface="Arial MT"/>
                <a:cs typeface="Arial MT"/>
              </a:rPr>
              <a:t> </a:t>
            </a:r>
            <a:r>
              <a:rPr sz="1700" spc="-90" dirty="0">
                <a:latin typeface="Arial MT"/>
                <a:cs typeface="Arial MT"/>
              </a:rPr>
              <a:t>describes</a:t>
            </a:r>
            <a:r>
              <a:rPr sz="1700" spc="-20" dirty="0">
                <a:latin typeface="Arial MT"/>
                <a:cs typeface="Arial MT"/>
              </a:rPr>
              <a:t> </a:t>
            </a:r>
            <a:r>
              <a:rPr sz="1700" spc="-55" dirty="0">
                <a:latin typeface="Arial MT"/>
                <a:cs typeface="Arial MT"/>
              </a:rPr>
              <a:t>some</a:t>
            </a:r>
            <a:r>
              <a:rPr sz="1700" spc="-45" dirty="0">
                <a:latin typeface="Arial MT"/>
                <a:cs typeface="Arial MT"/>
              </a:rPr>
              <a:t> </a:t>
            </a:r>
            <a:r>
              <a:rPr sz="1700" dirty="0">
                <a:solidFill>
                  <a:srgbClr val="151515"/>
                </a:solidFill>
                <a:latin typeface="Arial MT"/>
                <a:cs typeface="Arial MT"/>
              </a:rPr>
              <a:t>of</a:t>
            </a:r>
            <a:r>
              <a:rPr sz="1700" spc="-20" dirty="0">
                <a:solidFill>
                  <a:srgbClr val="151515"/>
                </a:solidFill>
                <a:latin typeface="Arial MT"/>
                <a:cs typeface="Arial MT"/>
              </a:rPr>
              <a:t> </a:t>
            </a:r>
            <a:r>
              <a:rPr sz="1700" dirty="0">
                <a:latin typeface="Arial MT"/>
                <a:cs typeface="Arial MT"/>
              </a:rPr>
              <a:t>the</a:t>
            </a:r>
            <a:r>
              <a:rPr sz="1700" spc="-60" dirty="0">
                <a:latin typeface="Arial MT"/>
                <a:cs typeface="Arial MT"/>
              </a:rPr>
              <a:t> </a:t>
            </a:r>
            <a:r>
              <a:rPr sz="1700" spc="-10" dirty="0">
                <a:latin typeface="Arial MT"/>
                <a:cs typeface="Arial MT"/>
              </a:rPr>
              <a:t>benefits</a:t>
            </a:r>
            <a:r>
              <a:rPr sz="1700" dirty="0">
                <a:latin typeface="Arial MT"/>
                <a:cs typeface="Arial MT"/>
              </a:rPr>
              <a:t> </a:t>
            </a:r>
            <a:r>
              <a:rPr sz="1700" spc="-20" dirty="0">
                <a:solidFill>
                  <a:srgbClr val="1D1D1D"/>
                </a:solidFill>
                <a:latin typeface="Arial MT"/>
                <a:cs typeface="Arial MT"/>
              </a:rPr>
              <a:t>that </a:t>
            </a:r>
            <a:r>
              <a:rPr sz="1700" spc="-145" dirty="0">
                <a:latin typeface="Arial MT"/>
                <a:cs typeface="Arial MT"/>
              </a:rPr>
              <a:t>AmazOn</a:t>
            </a:r>
            <a:r>
              <a:rPr sz="1700" spc="40" dirty="0">
                <a:latin typeface="Arial MT"/>
                <a:cs typeface="Arial MT"/>
              </a:rPr>
              <a:t> </a:t>
            </a:r>
            <a:r>
              <a:rPr sz="1700" spc="-105" dirty="0">
                <a:latin typeface="Arial MT"/>
                <a:cs typeface="Arial MT"/>
              </a:rPr>
              <a:t>CloUdWatch</a:t>
            </a:r>
            <a:r>
              <a:rPr sz="1700" spc="85" dirty="0">
                <a:latin typeface="Arial MT"/>
                <a:cs typeface="Arial MT"/>
              </a:rPr>
              <a:t> </a:t>
            </a:r>
            <a:r>
              <a:rPr sz="1700" spc="-10" dirty="0">
                <a:latin typeface="Arial MT"/>
                <a:cs typeface="Arial MT"/>
              </a:rPr>
              <a:t>offers.</a:t>
            </a:r>
            <a:endParaRPr sz="1700">
              <a:latin typeface="Arial MT"/>
              <a:cs typeface="Arial MT"/>
            </a:endParaRPr>
          </a:p>
          <a:p>
            <a:pPr>
              <a:lnSpc>
                <a:spcPct val="100000"/>
              </a:lnSpc>
              <a:spcBef>
                <a:spcPts val="95"/>
              </a:spcBef>
            </a:pPr>
            <a:endParaRPr sz="1700">
              <a:latin typeface="Arial MT"/>
              <a:cs typeface="Arial MT"/>
            </a:endParaRPr>
          </a:p>
          <a:p>
            <a:pPr marL="175260" marR="120014" indent="-162560">
              <a:lnSpc>
                <a:spcPct val="96800"/>
              </a:lnSpc>
              <a:buChar char="•"/>
              <a:tabLst>
                <a:tab pos="175260" algn="l"/>
                <a:tab pos="185420" algn="l"/>
              </a:tabLst>
            </a:pPr>
            <a:r>
              <a:rPr sz="1800" dirty="0">
                <a:latin typeface="Arial MT"/>
                <a:cs typeface="Arial MT"/>
              </a:rPr>
              <a:t>	</a:t>
            </a:r>
            <a:r>
              <a:rPr sz="1800" spc="-180" dirty="0">
                <a:latin typeface="Arial MT"/>
                <a:cs typeface="Arial MT"/>
              </a:rPr>
              <a:t>You</a:t>
            </a:r>
            <a:r>
              <a:rPr sz="1800" spc="-20" dirty="0">
                <a:latin typeface="Arial MT"/>
                <a:cs typeface="Arial MT"/>
              </a:rPr>
              <a:t> </a:t>
            </a:r>
            <a:r>
              <a:rPr sz="1800" spc="-135" dirty="0">
                <a:solidFill>
                  <a:srgbClr val="0E0E0E"/>
                </a:solidFill>
                <a:latin typeface="Arial MT"/>
                <a:cs typeface="Arial MT"/>
              </a:rPr>
              <a:t>can</a:t>
            </a:r>
            <a:r>
              <a:rPr sz="1800" spc="-60" dirty="0">
                <a:solidFill>
                  <a:srgbClr val="0E0E0E"/>
                </a:solidFill>
                <a:latin typeface="Arial MT"/>
                <a:cs typeface="Arial MT"/>
              </a:rPr>
              <a:t> </a:t>
            </a:r>
            <a:r>
              <a:rPr sz="1800" spc="-165" dirty="0">
                <a:solidFill>
                  <a:srgbClr val="111111"/>
                </a:solidFill>
                <a:latin typeface="Arial MT"/>
                <a:cs typeface="Arial MT"/>
              </a:rPr>
              <a:t>use</a:t>
            </a:r>
            <a:r>
              <a:rPr sz="1800" spc="20" dirty="0">
                <a:solidFill>
                  <a:srgbClr val="111111"/>
                </a:solidFill>
                <a:latin typeface="Arial MT"/>
                <a:cs typeface="Arial MT"/>
              </a:rPr>
              <a:t> </a:t>
            </a:r>
            <a:r>
              <a:rPr sz="1800" spc="-130" dirty="0">
                <a:latin typeface="Arial MT"/>
                <a:cs typeface="Arial MT"/>
              </a:rPr>
              <a:t>CloudWatch</a:t>
            </a:r>
            <a:r>
              <a:rPr sz="1800" spc="120" dirty="0">
                <a:latin typeface="Arial MT"/>
                <a:cs typeface="Arial MT"/>
              </a:rPr>
              <a:t> </a:t>
            </a:r>
            <a:r>
              <a:rPr sz="1800" dirty="0">
                <a:latin typeface="Arial MT"/>
                <a:cs typeface="Arial MT"/>
              </a:rPr>
              <a:t>to</a:t>
            </a:r>
            <a:r>
              <a:rPr sz="1800" spc="-80" dirty="0">
                <a:latin typeface="Arial MT"/>
                <a:cs typeface="Arial MT"/>
              </a:rPr>
              <a:t> </a:t>
            </a:r>
            <a:r>
              <a:rPr sz="1800" spc="-70" dirty="0">
                <a:solidFill>
                  <a:srgbClr val="0C0C0C"/>
                </a:solidFill>
                <a:latin typeface="Arial MT"/>
                <a:cs typeface="Arial MT"/>
              </a:rPr>
              <a:t>collect</a:t>
            </a:r>
            <a:r>
              <a:rPr sz="1800" dirty="0">
                <a:solidFill>
                  <a:srgbClr val="0C0C0C"/>
                </a:solidFill>
                <a:latin typeface="Arial MT"/>
                <a:cs typeface="Arial MT"/>
              </a:rPr>
              <a:t> </a:t>
            </a:r>
            <a:r>
              <a:rPr sz="1800" spc="-85" dirty="0">
                <a:latin typeface="Arial MT"/>
                <a:cs typeface="Arial MT"/>
              </a:rPr>
              <a:t>metrics</a:t>
            </a:r>
            <a:r>
              <a:rPr sz="1800" spc="45" dirty="0">
                <a:latin typeface="Arial MT"/>
                <a:cs typeface="Arial MT"/>
              </a:rPr>
              <a:t> </a:t>
            </a:r>
            <a:r>
              <a:rPr sz="1800" spc="-100" dirty="0">
                <a:latin typeface="Arial MT"/>
                <a:cs typeface="Arial MT"/>
              </a:rPr>
              <a:t>and</a:t>
            </a:r>
            <a:r>
              <a:rPr sz="1800" spc="-50" dirty="0">
                <a:latin typeface="Arial MT"/>
                <a:cs typeface="Arial MT"/>
              </a:rPr>
              <a:t> </a:t>
            </a:r>
            <a:r>
              <a:rPr sz="1800" spc="-95" dirty="0">
                <a:solidFill>
                  <a:srgbClr val="0F0F0F"/>
                </a:solidFill>
                <a:latin typeface="Arial MT"/>
                <a:cs typeface="Arial MT"/>
              </a:rPr>
              <a:t>logs</a:t>
            </a:r>
            <a:r>
              <a:rPr sz="1800" spc="-35" dirty="0">
                <a:solidFill>
                  <a:srgbClr val="0F0F0F"/>
                </a:solidFill>
                <a:latin typeface="Arial MT"/>
                <a:cs typeface="Arial MT"/>
              </a:rPr>
              <a:t> </a:t>
            </a:r>
            <a:r>
              <a:rPr sz="1800" spc="-20" dirty="0">
                <a:latin typeface="Arial MT"/>
                <a:cs typeface="Arial MT"/>
              </a:rPr>
              <a:t>from </a:t>
            </a:r>
            <a:r>
              <a:rPr sz="1800" spc="-35" dirty="0">
                <a:latin typeface="Arial MT"/>
                <a:cs typeface="Arial MT"/>
              </a:rPr>
              <a:t>all</a:t>
            </a:r>
            <a:r>
              <a:rPr sz="1800" spc="-180" dirty="0">
                <a:latin typeface="Arial MT"/>
                <a:cs typeface="Arial MT"/>
              </a:rPr>
              <a:t> </a:t>
            </a:r>
            <a:r>
              <a:rPr sz="1800" spc="-175" dirty="0">
                <a:latin typeface="Arial MT"/>
                <a:cs typeface="Arial MT"/>
              </a:rPr>
              <a:t>yOur</a:t>
            </a:r>
            <a:r>
              <a:rPr sz="1800" spc="-35" dirty="0">
                <a:latin typeface="Arial MT"/>
                <a:cs typeface="Arial MT"/>
              </a:rPr>
              <a:t> </a:t>
            </a:r>
            <a:r>
              <a:rPr sz="1800" spc="-280" dirty="0">
                <a:latin typeface="Arial MT"/>
                <a:cs typeface="Arial MT"/>
              </a:rPr>
              <a:t>AWS</a:t>
            </a:r>
            <a:r>
              <a:rPr sz="1800" dirty="0">
                <a:latin typeface="Arial MT"/>
                <a:cs typeface="Arial MT"/>
              </a:rPr>
              <a:t> </a:t>
            </a:r>
            <a:r>
              <a:rPr sz="1800" spc="-140" dirty="0">
                <a:latin typeface="Arial MT"/>
                <a:cs typeface="Arial MT"/>
              </a:rPr>
              <a:t>resources,</a:t>
            </a:r>
            <a:r>
              <a:rPr sz="1800" spc="75" dirty="0">
                <a:latin typeface="Arial MT"/>
                <a:cs typeface="Arial MT"/>
              </a:rPr>
              <a:t> </a:t>
            </a:r>
            <a:r>
              <a:rPr sz="1800" spc="-85" dirty="0">
                <a:latin typeface="Arial MT"/>
                <a:cs typeface="Arial MT"/>
              </a:rPr>
              <a:t>applications,</a:t>
            </a:r>
            <a:r>
              <a:rPr sz="1800" spc="60" dirty="0">
                <a:latin typeface="Arial MT"/>
                <a:cs typeface="Arial MT"/>
              </a:rPr>
              <a:t> </a:t>
            </a:r>
            <a:r>
              <a:rPr sz="1800" spc="-120" dirty="0">
                <a:solidFill>
                  <a:srgbClr val="0C0C0C"/>
                </a:solidFill>
                <a:latin typeface="Arial MT"/>
                <a:cs typeface="Arial MT"/>
              </a:rPr>
              <a:t>and</a:t>
            </a:r>
            <a:r>
              <a:rPr sz="1800" spc="-15" dirty="0">
                <a:solidFill>
                  <a:srgbClr val="0C0C0C"/>
                </a:solidFill>
                <a:latin typeface="Arial MT"/>
                <a:cs typeface="Arial MT"/>
              </a:rPr>
              <a:t> </a:t>
            </a:r>
            <a:r>
              <a:rPr sz="1800" spc="-140" dirty="0">
                <a:latin typeface="Arial MT"/>
                <a:cs typeface="Arial MT"/>
              </a:rPr>
              <a:t>services</a:t>
            </a:r>
            <a:r>
              <a:rPr sz="1800" spc="-25" dirty="0">
                <a:latin typeface="Arial MT"/>
                <a:cs typeface="Arial MT"/>
              </a:rPr>
              <a:t> </a:t>
            </a:r>
            <a:r>
              <a:rPr sz="1800" dirty="0">
                <a:latin typeface="Arial MT"/>
                <a:cs typeface="Arial MT"/>
              </a:rPr>
              <a:t>that</a:t>
            </a:r>
            <a:r>
              <a:rPr sz="1800" spc="35" dirty="0">
                <a:latin typeface="Arial MT"/>
                <a:cs typeface="Arial MT"/>
              </a:rPr>
              <a:t> </a:t>
            </a:r>
            <a:r>
              <a:rPr sz="1800" spc="-25" dirty="0">
                <a:solidFill>
                  <a:srgbClr val="0C0C0C"/>
                </a:solidFill>
                <a:latin typeface="Arial MT"/>
                <a:cs typeface="Arial MT"/>
              </a:rPr>
              <a:t>run </a:t>
            </a:r>
            <a:r>
              <a:rPr sz="1800" spc="-70" dirty="0">
                <a:latin typeface="Arial MT"/>
                <a:cs typeface="Arial MT"/>
              </a:rPr>
              <a:t>on</a:t>
            </a:r>
            <a:r>
              <a:rPr sz="1800" spc="-55" dirty="0">
                <a:latin typeface="Arial MT"/>
                <a:cs typeface="Arial MT"/>
              </a:rPr>
              <a:t> </a:t>
            </a:r>
            <a:r>
              <a:rPr sz="1800" spc="-280" dirty="0">
                <a:latin typeface="Arial MT"/>
                <a:cs typeface="Arial MT"/>
              </a:rPr>
              <a:t>AWS</a:t>
            </a:r>
            <a:r>
              <a:rPr sz="1800" spc="-20" dirty="0">
                <a:latin typeface="Arial MT"/>
                <a:cs typeface="Arial MT"/>
              </a:rPr>
              <a:t> </a:t>
            </a:r>
            <a:r>
              <a:rPr sz="1800" spc="-80" dirty="0">
                <a:latin typeface="Arial MT"/>
                <a:cs typeface="Arial MT"/>
              </a:rPr>
              <a:t>and</a:t>
            </a:r>
            <a:r>
              <a:rPr sz="1800" spc="-10" dirty="0">
                <a:latin typeface="Arial MT"/>
                <a:cs typeface="Arial MT"/>
              </a:rPr>
              <a:t> </a:t>
            </a:r>
            <a:r>
              <a:rPr sz="1800" spc="-105" dirty="0">
                <a:latin typeface="Arial MT"/>
                <a:cs typeface="Arial MT"/>
              </a:rPr>
              <a:t>on-</a:t>
            </a:r>
            <a:r>
              <a:rPr sz="1800" spc="-95" dirty="0">
                <a:latin typeface="Arial MT"/>
                <a:cs typeface="Arial MT"/>
              </a:rPr>
              <a:t>premises</a:t>
            </a:r>
            <a:r>
              <a:rPr sz="1800" spc="65" dirty="0">
                <a:latin typeface="Arial MT"/>
                <a:cs typeface="Arial MT"/>
              </a:rPr>
              <a:t> </a:t>
            </a:r>
            <a:r>
              <a:rPr sz="1800" spc="-135" dirty="0">
                <a:latin typeface="Arial MT"/>
                <a:cs typeface="Arial MT"/>
              </a:rPr>
              <a:t>servers.</a:t>
            </a:r>
            <a:r>
              <a:rPr sz="1800" spc="30" dirty="0">
                <a:latin typeface="Arial MT"/>
                <a:cs typeface="Arial MT"/>
              </a:rPr>
              <a:t> </a:t>
            </a:r>
            <a:r>
              <a:rPr sz="1800" spc="-180" dirty="0">
                <a:latin typeface="Arial MT"/>
                <a:cs typeface="Arial MT"/>
              </a:rPr>
              <a:t>You</a:t>
            </a:r>
            <a:r>
              <a:rPr sz="1800" spc="-30" dirty="0">
                <a:latin typeface="Arial MT"/>
                <a:cs typeface="Arial MT"/>
              </a:rPr>
              <a:t> </a:t>
            </a:r>
            <a:r>
              <a:rPr sz="1800" spc="-165" dirty="0">
                <a:latin typeface="Arial MT"/>
                <a:cs typeface="Arial MT"/>
              </a:rPr>
              <a:t>can</a:t>
            </a:r>
            <a:r>
              <a:rPr sz="1800" spc="10" dirty="0">
                <a:latin typeface="Arial MT"/>
                <a:cs typeface="Arial MT"/>
              </a:rPr>
              <a:t> </a:t>
            </a:r>
            <a:r>
              <a:rPr sz="1800" spc="-40" dirty="0">
                <a:latin typeface="Arial MT"/>
                <a:cs typeface="Arial MT"/>
              </a:rPr>
              <a:t>monitor </a:t>
            </a:r>
            <a:r>
              <a:rPr sz="1800" spc="-20" dirty="0">
                <a:solidFill>
                  <a:srgbClr val="131313"/>
                </a:solidFill>
                <a:latin typeface="Arial MT"/>
                <a:cs typeface="Arial MT"/>
              </a:rPr>
              <a:t>them </a:t>
            </a:r>
            <a:r>
              <a:rPr sz="1750" dirty="0">
                <a:solidFill>
                  <a:srgbClr val="0F0F0F"/>
                </a:solidFill>
                <a:latin typeface="Arial MT"/>
                <a:cs typeface="Arial MT"/>
              </a:rPr>
              <a:t>from</a:t>
            </a:r>
            <a:r>
              <a:rPr sz="1750" spc="10" dirty="0">
                <a:solidFill>
                  <a:srgbClr val="0F0F0F"/>
                </a:solidFill>
                <a:latin typeface="Arial MT"/>
                <a:cs typeface="Arial MT"/>
              </a:rPr>
              <a:t> </a:t>
            </a:r>
            <a:r>
              <a:rPr sz="1750" spc="-100" dirty="0">
                <a:latin typeface="Arial MT"/>
                <a:cs typeface="Arial MT"/>
              </a:rPr>
              <a:t>one</a:t>
            </a:r>
            <a:r>
              <a:rPr sz="1750" spc="-80" dirty="0">
                <a:latin typeface="Arial MT"/>
                <a:cs typeface="Arial MT"/>
              </a:rPr>
              <a:t> </a:t>
            </a:r>
            <a:r>
              <a:rPr sz="1750" spc="-10" dirty="0">
                <a:latin typeface="Arial MT"/>
                <a:cs typeface="Arial MT"/>
              </a:rPr>
              <a:t>platform.</a:t>
            </a:r>
            <a:endParaRPr sz="1750">
              <a:latin typeface="Arial MT"/>
              <a:cs typeface="Arial MT"/>
            </a:endParaRPr>
          </a:p>
          <a:p>
            <a:pPr marL="170180" marR="158115" indent="-157480">
              <a:lnSpc>
                <a:spcPct val="95700"/>
              </a:lnSpc>
              <a:spcBef>
                <a:spcPts val="95"/>
              </a:spcBef>
              <a:buChar char="•"/>
              <a:tabLst>
                <a:tab pos="170180" algn="l"/>
                <a:tab pos="185420" algn="l"/>
              </a:tabLst>
            </a:pPr>
            <a:r>
              <a:rPr sz="1750" dirty="0">
                <a:latin typeface="Arial MT"/>
                <a:cs typeface="Arial MT"/>
              </a:rPr>
              <a:t>	</a:t>
            </a:r>
            <a:r>
              <a:rPr sz="1750" spc="-150" dirty="0">
                <a:latin typeface="Arial MT"/>
                <a:cs typeface="Arial MT"/>
              </a:rPr>
              <a:t>You</a:t>
            </a:r>
            <a:r>
              <a:rPr sz="1750" spc="-5" dirty="0">
                <a:latin typeface="Arial MT"/>
                <a:cs typeface="Arial MT"/>
              </a:rPr>
              <a:t> </a:t>
            </a:r>
            <a:r>
              <a:rPr sz="1750" spc="-125" dirty="0">
                <a:latin typeface="Arial MT"/>
                <a:cs typeface="Arial MT"/>
              </a:rPr>
              <a:t>can</a:t>
            </a:r>
            <a:r>
              <a:rPr sz="1750" spc="-45" dirty="0">
                <a:latin typeface="Arial MT"/>
                <a:cs typeface="Arial MT"/>
              </a:rPr>
              <a:t> </a:t>
            </a:r>
            <a:r>
              <a:rPr sz="1750" spc="-140" dirty="0">
                <a:solidFill>
                  <a:srgbClr val="111111"/>
                </a:solidFill>
                <a:latin typeface="Arial MT"/>
                <a:cs typeface="Arial MT"/>
              </a:rPr>
              <a:t>use</a:t>
            </a:r>
            <a:r>
              <a:rPr sz="1750" spc="15" dirty="0">
                <a:solidFill>
                  <a:srgbClr val="111111"/>
                </a:solidFill>
                <a:latin typeface="Arial MT"/>
                <a:cs typeface="Arial MT"/>
              </a:rPr>
              <a:t> </a:t>
            </a:r>
            <a:r>
              <a:rPr sz="1750" spc="-110" dirty="0">
                <a:latin typeface="Arial MT"/>
                <a:cs typeface="Arial MT"/>
              </a:rPr>
              <a:t>CloudWatch</a:t>
            </a:r>
            <a:r>
              <a:rPr sz="1750" spc="20" dirty="0">
                <a:latin typeface="Arial MT"/>
                <a:cs typeface="Arial MT"/>
              </a:rPr>
              <a:t> </a:t>
            </a:r>
            <a:r>
              <a:rPr sz="1750" dirty="0">
                <a:latin typeface="Arial MT"/>
                <a:cs typeface="Arial MT"/>
              </a:rPr>
              <a:t>to</a:t>
            </a:r>
            <a:r>
              <a:rPr sz="1750" spc="-125" dirty="0">
                <a:latin typeface="Arial MT"/>
                <a:cs typeface="Arial MT"/>
              </a:rPr>
              <a:t> </a:t>
            </a:r>
            <a:r>
              <a:rPr sz="1750" spc="-35" dirty="0">
                <a:latin typeface="Arial MT"/>
                <a:cs typeface="Arial MT"/>
              </a:rPr>
              <a:t>maintain</a:t>
            </a:r>
            <a:r>
              <a:rPr sz="1750" spc="-10" dirty="0">
                <a:latin typeface="Arial MT"/>
                <a:cs typeface="Arial MT"/>
              </a:rPr>
              <a:t> </a:t>
            </a:r>
            <a:r>
              <a:rPr sz="1750" spc="-30" dirty="0">
                <a:latin typeface="Arial MT"/>
                <a:cs typeface="Arial MT"/>
              </a:rPr>
              <a:t>visibility</a:t>
            </a:r>
            <a:r>
              <a:rPr sz="1750" spc="75" dirty="0">
                <a:latin typeface="Arial MT"/>
                <a:cs typeface="Arial MT"/>
              </a:rPr>
              <a:t> </a:t>
            </a:r>
            <a:r>
              <a:rPr sz="1750" spc="-135" dirty="0">
                <a:latin typeface="Arial MT"/>
                <a:cs typeface="Arial MT"/>
              </a:rPr>
              <a:t>across</a:t>
            </a:r>
            <a:r>
              <a:rPr sz="1750" spc="30" dirty="0">
                <a:latin typeface="Arial MT"/>
                <a:cs typeface="Arial MT"/>
              </a:rPr>
              <a:t> </a:t>
            </a:r>
            <a:r>
              <a:rPr sz="1750" spc="-20" dirty="0">
                <a:latin typeface="Arial MT"/>
                <a:cs typeface="Arial MT"/>
              </a:rPr>
              <a:t>your </a:t>
            </a:r>
            <a:r>
              <a:rPr sz="1800" spc="-140" dirty="0">
                <a:latin typeface="Arial MT"/>
                <a:cs typeface="Arial MT"/>
              </a:rPr>
              <a:t>services,</a:t>
            </a:r>
            <a:r>
              <a:rPr sz="1800" spc="60" dirty="0">
                <a:latin typeface="Arial MT"/>
                <a:cs typeface="Arial MT"/>
              </a:rPr>
              <a:t> </a:t>
            </a:r>
            <a:r>
              <a:rPr sz="1800" spc="-85" dirty="0">
                <a:latin typeface="Arial MT"/>
                <a:cs typeface="Arial MT"/>
              </a:rPr>
              <a:t>applications,</a:t>
            </a:r>
            <a:r>
              <a:rPr sz="1800" spc="70" dirty="0">
                <a:latin typeface="Arial MT"/>
                <a:cs typeface="Arial MT"/>
              </a:rPr>
              <a:t> </a:t>
            </a:r>
            <a:r>
              <a:rPr sz="1800" spc="-100" dirty="0">
                <a:latin typeface="Arial MT"/>
                <a:cs typeface="Arial MT"/>
              </a:rPr>
              <a:t>and</a:t>
            </a:r>
            <a:r>
              <a:rPr sz="1800" spc="-55" dirty="0">
                <a:latin typeface="Arial MT"/>
                <a:cs typeface="Arial MT"/>
              </a:rPr>
              <a:t> </a:t>
            </a:r>
            <a:r>
              <a:rPr sz="1800" spc="-65" dirty="0">
                <a:latin typeface="Arial MT"/>
                <a:cs typeface="Arial MT"/>
              </a:rPr>
              <a:t>infrastructure,</a:t>
            </a:r>
            <a:r>
              <a:rPr sz="1800" spc="-35" dirty="0">
                <a:latin typeface="Arial MT"/>
                <a:cs typeface="Arial MT"/>
              </a:rPr>
              <a:t> </a:t>
            </a:r>
            <a:r>
              <a:rPr sz="1800" spc="-135" dirty="0">
                <a:latin typeface="Arial MT"/>
                <a:cs typeface="Arial MT"/>
              </a:rPr>
              <a:t>so</a:t>
            </a:r>
            <a:r>
              <a:rPr sz="1800" spc="-100" dirty="0">
                <a:latin typeface="Arial MT"/>
                <a:cs typeface="Arial MT"/>
              </a:rPr>
              <a:t> you</a:t>
            </a:r>
            <a:r>
              <a:rPr sz="1800" spc="-25" dirty="0">
                <a:latin typeface="Arial MT"/>
                <a:cs typeface="Arial MT"/>
              </a:rPr>
              <a:t> can </a:t>
            </a:r>
            <a:r>
              <a:rPr sz="1800" spc="-114" dirty="0">
                <a:latin typeface="Arial MT"/>
                <a:cs typeface="Arial MT"/>
              </a:rPr>
              <a:t>visualize</a:t>
            </a:r>
            <a:r>
              <a:rPr sz="1800" spc="-10" dirty="0">
                <a:latin typeface="Arial MT"/>
                <a:cs typeface="Arial MT"/>
              </a:rPr>
              <a:t> </a:t>
            </a:r>
            <a:r>
              <a:rPr sz="1800" spc="-130" dirty="0">
                <a:solidFill>
                  <a:srgbClr val="0A0A0A"/>
                </a:solidFill>
                <a:latin typeface="Arial MT"/>
                <a:cs typeface="Arial MT"/>
              </a:rPr>
              <a:t>key</a:t>
            </a:r>
            <a:r>
              <a:rPr sz="1800" spc="5" dirty="0">
                <a:solidFill>
                  <a:srgbClr val="0A0A0A"/>
                </a:solidFill>
                <a:latin typeface="Arial MT"/>
                <a:cs typeface="Arial MT"/>
              </a:rPr>
              <a:t> </a:t>
            </a:r>
            <a:r>
              <a:rPr sz="1800" spc="-95" dirty="0">
                <a:latin typeface="Arial MT"/>
                <a:cs typeface="Arial MT"/>
              </a:rPr>
              <a:t>metrics</a:t>
            </a:r>
            <a:r>
              <a:rPr sz="1800" spc="-30" dirty="0">
                <a:latin typeface="Arial MT"/>
                <a:cs typeface="Arial MT"/>
              </a:rPr>
              <a:t> </a:t>
            </a:r>
            <a:r>
              <a:rPr sz="1800" spc="-75" dirty="0">
                <a:latin typeface="Arial MT"/>
                <a:cs typeface="Arial MT"/>
              </a:rPr>
              <a:t>like</a:t>
            </a:r>
            <a:r>
              <a:rPr sz="1800" spc="-35" dirty="0">
                <a:latin typeface="Arial MT"/>
                <a:cs typeface="Arial MT"/>
              </a:rPr>
              <a:t> </a:t>
            </a:r>
            <a:r>
              <a:rPr sz="1800" spc="-260" dirty="0">
                <a:solidFill>
                  <a:srgbClr val="0C0C0C"/>
                </a:solidFill>
                <a:latin typeface="Arial MT"/>
                <a:cs typeface="Arial MT"/>
              </a:rPr>
              <a:t>CPU</a:t>
            </a:r>
            <a:r>
              <a:rPr sz="1800" spc="-45" dirty="0">
                <a:solidFill>
                  <a:srgbClr val="0C0C0C"/>
                </a:solidFill>
                <a:latin typeface="Arial MT"/>
                <a:cs typeface="Arial MT"/>
              </a:rPr>
              <a:t> </a:t>
            </a:r>
            <a:r>
              <a:rPr sz="1800" spc="-35" dirty="0">
                <a:latin typeface="Arial MT"/>
                <a:cs typeface="Arial MT"/>
              </a:rPr>
              <a:t>utilization</a:t>
            </a:r>
            <a:r>
              <a:rPr sz="1800" spc="45" dirty="0">
                <a:latin typeface="Arial MT"/>
                <a:cs typeface="Arial MT"/>
              </a:rPr>
              <a:t> </a:t>
            </a:r>
            <a:r>
              <a:rPr sz="1800" spc="-120" dirty="0">
                <a:latin typeface="Arial MT"/>
                <a:cs typeface="Arial MT"/>
              </a:rPr>
              <a:t>and</a:t>
            </a:r>
            <a:r>
              <a:rPr sz="1800" spc="-80" dirty="0">
                <a:latin typeface="Arial MT"/>
                <a:cs typeface="Arial MT"/>
              </a:rPr>
              <a:t> </a:t>
            </a:r>
            <a:r>
              <a:rPr sz="1800" spc="-10" dirty="0">
                <a:latin typeface="Arial MT"/>
                <a:cs typeface="Arial MT"/>
              </a:rPr>
              <a:t>memory.</a:t>
            </a:r>
            <a:endParaRPr sz="1800">
              <a:latin typeface="Arial MT"/>
              <a:cs typeface="Arial MT"/>
            </a:endParaRPr>
          </a:p>
          <a:p>
            <a:pPr marL="185420" indent="-172720">
              <a:lnSpc>
                <a:spcPts val="2055"/>
              </a:lnSpc>
              <a:buClr>
                <a:srgbClr val="000000"/>
              </a:buClr>
              <a:buChar char="•"/>
              <a:tabLst>
                <a:tab pos="185420" algn="l"/>
              </a:tabLst>
            </a:pPr>
            <a:r>
              <a:rPr sz="1850" spc="-220" dirty="0">
                <a:solidFill>
                  <a:srgbClr val="0C0C0C"/>
                </a:solidFill>
                <a:latin typeface="Arial MT"/>
                <a:cs typeface="Arial MT"/>
              </a:rPr>
              <a:t>You</a:t>
            </a:r>
            <a:r>
              <a:rPr sz="1850" dirty="0">
                <a:solidFill>
                  <a:srgbClr val="0C0C0C"/>
                </a:solidFill>
                <a:latin typeface="Arial MT"/>
                <a:cs typeface="Arial MT"/>
              </a:rPr>
              <a:t> </a:t>
            </a:r>
            <a:r>
              <a:rPr sz="1850" spc="-170" dirty="0">
                <a:latin typeface="Arial MT"/>
                <a:cs typeface="Arial MT"/>
              </a:rPr>
              <a:t>can</a:t>
            </a:r>
            <a:r>
              <a:rPr sz="1850" spc="-40" dirty="0">
                <a:latin typeface="Arial MT"/>
                <a:cs typeface="Arial MT"/>
              </a:rPr>
              <a:t> </a:t>
            </a:r>
            <a:r>
              <a:rPr sz="1850" spc="-200" dirty="0">
                <a:solidFill>
                  <a:srgbClr val="0F0F0F"/>
                </a:solidFill>
                <a:latin typeface="Arial MT"/>
                <a:cs typeface="Arial MT"/>
              </a:rPr>
              <a:t>use</a:t>
            </a:r>
            <a:r>
              <a:rPr sz="1850" spc="-30" dirty="0">
                <a:solidFill>
                  <a:srgbClr val="0F0F0F"/>
                </a:solidFill>
                <a:latin typeface="Arial MT"/>
                <a:cs typeface="Arial MT"/>
              </a:rPr>
              <a:t> </a:t>
            </a:r>
            <a:r>
              <a:rPr sz="1850" spc="-150" dirty="0">
                <a:latin typeface="Arial MT"/>
                <a:cs typeface="Arial MT"/>
              </a:rPr>
              <a:t>CloudWatch</a:t>
            </a:r>
            <a:r>
              <a:rPr sz="1850" spc="60" dirty="0">
                <a:latin typeface="Arial MT"/>
                <a:cs typeface="Arial MT"/>
              </a:rPr>
              <a:t> </a:t>
            </a:r>
            <a:r>
              <a:rPr sz="1850" dirty="0">
                <a:latin typeface="Arial MT"/>
                <a:cs typeface="Arial MT"/>
              </a:rPr>
              <a:t>to</a:t>
            </a:r>
            <a:r>
              <a:rPr sz="1850" spc="-60" dirty="0">
                <a:latin typeface="Arial MT"/>
                <a:cs typeface="Arial MT"/>
              </a:rPr>
              <a:t> </a:t>
            </a:r>
            <a:r>
              <a:rPr sz="1850" spc="-125" dirty="0">
                <a:latin typeface="Arial MT"/>
                <a:cs typeface="Arial MT"/>
              </a:rPr>
              <a:t>set</a:t>
            </a:r>
            <a:r>
              <a:rPr sz="1850" spc="5" dirty="0">
                <a:latin typeface="Arial MT"/>
                <a:cs typeface="Arial MT"/>
              </a:rPr>
              <a:t> </a:t>
            </a:r>
            <a:r>
              <a:rPr sz="1850" spc="-180" dirty="0">
                <a:latin typeface="Arial MT"/>
                <a:cs typeface="Arial MT"/>
              </a:rPr>
              <a:t>a(arms</a:t>
            </a:r>
            <a:r>
              <a:rPr sz="1850" spc="50" dirty="0">
                <a:latin typeface="Arial MT"/>
                <a:cs typeface="Arial MT"/>
              </a:rPr>
              <a:t> </a:t>
            </a:r>
            <a:r>
              <a:rPr sz="1850" spc="-155" dirty="0">
                <a:latin typeface="Arial MT"/>
                <a:cs typeface="Arial MT"/>
              </a:rPr>
              <a:t>and</a:t>
            </a:r>
            <a:r>
              <a:rPr sz="1850" spc="-35" dirty="0">
                <a:latin typeface="Arial MT"/>
                <a:cs typeface="Arial MT"/>
              </a:rPr>
              <a:t> </a:t>
            </a:r>
            <a:r>
              <a:rPr sz="1850" spc="-105" dirty="0">
                <a:latin typeface="Arial MT"/>
                <a:cs typeface="Arial MT"/>
              </a:rPr>
              <a:t>take</a:t>
            </a:r>
            <a:r>
              <a:rPr sz="1850" spc="-35" dirty="0">
                <a:latin typeface="Arial MT"/>
                <a:cs typeface="Arial MT"/>
              </a:rPr>
              <a:t> </a:t>
            </a:r>
            <a:r>
              <a:rPr sz="1850" spc="-80" dirty="0">
                <a:latin typeface="Arial MT"/>
                <a:cs typeface="Arial MT"/>
              </a:rPr>
              <a:t>automated</a:t>
            </a:r>
            <a:endParaRPr sz="1850">
              <a:latin typeface="Arial MT"/>
              <a:cs typeface="Arial MT"/>
            </a:endParaRPr>
          </a:p>
          <a:p>
            <a:pPr marL="178435">
              <a:lnSpc>
                <a:spcPts val="2050"/>
              </a:lnSpc>
            </a:pPr>
            <a:r>
              <a:rPr sz="1800" spc="-105" dirty="0">
                <a:latin typeface="Arial MT"/>
                <a:cs typeface="Arial MT"/>
              </a:rPr>
              <a:t>actions.</a:t>
            </a:r>
            <a:r>
              <a:rPr sz="1800" spc="5" dirty="0">
                <a:latin typeface="Arial MT"/>
                <a:cs typeface="Arial MT"/>
              </a:rPr>
              <a:t> </a:t>
            </a:r>
            <a:r>
              <a:rPr sz="1800" dirty="0">
                <a:solidFill>
                  <a:srgbClr val="0F0F0F"/>
                </a:solidFill>
                <a:latin typeface="Arial MT"/>
                <a:cs typeface="Arial MT"/>
              </a:rPr>
              <a:t>It</a:t>
            </a:r>
            <a:r>
              <a:rPr sz="1800" spc="-60" dirty="0">
                <a:solidFill>
                  <a:srgbClr val="0F0F0F"/>
                </a:solidFill>
                <a:latin typeface="Arial MT"/>
                <a:cs typeface="Arial MT"/>
              </a:rPr>
              <a:t> </a:t>
            </a:r>
            <a:r>
              <a:rPr sz="1800" spc="-90" dirty="0">
                <a:solidFill>
                  <a:srgbClr val="0E0E0E"/>
                </a:solidFill>
                <a:latin typeface="Arial MT"/>
                <a:cs typeface="Arial MT"/>
              </a:rPr>
              <a:t>frees</a:t>
            </a:r>
            <a:r>
              <a:rPr sz="1800" spc="10" dirty="0">
                <a:solidFill>
                  <a:srgbClr val="0E0E0E"/>
                </a:solidFill>
                <a:latin typeface="Arial MT"/>
                <a:cs typeface="Arial MT"/>
              </a:rPr>
              <a:t> </a:t>
            </a:r>
            <a:r>
              <a:rPr sz="1800" spc="-114" dirty="0">
                <a:solidFill>
                  <a:srgbClr val="161616"/>
                </a:solidFill>
                <a:latin typeface="Arial MT"/>
                <a:cs typeface="Arial MT"/>
              </a:rPr>
              <a:t>up</a:t>
            </a:r>
            <a:r>
              <a:rPr sz="1800" spc="-40" dirty="0">
                <a:solidFill>
                  <a:srgbClr val="161616"/>
                </a:solidFill>
                <a:latin typeface="Arial MT"/>
                <a:cs typeface="Arial MT"/>
              </a:rPr>
              <a:t> </a:t>
            </a:r>
            <a:r>
              <a:rPr sz="1800" spc="-30" dirty="0">
                <a:latin typeface="Arial MT"/>
                <a:cs typeface="Arial MT"/>
              </a:rPr>
              <a:t>important</a:t>
            </a:r>
            <a:r>
              <a:rPr sz="1800" spc="-35" dirty="0">
                <a:latin typeface="Arial MT"/>
                <a:cs typeface="Arial MT"/>
              </a:rPr>
              <a:t> </a:t>
            </a:r>
            <a:r>
              <a:rPr sz="1800" spc="-135" dirty="0">
                <a:latin typeface="Arial MT"/>
                <a:cs typeface="Arial MT"/>
              </a:rPr>
              <a:t>resources</a:t>
            </a:r>
            <a:r>
              <a:rPr sz="1800" spc="30" dirty="0">
                <a:latin typeface="Arial MT"/>
                <a:cs typeface="Arial MT"/>
              </a:rPr>
              <a:t> </a:t>
            </a:r>
            <a:r>
              <a:rPr sz="1800" i="1" spc="-360" dirty="0">
                <a:latin typeface="Arial"/>
                <a:cs typeface="Arial"/>
              </a:rPr>
              <a:t>sO</a:t>
            </a:r>
            <a:r>
              <a:rPr sz="1800" i="1" spc="-20" dirty="0">
                <a:latin typeface="Arial"/>
                <a:cs typeface="Arial"/>
              </a:rPr>
              <a:t> </a:t>
            </a:r>
            <a:r>
              <a:rPr sz="1800" spc="-240" dirty="0">
                <a:latin typeface="Arial MT"/>
                <a:cs typeface="Arial MT"/>
              </a:rPr>
              <a:t>yOu</a:t>
            </a:r>
            <a:r>
              <a:rPr sz="1800" spc="5" dirty="0">
                <a:latin typeface="Arial MT"/>
                <a:cs typeface="Arial MT"/>
              </a:rPr>
              <a:t> </a:t>
            </a:r>
            <a:r>
              <a:rPr sz="1800" spc="-135" dirty="0">
                <a:latin typeface="Arial MT"/>
                <a:cs typeface="Arial MT"/>
              </a:rPr>
              <a:t>can</a:t>
            </a:r>
            <a:r>
              <a:rPr sz="1800" spc="-45" dirty="0">
                <a:latin typeface="Arial MT"/>
                <a:cs typeface="Arial MT"/>
              </a:rPr>
              <a:t> </a:t>
            </a:r>
            <a:r>
              <a:rPr sz="1800" spc="-10" dirty="0">
                <a:solidFill>
                  <a:srgbClr val="0C0C0C"/>
                </a:solidFill>
                <a:latin typeface="Arial MT"/>
                <a:cs typeface="Arial MT"/>
              </a:rPr>
              <a:t>focus</a:t>
            </a:r>
            <a:endParaRPr sz="1800">
              <a:latin typeface="Arial MT"/>
              <a:cs typeface="Arial MT"/>
            </a:endParaRPr>
          </a:p>
          <a:p>
            <a:pPr marL="179070">
              <a:lnSpc>
                <a:spcPts val="2130"/>
              </a:lnSpc>
            </a:pPr>
            <a:r>
              <a:rPr sz="1850" spc="-110" dirty="0">
                <a:solidFill>
                  <a:srgbClr val="1C1C1C"/>
                </a:solidFill>
                <a:latin typeface="Arial MT"/>
                <a:cs typeface="Arial MT"/>
              </a:rPr>
              <a:t>on</a:t>
            </a:r>
            <a:r>
              <a:rPr sz="1850" spc="-125" dirty="0">
                <a:solidFill>
                  <a:srgbClr val="1C1C1C"/>
                </a:solidFill>
                <a:latin typeface="Arial MT"/>
                <a:cs typeface="Arial MT"/>
              </a:rPr>
              <a:t> </a:t>
            </a:r>
            <a:r>
              <a:rPr sz="1850" spc="-114" dirty="0">
                <a:latin typeface="Arial MT"/>
                <a:cs typeface="Arial MT"/>
              </a:rPr>
              <a:t>adding</a:t>
            </a:r>
            <a:r>
              <a:rPr sz="1850" spc="-40" dirty="0">
                <a:latin typeface="Arial MT"/>
                <a:cs typeface="Arial MT"/>
              </a:rPr>
              <a:t> </a:t>
            </a:r>
            <a:r>
              <a:rPr sz="1850" spc="-155" dirty="0">
                <a:latin typeface="Arial MT"/>
                <a:cs typeface="Arial MT"/>
              </a:rPr>
              <a:t>business</a:t>
            </a:r>
            <a:r>
              <a:rPr sz="1850" spc="110" dirty="0">
                <a:latin typeface="Arial MT"/>
                <a:cs typeface="Arial MT"/>
              </a:rPr>
              <a:t> </a:t>
            </a:r>
            <a:r>
              <a:rPr sz="1850" spc="-10" dirty="0">
                <a:latin typeface="Arial MT"/>
                <a:cs typeface="Arial MT"/>
              </a:rPr>
              <a:t>value.</a:t>
            </a:r>
            <a:endParaRPr sz="1850">
              <a:latin typeface="Arial MT"/>
              <a:cs typeface="Arial MT"/>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781280" y="2175093"/>
            <a:ext cx="1324118" cy="600147"/>
          </a:xfrm>
          <a:prstGeom prst="rect">
            <a:avLst/>
          </a:prstGeom>
        </p:spPr>
      </p:pic>
      <p:pic>
        <p:nvPicPr>
          <p:cNvPr id="3" name="object 3"/>
          <p:cNvPicPr/>
          <p:nvPr/>
        </p:nvPicPr>
        <p:blipFill>
          <a:blip r:embed="rId3" cstate="print"/>
          <a:stretch>
            <a:fillRect/>
          </a:stretch>
        </p:blipFill>
        <p:spPr>
          <a:xfrm>
            <a:off x="6962741" y="2422772"/>
            <a:ext cx="743030" cy="85735"/>
          </a:xfrm>
          <a:prstGeom prst="rect">
            <a:avLst/>
          </a:prstGeom>
        </p:spPr>
      </p:pic>
      <p:pic>
        <p:nvPicPr>
          <p:cNvPr id="4" name="object 4"/>
          <p:cNvPicPr/>
          <p:nvPr/>
        </p:nvPicPr>
        <p:blipFill>
          <a:blip r:embed="rId4" cstate="print"/>
          <a:stretch>
            <a:fillRect/>
          </a:stretch>
        </p:blipFill>
        <p:spPr>
          <a:xfrm>
            <a:off x="8620270" y="2422772"/>
            <a:ext cx="895446" cy="76209"/>
          </a:xfrm>
          <a:prstGeom prst="rect">
            <a:avLst/>
          </a:prstGeom>
        </p:spPr>
      </p:pic>
      <p:pic>
        <p:nvPicPr>
          <p:cNvPr id="5" name="object 5"/>
          <p:cNvPicPr/>
          <p:nvPr/>
        </p:nvPicPr>
        <p:blipFill>
          <a:blip r:embed="rId5" cstate="print"/>
          <a:stretch>
            <a:fillRect/>
          </a:stretch>
        </p:blipFill>
        <p:spPr>
          <a:xfrm>
            <a:off x="9687185" y="2146514"/>
            <a:ext cx="609665" cy="609673"/>
          </a:xfrm>
          <a:prstGeom prst="rect">
            <a:avLst/>
          </a:prstGeom>
        </p:spPr>
      </p:pic>
      <p:sp>
        <p:nvSpPr>
          <p:cNvPr id="6" name="object 6"/>
          <p:cNvSpPr/>
          <p:nvPr/>
        </p:nvSpPr>
        <p:spPr>
          <a:xfrm>
            <a:off x="4482545" y="4670943"/>
            <a:ext cx="0" cy="615315"/>
          </a:xfrm>
          <a:custGeom>
            <a:avLst/>
            <a:gdLst/>
            <a:ahLst/>
            <a:cxnLst/>
            <a:rect l="l" t="t" r="r" b="b"/>
            <a:pathLst>
              <a:path h="615314">
                <a:moveTo>
                  <a:pt x="0" y="0"/>
                </a:moveTo>
                <a:lnTo>
                  <a:pt x="0" y="615006"/>
                </a:lnTo>
              </a:path>
            </a:pathLst>
          </a:custGeom>
          <a:ln w="9144">
            <a:solidFill>
              <a:srgbClr val="2FA093"/>
            </a:solidFill>
          </a:ln>
        </p:spPr>
        <p:txBody>
          <a:bodyPr wrap="square" lIns="0" tIns="0" rIns="0" bIns="0" rtlCol="0"/>
          <a:lstStyle/>
          <a:p>
            <a:endParaRPr/>
          </a:p>
        </p:txBody>
      </p:sp>
      <p:sp>
        <p:nvSpPr>
          <p:cNvPr id="7" name="object 7"/>
          <p:cNvSpPr/>
          <p:nvPr/>
        </p:nvSpPr>
        <p:spPr>
          <a:xfrm>
            <a:off x="4482545" y="3937429"/>
            <a:ext cx="0" cy="267335"/>
          </a:xfrm>
          <a:custGeom>
            <a:avLst/>
            <a:gdLst/>
            <a:ahLst/>
            <a:cxnLst/>
            <a:rect l="l" t="t" r="r" b="b"/>
            <a:pathLst>
              <a:path h="267335">
                <a:moveTo>
                  <a:pt x="0" y="0"/>
                </a:moveTo>
                <a:lnTo>
                  <a:pt x="0" y="266732"/>
                </a:lnTo>
              </a:path>
            </a:pathLst>
          </a:custGeom>
          <a:ln w="9144">
            <a:solidFill>
              <a:srgbClr val="2FA093"/>
            </a:solidFill>
          </a:ln>
        </p:spPr>
        <p:txBody>
          <a:bodyPr wrap="square" lIns="0" tIns="0" rIns="0" bIns="0" rtlCol="0"/>
          <a:lstStyle/>
          <a:p>
            <a:endParaRPr/>
          </a:p>
        </p:txBody>
      </p:sp>
      <p:sp>
        <p:nvSpPr>
          <p:cNvPr id="8" name="object 8"/>
          <p:cNvSpPr/>
          <p:nvPr/>
        </p:nvSpPr>
        <p:spPr>
          <a:xfrm>
            <a:off x="4482545" y="2689504"/>
            <a:ext cx="0" cy="1076960"/>
          </a:xfrm>
          <a:custGeom>
            <a:avLst/>
            <a:gdLst/>
            <a:ahLst/>
            <a:cxnLst/>
            <a:rect l="l" t="t" r="r" b="b"/>
            <a:pathLst>
              <a:path h="1076960">
                <a:moveTo>
                  <a:pt x="0" y="0"/>
                </a:moveTo>
                <a:lnTo>
                  <a:pt x="0" y="1076454"/>
                </a:lnTo>
              </a:path>
            </a:pathLst>
          </a:custGeom>
          <a:ln w="9144">
            <a:solidFill>
              <a:srgbClr val="2FA093"/>
            </a:solidFill>
          </a:ln>
        </p:spPr>
        <p:txBody>
          <a:bodyPr wrap="square" lIns="0" tIns="0" rIns="0" bIns="0" rtlCol="0"/>
          <a:lstStyle/>
          <a:p>
            <a:endParaRPr/>
          </a:p>
        </p:txBody>
      </p:sp>
      <p:sp>
        <p:nvSpPr>
          <p:cNvPr id="9" name="object 9"/>
          <p:cNvSpPr/>
          <p:nvPr/>
        </p:nvSpPr>
        <p:spPr>
          <a:xfrm>
            <a:off x="4482545" y="2156040"/>
            <a:ext cx="0" cy="353060"/>
          </a:xfrm>
          <a:custGeom>
            <a:avLst/>
            <a:gdLst/>
            <a:ahLst/>
            <a:cxnLst/>
            <a:rect l="l" t="t" r="r" b="b"/>
            <a:pathLst>
              <a:path h="353060">
                <a:moveTo>
                  <a:pt x="0" y="0"/>
                </a:moveTo>
                <a:lnTo>
                  <a:pt x="0" y="352467"/>
                </a:lnTo>
              </a:path>
            </a:pathLst>
          </a:custGeom>
          <a:ln w="9144">
            <a:solidFill>
              <a:srgbClr val="2FA093"/>
            </a:solidFill>
          </a:ln>
        </p:spPr>
        <p:txBody>
          <a:bodyPr wrap="square" lIns="0" tIns="0" rIns="0" bIns="0" rtlCol="0"/>
          <a:lstStyle/>
          <a:p>
            <a:endParaRPr/>
          </a:p>
        </p:txBody>
      </p:sp>
      <p:sp>
        <p:nvSpPr>
          <p:cNvPr id="10" name="object 10"/>
          <p:cNvSpPr/>
          <p:nvPr/>
        </p:nvSpPr>
        <p:spPr>
          <a:xfrm>
            <a:off x="4482545" y="1565418"/>
            <a:ext cx="0" cy="391160"/>
          </a:xfrm>
          <a:custGeom>
            <a:avLst/>
            <a:gdLst/>
            <a:ahLst/>
            <a:cxnLst/>
            <a:rect l="l" t="t" r="r" b="b"/>
            <a:pathLst>
              <a:path h="391160">
                <a:moveTo>
                  <a:pt x="0" y="0"/>
                </a:moveTo>
                <a:lnTo>
                  <a:pt x="0" y="390572"/>
                </a:lnTo>
              </a:path>
            </a:pathLst>
          </a:custGeom>
          <a:ln w="9144">
            <a:solidFill>
              <a:srgbClr val="2FA093"/>
            </a:solidFill>
          </a:ln>
        </p:spPr>
        <p:txBody>
          <a:bodyPr wrap="square" lIns="0" tIns="0" rIns="0" bIns="0" rtlCol="0"/>
          <a:lstStyle/>
          <a:p>
            <a:endParaRPr/>
          </a:p>
        </p:txBody>
      </p:sp>
      <p:sp>
        <p:nvSpPr>
          <p:cNvPr id="11" name="object 11"/>
          <p:cNvSpPr/>
          <p:nvPr/>
        </p:nvSpPr>
        <p:spPr>
          <a:xfrm>
            <a:off x="4482545" y="1359654"/>
            <a:ext cx="0" cy="34290"/>
          </a:xfrm>
          <a:custGeom>
            <a:avLst/>
            <a:gdLst/>
            <a:ahLst/>
            <a:cxnLst/>
            <a:rect l="l" t="t" r="r" b="b"/>
            <a:pathLst>
              <a:path h="34290">
                <a:moveTo>
                  <a:pt x="0" y="0"/>
                </a:moveTo>
                <a:lnTo>
                  <a:pt x="0" y="34293"/>
                </a:lnTo>
              </a:path>
            </a:pathLst>
          </a:custGeom>
          <a:ln w="9144">
            <a:solidFill>
              <a:srgbClr val="2FA093"/>
            </a:solidFill>
          </a:ln>
        </p:spPr>
        <p:txBody>
          <a:bodyPr wrap="square" lIns="0" tIns="0" rIns="0" bIns="0" rtlCol="0"/>
          <a:lstStyle/>
          <a:p>
            <a:endParaRPr/>
          </a:p>
        </p:txBody>
      </p:sp>
      <p:pic>
        <p:nvPicPr>
          <p:cNvPr id="12" name="object 12"/>
          <p:cNvPicPr/>
          <p:nvPr/>
        </p:nvPicPr>
        <p:blipFill>
          <a:blip r:embed="rId6" cstate="print"/>
          <a:stretch>
            <a:fillRect/>
          </a:stretch>
        </p:blipFill>
        <p:spPr>
          <a:xfrm>
            <a:off x="9048941" y="622330"/>
            <a:ext cx="1657529" cy="190522"/>
          </a:xfrm>
          <a:prstGeom prst="rect">
            <a:avLst/>
          </a:prstGeom>
        </p:spPr>
      </p:pic>
      <p:grpSp>
        <p:nvGrpSpPr>
          <p:cNvPr id="13" name="object 13"/>
          <p:cNvGrpSpPr/>
          <p:nvPr/>
        </p:nvGrpSpPr>
        <p:grpSpPr>
          <a:xfrm>
            <a:off x="1390014" y="365125"/>
            <a:ext cx="9411970" cy="867410"/>
            <a:chOff x="1390014" y="365125"/>
            <a:chExt cx="9411970" cy="867410"/>
          </a:xfrm>
        </p:grpSpPr>
        <p:pic>
          <p:nvPicPr>
            <p:cNvPr id="14" name="object 14"/>
            <p:cNvPicPr/>
            <p:nvPr/>
          </p:nvPicPr>
          <p:blipFill>
            <a:blip r:embed="rId7" cstate="print"/>
            <a:stretch>
              <a:fillRect/>
            </a:stretch>
          </p:blipFill>
          <p:spPr>
            <a:xfrm>
              <a:off x="1752004" y="641383"/>
              <a:ext cx="3600838" cy="323888"/>
            </a:xfrm>
            <a:prstGeom prst="rect">
              <a:avLst/>
            </a:prstGeom>
          </p:spPr>
        </p:pic>
        <p:pic>
          <p:nvPicPr>
            <p:cNvPr id="15" name="object 15"/>
            <p:cNvPicPr/>
            <p:nvPr/>
          </p:nvPicPr>
          <p:blipFill>
            <a:blip r:embed="rId8" cstate="print"/>
            <a:stretch>
              <a:fillRect/>
            </a:stretch>
          </p:blipFill>
          <p:spPr>
            <a:xfrm>
              <a:off x="1390014" y="365125"/>
              <a:ext cx="9411716" cy="866879"/>
            </a:xfrm>
            <a:prstGeom prst="rect">
              <a:avLst/>
            </a:prstGeom>
          </p:spPr>
        </p:pic>
      </p:grpSp>
      <p:sp>
        <p:nvSpPr>
          <p:cNvPr id="16" name="object 16"/>
          <p:cNvSpPr txBox="1"/>
          <p:nvPr/>
        </p:nvSpPr>
        <p:spPr>
          <a:xfrm>
            <a:off x="1399541" y="1393948"/>
            <a:ext cx="3083560" cy="172085"/>
          </a:xfrm>
          <a:prstGeom prst="rect">
            <a:avLst/>
          </a:prstGeom>
          <a:solidFill>
            <a:srgbClr val="139A90"/>
          </a:solidFill>
        </p:spPr>
        <p:txBody>
          <a:bodyPr vert="horz" wrap="square" lIns="0" tIns="0" rIns="0" bIns="0" rtlCol="0">
            <a:spAutoFit/>
          </a:bodyPr>
          <a:lstStyle/>
          <a:p>
            <a:pPr marL="635000">
              <a:lnSpc>
                <a:spcPts val="1350"/>
              </a:lnSpc>
            </a:pPr>
            <a:r>
              <a:rPr sz="1600" dirty="0">
                <a:solidFill>
                  <a:srgbClr val="268E87"/>
                </a:solidFill>
                <a:latin typeface="Times New Roman"/>
                <a:cs typeface="Times New Roman"/>
              </a:rPr>
              <a:t>What</a:t>
            </a:r>
            <a:r>
              <a:rPr sz="1600" spc="285" dirty="0">
                <a:solidFill>
                  <a:srgbClr val="268E87"/>
                </a:solidFill>
                <a:latin typeface="Times New Roman"/>
                <a:cs typeface="Times New Roman"/>
              </a:rPr>
              <a:t> </a:t>
            </a:r>
            <a:r>
              <a:rPr sz="1600" spc="75" dirty="0">
                <a:solidFill>
                  <a:srgbClr val="2D827E"/>
                </a:solidFill>
                <a:latin typeface="Times New Roman"/>
                <a:cs typeface="Times New Roman"/>
              </a:rPr>
              <a:t>does</a:t>
            </a:r>
            <a:r>
              <a:rPr sz="1600" spc="185" dirty="0">
                <a:solidFill>
                  <a:srgbClr val="2D827E"/>
                </a:solidFill>
                <a:latin typeface="Times New Roman"/>
                <a:cs typeface="Times New Roman"/>
              </a:rPr>
              <a:t> </a:t>
            </a:r>
            <a:r>
              <a:rPr sz="1600" spc="65" dirty="0">
                <a:solidFill>
                  <a:srgbClr val="4FB6B3"/>
                </a:solidFill>
                <a:latin typeface="Times New Roman"/>
                <a:cs typeface="Times New Roman"/>
              </a:rPr>
              <a:t>s</a:t>
            </a:r>
            <a:r>
              <a:rPr sz="1600" spc="155" dirty="0">
                <a:solidFill>
                  <a:srgbClr val="4FB6B3"/>
                </a:solidFill>
                <a:latin typeface="Times New Roman"/>
                <a:cs typeface="Times New Roman"/>
              </a:rPr>
              <a:t> </a:t>
            </a:r>
            <a:r>
              <a:rPr sz="1600" spc="-105" dirty="0">
                <a:solidFill>
                  <a:srgbClr val="218C83"/>
                </a:solidFill>
                <a:latin typeface="Times New Roman"/>
                <a:cs typeface="Times New Roman"/>
              </a:rPr>
              <a:t>XdZO</a:t>
            </a:r>
            <a:r>
              <a:rPr sz="1600" spc="-114" dirty="0">
                <a:solidFill>
                  <a:srgbClr val="218C83"/>
                </a:solidFill>
                <a:latin typeface="Times New Roman"/>
                <a:cs typeface="Times New Roman"/>
              </a:rPr>
              <a:t> </a:t>
            </a:r>
            <a:r>
              <a:rPr sz="1600" spc="-50" dirty="0">
                <a:solidFill>
                  <a:srgbClr val="2A9187"/>
                </a:solidFill>
                <a:latin typeface="Times New Roman"/>
                <a:cs typeface="Times New Roman"/>
              </a:rPr>
              <a:t>n</a:t>
            </a:r>
            <a:endParaRPr sz="1600">
              <a:latin typeface="Times New Roman"/>
              <a:cs typeface="Times New Roman"/>
            </a:endParaRPr>
          </a:p>
        </p:txBody>
      </p:sp>
      <p:grpSp>
        <p:nvGrpSpPr>
          <p:cNvPr id="17" name="object 17"/>
          <p:cNvGrpSpPr/>
          <p:nvPr/>
        </p:nvGrpSpPr>
        <p:grpSpPr>
          <a:xfrm>
            <a:off x="1399541" y="1660681"/>
            <a:ext cx="3115310" cy="172085"/>
            <a:chOff x="1399541" y="1660681"/>
            <a:chExt cx="3115310" cy="172085"/>
          </a:xfrm>
        </p:grpSpPr>
        <p:pic>
          <p:nvPicPr>
            <p:cNvPr id="18" name="object 18"/>
            <p:cNvPicPr/>
            <p:nvPr/>
          </p:nvPicPr>
          <p:blipFill>
            <a:blip r:embed="rId9" cstate="print"/>
            <a:stretch>
              <a:fillRect/>
            </a:stretch>
          </p:blipFill>
          <p:spPr>
            <a:xfrm>
              <a:off x="1399541" y="1660681"/>
              <a:ext cx="3115011" cy="171470"/>
            </a:xfrm>
            <a:prstGeom prst="rect">
              <a:avLst/>
            </a:prstGeom>
          </p:spPr>
        </p:pic>
        <p:pic>
          <p:nvPicPr>
            <p:cNvPr id="19" name="object 19"/>
            <p:cNvPicPr/>
            <p:nvPr/>
          </p:nvPicPr>
          <p:blipFill>
            <a:blip r:embed="rId10" cstate="print"/>
            <a:stretch>
              <a:fillRect/>
            </a:stretch>
          </p:blipFill>
          <p:spPr>
            <a:xfrm>
              <a:off x="1399541" y="1660681"/>
              <a:ext cx="3115011" cy="171470"/>
            </a:xfrm>
            <a:prstGeom prst="rect">
              <a:avLst/>
            </a:prstGeom>
          </p:spPr>
        </p:pic>
      </p:grpSp>
      <p:sp>
        <p:nvSpPr>
          <p:cNvPr id="20" name="object 20"/>
          <p:cNvSpPr txBox="1"/>
          <p:nvPr/>
        </p:nvSpPr>
        <p:spPr>
          <a:xfrm>
            <a:off x="1399541" y="1955991"/>
            <a:ext cx="3083560" cy="200660"/>
          </a:xfrm>
          <a:prstGeom prst="rect">
            <a:avLst/>
          </a:prstGeom>
          <a:solidFill>
            <a:srgbClr val="139A90"/>
          </a:solidFill>
        </p:spPr>
        <p:txBody>
          <a:bodyPr vert="horz" wrap="square" lIns="0" tIns="0" rIns="0" bIns="0" rtlCol="0">
            <a:spAutoFit/>
          </a:bodyPr>
          <a:lstStyle/>
          <a:p>
            <a:pPr marL="625475">
              <a:lnSpc>
                <a:spcPts val="1560"/>
              </a:lnSpc>
            </a:pPr>
            <a:r>
              <a:rPr sz="1800" spc="-120" dirty="0">
                <a:solidFill>
                  <a:srgbClr val="117269"/>
                </a:solidFill>
                <a:latin typeface="Arial MT"/>
                <a:cs typeface="Arial MT"/>
              </a:rPr>
              <a:t>What</a:t>
            </a:r>
            <a:r>
              <a:rPr sz="1800" dirty="0">
                <a:solidFill>
                  <a:srgbClr val="117269"/>
                </a:solidFill>
                <a:latin typeface="Arial MT"/>
                <a:cs typeface="Arial MT"/>
              </a:rPr>
              <a:t> </a:t>
            </a:r>
            <a:r>
              <a:rPr sz="1800" dirty="0">
                <a:solidFill>
                  <a:srgbClr val="2F938E"/>
                </a:solidFill>
                <a:latin typeface="Arial MT"/>
                <a:cs typeface="Arial MT"/>
              </a:rPr>
              <a:t>p</a:t>
            </a:r>
            <a:r>
              <a:rPr sz="1800" spc="80" dirty="0">
                <a:solidFill>
                  <a:srgbClr val="2F938E"/>
                </a:solidFill>
                <a:latin typeface="Arial MT"/>
                <a:cs typeface="Arial MT"/>
              </a:rPr>
              <a:t> </a:t>
            </a:r>
            <a:r>
              <a:rPr sz="1800" spc="-70" dirty="0">
                <a:solidFill>
                  <a:srgbClr val="4BA89E"/>
                </a:solidFill>
                <a:latin typeface="Arial MT"/>
                <a:cs typeface="Arial MT"/>
              </a:rPr>
              <a:t>oblem</a:t>
            </a:r>
            <a:r>
              <a:rPr sz="1800" spc="-40" dirty="0">
                <a:solidFill>
                  <a:srgbClr val="4BA89E"/>
                </a:solidFill>
                <a:latin typeface="Arial MT"/>
                <a:cs typeface="Arial MT"/>
              </a:rPr>
              <a:t> </a:t>
            </a:r>
            <a:r>
              <a:rPr sz="1800" spc="-20" dirty="0">
                <a:solidFill>
                  <a:srgbClr val="42A097"/>
                </a:solidFill>
                <a:latin typeface="Arial MT"/>
                <a:cs typeface="Arial MT"/>
              </a:rPr>
              <a:t>does</a:t>
            </a:r>
            <a:endParaRPr sz="1800">
              <a:latin typeface="Arial MT"/>
              <a:cs typeface="Arial MT"/>
            </a:endParaRPr>
          </a:p>
        </p:txBody>
      </p:sp>
      <p:grpSp>
        <p:nvGrpSpPr>
          <p:cNvPr id="21" name="object 21"/>
          <p:cNvGrpSpPr/>
          <p:nvPr/>
        </p:nvGrpSpPr>
        <p:grpSpPr>
          <a:xfrm>
            <a:off x="1399541" y="2222723"/>
            <a:ext cx="3115310" cy="181610"/>
            <a:chOff x="1399541" y="2222723"/>
            <a:chExt cx="3115310" cy="181610"/>
          </a:xfrm>
        </p:grpSpPr>
        <p:pic>
          <p:nvPicPr>
            <p:cNvPr id="22" name="object 22"/>
            <p:cNvPicPr/>
            <p:nvPr/>
          </p:nvPicPr>
          <p:blipFill>
            <a:blip r:embed="rId11" cstate="print"/>
            <a:stretch>
              <a:fillRect/>
            </a:stretch>
          </p:blipFill>
          <p:spPr>
            <a:xfrm>
              <a:off x="1399541" y="2222723"/>
              <a:ext cx="3115011" cy="180996"/>
            </a:xfrm>
            <a:prstGeom prst="rect">
              <a:avLst/>
            </a:prstGeom>
          </p:spPr>
        </p:pic>
        <p:pic>
          <p:nvPicPr>
            <p:cNvPr id="23" name="object 23"/>
            <p:cNvPicPr/>
            <p:nvPr/>
          </p:nvPicPr>
          <p:blipFill>
            <a:blip r:embed="rId12" cstate="print"/>
            <a:stretch>
              <a:fillRect/>
            </a:stretch>
          </p:blipFill>
          <p:spPr>
            <a:xfrm>
              <a:off x="1399541" y="2222723"/>
              <a:ext cx="3115011" cy="180996"/>
            </a:xfrm>
            <a:prstGeom prst="rect">
              <a:avLst/>
            </a:prstGeom>
          </p:spPr>
        </p:pic>
      </p:grpSp>
      <p:sp>
        <p:nvSpPr>
          <p:cNvPr id="24" name="object 24"/>
          <p:cNvSpPr txBox="1"/>
          <p:nvPr/>
        </p:nvSpPr>
        <p:spPr>
          <a:xfrm>
            <a:off x="1399541" y="2508507"/>
            <a:ext cx="3083560" cy="181610"/>
          </a:xfrm>
          <a:prstGeom prst="rect">
            <a:avLst/>
          </a:prstGeom>
          <a:solidFill>
            <a:srgbClr val="139A90"/>
          </a:solidFill>
        </p:spPr>
        <p:txBody>
          <a:bodyPr vert="horz" wrap="square" lIns="0" tIns="0" rIns="0" bIns="0" rtlCol="0">
            <a:spAutoFit/>
          </a:bodyPr>
          <a:lstStyle/>
          <a:p>
            <a:pPr marL="530860">
              <a:lnSpc>
                <a:spcPts val="1425"/>
              </a:lnSpc>
            </a:pPr>
            <a:r>
              <a:rPr sz="1600" dirty="0">
                <a:solidFill>
                  <a:srgbClr val="21807E"/>
                </a:solidFill>
                <a:latin typeface="Arial MT"/>
                <a:cs typeface="Arial MT"/>
              </a:rPr>
              <a:t>What</a:t>
            </a:r>
            <a:r>
              <a:rPr sz="1600" spc="20" dirty="0">
                <a:solidFill>
                  <a:srgbClr val="21807E"/>
                </a:solidFill>
                <a:latin typeface="Arial MT"/>
                <a:cs typeface="Arial MT"/>
              </a:rPr>
              <a:t> </a:t>
            </a:r>
            <a:r>
              <a:rPr sz="1600" dirty="0">
                <a:solidFill>
                  <a:srgbClr val="2F9389"/>
                </a:solidFill>
                <a:latin typeface="Arial MT"/>
                <a:cs typeface="Arial MT"/>
              </a:rPr>
              <a:t>are</a:t>
            </a:r>
            <a:r>
              <a:rPr sz="1600" spc="100" dirty="0">
                <a:solidFill>
                  <a:srgbClr val="2F9389"/>
                </a:solidFill>
                <a:latin typeface="Arial MT"/>
                <a:cs typeface="Arial MT"/>
              </a:rPr>
              <a:t> </a:t>
            </a:r>
            <a:r>
              <a:rPr sz="1600" dirty="0">
                <a:solidFill>
                  <a:srgbClr val="419797"/>
                </a:solidFill>
                <a:latin typeface="Arial MT"/>
                <a:cs typeface="Arial MT"/>
              </a:rPr>
              <a:t>the</a:t>
            </a:r>
            <a:r>
              <a:rPr sz="1600" spc="-30" dirty="0">
                <a:solidFill>
                  <a:srgbClr val="419797"/>
                </a:solidFill>
                <a:latin typeface="Arial MT"/>
                <a:cs typeface="Arial MT"/>
              </a:rPr>
              <a:t> </a:t>
            </a:r>
            <a:r>
              <a:rPr sz="1600" spc="-10" dirty="0">
                <a:solidFill>
                  <a:srgbClr val="2D8785"/>
                </a:solidFill>
                <a:latin typeface="Arial MT"/>
                <a:cs typeface="Arial MT"/>
              </a:rPr>
              <a:t>benefits</a:t>
            </a:r>
            <a:endParaRPr sz="1600">
              <a:latin typeface="Arial MT"/>
              <a:cs typeface="Arial MT"/>
            </a:endParaRPr>
          </a:p>
        </p:txBody>
      </p:sp>
      <p:grpSp>
        <p:nvGrpSpPr>
          <p:cNvPr id="25" name="object 25"/>
          <p:cNvGrpSpPr/>
          <p:nvPr/>
        </p:nvGrpSpPr>
        <p:grpSpPr>
          <a:xfrm>
            <a:off x="1399541" y="2775239"/>
            <a:ext cx="3115310" cy="191135"/>
            <a:chOff x="1399541" y="2775239"/>
            <a:chExt cx="3115310" cy="191135"/>
          </a:xfrm>
        </p:grpSpPr>
        <p:pic>
          <p:nvPicPr>
            <p:cNvPr id="26" name="object 26"/>
            <p:cNvPicPr/>
            <p:nvPr/>
          </p:nvPicPr>
          <p:blipFill>
            <a:blip r:embed="rId13" cstate="print"/>
            <a:stretch>
              <a:fillRect/>
            </a:stretch>
          </p:blipFill>
          <p:spPr>
            <a:xfrm>
              <a:off x="1399541" y="2775239"/>
              <a:ext cx="3115011" cy="190522"/>
            </a:xfrm>
            <a:prstGeom prst="rect">
              <a:avLst/>
            </a:prstGeom>
          </p:spPr>
        </p:pic>
        <p:pic>
          <p:nvPicPr>
            <p:cNvPr id="27" name="object 27"/>
            <p:cNvPicPr/>
            <p:nvPr/>
          </p:nvPicPr>
          <p:blipFill>
            <a:blip r:embed="rId14" cstate="print"/>
            <a:stretch>
              <a:fillRect/>
            </a:stretch>
          </p:blipFill>
          <p:spPr>
            <a:xfrm>
              <a:off x="1399541" y="2775239"/>
              <a:ext cx="3115011" cy="190522"/>
            </a:xfrm>
            <a:prstGeom prst="rect">
              <a:avLst/>
            </a:prstGeom>
          </p:spPr>
        </p:pic>
      </p:grpSp>
      <p:grpSp>
        <p:nvGrpSpPr>
          <p:cNvPr id="28" name="object 28"/>
          <p:cNvGrpSpPr/>
          <p:nvPr/>
        </p:nvGrpSpPr>
        <p:grpSpPr>
          <a:xfrm>
            <a:off x="1399541" y="3089602"/>
            <a:ext cx="3115310" cy="162560"/>
            <a:chOff x="1399541" y="3089602"/>
            <a:chExt cx="3115310" cy="162560"/>
          </a:xfrm>
        </p:grpSpPr>
        <p:pic>
          <p:nvPicPr>
            <p:cNvPr id="29" name="object 29"/>
            <p:cNvPicPr/>
            <p:nvPr/>
          </p:nvPicPr>
          <p:blipFill>
            <a:blip r:embed="rId15" cstate="print"/>
            <a:stretch>
              <a:fillRect/>
            </a:stretch>
          </p:blipFill>
          <p:spPr>
            <a:xfrm>
              <a:off x="1399541" y="3089602"/>
              <a:ext cx="3115011" cy="161944"/>
            </a:xfrm>
            <a:prstGeom prst="rect">
              <a:avLst/>
            </a:prstGeom>
          </p:spPr>
        </p:pic>
        <p:pic>
          <p:nvPicPr>
            <p:cNvPr id="30" name="object 30"/>
            <p:cNvPicPr/>
            <p:nvPr/>
          </p:nvPicPr>
          <p:blipFill>
            <a:blip r:embed="rId16" cstate="print"/>
            <a:stretch>
              <a:fillRect/>
            </a:stretch>
          </p:blipFill>
          <p:spPr>
            <a:xfrm>
              <a:off x="1399541" y="3089602"/>
              <a:ext cx="3115011" cy="161944"/>
            </a:xfrm>
            <a:prstGeom prst="rect">
              <a:avLst/>
            </a:prstGeom>
          </p:spPr>
        </p:pic>
      </p:grpSp>
      <p:grpSp>
        <p:nvGrpSpPr>
          <p:cNvPr id="31" name="object 31"/>
          <p:cNvGrpSpPr/>
          <p:nvPr/>
        </p:nvGrpSpPr>
        <p:grpSpPr>
          <a:xfrm>
            <a:off x="1399541" y="3356335"/>
            <a:ext cx="3115310" cy="210185"/>
            <a:chOff x="1399541" y="3356335"/>
            <a:chExt cx="3115310" cy="210185"/>
          </a:xfrm>
        </p:grpSpPr>
        <p:pic>
          <p:nvPicPr>
            <p:cNvPr id="32" name="object 32"/>
            <p:cNvPicPr/>
            <p:nvPr/>
          </p:nvPicPr>
          <p:blipFill>
            <a:blip r:embed="rId17" cstate="print"/>
            <a:stretch>
              <a:fillRect/>
            </a:stretch>
          </p:blipFill>
          <p:spPr>
            <a:xfrm>
              <a:off x="1399541" y="3356335"/>
              <a:ext cx="3115011" cy="209575"/>
            </a:xfrm>
            <a:prstGeom prst="rect">
              <a:avLst/>
            </a:prstGeom>
          </p:spPr>
        </p:pic>
        <p:pic>
          <p:nvPicPr>
            <p:cNvPr id="33" name="object 33"/>
            <p:cNvPicPr/>
            <p:nvPr/>
          </p:nvPicPr>
          <p:blipFill>
            <a:blip r:embed="rId18" cstate="print"/>
            <a:stretch>
              <a:fillRect/>
            </a:stretch>
          </p:blipFill>
          <p:spPr>
            <a:xfrm>
              <a:off x="1399541" y="3356335"/>
              <a:ext cx="3115011" cy="209575"/>
            </a:xfrm>
            <a:prstGeom prst="rect">
              <a:avLst/>
            </a:prstGeom>
          </p:spPr>
        </p:pic>
      </p:grpSp>
      <p:sp>
        <p:nvSpPr>
          <p:cNvPr id="34" name="object 34"/>
          <p:cNvSpPr txBox="1"/>
          <p:nvPr/>
        </p:nvSpPr>
        <p:spPr>
          <a:xfrm>
            <a:off x="1399541" y="3765958"/>
            <a:ext cx="3083560" cy="172085"/>
          </a:xfrm>
          <a:prstGeom prst="rect">
            <a:avLst/>
          </a:prstGeom>
          <a:solidFill>
            <a:srgbClr val="139A90"/>
          </a:solidFill>
        </p:spPr>
        <p:txBody>
          <a:bodyPr vert="horz" wrap="square" lIns="0" tIns="0" rIns="0" bIns="0" rtlCol="0">
            <a:spAutoFit/>
          </a:bodyPr>
          <a:lstStyle/>
          <a:p>
            <a:pPr marL="257810">
              <a:lnSpc>
                <a:spcPts val="1350"/>
              </a:lnSpc>
            </a:pPr>
            <a:r>
              <a:rPr sz="1800" spc="-125" dirty="0">
                <a:solidFill>
                  <a:srgbClr val="7CCACD"/>
                </a:solidFill>
                <a:latin typeface="Arial MT"/>
                <a:cs typeface="Arial MT"/>
              </a:rPr>
              <a:t>How</a:t>
            </a:r>
            <a:r>
              <a:rPr sz="1800" dirty="0">
                <a:solidFill>
                  <a:srgbClr val="7CCACD"/>
                </a:solidFill>
                <a:latin typeface="Arial MT"/>
                <a:cs typeface="Arial MT"/>
              </a:rPr>
              <a:t> </a:t>
            </a:r>
            <a:r>
              <a:rPr sz="1800" spc="-135" dirty="0">
                <a:solidFill>
                  <a:srgbClr val="289097"/>
                </a:solidFill>
                <a:latin typeface="Arial MT"/>
                <a:cs typeface="Arial MT"/>
              </a:rPr>
              <a:t>can</a:t>
            </a:r>
            <a:r>
              <a:rPr sz="1800" spc="-50" dirty="0">
                <a:solidFill>
                  <a:srgbClr val="289097"/>
                </a:solidFill>
                <a:latin typeface="Arial MT"/>
                <a:cs typeface="Arial MT"/>
              </a:rPr>
              <a:t> </a:t>
            </a:r>
            <a:r>
              <a:rPr sz="1800" dirty="0">
                <a:solidFill>
                  <a:srgbClr val="26958E"/>
                </a:solidFill>
                <a:latin typeface="Arial MT"/>
                <a:cs typeface="Arial MT"/>
              </a:rPr>
              <a:t>I</a:t>
            </a:r>
            <a:r>
              <a:rPr sz="1800" spc="-80" dirty="0">
                <a:solidFill>
                  <a:srgbClr val="26958E"/>
                </a:solidFill>
                <a:latin typeface="Arial MT"/>
                <a:cs typeface="Arial MT"/>
              </a:rPr>
              <a:t> </a:t>
            </a:r>
            <a:r>
              <a:rPr sz="1800" spc="-165" dirty="0">
                <a:solidFill>
                  <a:srgbClr val="388A85"/>
                </a:solidFill>
                <a:latin typeface="Arial MT"/>
                <a:cs typeface="Arial MT"/>
              </a:rPr>
              <a:t>use</a:t>
            </a:r>
            <a:r>
              <a:rPr sz="1800" spc="-65" dirty="0">
                <a:solidFill>
                  <a:srgbClr val="388A85"/>
                </a:solidFill>
                <a:latin typeface="Arial MT"/>
                <a:cs typeface="Arial MT"/>
              </a:rPr>
              <a:t> </a:t>
            </a:r>
            <a:r>
              <a:rPr sz="1800" spc="-65" dirty="0">
                <a:solidFill>
                  <a:srgbClr val="248785"/>
                </a:solidFill>
                <a:latin typeface="Arial MT"/>
                <a:cs typeface="Arial MT"/>
              </a:rPr>
              <a:t>CloudWatch?</a:t>
            </a:r>
            <a:endParaRPr sz="1800">
              <a:latin typeface="Arial MT"/>
              <a:cs typeface="Arial MT"/>
            </a:endParaRPr>
          </a:p>
        </p:txBody>
      </p:sp>
      <p:sp>
        <p:nvSpPr>
          <p:cNvPr id="35" name="object 35"/>
          <p:cNvSpPr txBox="1"/>
          <p:nvPr/>
        </p:nvSpPr>
        <p:spPr>
          <a:xfrm>
            <a:off x="1399541" y="4204162"/>
            <a:ext cx="3083560" cy="467359"/>
          </a:xfrm>
          <a:prstGeom prst="rect">
            <a:avLst/>
          </a:prstGeom>
          <a:solidFill>
            <a:srgbClr val="16958E"/>
          </a:solidFill>
        </p:spPr>
        <p:txBody>
          <a:bodyPr vert="horz" wrap="square" lIns="0" tIns="0" rIns="0" bIns="0" rtlCol="0">
            <a:spAutoFit/>
          </a:bodyPr>
          <a:lstStyle/>
          <a:p>
            <a:pPr marR="34290" algn="ctr">
              <a:lnSpc>
                <a:spcPts val="1465"/>
              </a:lnSpc>
            </a:pPr>
            <a:r>
              <a:rPr sz="1750" spc="-70" dirty="0">
                <a:solidFill>
                  <a:srgbClr val="387579"/>
                </a:solidFill>
                <a:latin typeface="Arial MT"/>
                <a:cs typeface="Arial MT"/>
              </a:rPr>
              <a:t>What</a:t>
            </a:r>
            <a:r>
              <a:rPr sz="1750" spc="-55" dirty="0">
                <a:solidFill>
                  <a:srgbClr val="387579"/>
                </a:solidFill>
                <a:latin typeface="Arial MT"/>
                <a:cs typeface="Arial MT"/>
              </a:rPr>
              <a:t> </a:t>
            </a:r>
            <a:r>
              <a:rPr sz="1750" spc="-105" dirty="0">
                <a:solidFill>
                  <a:srgbClr val="41A5A1"/>
                </a:solidFill>
                <a:latin typeface="Arial MT"/>
                <a:cs typeface="Arial MT"/>
              </a:rPr>
              <a:t>else</a:t>
            </a:r>
            <a:r>
              <a:rPr sz="1750" spc="-10" dirty="0">
                <a:solidFill>
                  <a:srgbClr val="41A5A1"/>
                </a:solidFill>
                <a:latin typeface="Arial MT"/>
                <a:cs typeface="Arial MT"/>
              </a:rPr>
              <a:t> </a:t>
            </a:r>
            <a:r>
              <a:rPr sz="1750" spc="-80" dirty="0">
                <a:solidFill>
                  <a:srgbClr val="3B8280"/>
                </a:solidFill>
                <a:latin typeface="Arial MT"/>
                <a:cs typeface="Arial MT"/>
              </a:rPr>
              <a:t>should</a:t>
            </a:r>
            <a:r>
              <a:rPr sz="1750" spc="-25" dirty="0">
                <a:solidFill>
                  <a:srgbClr val="3B8280"/>
                </a:solidFill>
                <a:latin typeface="Arial MT"/>
                <a:cs typeface="Arial MT"/>
              </a:rPr>
              <a:t> </a:t>
            </a:r>
            <a:r>
              <a:rPr sz="1750" dirty="0">
                <a:solidFill>
                  <a:srgbClr val="1C8585"/>
                </a:solidFill>
                <a:latin typeface="Arial MT"/>
                <a:cs typeface="Arial MT"/>
              </a:rPr>
              <a:t>I</a:t>
            </a:r>
            <a:r>
              <a:rPr sz="1750" spc="-100" dirty="0">
                <a:solidFill>
                  <a:srgbClr val="1C8585"/>
                </a:solidFill>
                <a:latin typeface="Arial MT"/>
                <a:cs typeface="Arial MT"/>
              </a:rPr>
              <a:t> </a:t>
            </a:r>
            <a:r>
              <a:rPr sz="1750" spc="-105" dirty="0">
                <a:solidFill>
                  <a:srgbClr val="2F9790"/>
                </a:solidFill>
                <a:latin typeface="Arial MT"/>
                <a:cs typeface="Arial MT"/>
              </a:rPr>
              <a:t>keep</a:t>
            </a:r>
            <a:r>
              <a:rPr sz="1750" spc="-15" dirty="0">
                <a:solidFill>
                  <a:srgbClr val="2F9790"/>
                </a:solidFill>
                <a:latin typeface="Arial MT"/>
                <a:cs typeface="Arial MT"/>
              </a:rPr>
              <a:t> </a:t>
            </a:r>
            <a:r>
              <a:rPr sz="1750" spc="-20" dirty="0">
                <a:solidFill>
                  <a:srgbClr val="249089"/>
                </a:solidFill>
                <a:latin typeface="Arial MT"/>
                <a:cs typeface="Arial MT"/>
              </a:rPr>
              <a:t>in</a:t>
            </a:r>
            <a:r>
              <a:rPr sz="1750" spc="-105" dirty="0">
                <a:solidFill>
                  <a:srgbClr val="249089"/>
                </a:solidFill>
                <a:latin typeface="Arial MT"/>
                <a:cs typeface="Arial MT"/>
              </a:rPr>
              <a:t> </a:t>
            </a:r>
            <a:r>
              <a:rPr sz="1750" spc="-20" dirty="0">
                <a:solidFill>
                  <a:srgbClr val="3B7C80"/>
                </a:solidFill>
                <a:latin typeface="Arial MT"/>
                <a:cs typeface="Arial MT"/>
              </a:rPr>
              <a:t>mind</a:t>
            </a:r>
            <a:endParaRPr sz="1750">
              <a:latin typeface="Arial MT"/>
              <a:cs typeface="Arial MT"/>
            </a:endParaRPr>
          </a:p>
          <a:p>
            <a:pPr marR="35560" algn="ctr">
              <a:lnSpc>
                <a:spcPts val="2135"/>
              </a:lnSpc>
            </a:pPr>
            <a:r>
              <a:rPr sz="1850" spc="-155" dirty="0">
                <a:solidFill>
                  <a:srgbClr val="1D978C"/>
                </a:solidFill>
                <a:latin typeface="Arial MT"/>
                <a:cs typeface="Arial MT"/>
              </a:rPr>
              <a:t>when</a:t>
            </a:r>
            <a:r>
              <a:rPr sz="1850" spc="-20" dirty="0">
                <a:solidFill>
                  <a:srgbClr val="1D978C"/>
                </a:solidFill>
                <a:latin typeface="Arial MT"/>
                <a:cs typeface="Arial MT"/>
              </a:rPr>
              <a:t> </a:t>
            </a:r>
            <a:r>
              <a:rPr sz="1850" spc="-135" dirty="0">
                <a:solidFill>
                  <a:srgbClr val="2B7C80"/>
                </a:solidFill>
                <a:latin typeface="Arial MT"/>
                <a:cs typeface="Arial MT"/>
              </a:rPr>
              <a:t>using</a:t>
            </a:r>
            <a:r>
              <a:rPr sz="1850" spc="15" dirty="0">
                <a:solidFill>
                  <a:srgbClr val="2B7C80"/>
                </a:solidFill>
                <a:latin typeface="Arial MT"/>
                <a:cs typeface="Arial MT"/>
              </a:rPr>
              <a:t> </a:t>
            </a:r>
            <a:r>
              <a:rPr sz="1850" spc="-85" dirty="0">
                <a:solidFill>
                  <a:srgbClr val="168C82"/>
                </a:solidFill>
                <a:latin typeface="Arial MT"/>
                <a:cs typeface="Arial MT"/>
              </a:rPr>
              <a:t>CloudWatch?</a:t>
            </a:r>
            <a:endParaRPr sz="1850">
              <a:latin typeface="Arial MT"/>
              <a:cs typeface="Arial MT"/>
            </a:endParaRPr>
          </a:p>
        </p:txBody>
      </p:sp>
      <p:grpSp>
        <p:nvGrpSpPr>
          <p:cNvPr id="36" name="object 36"/>
          <p:cNvGrpSpPr/>
          <p:nvPr/>
        </p:nvGrpSpPr>
        <p:grpSpPr>
          <a:xfrm>
            <a:off x="1390014" y="4766204"/>
            <a:ext cx="3124835" cy="181610"/>
            <a:chOff x="1390014" y="4766204"/>
            <a:chExt cx="3124835" cy="181610"/>
          </a:xfrm>
        </p:grpSpPr>
        <p:pic>
          <p:nvPicPr>
            <p:cNvPr id="37" name="object 37"/>
            <p:cNvPicPr/>
            <p:nvPr/>
          </p:nvPicPr>
          <p:blipFill>
            <a:blip r:embed="rId19" cstate="print"/>
            <a:stretch>
              <a:fillRect/>
            </a:stretch>
          </p:blipFill>
          <p:spPr>
            <a:xfrm>
              <a:off x="1390014" y="4766204"/>
              <a:ext cx="3124537" cy="180996"/>
            </a:xfrm>
            <a:prstGeom prst="rect">
              <a:avLst/>
            </a:prstGeom>
          </p:spPr>
        </p:pic>
        <p:pic>
          <p:nvPicPr>
            <p:cNvPr id="38" name="object 38"/>
            <p:cNvPicPr/>
            <p:nvPr/>
          </p:nvPicPr>
          <p:blipFill>
            <a:blip r:embed="rId20" cstate="print"/>
            <a:stretch>
              <a:fillRect/>
            </a:stretch>
          </p:blipFill>
          <p:spPr>
            <a:xfrm>
              <a:off x="1390014" y="4766204"/>
              <a:ext cx="3124537" cy="180996"/>
            </a:xfrm>
            <a:prstGeom prst="rect">
              <a:avLst/>
            </a:prstGeom>
          </p:spPr>
        </p:pic>
      </p:grpSp>
      <p:grpSp>
        <p:nvGrpSpPr>
          <p:cNvPr id="39" name="object 39"/>
          <p:cNvGrpSpPr/>
          <p:nvPr/>
        </p:nvGrpSpPr>
        <p:grpSpPr>
          <a:xfrm>
            <a:off x="1390014" y="5023410"/>
            <a:ext cx="3124835" cy="172085"/>
            <a:chOff x="1390014" y="5023410"/>
            <a:chExt cx="3124835" cy="172085"/>
          </a:xfrm>
        </p:grpSpPr>
        <p:pic>
          <p:nvPicPr>
            <p:cNvPr id="40" name="object 40"/>
            <p:cNvPicPr/>
            <p:nvPr/>
          </p:nvPicPr>
          <p:blipFill>
            <a:blip r:embed="rId21" cstate="print"/>
            <a:stretch>
              <a:fillRect/>
            </a:stretch>
          </p:blipFill>
          <p:spPr>
            <a:xfrm>
              <a:off x="1390014" y="5023410"/>
              <a:ext cx="3124537" cy="171470"/>
            </a:xfrm>
            <a:prstGeom prst="rect">
              <a:avLst/>
            </a:prstGeom>
          </p:spPr>
        </p:pic>
        <p:pic>
          <p:nvPicPr>
            <p:cNvPr id="41" name="object 41"/>
            <p:cNvPicPr/>
            <p:nvPr/>
          </p:nvPicPr>
          <p:blipFill>
            <a:blip r:embed="rId22" cstate="print"/>
            <a:stretch>
              <a:fillRect/>
            </a:stretch>
          </p:blipFill>
          <p:spPr>
            <a:xfrm>
              <a:off x="1390014" y="5023410"/>
              <a:ext cx="3124537" cy="171470"/>
            </a:xfrm>
            <a:prstGeom prst="rect">
              <a:avLst/>
            </a:prstGeom>
          </p:spPr>
        </p:pic>
      </p:grpSp>
      <p:grpSp>
        <p:nvGrpSpPr>
          <p:cNvPr id="42" name="object 42"/>
          <p:cNvGrpSpPr/>
          <p:nvPr/>
        </p:nvGrpSpPr>
        <p:grpSpPr>
          <a:xfrm>
            <a:off x="6210185" y="2127462"/>
            <a:ext cx="695960" cy="695960"/>
            <a:chOff x="6210185" y="2127462"/>
            <a:chExt cx="695960" cy="695960"/>
          </a:xfrm>
        </p:grpSpPr>
        <p:pic>
          <p:nvPicPr>
            <p:cNvPr id="43" name="object 43"/>
            <p:cNvPicPr/>
            <p:nvPr/>
          </p:nvPicPr>
          <p:blipFill>
            <a:blip r:embed="rId23" cstate="print"/>
            <a:stretch>
              <a:fillRect/>
            </a:stretch>
          </p:blipFill>
          <p:spPr>
            <a:xfrm>
              <a:off x="6210185" y="2127462"/>
              <a:ext cx="695400" cy="695408"/>
            </a:xfrm>
            <a:prstGeom prst="rect">
              <a:avLst/>
            </a:prstGeom>
          </p:spPr>
        </p:pic>
        <p:pic>
          <p:nvPicPr>
            <p:cNvPr id="44" name="object 44"/>
            <p:cNvPicPr/>
            <p:nvPr/>
          </p:nvPicPr>
          <p:blipFill>
            <a:blip r:embed="rId24" cstate="print"/>
            <a:stretch>
              <a:fillRect/>
            </a:stretch>
          </p:blipFill>
          <p:spPr>
            <a:xfrm>
              <a:off x="6210185" y="2127462"/>
              <a:ext cx="695400" cy="695408"/>
            </a:xfrm>
            <a:prstGeom prst="rect">
              <a:avLst/>
            </a:prstGeom>
          </p:spPr>
        </p:pic>
      </p:grpSp>
      <p:grpSp>
        <p:nvGrpSpPr>
          <p:cNvPr id="45" name="object 45"/>
          <p:cNvGrpSpPr/>
          <p:nvPr/>
        </p:nvGrpSpPr>
        <p:grpSpPr>
          <a:xfrm>
            <a:off x="7848662" y="2127462"/>
            <a:ext cx="648335" cy="648335"/>
            <a:chOff x="7848662" y="2127462"/>
            <a:chExt cx="648335" cy="648335"/>
          </a:xfrm>
        </p:grpSpPr>
        <p:pic>
          <p:nvPicPr>
            <p:cNvPr id="46" name="object 46"/>
            <p:cNvPicPr/>
            <p:nvPr/>
          </p:nvPicPr>
          <p:blipFill>
            <a:blip r:embed="rId25" cstate="print"/>
            <a:stretch>
              <a:fillRect/>
            </a:stretch>
          </p:blipFill>
          <p:spPr>
            <a:xfrm>
              <a:off x="8115389" y="2222723"/>
              <a:ext cx="381041" cy="114313"/>
            </a:xfrm>
            <a:prstGeom prst="rect">
              <a:avLst/>
            </a:prstGeom>
          </p:spPr>
        </p:pic>
        <p:pic>
          <p:nvPicPr>
            <p:cNvPr id="47" name="object 47"/>
            <p:cNvPicPr/>
            <p:nvPr/>
          </p:nvPicPr>
          <p:blipFill>
            <a:blip r:embed="rId26" cstate="print"/>
            <a:stretch>
              <a:fillRect/>
            </a:stretch>
          </p:blipFill>
          <p:spPr>
            <a:xfrm>
              <a:off x="7962974" y="2356089"/>
              <a:ext cx="533457" cy="304836"/>
            </a:xfrm>
            <a:prstGeom prst="rect">
              <a:avLst/>
            </a:prstGeom>
          </p:spPr>
        </p:pic>
        <p:pic>
          <p:nvPicPr>
            <p:cNvPr id="48" name="object 48"/>
            <p:cNvPicPr/>
            <p:nvPr/>
          </p:nvPicPr>
          <p:blipFill>
            <a:blip r:embed="rId27" cstate="print"/>
            <a:stretch>
              <a:fillRect/>
            </a:stretch>
          </p:blipFill>
          <p:spPr>
            <a:xfrm>
              <a:off x="7848662" y="2127462"/>
              <a:ext cx="647769" cy="647777"/>
            </a:xfrm>
            <a:prstGeom prst="rect">
              <a:avLst/>
            </a:prstGeom>
          </p:spPr>
        </p:pic>
      </p:grpSp>
      <p:sp>
        <p:nvSpPr>
          <p:cNvPr id="49" name="object 49"/>
          <p:cNvSpPr txBox="1"/>
          <p:nvPr/>
        </p:nvSpPr>
        <p:spPr>
          <a:xfrm>
            <a:off x="1667457" y="5377467"/>
            <a:ext cx="2654935" cy="140335"/>
          </a:xfrm>
          <a:prstGeom prst="rect">
            <a:avLst/>
          </a:prstGeom>
        </p:spPr>
        <p:txBody>
          <a:bodyPr vert="horz" wrap="square" lIns="0" tIns="12700" rIns="0" bIns="0" rtlCol="0">
            <a:spAutoFit/>
          </a:bodyPr>
          <a:lstStyle/>
          <a:p>
            <a:pPr marL="12700">
              <a:lnSpc>
                <a:spcPct val="100000"/>
              </a:lnSpc>
              <a:spcBef>
                <a:spcPts val="100"/>
              </a:spcBef>
            </a:pPr>
            <a:r>
              <a:rPr sz="750" spc="-105" dirty="0">
                <a:solidFill>
                  <a:srgbClr val="696969"/>
                </a:solidFill>
                <a:latin typeface="Arial MT"/>
                <a:cs typeface="Arial MT"/>
              </a:rPr>
              <a:t>@3O31</a:t>
            </a:r>
            <a:r>
              <a:rPr sz="750" spc="30" dirty="0">
                <a:solidFill>
                  <a:srgbClr val="696969"/>
                </a:solidFill>
                <a:latin typeface="Arial MT"/>
                <a:cs typeface="Arial MT"/>
              </a:rPr>
              <a:t> </a:t>
            </a:r>
            <a:r>
              <a:rPr sz="750" spc="-55" dirty="0">
                <a:solidFill>
                  <a:srgbClr val="545454"/>
                </a:solidFill>
                <a:latin typeface="Arial MT"/>
                <a:cs typeface="Arial MT"/>
              </a:rPr>
              <a:t>Amazon</a:t>
            </a:r>
            <a:r>
              <a:rPr sz="750" dirty="0">
                <a:solidFill>
                  <a:srgbClr val="545454"/>
                </a:solidFill>
                <a:latin typeface="Arial MT"/>
                <a:cs typeface="Arial MT"/>
              </a:rPr>
              <a:t> </a:t>
            </a:r>
            <a:r>
              <a:rPr sz="750" dirty="0">
                <a:solidFill>
                  <a:srgbClr val="7E7E7E"/>
                </a:solidFill>
                <a:latin typeface="Arial MT"/>
                <a:cs typeface="Arial MT"/>
              </a:rPr>
              <a:t>wee</a:t>
            </a:r>
            <a:r>
              <a:rPr sz="750" spc="-25" dirty="0">
                <a:solidFill>
                  <a:srgbClr val="7E7E7E"/>
                </a:solidFill>
                <a:latin typeface="Arial MT"/>
                <a:cs typeface="Arial MT"/>
              </a:rPr>
              <a:t> </a:t>
            </a:r>
            <a:r>
              <a:rPr sz="750" spc="-20" dirty="0">
                <a:solidFill>
                  <a:srgbClr val="7B7B7B"/>
                </a:solidFill>
                <a:latin typeface="Arial MT"/>
                <a:cs typeface="Arial MT"/>
              </a:rPr>
              <a:t>WrY¥@</a:t>
            </a:r>
            <a:r>
              <a:rPr sz="750" spc="45" dirty="0">
                <a:solidFill>
                  <a:srgbClr val="7B7B7B"/>
                </a:solidFill>
                <a:latin typeface="Arial MT"/>
                <a:cs typeface="Arial MT"/>
              </a:rPr>
              <a:t> </a:t>
            </a:r>
            <a:r>
              <a:rPr sz="750" dirty="0">
                <a:solidFill>
                  <a:srgbClr val="979797"/>
                </a:solidFill>
                <a:latin typeface="Arial MT"/>
                <a:cs typeface="Arial MT"/>
              </a:rPr>
              <a:t>!nc</a:t>
            </a:r>
            <a:r>
              <a:rPr sz="750" spc="70" dirty="0">
                <a:solidFill>
                  <a:srgbClr val="979797"/>
                </a:solidFill>
                <a:latin typeface="Arial MT"/>
                <a:cs typeface="Arial MT"/>
              </a:rPr>
              <a:t> </a:t>
            </a:r>
            <a:r>
              <a:rPr sz="750" spc="-30" dirty="0">
                <a:solidFill>
                  <a:srgbClr val="8C8C8C"/>
                </a:solidFill>
                <a:latin typeface="Arial MT"/>
                <a:cs typeface="Arial MT"/>
              </a:rPr>
              <a:t>or</a:t>
            </a:r>
            <a:r>
              <a:rPr sz="750" spc="-15" dirty="0">
                <a:solidFill>
                  <a:srgbClr val="8C8C8C"/>
                </a:solidFill>
                <a:latin typeface="Arial MT"/>
                <a:cs typeface="Arial MT"/>
              </a:rPr>
              <a:t> </a:t>
            </a:r>
            <a:r>
              <a:rPr sz="750" spc="-175" dirty="0">
                <a:solidFill>
                  <a:srgbClr val="626262"/>
                </a:solidFill>
                <a:latin typeface="Arial MT"/>
                <a:cs typeface="Arial MT"/>
              </a:rPr>
              <a:t>me</a:t>
            </a:r>
            <a:r>
              <a:rPr sz="750" spc="-70" dirty="0">
                <a:solidFill>
                  <a:srgbClr val="626262"/>
                </a:solidFill>
                <a:latin typeface="Arial MT"/>
                <a:cs typeface="Arial MT"/>
              </a:rPr>
              <a:t> </a:t>
            </a:r>
            <a:r>
              <a:rPr sz="750" spc="-35" dirty="0">
                <a:solidFill>
                  <a:srgbClr val="3D3D3D"/>
                </a:solidFill>
                <a:latin typeface="Arial MT"/>
                <a:cs typeface="Arial MT"/>
              </a:rPr>
              <a:t>aGliares.</a:t>
            </a:r>
            <a:r>
              <a:rPr sz="750" spc="10" dirty="0">
                <a:solidFill>
                  <a:srgbClr val="3D3D3D"/>
                </a:solidFill>
                <a:latin typeface="Arial MT"/>
                <a:cs typeface="Arial MT"/>
              </a:rPr>
              <a:t> </a:t>
            </a:r>
            <a:r>
              <a:rPr sz="750" spc="-85" dirty="0">
                <a:solidFill>
                  <a:srgbClr val="858585"/>
                </a:solidFill>
                <a:latin typeface="Arial MT"/>
                <a:cs typeface="Arial MT"/>
              </a:rPr>
              <a:t>AL</a:t>
            </a:r>
            <a:r>
              <a:rPr sz="750" spc="-40" dirty="0">
                <a:solidFill>
                  <a:srgbClr val="858585"/>
                </a:solidFill>
                <a:latin typeface="Arial MT"/>
                <a:cs typeface="Arial MT"/>
              </a:rPr>
              <a:t> </a:t>
            </a:r>
            <a:r>
              <a:rPr sz="750" spc="-10" dirty="0">
                <a:solidFill>
                  <a:srgbClr val="5E5E5E"/>
                </a:solidFill>
                <a:latin typeface="Arial MT"/>
                <a:cs typeface="Arial MT"/>
              </a:rPr>
              <a:t>nghts</a:t>
            </a:r>
            <a:r>
              <a:rPr sz="750" spc="-25" dirty="0">
                <a:solidFill>
                  <a:srgbClr val="5E5E5E"/>
                </a:solidFill>
                <a:latin typeface="Arial MT"/>
                <a:cs typeface="Arial MT"/>
              </a:rPr>
              <a:t> </a:t>
            </a:r>
            <a:r>
              <a:rPr sz="750" spc="-10" dirty="0">
                <a:solidFill>
                  <a:srgbClr val="727272"/>
                </a:solidFill>
                <a:latin typeface="Arial MT"/>
                <a:cs typeface="Arial MT"/>
              </a:rPr>
              <a:t>reserves</a:t>
            </a:r>
            <a:endParaRPr sz="750">
              <a:latin typeface="Arial MT"/>
              <a:cs typeface="Arial MT"/>
            </a:endParaRPr>
          </a:p>
        </p:txBody>
      </p:sp>
      <p:sp>
        <p:nvSpPr>
          <p:cNvPr id="50" name="object 50"/>
          <p:cNvSpPr txBox="1"/>
          <p:nvPr/>
        </p:nvSpPr>
        <p:spPr>
          <a:xfrm>
            <a:off x="4773818" y="1356480"/>
            <a:ext cx="5584190" cy="578485"/>
          </a:xfrm>
          <a:prstGeom prst="rect">
            <a:avLst/>
          </a:prstGeom>
        </p:spPr>
        <p:txBody>
          <a:bodyPr vert="horz" wrap="square" lIns="0" tIns="12700" rIns="0" bIns="0" rtlCol="0">
            <a:spAutoFit/>
          </a:bodyPr>
          <a:lstStyle/>
          <a:p>
            <a:pPr marL="12700" marR="5080" indent="3175">
              <a:lnSpc>
                <a:spcPct val="109900"/>
              </a:lnSpc>
              <a:spcBef>
                <a:spcPts val="100"/>
              </a:spcBef>
            </a:pPr>
            <a:r>
              <a:rPr sz="1650" spc="-70" dirty="0">
                <a:solidFill>
                  <a:srgbClr val="212121"/>
                </a:solidFill>
                <a:latin typeface="Arial MT"/>
                <a:cs typeface="Arial MT"/>
              </a:rPr>
              <a:t>You</a:t>
            </a:r>
            <a:r>
              <a:rPr sz="1650" spc="-50" dirty="0">
                <a:solidFill>
                  <a:srgbClr val="212121"/>
                </a:solidFill>
                <a:latin typeface="Arial MT"/>
                <a:cs typeface="Arial MT"/>
              </a:rPr>
              <a:t> </a:t>
            </a:r>
            <a:r>
              <a:rPr sz="1650" spc="-45" dirty="0">
                <a:latin typeface="Arial MT"/>
                <a:cs typeface="Arial MT"/>
              </a:rPr>
              <a:t>can</a:t>
            </a:r>
            <a:r>
              <a:rPr sz="1650" spc="-70" dirty="0">
                <a:latin typeface="Arial MT"/>
                <a:cs typeface="Arial MT"/>
              </a:rPr>
              <a:t> </a:t>
            </a:r>
            <a:r>
              <a:rPr sz="1650" dirty="0">
                <a:latin typeface="Arial MT"/>
                <a:cs typeface="Arial MT"/>
              </a:rPr>
              <a:t>architect</a:t>
            </a:r>
            <a:r>
              <a:rPr sz="1650" spc="-25" dirty="0">
                <a:latin typeface="Arial MT"/>
                <a:cs typeface="Arial MT"/>
              </a:rPr>
              <a:t> </a:t>
            </a:r>
            <a:r>
              <a:rPr sz="1650" spc="-155" dirty="0">
                <a:solidFill>
                  <a:srgbClr val="0C0C0C"/>
                </a:solidFill>
                <a:latin typeface="Arial MT"/>
                <a:cs typeface="Arial MT"/>
              </a:rPr>
              <a:t>a</a:t>
            </a:r>
            <a:r>
              <a:rPr sz="1650" spc="-25" dirty="0">
                <a:solidFill>
                  <a:srgbClr val="0C0C0C"/>
                </a:solidFill>
                <a:latin typeface="Arial MT"/>
                <a:cs typeface="Arial MT"/>
              </a:rPr>
              <a:t> </a:t>
            </a:r>
            <a:r>
              <a:rPr sz="1650" dirty="0">
                <a:latin typeface="Arial MT"/>
                <a:cs typeface="Arial MT"/>
              </a:rPr>
              <a:t>solution</a:t>
            </a:r>
            <a:r>
              <a:rPr sz="1650" spc="45" dirty="0">
                <a:latin typeface="Arial MT"/>
                <a:cs typeface="Arial MT"/>
              </a:rPr>
              <a:t> </a:t>
            </a:r>
            <a:r>
              <a:rPr sz="1650" dirty="0">
                <a:latin typeface="Arial MT"/>
                <a:cs typeface="Arial MT"/>
              </a:rPr>
              <a:t>by</a:t>
            </a:r>
            <a:r>
              <a:rPr sz="1650" spc="-80" dirty="0">
                <a:latin typeface="Arial MT"/>
                <a:cs typeface="Arial MT"/>
              </a:rPr>
              <a:t> </a:t>
            </a:r>
            <a:r>
              <a:rPr sz="1650" spc="-10" dirty="0">
                <a:latin typeface="Arial MT"/>
                <a:cs typeface="Arial MT"/>
              </a:rPr>
              <a:t>using</a:t>
            </a:r>
            <a:r>
              <a:rPr sz="1650" spc="-40" dirty="0">
                <a:latin typeface="Arial MT"/>
                <a:cs typeface="Arial MT"/>
              </a:rPr>
              <a:t> </a:t>
            </a:r>
            <a:r>
              <a:rPr sz="1650" spc="-10" dirty="0">
                <a:latin typeface="Arial MT"/>
                <a:cs typeface="Arial MT"/>
              </a:rPr>
              <a:t>Amazon</a:t>
            </a:r>
            <a:r>
              <a:rPr sz="1650" spc="90" dirty="0">
                <a:latin typeface="Arial MT"/>
                <a:cs typeface="Arial MT"/>
              </a:rPr>
              <a:t> </a:t>
            </a:r>
            <a:r>
              <a:rPr sz="1650" spc="-35" dirty="0">
                <a:latin typeface="Arial MT"/>
                <a:cs typeface="Arial MT"/>
              </a:rPr>
              <a:t>CloudWatch</a:t>
            </a:r>
            <a:r>
              <a:rPr sz="1650" spc="60" dirty="0">
                <a:latin typeface="Arial MT"/>
                <a:cs typeface="Arial MT"/>
              </a:rPr>
              <a:t> </a:t>
            </a:r>
            <a:r>
              <a:rPr sz="1650" spc="-25" dirty="0">
                <a:solidFill>
                  <a:srgbClr val="0F0F0F"/>
                </a:solidFill>
                <a:latin typeface="Arial MT"/>
                <a:cs typeface="Arial MT"/>
              </a:rPr>
              <a:t>to </a:t>
            </a:r>
            <a:r>
              <a:rPr sz="1650" dirty="0">
                <a:latin typeface="Arial MT"/>
                <a:cs typeface="Arial MT"/>
              </a:rPr>
              <a:t>monitOr</a:t>
            </a:r>
            <a:r>
              <a:rPr sz="1650" spc="-55" dirty="0">
                <a:latin typeface="Arial MT"/>
                <a:cs typeface="Arial MT"/>
              </a:rPr>
              <a:t> </a:t>
            </a:r>
            <a:r>
              <a:rPr sz="1650" dirty="0">
                <a:solidFill>
                  <a:srgbClr val="131313"/>
                </a:solidFill>
                <a:latin typeface="Arial MT"/>
                <a:cs typeface="Arial MT"/>
              </a:rPr>
              <a:t>the</a:t>
            </a:r>
            <a:r>
              <a:rPr sz="1650" spc="-40" dirty="0">
                <a:solidFill>
                  <a:srgbClr val="131313"/>
                </a:solidFill>
                <a:latin typeface="Arial MT"/>
                <a:cs typeface="Arial MT"/>
              </a:rPr>
              <a:t> </a:t>
            </a:r>
            <a:r>
              <a:rPr sz="1650" spc="-150" dirty="0">
                <a:latin typeface="Arial MT"/>
                <a:cs typeface="Arial MT"/>
              </a:rPr>
              <a:t>CPU</a:t>
            </a:r>
            <a:r>
              <a:rPr sz="1650" spc="-25" dirty="0">
                <a:latin typeface="Arial MT"/>
                <a:cs typeface="Arial MT"/>
              </a:rPr>
              <a:t> </a:t>
            </a:r>
            <a:r>
              <a:rPr sz="1650" spc="-10" dirty="0">
                <a:latin typeface="Arial MT"/>
                <a:cs typeface="Arial MT"/>
              </a:rPr>
              <a:t>utilizatiOn</a:t>
            </a:r>
            <a:r>
              <a:rPr sz="1650" spc="60" dirty="0">
                <a:latin typeface="Arial MT"/>
                <a:cs typeface="Arial MT"/>
              </a:rPr>
              <a:t> </a:t>
            </a:r>
            <a:r>
              <a:rPr sz="1650" spc="-10" dirty="0">
                <a:latin typeface="Arial MT"/>
                <a:cs typeface="Arial MT"/>
              </a:rPr>
              <a:t>and</a:t>
            </a:r>
            <a:r>
              <a:rPr sz="1650" spc="-85" dirty="0">
                <a:latin typeface="Arial MT"/>
                <a:cs typeface="Arial MT"/>
              </a:rPr>
              <a:t> </a:t>
            </a:r>
            <a:r>
              <a:rPr sz="1650" dirty="0">
                <a:latin typeface="Arial MT"/>
                <a:cs typeface="Arial MT"/>
              </a:rPr>
              <a:t>take</a:t>
            </a:r>
            <a:r>
              <a:rPr sz="1650" spc="15" dirty="0">
                <a:latin typeface="Arial MT"/>
                <a:cs typeface="Arial MT"/>
              </a:rPr>
              <a:t> </a:t>
            </a:r>
            <a:r>
              <a:rPr sz="1650" spc="-10" dirty="0">
                <a:latin typeface="Arial MT"/>
                <a:cs typeface="Arial MT"/>
              </a:rPr>
              <a:t>action.</a:t>
            </a:r>
            <a:endParaRPr sz="1650">
              <a:latin typeface="Arial MT"/>
              <a:cs typeface="Arial MT"/>
            </a:endParaRPr>
          </a:p>
        </p:txBody>
      </p:sp>
      <p:sp>
        <p:nvSpPr>
          <p:cNvPr id="51" name="object 51"/>
          <p:cNvSpPr txBox="1"/>
          <p:nvPr/>
        </p:nvSpPr>
        <p:spPr>
          <a:xfrm>
            <a:off x="4692587" y="2792706"/>
            <a:ext cx="766445" cy="372745"/>
          </a:xfrm>
          <a:prstGeom prst="rect">
            <a:avLst/>
          </a:prstGeom>
        </p:spPr>
        <p:txBody>
          <a:bodyPr vert="horz" wrap="square" lIns="0" tIns="21590" rIns="0" bIns="0" rtlCol="0">
            <a:spAutoFit/>
          </a:bodyPr>
          <a:lstStyle/>
          <a:p>
            <a:pPr marL="135890" marR="5080" indent="-123825">
              <a:lnSpc>
                <a:spcPts val="1350"/>
              </a:lnSpc>
              <a:spcBef>
                <a:spcPts val="170"/>
              </a:spcBef>
            </a:pPr>
            <a:r>
              <a:rPr sz="1150" spc="-80" dirty="0">
                <a:solidFill>
                  <a:srgbClr val="242424"/>
                </a:solidFill>
                <a:latin typeface="Arial MT"/>
                <a:cs typeface="Arial MT"/>
              </a:rPr>
              <a:t>Amazon</a:t>
            </a:r>
            <a:r>
              <a:rPr sz="1150" spc="20" dirty="0">
                <a:solidFill>
                  <a:srgbClr val="242424"/>
                </a:solidFill>
                <a:latin typeface="Arial MT"/>
                <a:cs typeface="Arial MT"/>
              </a:rPr>
              <a:t> </a:t>
            </a:r>
            <a:r>
              <a:rPr sz="1150" spc="-175" dirty="0">
                <a:solidFill>
                  <a:srgbClr val="4F4F4F"/>
                </a:solidFill>
                <a:latin typeface="Arial MT"/>
                <a:cs typeface="Arial MT"/>
              </a:rPr>
              <a:t>EC2</a:t>
            </a:r>
            <a:r>
              <a:rPr sz="1150" spc="-10" dirty="0">
                <a:solidFill>
                  <a:srgbClr val="4F4F4F"/>
                </a:solidFill>
                <a:latin typeface="Arial MT"/>
                <a:cs typeface="Arial MT"/>
              </a:rPr>
              <a:t> </a:t>
            </a:r>
            <a:r>
              <a:rPr sz="1150" spc="-10" dirty="0">
                <a:solidFill>
                  <a:srgbClr val="111111"/>
                </a:solidFill>
                <a:latin typeface="Arial MT"/>
                <a:cs typeface="Arial MT"/>
              </a:rPr>
              <a:t>instance</a:t>
            </a:r>
            <a:endParaRPr sz="1150">
              <a:latin typeface="Arial MT"/>
              <a:cs typeface="Arial MT"/>
            </a:endParaRPr>
          </a:p>
        </p:txBody>
      </p:sp>
      <p:sp>
        <p:nvSpPr>
          <p:cNvPr id="52" name="object 52"/>
          <p:cNvSpPr txBox="1"/>
          <p:nvPr/>
        </p:nvSpPr>
        <p:spPr>
          <a:xfrm>
            <a:off x="6142579" y="2811758"/>
            <a:ext cx="733425" cy="363220"/>
          </a:xfrm>
          <a:prstGeom prst="rect">
            <a:avLst/>
          </a:prstGeom>
        </p:spPr>
        <p:txBody>
          <a:bodyPr vert="horz" wrap="square" lIns="0" tIns="28575" rIns="0" bIns="0" rtlCol="0">
            <a:spAutoFit/>
          </a:bodyPr>
          <a:lstStyle/>
          <a:p>
            <a:pPr marL="12700" marR="5080" indent="121285">
              <a:lnSpc>
                <a:spcPts val="1280"/>
              </a:lnSpc>
              <a:spcBef>
                <a:spcPts val="225"/>
              </a:spcBef>
            </a:pPr>
            <a:r>
              <a:rPr sz="1150" spc="-10" dirty="0">
                <a:solidFill>
                  <a:srgbClr val="2F2F2F"/>
                </a:solidFill>
                <a:latin typeface="Arial MT"/>
                <a:cs typeface="Arial MT"/>
              </a:rPr>
              <a:t>Amazon </a:t>
            </a:r>
            <a:r>
              <a:rPr sz="1150" spc="-80" dirty="0">
                <a:latin typeface="Arial MT"/>
                <a:cs typeface="Arial MT"/>
              </a:rPr>
              <a:t>CloudWatch</a:t>
            </a:r>
            <a:endParaRPr sz="1150">
              <a:latin typeface="Arial MT"/>
              <a:cs typeface="Arial MT"/>
            </a:endParaRPr>
          </a:p>
        </p:txBody>
      </p:sp>
      <p:sp>
        <p:nvSpPr>
          <p:cNvPr id="53" name="object 53"/>
          <p:cNvSpPr txBox="1"/>
          <p:nvPr/>
        </p:nvSpPr>
        <p:spPr>
          <a:xfrm>
            <a:off x="7769513" y="2803819"/>
            <a:ext cx="756285" cy="382905"/>
          </a:xfrm>
          <a:prstGeom prst="rect">
            <a:avLst/>
          </a:prstGeom>
        </p:spPr>
        <p:txBody>
          <a:bodyPr vert="horz" wrap="square" lIns="0" tIns="38100" rIns="0" bIns="0" rtlCol="0">
            <a:spAutoFit/>
          </a:bodyPr>
          <a:lstStyle/>
          <a:p>
            <a:pPr marL="12700" marR="5080">
              <a:lnSpc>
                <a:spcPts val="1310"/>
              </a:lnSpc>
              <a:spcBef>
                <a:spcPts val="300"/>
              </a:spcBef>
            </a:pPr>
            <a:r>
              <a:rPr sz="1250" spc="-165" dirty="0">
                <a:solidFill>
                  <a:srgbClr val="2F2F2F"/>
                </a:solidFill>
                <a:latin typeface="Arial MT"/>
                <a:cs typeface="Arial MT"/>
              </a:rPr>
              <a:t>Amazon</a:t>
            </a:r>
            <a:r>
              <a:rPr sz="1250" spc="5" dirty="0">
                <a:solidFill>
                  <a:srgbClr val="2F2F2F"/>
                </a:solidFill>
                <a:latin typeface="Arial MT"/>
                <a:cs typeface="Arial MT"/>
              </a:rPr>
              <a:t> </a:t>
            </a:r>
            <a:r>
              <a:rPr sz="1250" spc="-235" dirty="0">
                <a:solidFill>
                  <a:srgbClr val="595959"/>
                </a:solidFill>
                <a:latin typeface="Arial MT"/>
                <a:cs typeface="Arial MT"/>
              </a:rPr>
              <a:t>EC3</a:t>
            </a:r>
            <a:r>
              <a:rPr sz="1250" spc="-120" dirty="0">
                <a:solidFill>
                  <a:srgbClr val="595959"/>
                </a:solidFill>
                <a:latin typeface="Arial MT"/>
                <a:cs typeface="Arial MT"/>
              </a:rPr>
              <a:t> </a:t>
            </a:r>
            <a:r>
              <a:rPr sz="1250" spc="-120" dirty="0">
                <a:solidFill>
                  <a:srgbClr val="525252"/>
                </a:solidFill>
                <a:latin typeface="Arial MT"/>
                <a:cs typeface="Arial MT"/>
              </a:rPr>
              <a:t>Auto</a:t>
            </a:r>
            <a:r>
              <a:rPr sz="1250" spc="10" dirty="0">
                <a:solidFill>
                  <a:srgbClr val="525252"/>
                </a:solidFill>
                <a:latin typeface="Arial MT"/>
                <a:cs typeface="Arial MT"/>
              </a:rPr>
              <a:t> </a:t>
            </a:r>
            <a:r>
              <a:rPr sz="1250" spc="-130" dirty="0">
                <a:solidFill>
                  <a:srgbClr val="262626"/>
                </a:solidFill>
                <a:latin typeface="Arial MT"/>
                <a:cs typeface="Arial MT"/>
              </a:rPr>
              <a:t>Scaling</a:t>
            </a:r>
            <a:endParaRPr sz="1250">
              <a:latin typeface="Arial MT"/>
              <a:cs typeface="Arial MT"/>
            </a:endParaRPr>
          </a:p>
        </p:txBody>
      </p:sp>
      <p:sp>
        <p:nvSpPr>
          <p:cNvPr id="54" name="object 54"/>
          <p:cNvSpPr txBox="1"/>
          <p:nvPr/>
        </p:nvSpPr>
        <p:spPr>
          <a:xfrm>
            <a:off x="9608027" y="2776829"/>
            <a:ext cx="765810" cy="370840"/>
          </a:xfrm>
          <a:prstGeom prst="rect">
            <a:avLst/>
          </a:prstGeom>
        </p:spPr>
        <p:txBody>
          <a:bodyPr vert="horz" wrap="square" lIns="0" tIns="34925" rIns="0" bIns="0" rtlCol="0">
            <a:spAutoFit/>
          </a:bodyPr>
          <a:lstStyle/>
          <a:p>
            <a:pPr marL="135255" marR="5080" indent="-123189">
              <a:lnSpc>
                <a:spcPts val="1280"/>
              </a:lnSpc>
              <a:spcBef>
                <a:spcPts val="275"/>
              </a:spcBef>
            </a:pPr>
            <a:r>
              <a:rPr sz="1200" spc="-114" dirty="0">
                <a:latin typeface="Arial MT"/>
                <a:cs typeface="Arial MT"/>
              </a:rPr>
              <a:t>Amazon</a:t>
            </a:r>
            <a:r>
              <a:rPr sz="1200" spc="-45" dirty="0">
                <a:latin typeface="Arial MT"/>
                <a:cs typeface="Arial MT"/>
              </a:rPr>
              <a:t> </a:t>
            </a:r>
            <a:r>
              <a:rPr sz="1200" spc="-180" dirty="0">
                <a:latin typeface="Arial MT"/>
                <a:cs typeface="Arial MT"/>
              </a:rPr>
              <a:t>EC2</a:t>
            </a:r>
            <a:r>
              <a:rPr sz="1200" spc="-10" dirty="0">
                <a:latin typeface="Arial MT"/>
                <a:cs typeface="Arial MT"/>
              </a:rPr>
              <a:t> </a:t>
            </a:r>
            <a:r>
              <a:rPr sz="1200" spc="-10" dirty="0">
                <a:solidFill>
                  <a:srgbClr val="0F0F0F"/>
                </a:solidFill>
                <a:latin typeface="Arial MT"/>
                <a:cs typeface="Arial MT"/>
              </a:rPr>
              <a:t>instance</a:t>
            </a:r>
            <a:endParaRPr sz="1200">
              <a:latin typeface="Arial MT"/>
              <a:cs typeface="Arial MT"/>
            </a:endParaRPr>
          </a:p>
        </p:txBody>
      </p:sp>
      <p:sp>
        <p:nvSpPr>
          <p:cNvPr id="55" name="object 55"/>
          <p:cNvSpPr txBox="1"/>
          <p:nvPr/>
        </p:nvSpPr>
        <p:spPr>
          <a:xfrm>
            <a:off x="4763521" y="3301084"/>
            <a:ext cx="5621020" cy="1416685"/>
          </a:xfrm>
          <a:prstGeom prst="rect">
            <a:avLst/>
          </a:prstGeom>
        </p:spPr>
        <p:txBody>
          <a:bodyPr vert="horz" wrap="square" lIns="0" tIns="15875" rIns="0" bIns="0" rtlCol="0">
            <a:spAutoFit/>
          </a:bodyPr>
          <a:lstStyle/>
          <a:p>
            <a:pPr marL="22225" marR="5080" indent="-6350">
              <a:lnSpc>
                <a:spcPct val="107200"/>
              </a:lnSpc>
              <a:spcBef>
                <a:spcPts val="125"/>
              </a:spcBef>
            </a:pPr>
            <a:r>
              <a:rPr sz="1700" spc="-20" dirty="0">
                <a:latin typeface="Arial MT"/>
                <a:cs typeface="Arial MT"/>
              </a:rPr>
              <a:t>In</a:t>
            </a:r>
            <a:r>
              <a:rPr sz="1700" spc="-100" dirty="0">
                <a:latin typeface="Arial MT"/>
                <a:cs typeface="Arial MT"/>
              </a:rPr>
              <a:t> </a:t>
            </a:r>
            <a:r>
              <a:rPr sz="1700" dirty="0">
                <a:latin typeface="Arial MT"/>
                <a:cs typeface="Arial MT"/>
              </a:rPr>
              <a:t>the</a:t>
            </a:r>
            <a:r>
              <a:rPr sz="1700" spc="-114" dirty="0">
                <a:latin typeface="Arial MT"/>
                <a:cs typeface="Arial MT"/>
              </a:rPr>
              <a:t> </a:t>
            </a:r>
            <a:r>
              <a:rPr sz="1700" spc="-50" dirty="0">
                <a:latin typeface="Arial MT"/>
                <a:cs typeface="Arial MT"/>
              </a:rPr>
              <a:t>diagram,</a:t>
            </a:r>
            <a:r>
              <a:rPr sz="1700" spc="-25" dirty="0">
                <a:latin typeface="Arial MT"/>
                <a:cs typeface="Arial MT"/>
              </a:rPr>
              <a:t> </a:t>
            </a:r>
            <a:r>
              <a:rPr sz="1700" spc="-65" dirty="0">
                <a:latin typeface="Arial MT"/>
                <a:cs typeface="Arial MT"/>
              </a:rPr>
              <a:t>CloudWatch</a:t>
            </a:r>
            <a:r>
              <a:rPr sz="1700" spc="40" dirty="0">
                <a:latin typeface="Arial MT"/>
                <a:cs typeface="Arial MT"/>
              </a:rPr>
              <a:t> </a:t>
            </a:r>
            <a:r>
              <a:rPr sz="1700" spc="-80" dirty="0">
                <a:latin typeface="Arial MT"/>
                <a:cs typeface="Arial MT"/>
              </a:rPr>
              <a:t>receives</a:t>
            </a:r>
            <a:r>
              <a:rPr sz="1700" spc="20" dirty="0">
                <a:latin typeface="Arial MT"/>
                <a:cs typeface="Arial MT"/>
              </a:rPr>
              <a:t> </a:t>
            </a:r>
            <a:r>
              <a:rPr sz="1700" spc="-25" dirty="0">
                <a:latin typeface="Arial MT"/>
                <a:cs typeface="Arial MT"/>
              </a:rPr>
              <a:t>data</a:t>
            </a:r>
            <a:r>
              <a:rPr sz="1700" spc="-30" dirty="0">
                <a:latin typeface="Arial MT"/>
                <a:cs typeface="Arial MT"/>
              </a:rPr>
              <a:t> </a:t>
            </a:r>
            <a:r>
              <a:rPr sz="1700" spc="-229" dirty="0">
                <a:solidFill>
                  <a:srgbClr val="0F0F0F"/>
                </a:solidFill>
                <a:latin typeface="Arial MT"/>
                <a:cs typeface="Arial MT"/>
              </a:rPr>
              <a:t>On</a:t>
            </a:r>
            <a:r>
              <a:rPr sz="1700" spc="-10" dirty="0">
                <a:solidFill>
                  <a:srgbClr val="0F0F0F"/>
                </a:solidFill>
                <a:latin typeface="Arial MT"/>
                <a:cs typeface="Arial MT"/>
              </a:rPr>
              <a:t> </a:t>
            </a:r>
            <a:r>
              <a:rPr sz="1700" dirty="0">
                <a:solidFill>
                  <a:srgbClr val="151515"/>
                </a:solidFill>
                <a:latin typeface="Arial MT"/>
                <a:cs typeface="Arial MT"/>
              </a:rPr>
              <a:t>the</a:t>
            </a:r>
            <a:r>
              <a:rPr sz="1700" spc="-95" dirty="0">
                <a:solidFill>
                  <a:srgbClr val="151515"/>
                </a:solidFill>
                <a:latin typeface="Arial MT"/>
                <a:cs typeface="Arial MT"/>
              </a:rPr>
              <a:t> </a:t>
            </a:r>
            <a:r>
              <a:rPr sz="1700" spc="-25" dirty="0">
                <a:latin typeface="Arial MT"/>
                <a:cs typeface="Arial MT"/>
              </a:rPr>
              <a:t>EC2 </a:t>
            </a:r>
            <a:r>
              <a:rPr sz="1700" spc="-55" dirty="0">
                <a:solidFill>
                  <a:srgbClr val="0F0F0F"/>
                </a:solidFill>
                <a:latin typeface="Arial MT"/>
                <a:cs typeface="Arial MT"/>
              </a:rPr>
              <a:t>instance</a:t>
            </a:r>
            <a:r>
              <a:rPr sz="1700" spc="-65" dirty="0">
                <a:solidFill>
                  <a:srgbClr val="0F0F0F"/>
                </a:solidFill>
                <a:latin typeface="Arial MT"/>
                <a:cs typeface="Arial MT"/>
              </a:rPr>
              <a:t> </a:t>
            </a:r>
            <a:r>
              <a:rPr sz="1700" spc="-190" dirty="0">
                <a:latin typeface="Arial MT"/>
                <a:cs typeface="Arial MT"/>
              </a:rPr>
              <a:t>CPU</a:t>
            </a:r>
            <a:r>
              <a:rPr sz="1700" spc="-25" dirty="0">
                <a:latin typeface="Arial MT"/>
                <a:cs typeface="Arial MT"/>
              </a:rPr>
              <a:t> </a:t>
            </a:r>
            <a:r>
              <a:rPr sz="1700" spc="-10" dirty="0">
                <a:latin typeface="Arial MT"/>
                <a:cs typeface="Arial MT"/>
              </a:rPr>
              <a:t>utilization.</a:t>
            </a:r>
            <a:r>
              <a:rPr sz="1700" spc="-100" dirty="0">
                <a:latin typeface="Arial MT"/>
                <a:cs typeface="Arial MT"/>
              </a:rPr>
              <a:t> </a:t>
            </a:r>
            <a:r>
              <a:rPr sz="1700" spc="-75" dirty="0">
                <a:latin typeface="Arial MT"/>
                <a:cs typeface="Arial MT"/>
              </a:rPr>
              <a:t>When</a:t>
            </a:r>
            <a:r>
              <a:rPr sz="1700" spc="-45" dirty="0">
                <a:latin typeface="Arial MT"/>
                <a:cs typeface="Arial MT"/>
              </a:rPr>
              <a:t> </a:t>
            </a:r>
            <a:r>
              <a:rPr sz="1700" dirty="0">
                <a:latin typeface="Arial MT"/>
                <a:cs typeface="Arial MT"/>
              </a:rPr>
              <a:t>the</a:t>
            </a:r>
            <a:r>
              <a:rPr sz="1700" spc="-35" dirty="0">
                <a:latin typeface="Arial MT"/>
                <a:cs typeface="Arial MT"/>
              </a:rPr>
              <a:t> </a:t>
            </a:r>
            <a:r>
              <a:rPr sz="1700" spc="-185" dirty="0">
                <a:latin typeface="Arial MT"/>
                <a:cs typeface="Arial MT"/>
              </a:rPr>
              <a:t>CPU</a:t>
            </a:r>
            <a:r>
              <a:rPr sz="1700" spc="30" dirty="0">
                <a:latin typeface="Arial MT"/>
                <a:cs typeface="Arial MT"/>
              </a:rPr>
              <a:t> </a:t>
            </a:r>
            <a:r>
              <a:rPr sz="1700" spc="-95" dirty="0">
                <a:latin typeface="Arial MT"/>
                <a:cs typeface="Arial MT"/>
              </a:rPr>
              <a:t>goes</a:t>
            </a:r>
            <a:r>
              <a:rPr sz="1700" spc="-25" dirty="0">
                <a:latin typeface="Arial MT"/>
                <a:cs typeface="Arial MT"/>
              </a:rPr>
              <a:t> </a:t>
            </a:r>
            <a:r>
              <a:rPr sz="1700" spc="-10" dirty="0">
                <a:latin typeface="Arial MT"/>
                <a:cs typeface="Arial MT"/>
              </a:rPr>
              <a:t>over</a:t>
            </a:r>
            <a:r>
              <a:rPr sz="1700" spc="30" dirty="0">
                <a:latin typeface="Arial MT"/>
                <a:cs typeface="Arial MT"/>
              </a:rPr>
              <a:t> </a:t>
            </a:r>
            <a:r>
              <a:rPr sz="1700" spc="-190" dirty="0">
                <a:solidFill>
                  <a:srgbClr val="3F3F3F"/>
                </a:solidFill>
                <a:latin typeface="Arial MT"/>
                <a:cs typeface="Arial MT"/>
              </a:rPr>
              <a:t>a</a:t>
            </a:r>
            <a:r>
              <a:rPr sz="1700" spc="45" dirty="0">
                <a:solidFill>
                  <a:srgbClr val="3F3F3F"/>
                </a:solidFill>
                <a:latin typeface="Arial MT"/>
                <a:cs typeface="Arial MT"/>
              </a:rPr>
              <a:t> </a:t>
            </a:r>
            <a:r>
              <a:rPr sz="1700" spc="-10" dirty="0">
                <a:latin typeface="Arial MT"/>
                <a:cs typeface="Arial MT"/>
              </a:rPr>
              <a:t>specifed </a:t>
            </a:r>
            <a:r>
              <a:rPr sz="1700" spc="-40" dirty="0">
                <a:latin typeface="Arial MT"/>
                <a:cs typeface="Arial MT"/>
              </a:rPr>
              <a:t>percent,</a:t>
            </a:r>
            <a:r>
              <a:rPr sz="1700" spc="-80" dirty="0">
                <a:latin typeface="Arial MT"/>
                <a:cs typeface="Arial MT"/>
              </a:rPr>
              <a:t> </a:t>
            </a:r>
            <a:r>
              <a:rPr sz="1700" spc="-75" dirty="0">
                <a:latin typeface="Arial MT"/>
                <a:cs typeface="Arial MT"/>
              </a:rPr>
              <a:t>CloudWatch</a:t>
            </a:r>
            <a:r>
              <a:rPr sz="1700" dirty="0">
                <a:latin typeface="Arial MT"/>
                <a:cs typeface="Arial MT"/>
              </a:rPr>
              <a:t> </a:t>
            </a:r>
            <a:r>
              <a:rPr sz="1700" spc="-10" dirty="0">
                <a:latin typeface="Arial MT"/>
                <a:cs typeface="Arial MT"/>
              </a:rPr>
              <a:t>triggers</a:t>
            </a:r>
            <a:r>
              <a:rPr sz="1700" spc="-85" dirty="0">
                <a:latin typeface="Arial MT"/>
                <a:cs typeface="Arial MT"/>
              </a:rPr>
              <a:t> </a:t>
            </a:r>
            <a:r>
              <a:rPr sz="1700" spc="-65" dirty="0">
                <a:latin typeface="Arial MT"/>
                <a:cs typeface="Arial MT"/>
              </a:rPr>
              <a:t>Amazon</a:t>
            </a:r>
            <a:r>
              <a:rPr sz="1700" spc="-45" dirty="0">
                <a:latin typeface="Arial MT"/>
                <a:cs typeface="Arial MT"/>
              </a:rPr>
              <a:t> </a:t>
            </a:r>
            <a:r>
              <a:rPr sz="1700" spc="-204" dirty="0">
                <a:latin typeface="Arial MT"/>
                <a:cs typeface="Arial MT"/>
              </a:rPr>
              <a:t>EC2</a:t>
            </a:r>
            <a:r>
              <a:rPr sz="1700" spc="70" dirty="0">
                <a:latin typeface="Arial MT"/>
                <a:cs typeface="Arial MT"/>
              </a:rPr>
              <a:t> </a:t>
            </a:r>
            <a:r>
              <a:rPr sz="1700" spc="-10" dirty="0">
                <a:solidFill>
                  <a:srgbClr val="2D2D2D"/>
                </a:solidFill>
                <a:latin typeface="Arial MT"/>
                <a:cs typeface="Arial MT"/>
              </a:rPr>
              <a:t>Auto</a:t>
            </a:r>
            <a:r>
              <a:rPr sz="1700" spc="-35" dirty="0">
                <a:solidFill>
                  <a:srgbClr val="2D2D2D"/>
                </a:solidFill>
                <a:latin typeface="Arial MT"/>
                <a:cs typeface="Arial MT"/>
              </a:rPr>
              <a:t> </a:t>
            </a:r>
            <a:r>
              <a:rPr sz="1700" spc="-70" dirty="0">
                <a:latin typeface="Arial MT"/>
                <a:cs typeface="Arial MT"/>
              </a:rPr>
              <a:t>Scaling</a:t>
            </a:r>
            <a:r>
              <a:rPr sz="1700" spc="-40" dirty="0">
                <a:latin typeface="Arial MT"/>
                <a:cs typeface="Arial MT"/>
              </a:rPr>
              <a:t> </a:t>
            </a:r>
            <a:r>
              <a:rPr sz="1700" spc="-25" dirty="0">
                <a:solidFill>
                  <a:srgbClr val="111111"/>
                </a:solidFill>
                <a:latin typeface="Arial MT"/>
                <a:cs typeface="Arial MT"/>
              </a:rPr>
              <a:t>to </a:t>
            </a:r>
            <a:r>
              <a:rPr sz="1700" spc="-35" dirty="0">
                <a:latin typeface="Arial MT"/>
                <a:cs typeface="Arial MT"/>
              </a:rPr>
              <a:t>provision</a:t>
            </a:r>
            <a:r>
              <a:rPr sz="1700" spc="-15" dirty="0">
                <a:latin typeface="Arial MT"/>
                <a:cs typeface="Arial MT"/>
              </a:rPr>
              <a:t> </a:t>
            </a:r>
            <a:r>
              <a:rPr sz="1700" spc="-75" dirty="0">
                <a:solidFill>
                  <a:srgbClr val="1C1C1C"/>
                </a:solidFill>
                <a:latin typeface="Arial MT"/>
                <a:cs typeface="Arial MT"/>
              </a:rPr>
              <a:t>an </a:t>
            </a:r>
            <a:r>
              <a:rPr sz="1700" spc="-10" dirty="0">
                <a:latin typeface="Arial MT"/>
                <a:cs typeface="Arial MT"/>
              </a:rPr>
              <a:t>additional</a:t>
            </a:r>
            <a:r>
              <a:rPr sz="1700" spc="10" dirty="0">
                <a:latin typeface="Arial MT"/>
                <a:cs typeface="Arial MT"/>
              </a:rPr>
              <a:t> </a:t>
            </a:r>
            <a:r>
              <a:rPr sz="1700" spc="-60" dirty="0">
                <a:latin typeface="Arial MT"/>
                <a:cs typeface="Arial MT"/>
              </a:rPr>
              <a:t>instance</a:t>
            </a:r>
            <a:r>
              <a:rPr sz="1700" spc="25" dirty="0">
                <a:latin typeface="Arial MT"/>
                <a:cs typeface="Arial MT"/>
              </a:rPr>
              <a:t> </a:t>
            </a:r>
            <a:r>
              <a:rPr sz="1700" dirty="0">
                <a:solidFill>
                  <a:srgbClr val="161616"/>
                </a:solidFill>
                <a:latin typeface="Arial MT"/>
                <a:cs typeface="Arial MT"/>
              </a:rPr>
              <a:t>to</a:t>
            </a:r>
            <a:r>
              <a:rPr sz="1700" spc="-80" dirty="0">
                <a:solidFill>
                  <a:srgbClr val="161616"/>
                </a:solidFill>
                <a:latin typeface="Arial MT"/>
                <a:cs typeface="Arial MT"/>
              </a:rPr>
              <a:t> </a:t>
            </a:r>
            <a:r>
              <a:rPr sz="1700" dirty="0">
                <a:latin typeface="Arial MT"/>
                <a:cs typeface="Arial MT"/>
              </a:rPr>
              <a:t>help</a:t>
            </a:r>
            <a:r>
              <a:rPr sz="1700" spc="-20" dirty="0">
                <a:latin typeface="Arial MT"/>
                <a:cs typeface="Arial MT"/>
              </a:rPr>
              <a:t> </a:t>
            </a:r>
            <a:r>
              <a:rPr sz="1700" dirty="0">
                <a:solidFill>
                  <a:srgbClr val="0E0E0E"/>
                </a:solidFill>
                <a:latin typeface="Arial MT"/>
                <a:cs typeface="Arial MT"/>
              </a:rPr>
              <a:t>with</a:t>
            </a:r>
            <a:r>
              <a:rPr sz="1700" spc="-90" dirty="0">
                <a:solidFill>
                  <a:srgbClr val="0E0E0E"/>
                </a:solidFill>
                <a:latin typeface="Arial MT"/>
                <a:cs typeface="Arial MT"/>
              </a:rPr>
              <a:t> </a:t>
            </a:r>
            <a:r>
              <a:rPr sz="1700" dirty="0">
                <a:latin typeface="Arial MT"/>
                <a:cs typeface="Arial MT"/>
              </a:rPr>
              <a:t>the</a:t>
            </a:r>
            <a:r>
              <a:rPr sz="1700" spc="-35" dirty="0">
                <a:latin typeface="Arial MT"/>
                <a:cs typeface="Arial MT"/>
              </a:rPr>
              <a:t> </a:t>
            </a:r>
            <a:r>
              <a:rPr sz="1700" spc="-10" dirty="0">
                <a:latin typeface="Arial MT"/>
                <a:cs typeface="Arial MT"/>
              </a:rPr>
              <a:t>wOrkload.</a:t>
            </a:r>
            <a:endParaRPr sz="1700">
              <a:latin typeface="Arial MT"/>
              <a:cs typeface="Arial MT"/>
            </a:endParaRPr>
          </a:p>
          <a:p>
            <a:pPr marL="12700">
              <a:lnSpc>
                <a:spcPct val="100000"/>
              </a:lnSpc>
              <a:spcBef>
                <a:spcPts val="135"/>
              </a:spcBef>
            </a:pPr>
            <a:r>
              <a:rPr sz="1700" spc="-50" dirty="0">
                <a:latin typeface="Arial MT"/>
                <a:cs typeface="Arial MT"/>
              </a:rPr>
              <a:t>Therefore,</a:t>
            </a:r>
            <a:r>
              <a:rPr sz="1700" spc="-70" dirty="0">
                <a:latin typeface="Arial MT"/>
                <a:cs typeface="Arial MT"/>
              </a:rPr>
              <a:t> </a:t>
            </a:r>
            <a:r>
              <a:rPr sz="1700" dirty="0">
                <a:latin typeface="Arial MT"/>
                <a:cs typeface="Arial MT"/>
              </a:rPr>
              <a:t>the</a:t>
            </a:r>
            <a:r>
              <a:rPr sz="1700" spc="-265" dirty="0">
                <a:latin typeface="Arial MT"/>
                <a:cs typeface="Arial MT"/>
              </a:rPr>
              <a:t> </a:t>
            </a:r>
            <a:r>
              <a:rPr sz="1700" spc="-170" dirty="0">
                <a:latin typeface="Arial MT"/>
                <a:cs typeface="Arial MT"/>
              </a:rPr>
              <a:t>€rst</a:t>
            </a:r>
            <a:r>
              <a:rPr sz="1700" spc="50" dirty="0">
                <a:latin typeface="Arial MT"/>
                <a:cs typeface="Arial MT"/>
              </a:rPr>
              <a:t> </a:t>
            </a:r>
            <a:r>
              <a:rPr sz="1700" spc="-50" dirty="0">
                <a:solidFill>
                  <a:srgbClr val="131313"/>
                </a:solidFill>
                <a:latin typeface="Arial MT"/>
                <a:cs typeface="Arial MT"/>
              </a:rPr>
              <a:t>instance</a:t>
            </a:r>
            <a:r>
              <a:rPr sz="1700" spc="5" dirty="0">
                <a:solidFill>
                  <a:srgbClr val="131313"/>
                </a:solidFill>
                <a:latin typeface="Arial MT"/>
                <a:cs typeface="Arial MT"/>
              </a:rPr>
              <a:t> </a:t>
            </a:r>
            <a:r>
              <a:rPr sz="1700" spc="-10" dirty="0">
                <a:latin typeface="Arial MT"/>
                <a:cs typeface="Arial MT"/>
              </a:rPr>
              <a:t>isn't</a:t>
            </a:r>
            <a:r>
              <a:rPr sz="1700" spc="-30" dirty="0">
                <a:latin typeface="Arial MT"/>
                <a:cs typeface="Arial MT"/>
              </a:rPr>
              <a:t> </a:t>
            </a:r>
            <a:r>
              <a:rPr sz="1700" spc="-10" dirty="0">
                <a:latin typeface="Arial MT"/>
                <a:cs typeface="Arial MT"/>
              </a:rPr>
              <a:t>overloaded.</a:t>
            </a:r>
            <a:endParaRPr sz="1700">
              <a:latin typeface="Arial MT"/>
              <a:cs typeface="Arial MT"/>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384935" y="1336791"/>
            <a:ext cx="3124536" cy="3915244"/>
          </a:xfrm>
          <a:prstGeom prst="rect">
            <a:avLst/>
          </a:prstGeom>
        </p:spPr>
      </p:pic>
      <p:pic>
        <p:nvPicPr>
          <p:cNvPr id="3" name="object 3"/>
          <p:cNvPicPr/>
          <p:nvPr/>
        </p:nvPicPr>
        <p:blipFill>
          <a:blip r:embed="rId3" cstate="print"/>
          <a:stretch>
            <a:fillRect/>
          </a:stretch>
        </p:blipFill>
        <p:spPr>
          <a:xfrm>
            <a:off x="4585680" y="2051251"/>
            <a:ext cx="2009992" cy="781143"/>
          </a:xfrm>
          <a:prstGeom prst="rect">
            <a:avLst/>
          </a:prstGeom>
        </p:spPr>
      </p:pic>
      <p:pic>
        <p:nvPicPr>
          <p:cNvPr id="4" name="object 4"/>
          <p:cNvPicPr/>
          <p:nvPr/>
        </p:nvPicPr>
        <p:blipFill>
          <a:blip r:embed="rId4" cstate="print"/>
          <a:stretch>
            <a:fillRect/>
          </a:stretch>
        </p:blipFill>
        <p:spPr>
          <a:xfrm>
            <a:off x="6690931" y="2051251"/>
            <a:ext cx="2019518" cy="781143"/>
          </a:xfrm>
          <a:prstGeom prst="rect">
            <a:avLst/>
          </a:prstGeom>
        </p:spPr>
      </p:pic>
      <p:grpSp>
        <p:nvGrpSpPr>
          <p:cNvPr id="5" name="object 5"/>
          <p:cNvGrpSpPr/>
          <p:nvPr/>
        </p:nvGrpSpPr>
        <p:grpSpPr>
          <a:xfrm>
            <a:off x="1384935" y="365125"/>
            <a:ext cx="9411970" cy="848360"/>
            <a:chOff x="1384935" y="365125"/>
            <a:chExt cx="9411970" cy="848360"/>
          </a:xfrm>
        </p:grpSpPr>
        <p:pic>
          <p:nvPicPr>
            <p:cNvPr id="6" name="object 6"/>
            <p:cNvPicPr/>
            <p:nvPr/>
          </p:nvPicPr>
          <p:blipFill>
            <a:blip r:embed="rId5" cstate="print"/>
            <a:stretch>
              <a:fillRect/>
            </a:stretch>
          </p:blipFill>
          <p:spPr>
            <a:xfrm>
              <a:off x="1765975" y="631856"/>
              <a:ext cx="3572259" cy="352467"/>
            </a:xfrm>
            <a:prstGeom prst="rect">
              <a:avLst/>
            </a:prstGeom>
          </p:spPr>
        </p:pic>
        <p:sp>
          <p:nvSpPr>
            <p:cNvPr id="7" name="object 7"/>
            <p:cNvSpPr/>
            <p:nvPr/>
          </p:nvSpPr>
          <p:spPr>
            <a:xfrm>
              <a:off x="1384935" y="365125"/>
              <a:ext cx="9411970" cy="848360"/>
            </a:xfrm>
            <a:custGeom>
              <a:avLst/>
              <a:gdLst/>
              <a:ahLst/>
              <a:cxnLst/>
              <a:rect l="l" t="t" r="r" b="b"/>
              <a:pathLst>
                <a:path w="9411970" h="848360">
                  <a:moveTo>
                    <a:pt x="9410700" y="847725"/>
                  </a:moveTo>
                  <a:lnTo>
                    <a:pt x="0" y="847725"/>
                  </a:lnTo>
                  <a:lnTo>
                    <a:pt x="0" y="0"/>
                  </a:lnTo>
                  <a:lnTo>
                    <a:pt x="9410700" y="0"/>
                  </a:lnTo>
                  <a:lnTo>
                    <a:pt x="9410700" y="847725"/>
                  </a:lnTo>
                  <a:close/>
                </a:path>
              </a:pathLst>
            </a:custGeom>
            <a:solidFill>
              <a:srgbClr val="428E8E"/>
            </a:solidFill>
          </p:spPr>
          <p:txBody>
            <a:bodyPr wrap="square" lIns="0" tIns="0" rIns="0" bIns="0" rtlCol="0"/>
            <a:lstStyle/>
            <a:p>
              <a:endParaRPr/>
            </a:p>
          </p:txBody>
        </p:sp>
      </p:grpSp>
      <p:sp>
        <p:nvSpPr>
          <p:cNvPr id="8" name="object 8"/>
          <p:cNvSpPr txBox="1"/>
          <p:nvPr/>
        </p:nvSpPr>
        <p:spPr>
          <a:xfrm>
            <a:off x="1384935" y="365125"/>
            <a:ext cx="9411970" cy="848360"/>
          </a:xfrm>
          <a:prstGeom prst="rect">
            <a:avLst/>
          </a:prstGeom>
        </p:spPr>
        <p:txBody>
          <a:bodyPr vert="horz" wrap="square" lIns="0" tIns="174625" rIns="0" bIns="0" rtlCol="0">
            <a:spAutoFit/>
          </a:bodyPr>
          <a:lstStyle/>
          <a:p>
            <a:pPr marR="1367155" algn="r">
              <a:lnSpc>
                <a:spcPct val="100000"/>
              </a:lnSpc>
              <a:spcBef>
                <a:spcPts val="1375"/>
              </a:spcBef>
            </a:pPr>
            <a:r>
              <a:rPr sz="1850" spc="-25" dirty="0">
                <a:solidFill>
                  <a:srgbClr val="2F898C"/>
                </a:solidFill>
                <a:latin typeface="Consolas"/>
                <a:cs typeface="Consolas"/>
              </a:rPr>
              <a:t>3AS</a:t>
            </a:r>
            <a:endParaRPr sz="1850">
              <a:latin typeface="Consolas"/>
              <a:cs typeface="Consolas"/>
            </a:endParaRPr>
          </a:p>
        </p:txBody>
      </p:sp>
      <p:sp>
        <p:nvSpPr>
          <p:cNvPr id="9" name="object 9"/>
          <p:cNvSpPr txBox="1"/>
          <p:nvPr/>
        </p:nvSpPr>
        <p:spPr>
          <a:xfrm>
            <a:off x="8777132" y="2051251"/>
            <a:ext cx="1962785" cy="772160"/>
          </a:xfrm>
          <a:prstGeom prst="rect">
            <a:avLst/>
          </a:prstGeom>
          <a:solidFill>
            <a:srgbClr val="C1DBE8"/>
          </a:solidFill>
        </p:spPr>
        <p:txBody>
          <a:bodyPr vert="horz" wrap="square" lIns="0" tIns="155575" rIns="0" bIns="0" rtlCol="0">
            <a:spAutoFit/>
          </a:bodyPr>
          <a:lstStyle/>
          <a:p>
            <a:pPr marL="523875">
              <a:lnSpc>
                <a:spcPct val="100000"/>
              </a:lnSpc>
              <a:spcBef>
                <a:spcPts val="1225"/>
              </a:spcBef>
            </a:pPr>
            <a:r>
              <a:rPr sz="1400" spc="-10" dirty="0">
                <a:solidFill>
                  <a:srgbClr val="3882BA"/>
                </a:solidFill>
                <a:latin typeface="Arial MT"/>
                <a:cs typeface="Arial MT"/>
              </a:rPr>
              <a:t>Agpbœtion</a:t>
            </a:r>
            <a:endParaRPr sz="1400">
              <a:latin typeface="Arial MT"/>
              <a:cs typeface="Arial MT"/>
            </a:endParaRPr>
          </a:p>
          <a:p>
            <a:pPr marL="529590">
              <a:lnSpc>
                <a:spcPct val="100000"/>
              </a:lnSpc>
              <a:spcBef>
                <a:spcPts val="120"/>
              </a:spcBef>
            </a:pPr>
            <a:r>
              <a:rPr sz="1550" spc="-10" dirty="0">
                <a:solidFill>
                  <a:srgbClr val="3D7EA5"/>
                </a:solidFill>
                <a:latin typeface="Arial MT"/>
                <a:cs typeface="Arial MT"/>
              </a:rPr>
              <a:t>monitoring</a:t>
            </a:r>
            <a:endParaRPr sz="1550">
              <a:latin typeface="Arial MT"/>
              <a:cs typeface="Arial MT"/>
            </a:endParaRPr>
          </a:p>
        </p:txBody>
      </p:sp>
      <p:sp>
        <p:nvSpPr>
          <p:cNvPr id="10" name="object 10"/>
          <p:cNvSpPr txBox="1"/>
          <p:nvPr/>
        </p:nvSpPr>
        <p:spPr>
          <a:xfrm>
            <a:off x="1673247" y="5374289"/>
            <a:ext cx="2657475" cy="132715"/>
          </a:xfrm>
          <a:prstGeom prst="rect">
            <a:avLst/>
          </a:prstGeom>
        </p:spPr>
        <p:txBody>
          <a:bodyPr vert="horz" wrap="square" lIns="0" tIns="12700" rIns="0" bIns="0" rtlCol="0">
            <a:spAutoFit/>
          </a:bodyPr>
          <a:lstStyle/>
          <a:p>
            <a:pPr marL="12700">
              <a:lnSpc>
                <a:spcPct val="100000"/>
              </a:lnSpc>
              <a:spcBef>
                <a:spcPts val="100"/>
              </a:spcBef>
            </a:pPr>
            <a:r>
              <a:rPr sz="700" dirty="0">
                <a:solidFill>
                  <a:srgbClr val="777777"/>
                </a:solidFill>
                <a:latin typeface="Arial MT"/>
                <a:cs typeface="Arial MT"/>
              </a:rPr>
              <a:t>&amp;i20J</a:t>
            </a:r>
            <a:r>
              <a:rPr sz="700" dirty="0">
                <a:solidFill>
                  <a:srgbClr val="8E8E8E"/>
                </a:solidFill>
                <a:latin typeface="Arial MT"/>
                <a:cs typeface="Arial MT"/>
              </a:rPr>
              <a:t>1</a:t>
            </a:r>
            <a:r>
              <a:rPr sz="700" spc="10" dirty="0">
                <a:solidFill>
                  <a:srgbClr val="8E8E8E"/>
                </a:solidFill>
                <a:latin typeface="Arial MT"/>
                <a:cs typeface="Arial MT"/>
              </a:rPr>
              <a:t> </a:t>
            </a:r>
            <a:r>
              <a:rPr sz="700" spc="-25" dirty="0">
                <a:solidFill>
                  <a:srgbClr val="5D5D5D"/>
                </a:solidFill>
                <a:latin typeface="Arial MT"/>
                <a:cs typeface="Arial MT"/>
              </a:rPr>
              <a:t>Ama.on.</a:t>
            </a:r>
            <a:r>
              <a:rPr sz="700" spc="15" dirty="0">
                <a:solidFill>
                  <a:srgbClr val="5D5D5D"/>
                </a:solidFill>
                <a:latin typeface="Arial MT"/>
                <a:cs typeface="Arial MT"/>
              </a:rPr>
              <a:t> </a:t>
            </a:r>
            <a:r>
              <a:rPr sz="700" dirty="0">
                <a:solidFill>
                  <a:srgbClr val="797979"/>
                </a:solidFill>
                <a:latin typeface="Arial MT"/>
                <a:cs typeface="Arial MT"/>
              </a:rPr>
              <a:t>weo</a:t>
            </a:r>
            <a:r>
              <a:rPr sz="700" spc="-10" dirty="0">
                <a:solidFill>
                  <a:srgbClr val="797979"/>
                </a:solidFill>
                <a:latin typeface="Arial MT"/>
                <a:cs typeface="Arial MT"/>
              </a:rPr>
              <a:t> </a:t>
            </a:r>
            <a:r>
              <a:rPr sz="700" spc="-20" dirty="0">
                <a:solidFill>
                  <a:srgbClr val="707070"/>
                </a:solidFill>
                <a:latin typeface="Arial MT"/>
                <a:cs typeface="Arial MT"/>
              </a:rPr>
              <a:t>See+ces</a:t>
            </a:r>
            <a:r>
              <a:rPr sz="700" spc="70" dirty="0">
                <a:solidFill>
                  <a:srgbClr val="707070"/>
                </a:solidFill>
                <a:latin typeface="Arial MT"/>
                <a:cs typeface="Arial MT"/>
              </a:rPr>
              <a:t> </a:t>
            </a:r>
            <a:r>
              <a:rPr sz="700" spc="-10" dirty="0">
                <a:solidFill>
                  <a:srgbClr val="808080"/>
                </a:solidFill>
                <a:latin typeface="Arial MT"/>
                <a:cs typeface="Arial MT"/>
              </a:rPr>
              <a:t>inc.</a:t>
            </a:r>
            <a:r>
              <a:rPr sz="700" spc="35" dirty="0">
                <a:solidFill>
                  <a:srgbClr val="808080"/>
                </a:solidFill>
                <a:latin typeface="Arial MT"/>
                <a:cs typeface="Arial MT"/>
              </a:rPr>
              <a:t> </a:t>
            </a:r>
            <a:r>
              <a:rPr sz="700" dirty="0">
                <a:solidFill>
                  <a:srgbClr val="919191"/>
                </a:solidFill>
                <a:latin typeface="Arial MT"/>
                <a:cs typeface="Arial MT"/>
              </a:rPr>
              <a:t>or</a:t>
            </a:r>
            <a:r>
              <a:rPr sz="700" spc="-10" dirty="0">
                <a:solidFill>
                  <a:srgbClr val="919191"/>
                </a:solidFill>
                <a:latin typeface="Arial MT"/>
                <a:cs typeface="Arial MT"/>
              </a:rPr>
              <a:t> </a:t>
            </a:r>
            <a:r>
              <a:rPr sz="700" dirty="0">
                <a:solidFill>
                  <a:srgbClr val="6D6D6D"/>
                </a:solidFill>
                <a:latin typeface="Arial MT"/>
                <a:cs typeface="Arial MT"/>
              </a:rPr>
              <a:t>its</a:t>
            </a:r>
            <a:r>
              <a:rPr sz="700" spc="-95" dirty="0">
                <a:solidFill>
                  <a:srgbClr val="6D6D6D"/>
                </a:solidFill>
                <a:latin typeface="Arial MT"/>
                <a:cs typeface="Arial MT"/>
              </a:rPr>
              <a:t> </a:t>
            </a:r>
            <a:r>
              <a:rPr sz="700" spc="-10" dirty="0">
                <a:solidFill>
                  <a:srgbClr val="8C8C8C"/>
                </a:solidFill>
                <a:latin typeface="Arial MT"/>
                <a:cs typeface="Arial MT"/>
              </a:rPr>
              <a:t>a</a:t>
            </a:r>
            <a:r>
              <a:rPr sz="700" spc="-10" dirty="0">
                <a:solidFill>
                  <a:srgbClr val="3A3A3A"/>
                </a:solidFill>
                <a:latin typeface="Arial MT"/>
                <a:cs typeface="Arial MT"/>
              </a:rPr>
              <a:t>fhliates.</a:t>
            </a:r>
            <a:r>
              <a:rPr sz="700" spc="15" dirty="0">
                <a:solidFill>
                  <a:srgbClr val="3A3A3A"/>
                </a:solidFill>
                <a:latin typeface="Arial MT"/>
                <a:cs typeface="Arial MT"/>
              </a:rPr>
              <a:t> </a:t>
            </a:r>
            <a:r>
              <a:rPr sz="700" spc="-25" dirty="0">
                <a:solidFill>
                  <a:srgbClr val="757575"/>
                </a:solidFill>
                <a:latin typeface="Arial MT"/>
                <a:cs typeface="Arial MT"/>
              </a:rPr>
              <a:t>Alt</a:t>
            </a:r>
            <a:r>
              <a:rPr sz="700" spc="-15" dirty="0">
                <a:solidFill>
                  <a:srgbClr val="757575"/>
                </a:solidFill>
                <a:latin typeface="Arial MT"/>
                <a:cs typeface="Arial MT"/>
              </a:rPr>
              <a:t> </a:t>
            </a:r>
            <a:r>
              <a:rPr sz="700" dirty="0">
                <a:solidFill>
                  <a:srgbClr val="494949"/>
                </a:solidFill>
                <a:latin typeface="Arial MT"/>
                <a:cs typeface="Arial MT"/>
              </a:rPr>
              <a:t>nghts</a:t>
            </a:r>
            <a:r>
              <a:rPr sz="700" spc="-20" dirty="0">
                <a:solidFill>
                  <a:srgbClr val="494949"/>
                </a:solidFill>
                <a:latin typeface="Arial MT"/>
                <a:cs typeface="Arial MT"/>
              </a:rPr>
              <a:t> </a:t>
            </a:r>
            <a:r>
              <a:rPr sz="700" spc="-10" dirty="0">
                <a:solidFill>
                  <a:srgbClr val="808080"/>
                </a:solidFill>
                <a:latin typeface="Arial MT"/>
                <a:cs typeface="Arial MT"/>
              </a:rPr>
              <a:t>reserved</a:t>
            </a:r>
            <a:endParaRPr sz="700">
              <a:latin typeface="Arial MT"/>
              <a:cs typeface="Arial MT"/>
            </a:endParaRPr>
          </a:p>
        </p:txBody>
      </p:sp>
      <p:sp>
        <p:nvSpPr>
          <p:cNvPr id="11" name="object 11"/>
          <p:cNvSpPr txBox="1"/>
          <p:nvPr/>
        </p:nvSpPr>
        <p:spPr>
          <a:xfrm>
            <a:off x="4781638" y="1351716"/>
            <a:ext cx="5410835" cy="568960"/>
          </a:xfrm>
          <a:prstGeom prst="rect">
            <a:avLst/>
          </a:prstGeom>
        </p:spPr>
        <p:txBody>
          <a:bodyPr vert="horz" wrap="square" lIns="0" tIns="12700" rIns="0" bIns="0" rtlCol="0">
            <a:spAutoFit/>
          </a:bodyPr>
          <a:lstStyle/>
          <a:p>
            <a:pPr marL="13335" marR="5080" indent="-1270">
              <a:lnSpc>
                <a:spcPct val="108000"/>
              </a:lnSpc>
              <a:spcBef>
                <a:spcPts val="100"/>
              </a:spcBef>
            </a:pPr>
            <a:r>
              <a:rPr sz="1650" spc="-130" dirty="0">
                <a:solidFill>
                  <a:srgbClr val="0C0C0C"/>
                </a:solidFill>
                <a:latin typeface="Arial MT"/>
                <a:cs typeface="Arial MT"/>
              </a:rPr>
              <a:t>ChoOse</a:t>
            </a:r>
            <a:r>
              <a:rPr sz="1650" spc="114" dirty="0">
                <a:solidFill>
                  <a:srgbClr val="0C0C0C"/>
                </a:solidFill>
                <a:latin typeface="Arial MT"/>
                <a:cs typeface="Arial MT"/>
              </a:rPr>
              <a:t> </a:t>
            </a:r>
            <a:r>
              <a:rPr sz="1650" spc="-55" dirty="0">
                <a:solidFill>
                  <a:srgbClr val="0E0E0E"/>
                </a:solidFill>
                <a:latin typeface="Arial MT"/>
                <a:cs typeface="Arial MT"/>
              </a:rPr>
              <a:t>each</a:t>
            </a:r>
            <a:r>
              <a:rPr sz="1650" spc="-15" dirty="0">
                <a:solidFill>
                  <a:srgbClr val="0E0E0E"/>
                </a:solidFill>
                <a:latin typeface="Arial MT"/>
                <a:cs typeface="Arial MT"/>
              </a:rPr>
              <a:t> </a:t>
            </a:r>
            <a:r>
              <a:rPr sz="1650" dirty="0">
                <a:latin typeface="Arial MT"/>
                <a:cs typeface="Arial MT"/>
              </a:rPr>
              <a:t>button</a:t>
            </a:r>
            <a:r>
              <a:rPr sz="1650" spc="-5" dirty="0">
                <a:latin typeface="Arial MT"/>
                <a:cs typeface="Arial MT"/>
              </a:rPr>
              <a:t> </a:t>
            </a:r>
            <a:r>
              <a:rPr sz="1650" dirty="0">
                <a:latin typeface="Arial MT"/>
                <a:cs typeface="Arial MT"/>
              </a:rPr>
              <a:t>to</a:t>
            </a:r>
            <a:r>
              <a:rPr sz="1650" spc="95" dirty="0">
                <a:latin typeface="Arial MT"/>
                <a:cs typeface="Arial MT"/>
              </a:rPr>
              <a:t> </a:t>
            </a:r>
            <a:r>
              <a:rPr sz="1650" dirty="0">
                <a:latin typeface="Arial MT"/>
                <a:cs typeface="Arial MT"/>
              </a:rPr>
              <a:t>learn</a:t>
            </a:r>
            <a:r>
              <a:rPr sz="1650" spc="-15" dirty="0">
                <a:latin typeface="Arial MT"/>
                <a:cs typeface="Arial MT"/>
              </a:rPr>
              <a:t> </a:t>
            </a:r>
            <a:r>
              <a:rPr sz="1650" dirty="0">
                <a:latin typeface="Arial MT"/>
                <a:cs typeface="Arial MT"/>
              </a:rPr>
              <a:t>more</a:t>
            </a:r>
            <a:r>
              <a:rPr sz="1650" spc="-20" dirty="0">
                <a:latin typeface="Arial MT"/>
                <a:cs typeface="Arial MT"/>
              </a:rPr>
              <a:t> </a:t>
            </a:r>
            <a:r>
              <a:rPr sz="1650" dirty="0">
                <a:solidFill>
                  <a:srgbClr val="0F0F0F"/>
                </a:solidFill>
                <a:latin typeface="Arial MT"/>
                <a:cs typeface="Arial MT"/>
              </a:rPr>
              <a:t>about</a:t>
            </a:r>
            <a:r>
              <a:rPr sz="1650" spc="30" dirty="0">
                <a:solidFill>
                  <a:srgbClr val="0F0F0F"/>
                </a:solidFill>
                <a:latin typeface="Arial MT"/>
                <a:cs typeface="Arial MT"/>
              </a:rPr>
              <a:t> </a:t>
            </a:r>
            <a:r>
              <a:rPr sz="1650" spc="-55" dirty="0">
                <a:solidFill>
                  <a:srgbClr val="212121"/>
                </a:solidFill>
                <a:latin typeface="Arial MT"/>
                <a:cs typeface="Arial MT"/>
              </a:rPr>
              <a:t>ways</a:t>
            </a:r>
            <a:r>
              <a:rPr sz="1650" spc="65" dirty="0">
                <a:solidFill>
                  <a:srgbClr val="212121"/>
                </a:solidFill>
                <a:latin typeface="Arial MT"/>
                <a:cs typeface="Arial MT"/>
              </a:rPr>
              <a:t> </a:t>
            </a:r>
            <a:r>
              <a:rPr sz="1650" dirty="0">
                <a:latin typeface="Arial MT"/>
                <a:cs typeface="Arial MT"/>
              </a:rPr>
              <a:t>you</a:t>
            </a:r>
            <a:r>
              <a:rPr sz="1650" spc="10" dirty="0">
                <a:latin typeface="Arial MT"/>
                <a:cs typeface="Arial MT"/>
              </a:rPr>
              <a:t> </a:t>
            </a:r>
            <a:r>
              <a:rPr sz="1650" spc="-35" dirty="0">
                <a:solidFill>
                  <a:srgbClr val="151515"/>
                </a:solidFill>
                <a:latin typeface="Arial MT"/>
                <a:cs typeface="Arial MT"/>
              </a:rPr>
              <a:t>can</a:t>
            </a:r>
            <a:r>
              <a:rPr sz="1650" spc="40" dirty="0">
                <a:solidFill>
                  <a:srgbClr val="151515"/>
                </a:solidFill>
                <a:latin typeface="Arial MT"/>
                <a:cs typeface="Arial MT"/>
              </a:rPr>
              <a:t> </a:t>
            </a:r>
            <a:r>
              <a:rPr sz="1650" spc="-25" dirty="0">
                <a:latin typeface="Arial MT"/>
                <a:cs typeface="Arial MT"/>
              </a:rPr>
              <a:t>use </a:t>
            </a:r>
            <a:r>
              <a:rPr sz="1650" spc="-20" dirty="0">
                <a:latin typeface="Arial MT"/>
                <a:cs typeface="Arial MT"/>
              </a:rPr>
              <a:t>Amazon</a:t>
            </a:r>
            <a:r>
              <a:rPr sz="1650" spc="-55" dirty="0">
                <a:latin typeface="Arial MT"/>
                <a:cs typeface="Arial MT"/>
              </a:rPr>
              <a:t> </a:t>
            </a:r>
            <a:r>
              <a:rPr sz="1650" spc="-10" dirty="0">
                <a:latin typeface="Arial MT"/>
                <a:cs typeface="Arial MT"/>
              </a:rPr>
              <a:t>CloudWatch.</a:t>
            </a:r>
            <a:endParaRPr sz="1650">
              <a:latin typeface="Arial MT"/>
              <a:cs typeface="Arial MT"/>
            </a:endParaRPr>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380489" y="365125"/>
            <a:ext cx="9430766" cy="5287009"/>
          </a:xfrm>
          <a:prstGeom prst="rect">
            <a:avLst/>
          </a:prstGeom>
        </p:spPr>
      </p:pic>
      <p:sp>
        <p:nvSpPr>
          <p:cNvPr id="3" name="object 3" descr="$PPTXTitle"/>
          <p:cNvSpPr txBox="1">
            <a:spLocks noGrp="1"/>
          </p:cNvSpPr>
          <p:nvPr>
            <p:ph type="title"/>
          </p:nvPr>
        </p:nvSpPr>
        <p:spPr>
          <a:xfrm>
            <a:off x="4814665" y="1382835"/>
            <a:ext cx="5397500" cy="568960"/>
          </a:xfrm>
          <a:prstGeom prst="rect">
            <a:avLst/>
          </a:prstGeom>
        </p:spPr>
        <p:txBody>
          <a:bodyPr vert="horz" wrap="square" lIns="0" tIns="3175" rIns="0" bIns="0" rtlCol="0">
            <a:spAutoFit/>
          </a:bodyPr>
          <a:lstStyle/>
          <a:p>
            <a:pPr marL="13970" marR="5080" indent="-1905">
              <a:lnSpc>
                <a:spcPct val="103600"/>
              </a:lnSpc>
              <a:spcBef>
                <a:spcPts val="25"/>
              </a:spcBef>
            </a:pPr>
            <a:r>
              <a:rPr sz="1750" spc="-140" dirty="0">
                <a:latin typeface="Arial MT"/>
                <a:cs typeface="Arial MT"/>
              </a:rPr>
              <a:t>Choose</a:t>
            </a:r>
            <a:r>
              <a:rPr sz="1750" spc="15" dirty="0">
                <a:latin typeface="Arial MT"/>
                <a:cs typeface="Arial MT"/>
              </a:rPr>
              <a:t> </a:t>
            </a:r>
            <a:r>
              <a:rPr sz="1750" spc="-145" dirty="0">
                <a:latin typeface="Arial MT"/>
                <a:cs typeface="Arial MT"/>
              </a:rPr>
              <a:t>each</a:t>
            </a:r>
            <a:r>
              <a:rPr sz="1750" spc="-15" dirty="0">
                <a:latin typeface="Arial MT"/>
                <a:cs typeface="Arial MT"/>
              </a:rPr>
              <a:t> </a:t>
            </a:r>
            <a:r>
              <a:rPr sz="1750" dirty="0">
                <a:latin typeface="Arial MT"/>
                <a:cs typeface="Arial MT"/>
              </a:rPr>
              <a:t>button</a:t>
            </a:r>
            <a:r>
              <a:rPr sz="1750" spc="-110" dirty="0">
                <a:latin typeface="Arial MT"/>
                <a:cs typeface="Arial MT"/>
              </a:rPr>
              <a:t> </a:t>
            </a:r>
            <a:r>
              <a:rPr sz="1750" dirty="0">
                <a:solidFill>
                  <a:srgbClr val="242424"/>
                </a:solidFill>
                <a:latin typeface="Arial MT"/>
                <a:cs typeface="Arial MT"/>
              </a:rPr>
              <a:t>to</a:t>
            </a:r>
            <a:r>
              <a:rPr sz="1750" spc="-100" dirty="0">
                <a:solidFill>
                  <a:srgbClr val="242424"/>
                </a:solidFill>
                <a:latin typeface="Arial MT"/>
                <a:cs typeface="Arial MT"/>
              </a:rPr>
              <a:t> </a:t>
            </a:r>
            <a:r>
              <a:rPr sz="1750" spc="-70" dirty="0">
                <a:latin typeface="Arial MT"/>
                <a:cs typeface="Arial MT"/>
              </a:rPr>
              <a:t>learn</a:t>
            </a:r>
            <a:r>
              <a:rPr sz="1750" spc="-5" dirty="0">
                <a:latin typeface="Arial MT"/>
                <a:cs typeface="Arial MT"/>
              </a:rPr>
              <a:t> </a:t>
            </a:r>
            <a:r>
              <a:rPr sz="1750" spc="-55" dirty="0">
                <a:solidFill>
                  <a:srgbClr val="0F0F0F"/>
                </a:solidFill>
                <a:latin typeface="Arial MT"/>
                <a:cs typeface="Arial MT"/>
              </a:rPr>
              <a:t>more</a:t>
            </a:r>
            <a:r>
              <a:rPr sz="1750" spc="-5" dirty="0">
                <a:solidFill>
                  <a:srgbClr val="0F0F0F"/>
                </a:solidFill>
                <a:latin typeface="Arial MT"/>
                <a:cs typeface="Arial MT"/>
              </a:rPr>
              <a:t> </a:t>
            </a:r>
            <a:r>
              <a:rPr sz="1750" spc="-30" dirty="0">
                <a:latin typeface="Arial MT"/>
                <a:cs typeface="Arial MT"/>
              </a:rPr>
              <a:t>about</a:t>
            </a:r>
            <a:r>
              <a:rPr sz="1750" spc="40" dirty="0">
                <a:latin typeface="Arial MT"/>
                <a:cs typeface="Arial MT"/>
              </a:rPr>
              <a:t> </a:t>
            </a:r>
            <a:r>
              <a:rPr sz="1750" spc="-125" dirty="0">
                <a:latin typeface="Arial MT"/>
                <a:cs typeface="Arial MT"/>
              </a:rPr>
              <a:t>ways</a:t>
            </a:r>
            <a:r>
              <a:rPr sz="1750" spc="45" dirty="0">
                <a:latin typeface="Arial MT"/>
                <a:cs typeface="Arial MT"/>
              </a:rPr>
              <a:t> </a:t>
            </a:r>
            <a:r>
              <a:rPr sz="1750" spc="-100" dirty="0">
                <a:latin typeface="Arial MT"/>
                <a:cs typeface="Arial MT"/>
              </a:rPr>
              <a:t>you</a:t>
            </a:r>
            <a:r>
              <a:rPr sz="1750" spc="-25" dirty="0">
                <a:latin typeface="Arial MT"/>
                <a:cs typeface="Arial MT"/>
              </a:rPr>
              <a:t> </a:t>
            </a:r>
            <a:r>
              <a:rPr sz="1750" spc="-140" dirty="0">
                <a:latin typeface="Arial MT"/>
                <a:cs typeface="Arial MT"/>
              </a:rPr>
              <a:t>can</a:t>
            </a:r>
            <a:r>
              <a:rPr sz="1750" spc="20" dirty="0">
                <a:latin typeface="Arial MT"/>
                <a:cs typeface="Arial MT"/>
              </a:rPr>
              <a:t> </a:t>
            </a:r>
            <a:r>
              <a:rPr sz="1750" spc="-25" dirty="0">
                <a:latin typeface="Arial MT"/>
                <a:cs typeface="Arial MT"/>
              </a:rPr>
              <a:t>use </a:t>
            </a:r>
            <a:r>
              <a:rPr sz="1750" spc="-110" dirty="0">
                <a:latin typeface="Arial MT"/>
                <a:cs typeface="Arial MT"/>
              </a:rPr>
              <a:t>Amazon</a:t>
            </a:r>
            <a:r>
              <a:rPr sz="1750" spc="20" dirty="0">
                <a:latin typeface="Arial MT"/>
                <a:cs typeface="Arial MT"/>
              </a:rPr>
              <a:t> </a:t>
            </a:r>
            <a:r>
              <a:rPr sz="1750" spc="-20" dirty="0">
                <a:latin typeface="Arial MT"/>
                <a:cs typeface="Arial MT"/>
              </a:rPr>
              <a:t>CloudWatch.</a:t>
            </a:r>
            <a:endParaRPr sz="1750">
              <a:latin typeface="Arial MT"/>
              <a:cs typeface="Arial MT"/>
            </a:endParaRPr>
          </a:p>
        </p:txBody>
      </p:sp>
      <p:sp>
        <p:nvSpPr>
          <p:cNvPr id="4" name="object 4"/>
          <p:cNvSpPr txBox="1"/>
          <p:nvPr/>
        </p:nvSpPr>
        <p:spPr>
          <a:xfrm>
            <a:off x="4808866" y="2998471"/>
            <a:ext cx="5612130" cy="1416685"/>
          </a:xfrm>
          <a:prstGeom prst="rect">
            <a:avLst/>
          </a:prstGeom>
        </p:spPr>
        <p:txBody>
          <a:bodyPr vert="horz" wrap="square" lIns="0" tIns="10160" rIns="0" bIns="0" rtlCol="0">
            <a:spAutoFit/>
          </a:bodyPr>
          <a:lstStyle/>
          <a:p>
            <a:pPr marL="12700" marR="5080" indent="6350">
              <a:lnSpc>
                <a:spcPct val="114300"/>
              </a:lnSpc>
              <a:spcBef>
                <a:spcPts val="80"/>
              </a:spcBef>
            </a:pPr>
            <a:r>
              <a:rPr sz="1600" spc="-20" dirty="0">
                <a:solidFill>
                  <a:srgbClr val="313131"/>
                </a:solidFill>
                <a:latin typeface="Arial MT"/>
                <a:cs typeface="Arial MT"/>
              </a:rPr>
              <a:t>You</a:t>
            </a:r>
            <a:r>
              <a:rPr sz="1600" spc="-15" dirty="0">
                <a:solidFill>
                  <a:srgbClr val="313131"/>
                </a:solidFill>
                <a:latin typeface="Arial MT"/>
                <a:cs typeface="Arial MT"/>
              </a:rPr>
              <a:t> </a:t>
            </a:r>
            <a:r>
              <a:rPr sz="1600" dirty="0">
                <a:latin typeface="Arial MT"/>
                <a:cs typeface="Arial MT"/>
              </a:rPr>
              <a:t>can use</a:t>
            </a:r>
            <a:r>
              <a:rPr sz="1600" spc="15" dirty="0">
                <a:latin typeface="Arial MT"/>
                <a:cs typeface="Arial MT"/>
              </a:rPr>
              <a:t> </a:t>
            </a:r>
            <a:r>
              <a:rPr sz="1600" dirty="0">
                <a:latin typeface="Arial MT"/>
                <a:cs typeface="Arial MT"/>
              </a:rPr>
              <a:t>CloudWatch</a:t>
            </a:r>
            <a:r>
              <a:rPr sz="1600" spc="135" dirty="0">
                <a:latin typeface="Arial MT"/>
                <a:cs typeface="Arial MT"/>
              </a:rPr>
              <a:t> </a:t>
            </a:r>
            <a:r>
              <a:rPr sz="1600" dirty="0">
                <a:latin typeface="Arial MT"/>
                <a:cs typeface="Arial MT"/>
              </a:rPr>
              <a:t>to</a:t>
            </a:r>
            <a:r>
              <a:rPr sz="1600" spc="120" dirty="0">
                <a:latin typeface="Arial MT"/>
                <a:cs typeface="Arial MT"/>
              </a:rPr>
              <a:t> </a:t>
            </a:r>
            <a:r>
              <a:rPr sz="1600" dirty="0">
                <a:latin typeface="Arial MT"/>
                <a:cs typeface="Arial MT"/>
              </a:rPr>
              <a:t>monitor</a:t>
            </a:r>
            <a:r>
              <a:rPr sz="1600" spc="5" dirty="0">
                <a:latin typeface="Arial MT"/>
                <a:cs typeface="Arial MT"/>
              </a:rPr>
              <a:t> </a:t>
            </a:r>
            <a:r>
              <a:rPr sz="1600" dirty="0">
                <a:solidFill>
                  <a:srgbClr val="212121"/>
                </a:solidFill>
                <a:latin typeface="Arial MT"/>
                <a:cs typeface="Arial MT"/>
              </a:rPr>
              <a:t>key</a:t>
            </a:r>
            <a:r>
              <a:rPr sz="1600" spc="25" dirty="0">
                <a:solidFill>
                  <a:srgbClr val="212121"/>
                </a:solidFill>
                <a:latin typeface="Arial MT"/>
                <a:cs typeface="Arial MT"/>
              </a:rPr>
              <a:t> </a:t>
            </a:r>
            <a:r>
              <a:rPr sz="1600" dirty="0">
                <a:latin typeface="Arial MT"/>
                <a:cs typeface="Arial MT"/>
              </a:rPr>
              <a:t>metrics</a:t>
            </a:r>
            <a:r>
              <a:rPr sz="1600" spc="75" dirty="0">
                <a:latin typeface="Arial MT"/>
                <a:cs typeface="Arial MT"/>
              </a:rPr>
              <a:t> </a:t>
            </a:r>
            <a:r>
              <a:rPr sz="1600" dirty="0">
                <a:latin typeface="Arial MT"/>
                <a:cs typeface="Arial MT"/>
              </a:rPr>
              <a:t>and</a:t>
            </a:r>
            <a:r>
              <a:rPr sz="1600" spc="75" dirty="0">
                <a:latin typeface="Arial MT"/>
                <a:cs typeface="Arial MT"/>
              </a:rPr>
              <a:t> </a:t>
            </a:r>
            <a:r>
              <a:rPr sz="1600" spc="-10" dirty="0">
                <a:latin typeface="Arial MT"/>
                <a:cs typeface="Arial MT"/>
              </a:rPr>
              <a:t>logs, visualize</a:t>
            </a:r>
            <a:r>
              <a:rPr sz="1600" spc="114" dirty="0">
                <a:latin typeface="Arial MT"/>
                <a:cs typeface="Arial MT"/>
              </a:rPr>
              <a:t> </a:t>
            </a:r>
            <a:r>
              <a:rPr sz="1600" dirty="0">
                <a:latin typeface="Arial MT"/>
                <a:cs typeface="Arial MT"/>
              </a:rPr>
              <a:t>your</a:t>
            </a:r>
            <a:r>
              <a:rPr sz="1600" spc="100" dirty="0">
                <a:latin typeface="Arial MT"/>
                <a:cs typeface="Arial MT"/>
              </a:rPr>
              <a:t> </a:t>
            </a:r>
            <a:r>
              <a:rPr sz="1600" dirty="0">
                <a:latin typeface="Arial MT"/>
                <a:cs typeface="Arial MT"/>
              </a:rPr>
              <a:t>application</a:t>
            </a:r>
            <a:r>
              <a:rPr sz="1600" spc="240" dirty="0">
                <a:latin typeface="Arial MT"/>
                <a:cs typeface="Arial MT"/>
              </a:rPr>
              <a:t> </a:t>
            </a:r>
            <a:r>
              <a:rPr sz="1600" dirty="0">
                <a:latin typeface="Arial MT"/>
                <a:cs typeface="Arial MT"/>
              </a:rPr>
              <a:t>and</a:t>
            </a:r>
            <a:r>
              <a:rPr sz="1600" spc="65" dirty="0">
                <a:latin typeface="Arial MT"/>
                <a:cs typeface="Arial MT"/>
              </a:rPr>
              <a:t> </a:t>
            </a:r>
            <a:r>
              <a:rPr sz="1600" dirty="0">
                <a:latin typeface="Arial MT"/>
                <a:cs typeface="Arial MT"/>
              </a:rPr>
              <a:t>infrastructure</a:t>
            </a:r>
            <a:r>
              <a:rPr sz="1600" spc="-60" dirty="0">
                <a:latin typeface="Arial MT"/>
                <a:cs typeface="Arial MT"/>
              </a:rPr>
              <a:t> </a:t>
            </a:r>
            <a:r>
              <a:rPr sz="1600" spc="-20" dirty="0">
                <a:latin typeface="Arial MT"/>
                <a:cs typeface="Arial MT"/>
              </a:rPr>
              <a:t>stack,</a:t>
            </a:r>
            <a:r>
              <a:rPr sz="1600" spc="45" dirty="0">
                <a:latin typeface="Arial MT"/>
                <a:cs typeface="Arial MT"/>
              </a:rPr>
              <a:t> </a:t>
            </a:r>
            <a:r>
              <a:rPr sz="1600" dirty="0">
                <a:solidFill>
                  <a:srgbClr val="363636"/>
                </a:solidFill>
                <a:latin typeface="Arial MT"/>
                <a:cs typeface="Arial MT"/>
              </a:rPr>
              <a:t>and</a:t>
            </a:r>
            <a:r>
              <a:rPr sz="1600" spc="110" dirty="0">
                <a:solidFill>
                  <a:srgbClr val="363636"/>
                </a:solidFill>
                <a:latin typeface="Arial MT"/>
                <a:cs typeface="Arial MT"/>
              </a:rPr>
              <a:t> </a:t>
            </a:r>
            <a:r>
              <a:rPr sz="1600" spc="-10" dirty="0">
                <a:latin typeface="Arial MT"/>
                <a:cs typeface="Arial MT"/>
              </a:rPr>
              <a:t>create </a:t>
            </a:r>
            <a:r>
              <a:rPr sz="1600" dirty="0">
                <a:latin typeface="Arial MT"/>
                <a:cs typeface="Arial MT"/>
              </a:rPr>
              <a:t>alarms.</a:t>
            </a:r>
            <a:r>
              <a:rPr sz="1600" spc="50" dirty="0">
                <a:latin typeface="Arial MT"/>
                <a:cs typeface="Arial MT"/>
              </a:rPr>
              <a:t> </a:t>
            </a:r>
            <a:r>
              <a:rPr sz="1600" dirty="0">
                <a:solidFill>
                  <a:srgbClr val="282828"/>
                </a:solidFill>
                <a:latin typeface="Arial MT"/>
                <a:cs typeface="Arial MT"/>
              </a:rPr>
              <a:t>It</a:t>
            </a:r>
            <a:r>
              <a:rPr sz="1600" spc="40" dirty="0">
                <a:solidFill>
                  <a:srgbClr val="282828"/>
                </a:solidFill>
                <a:latin typeface="Arial MT"/>
                <a:cs typeface="Arial MT"/>
              </a:rPr>
              <a:t> </a:t>
            </a:r>
            <a:r>
              <a:rPr sz="1600" spc="-10" dirty="0">
                <a:latin typeface="Arial MT"/>
                <a:cs typeface="Arial MT"/>
              </a:rPr>
              <a:t>correlates</a:t>
            </a:r>
            <a:r>
              <a:rPr sz="1600" spc="70" dirty="0">
                <a:latin typeface="Arial MT"/>
                <a:cs typeface="Arial MT"/>
              </a:rPr>
              <a:t> </a:t>
            </a:r>
            <a:r>
              <a:rPr sz="1600" dirty="0">
                <a:latin typeface="Arial MT"/>
                <a:cs typeface="Arial MT"/>
              </a:rPr>
              <a:t>metrics</a:t>
            </a:r>
            <a:r>
              <a:rPr sz="1600" spc="90" dirty="0">
                <a:latin typeface="Arial MT"/>
                <a:cs typeface="Arial MT"/>
              </a:rPr>
              <a:t> </a:t>
            </a:r>
            <a:r>
              <a:rPr sz="1600" dirty="0">
                <a:latin typeface="Arial MT"/>
                <a:cs typeface="Arial MT"/>
              </a:rPr>
              <a:t>and</a:t>
            </a:r>
            <a:r>
              <a:rPr sz="1600" spc="15" dirty="0">
                <a:latin typeface="Arial MT"/>
                <a:cs typeface="Arial MT"/>
              </a:rPr>
              <a:t> </a:t>
            </a:r>
            <a:r>
              <a:rPr sz="1600" dirty="0">
                <a:latin typeface="Arial MT"/>
                <a:cs typeface="Arial MT"/>
              </a:rPr>
              <a:t>logs </a:t>
            </a:r>
            <a:r>
              <a:rPr sz="1600" dirty="0">
                <a:solidFill>
                  <a:srgbClr val="1F1F1F"/>
                </a:solidFill>
                <a:latin typeface="Arial MT"/>
                <a:cs typeface="Arial MT"/>
              </a:rPr>
              <a:t>to</a:t>
            </a:r>
            <a:r>
              <a:rPr sz="1600" spc="204" dirty="0">
                <a:solidFill>
                  <a:srgbClr val="1F1F1F"/>
                </a:solidFill>
                <a:latin typeface="Arial MT"/>
                <a:cs typeface="Arial MT"/>
              </a:rPr>
              <a:t> </a:t>
            </a:r>
            <a:r>
              <a:rPr sz="1600" dirty="0">
                <a:latin typeface="Arial MT"/>
                <a:cs typeface="Arial MT"/>
              </a:rPr>
              <a:t>understand</a:t>
            </a:r>
            <a:r>
              <a:rPr sz="1600" spc="85" dirty="0">
                <a:latin typeface="Arial MT"/>
                <a:cs typeface="Arial MT"/>
              </a:rPr>
              <a:t> </a:t>
            </a:r>
            <a:r>
              <a:rPr sz="1600" spc="-25" dirty="0">
                <a:latin typeface="Arial MT"/>
                <a:cs typeface="Arial MT"/>
              </a:rPr>
              <a:t>and </a:t>
            </a:r>
            <a:r>
              <a:rPr sz="1600" dirty="0">
                <a:latin typeface="Arial MT"/>
                <a:cs typeface="Arial MT"/>
              </a:rPr>
              <a:t>resolve</a:t>
            </a:r>
            <a:r>
              <a:rPr sz="1600" spc="50" dirty="0">
                <a:latin typeface="Arial MT"/>
                <a:cs typeface="Arial MT"/>
              </a:rPr>
              <a:t> </a:t>
            </a:r>
            <a:r>
              <a:rPr sz="1600" dirty="0">
                <a:solidFill>
                  <a:srgbClr val="181818"/>
                </a:solidFill>
                <a:latin typeface="Arial MT"/>
                <a:cs typeface="Arial MT"/>
              </a:rPr>
              <a:t>the</a:t>
            </a:r>
            <a:r>
              <a:rPr sz="1600" spc="-20" dirty="0">
                <a:solidFill>
                  <a:srgbClr val="181818"/>
                </a:solidFill>
                <a:latin typeface="Arial MT"/>
                <a:cs typeface="Arial MT"/>
              </a:rPr>
              <a:t> </a:t>
            </a:r>
            <a:r>
              <a:rPr sz="1600" spc="50" dirty="0">
                <a:latin typeface="Arial MT"/>
                <a:cs typeface="Arial MT"/>
              </a:rPr>
              <a:t>root</a:t>
            </a:r>
            <a:r>
              <a:rPr sz="1600" spc="5" dirty="0">
                <a:latin typeface="Arial MT"/>
                <a:cs typeface="Arial MT"/>
              </a:rPr>
              <a:t> </a:t>
            </a:r>
            <a:r>
              <a:rPr sz="1600" spc="-40" dirty="0">
                <a:latin typeface="Arial MT"/>
                <a:cs typeface="Arial MT"/>
              </a:rPr>
              <a:t>cause</a:t>
            </a:r>
            <a:r>
              <a:rPr sz="1600" spc="80" dirty="0">
                <a:latin typeface="Arial MT"/>
                <a:cs typeface="Arial MT"/>
              </a:rPr>
              <a:t> </a:t>
            </a:r>
            <a:r>
              <a:rPr sz="1600" dirty="0">
                <a:solidFill>
                  <a:srgbClr val="3D3D3D"/>
                </a:solidFill>
                <a:latin typeface="Arial MT"/>
                <a:cs typeface="Arial MT"/>
              </a:rPr>
              <a:t>of</a:t>
            </a:r>
            <a:r>
              <a:rPr sz="1600" spc="75" dirty="0">
                <a:solidFill>
                  <a:srgbClr val="3D3D3D"/>
                </a:solidFill>
                <a:latin typeface="Arial MT"/>
                <a:cs typeface="Arial MT"/>
              </a:rPr>
              <a:t> </a:t>
            </a:r>
            <a:r>
              <a:rPr sz="1600" dirty="0">
                <a:latin typeface="Arial MT"/>
                <a:cs typeface="Arial MT"/>
              </a:rPr>
              <a:t>performance</a:t>
            </a:r>
            <a:r>
              <a:rPr sz="1600" spc="110" dirty="0">
                <a:latin typeface="Arial MT"/>
                <a:cs typeface="Arial MT"/>
              </a:rPr>
              <a:t> </a:t>
            </a:r>
            <a:r>
              <a:rPr sz="1600" spc="-35" dirty="0">
                <a:latin typeface="Arial MT"/>
                <a:cs typeface="Arial MT"/>
              </a:rPr>
              <a:t>issues</a:t>
            </a:r>
            <a:r>
              <a:rPr sz="1600" spc="55" dirty="0">
                <a:latin typeface="Arial MT"/>
                <a:cs typeface="Arial MT"/>
              </a:rPr>
              <a:t> </a:t>
            </a:r>
            <a:r>
              <a:rPr sz="1600" dirty="0">
                <a:solidFill>
                  <a:srgbClr val="363636"/>
                </a:solidFill>
                <a:latin typeface="Arial MT"/>
                <a:cs typeface="Arial MT"/>
              </a:rPr>
              <a:t>in</a:t>
            </a:r>
            <a:r>
              <a:rPr sz="1600" spc="-5" dirty="0">
                <a:solidFill>
                  <a:srgbClr val="363636"/>
                </a:solidFill>
                <a:latin typeface="Arial MT"/>
                <a:cs typeface="Arial MT"/>
              </a:rPr>
              <a:t> </a:t>
            </a:r>
            <a:r>
              <a:rPr sz="1600" dirty="0">
                <a:latin typeface="Arial MT"/>
                <a:cs typeface="Arial MT"/>
              </a:rPr>
              <a:t>your</a:t>
            </a:r>
            <a:r>
              <a:rPr sz="1600" spc="120" dirty="0">
                <a:latin typeface="Arial MT"/>
                <a:cs typeface="Arial MT"/>
              </a:rPr>
              <a:t> </a:t>
            </a:r>
            <a:r>
              <a:rPr sz="1600" spc="-25" dirty="0">
                <a:latin typeface="Arial MT"/>
                <a:cs typeface="Arial MT"/>
              </a:rPr>
              <a:t>AWS </a:t>
            </a:r>
            <a:r>
              <a:rPr sz="1600" spc="-10" dirty="0">
                <a:latin typeface="Arial MT"/>
                <a:cs typeface="Arial MT"/>
              </a:rPr>
              <a:t>resources.</a:t>
            </a:r>
            <a:endParaRPr sz="1600">
              <a:latin typeface="Arial MT"/>
              <a:cs typeface="Arial MT"/>
            </a:endParaRPr>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370964" y="365125"/>
            <a:ext cx="9449816" cy="5277484"/>
          </a:xfrm>
          <a:prstGeom prst="rect">
            <a:avLst/>
          </a:prstGeom>
        </p:spPr>
      </p:pic>
      <p:sp>
        <p:nvSpPr>
          <p:cNvPr id="3" name="object 3" descr="$PPTXTitle"/>
          <p:cNvSpPr txBox="1">
            <a:spLocks noGrp="1"/>
          </p:cNvSpPr>
          <p:nvPr>
            <p:ph type="title"/>
          </p:nvPr>
        </p:nvSpPr>
        <p:spPr>
          <a:xfrm>
            <a:off x="4805140" y="1382837"/>
            <a:ext cx="5397500" cy="568960"/>
          </a:xfrm>
          <a:prstGeom prst="rect">
            <a:avLst/>
          </a:prstGeom>
        </p:spPr>
        <p:txBody>
          <a:bodyPr vert="horz" wrap="square" lIns="0" tIns="3175" rIns="0" bIns="0" rtlCol="0">
            <a:spAutoFit/>
          </a:bodyPr>
          <a:lstStyle/>
          <a:p>
            <a:pPr marL="13970" marR="5080" indent="-1905">
              <a:lnSpc>
                <a:spcPct val="103600"/>
              </a:lnSpc>
              <a:spcBef>
                <a:spcPts val="25"/>
              </a:spcBef>
            </a:pPr>
            <a:r>
              <a:rPr sz="1750" spc="-140" dirty="0">
                <a:latin typeface="Arial MT"/>
                <a:cs typeface="Arial MT"/>
              </a:rPr>
              <a:t>Choose</a:t>
            </a:r>
            <a:r>
              <a:rPr sz="1750" spc="15" dirty="0">
                <a:latin typeface="Arial MT"/>
                <a:cs typeface="Arial MT"/>
              </a:rPr>
              <a:t> </a:t>
            </a:r>
            <a:r>
              <a:rPr sz="1750" spc="-145" dirty="0">
                <a:latin typeface="Arial MT"/>
                <a:cs typeface="Arial MT"/>
              </a:rPr>
              <a:t>each</a:t>
            </a:r>
            <a:r>
              <a:rPr sz="1750" spc="-15" dirty="0">
                <a:latin typeface="Arial MT"/>
                <a:cs typeface="Arial MT"/>
              </a:rPr>
              <a:t> </a:t>
            </a:r>
            <a:r>
              <a:rPr sz="1750" dirty="0">
                <a:latin typeface="Arial MT"/>
                <a:cs typeface="Arial MT"/>
              </a:rPr>
              <a:t>button</a:t>
            </a:r>
            <a:r>
              <a:rPr sz="1750" spc="-110" dirty="0">
                <a:latin typeface="Arial MT"/>
                <a:cs typeface="Arial MT"/>
              </a:rPr>
              <a:t> </a:t>
            </a:r>
            <a:r>
              <a:rPr sz="1750" dirty="0">
                <a:solidFill>
                  <a:srgbClr val="242424"/>
                </a:solidFill>
                <a:latin typeface="Arial MT"/>
                <a:cs typeface="Arial MT"/>
              </a:rPr>
              <a:t>to</a:t>
            </a:r>
            <a:r>
              <a:rPr sz="1750" spc="-100" dirty="0">
                <a:solidFill>
                  <a:srgbClr val="242424"/>
                </a:solidFill>
                <a:latin typeface="Arial MT"/>
                <a:cs typeface="Arial MT"/>
              </a:rPr>
              <a:t> </a:t>
            </a:r>
            <a:r>
              <a:rPr sz="1750" spc="-70" dirty="0">
                <a:latin typeface="Arial MT"/>
                <a:cs typeface="Arial MT"/>
              </a:rPr>
              <a:t>learn</a:t>
            </a:r>
            <a:r>
              <a:rPr sz="1750" spc="-5" dirty="0">
                <a:latin typeface="Arial MT"/>
                <a:cs typeface="Arial MT"/>
              </a:rPr>
              <a:t> </a:t>
            </a:r>
            <a:r>
              <a:rPr sz="1750" spc="-55" dirty="0">
                <a:solidFill>
                  <a:srgbClr val="0F0F0F"/>
                </a:solidFill>
                <a:latin typeface="Arial MT"/>
                <a:cs typeface="Arial MT"/>
              </a:rPr>
              <a:t>more</a:t>
            </a:r>
            <a:r>
              <a:rPr sz="1750" spc="-5" dirty="0">
                <a:solidFill>
                  <a:srgbClr val="0F0F0F"/>
                </a:solidFill>
                <a:latin typeface="Arial MT"/>
                <a:cs typeface="Arial MT"/>
              </a:rPr>
              <a:t> </a:t>
            </a:r>
            <a:r>
              <a:rPr sz="1750" spc="-30" dirty="0">
                <a:latin typeface="Arial MT"/>
                <a:cs typeface="Arial MT"/>
              </a:rPr>
              <a:t>about</a:t>
            </a:r>
            <a:r>
              <a:rPr sz="1750" spc="40" dirty="0">
                <a:latin typeface="Arial MT"/>
                <a:cs typeface="Arial MT"/>
              </a:rPr>
              <a:t> </a:t>
            </a:r>
            <a:r>
              <a:rPr sz="1750" spc="-125" dirty="0">
                <a:latin typeface="Arial MT"/>
                <a:cs typeface="Arial MT"/>
              </a:rPr>
              <a:t>ways</a:t>
            </a:r>
            <a:r>
              <a:rPr sz="1750" spc="45" dirty="0">
                <a:latin typeface="Arial MT"/>
                <a:cs typeface="Arial MT"/>
              </a:rPr>
              <a:t> </a:t>
            </a:r>
            <a:r>
              <a:rPr sz="1750" spc="-100" dirty="0">
                <a:latin typeface="Arial MT"/>
                <a:cs typeface="Arial MT"/>
              </a:rPr>
              <a:t>you</a:t>
            </a:r>
            <a:r>
              <a:rPr sz="1750" spc="-25" dirty="0">
                <a:latin typeface="Arial MT"/>
                <a:cs typeface="Arial MT"/>
              </a:rPr>
              <a:t> </a:t>
            </a:r>
            <a:r>
              <a:rPr sz="1750" spc="-140" dirty="0">
                <a:latin typeface="Arial MT"/>
                <a:cs typeface="Arial MT"/>
              </a:rPr>
              <a:t>can</a:t>
            </a:r>
            <a:r>
              <a:rPr sz="1750" spc="20" dirty="0">
                <a:latin typeface="Arial MT"/>
                <a:cs typeface="Arial MT"/>
              </a:rPr>
              <a:t> </a:t>
            </a:r>
            <a:r>
              <a:rPr sz="1750" spc="-25" dirty="0">
                <a:latin typeface="Arial MT"/>
                <a:cs typeface="Arial MT"/>
              </a:rPr>
              <a:t>use </a:t>
            </a:r>
            <a:r>
              <a:rPr sz="1750" spc="-110" dirty="0">
                <a:latin typeface="Arial MT"/>
                <a:cs typeface="Arial MT"/>
              </a:rPr>
              <a:t>Amazon</a:t>
            </a:r>
            <a:r>
              <a:rPr sz="1750" spc="20" dirty="0">
                <a:latin typeface="Arial MT"/>
                <a:cs typeface="Arial MT"/>
              </a:rPr>
              <a:t> </a:t>
            </a:r>
            <a:r>
              <a:rPr sz="1750" spc="-20" dirty="0">
                <a:latin typeface="Arial MT"/>
                <a:cs typeface="Arial MT"/>
              </a:rPr>
              <a:t>CloudWatch.</a:t>
            </a:r>
            <a:endParaRPr sz="1750">
              <a:latin typeface="Arial MT"/>
              <a:cs typeface="Arial MT"/>
            </a:endParaRPr>
          </a:p>
        </p:txBody>
      </p:sp>
      <p:sp>
        <p:nvSpPr>
          <p:cNvPr id="4" name="object 4"/>
          <p:cNvSpPr txBox="1">
            <a:spLocks noGrp="1"/>
          </p:cNvSpPr>
          <p:nvPr>
            <p:ph type="body" idx="1"/>
          </p:nvPr>
        </p:nvSpPr>
        <p:spPr>
          <a:prstGeom prst="rect">
            <a:avLst/>
          </a:prstGeom>
        </p:spPr>
        <p:txBody>
          <a:bodyPr vert="horz" wrap="square" lIns="0" tIns="774553" rIns="0" bIns="0" rtlCol="0">
            <a:spAutoFit/>
          </a:bodyPr>
          <a:lstStyle/>
          <a:p>
            <a:pPr marL="77470" marR="5080" indent="3175">
              <a:lnSpc>
                <a:spcPct val="113300"/>
              </a:lnSpc>
              <a:spcBef>
                <a:spcPts val="100"/>
              </a:spcBef>
            </a:pPr>
            <a:r>
              <a:rPr sz="1600" dirty="0"/>
              <a:t>CloudWatch</a:t>
            </a:r>
            <a:r>
              <a:rPr sz="1600" spc="125" dirty="0"/>
              <a:t> </a:t>
            </a:r>
            <a:r>
              <a:rPr sz="1600" dirty="0">
                <a:solidFill>
                  <a:srgbClr val="0F0F0F"/>
                </a:solidFill>
              </a:rPr>
              <a:t>alarms</a:t>
            </a:r>
            <a:r>
              <a:rPr sz="1600" spc="-10" dirty="0">
                <a:solidFill>
                  <a:srgbClr val="0F0F0F"/>
                </a:solidFill>
              </a:rPr>
              <a:t> </a:t>
            </a:r>
            <a:r>
              <a:rPr sz="1600" dirty="0"/>
              <a:t>watch</a:t>
            </a:r>
            <a:r>
              <a:rPr sz="1600" spc="55" dirty="0"/>
              <a:t> </a:t>
            </a:r>
            <a:r>
              <a:rPr sz="1600" dirty="0">
                <a:solidFill>
                  <a:srgbClr val="151515"/>
                </a:solidFill>
              </a:rPr>
              <a:t>your</a:t>
            </a:r>
            <a:r>
              <a:rPr sz="1600" spc="10" dirty="0">
                <a:solidFill>
                  <a:srgbClr val="151515"/>
                </a:solidFill>
              </a:rPr>
              <a:t> </a:t>
            </a:r>
            <a:r>
              <a:rPr sz="1600" dirty="0"/>
              <a:t>metric</a:t>
            </a:r>
            <a:r>
              <a:rPr sz="1600" spc="50" dirty="0"/>
              <a:t> </a:t>
            </a:r>
            <a:r>
              <a:rPr sz="1600" spc="-10" dirty="0"/>
              <a:t>values</a:t>
            </a:r>
            <a:r>
              <a:rPr sz="1600" spc="90" dirty="0"/>
              <a:t> </a:t>
            </a:r>
            <a:r>
              <a:rPr sz="1600" spc="-10" dirty="0"/>
              <a:t>against </a:t>
            </a:r>
            <a:r>
              <a:rPr sz="1600" dirty="0"/>
              <a:t>thresholds</a:t>
            </a:r>
            <a:r>
              <a:rPr sz="1600" spc="100" dirty="0"/>
              <a:t> </a:t>
            </a:r>
            <a:r>
              <a:rPr sz="1600" dirty="0"/>
              <a:t>that</a:t>
            </a:r>
            <a:r>
              <a:rPr sz="1600" spc="85" dirty="0"/>
              <a:t> </a:t>
            </a:r>
            <a:r>
              <a:rPr sz="1600" dirty="0"/>
              <a:t>you</a:t>
            </a:r>
            <a:r>
              <a:rPr sz="1600" spc="35" dirty="0"/>
              <a:t> </a:t>
            </a:r>
            <a:r>
              <a:rPr sz="1600" spc="-20" dirty="0"/>
              <a:t>specify,</a:t>
            </a:r>
            <a:r>
              <a:rPr sz="1600" spc="105" dirty="0"/>
              <a:t> </a:t>
            </a:r>
            <a:r>
              <a:rPr sz="1600" dirty="0">
                <a:solidFill>
                  <a:srgbClr val="181818"/>
                </a:solidFill>
              </a:rPr>
              <a:t>or</a:t>
            </a:r>
            <a:r>
              <a:rPr sz="1600" spc="15" dirty="0">
                <a:solidFill>
                  <a:srgbClr val="181818"/>
                </a:solidFill>
              </a:rPr>
              <a:t> </a:t>
            </a:r>
            <a:r>
              <a:rPr sz="1600" dirty="0"/>
              <a:t>that</a:t>
            </a:r>
            <a:r>
              <a:rPr sz="1600" spc="105" dirty="0"/>
              <a:t> </a:t>
            </a:r>
            <a:r>
              <a:rPr sz="1600" dirty="0"/>
              <a:t>CloudWatch</a:t>
            </a:r>
            <a:r>
              <a:rPr sz="1600" spc="160" dirty="0"/>
              <a:t> </a:t>
            </a:r>
            <a:r>
              <a:rPr sz="1600" spc="-10" dirty="0"/>
              <a:t>creates</a:t>
            </a:r>
            <a:r>
              <a:rPr sz="1600" spc="80" dirty="0"/>
              <a:t> </a:t>
            </a:r>
            <a:r>
              <a:rPr sz="1600" spc="-25" dirty="0"/>
              <a:t>by </a:t>
            </a:r>
            <a:r>
              <a:rPr sz="1600" dirty="0"/>
              <a:t>usi</a:t>
            </a:r>
            <a:r>
              <a:rPr sz="1600" dirty="0">
                <a:solidFill>
                  <a:srgbClr val="111111"/>
                </a:solidFill>
              </a:rPr>
              <a:t>ng</a:t>
            </a:r>
            <a:r>
              <a:rPr sz="1600" spc="35" dirty="0">
                <a:solidFill>
                  <a:srgbClr val="111111"/>
                </a:solidFill>
              </a:rPr>
              <a:t> </a:t>
            </a:r>
            <a:r>
              <a:rPr sz="1600" dirty="0"/>
              <a:t>machine</a:t>
            </a:r>
            <a:r>
              <a:rPr sz="1600" spc="105" dirty="0"/>
              <a:t> </a:t>
            </a:r>
            <a:r>
              <a:rPr sz="1600" dirty="0"/>
              <a:t>learning</a:t>
            </a:r>
            <a:r>
              <a:rPr sz="1600" spc="100" dirty="0"/>
              <a:t> </a:t>
            </a:r>
            <a:r>
              <a:rPr sz="1600" dirty="0"/>
              <a:t>models</a:t>
            </a:r>
            <a:r>
              <a:rPr sz="1600" spc="95" dirty="0"/>
              <a:t> </a:t>
            </a:r>
            <a:r>
              <a:rPr sz="1600" dirty="0"/>
              <a:t>to</a:t>
            </a:r>
            <a:r>
              <a:rPr sz="1600" spc="210" dirty="0"/>
              <a:t> </a:t>
            </a:r>
            <a:r>
              <a:rPr sz="1600" dirty="0"/>
              <a:t>detect</a:t>
            </a:r>
            <a:r>
              <a:rPr sz="1600" spc="85" dirty="0"/>
              <a:t> </a:t>
            </a:r>
            <a:r>
              <a:rPr sz="1600" spc="-10" dirty="0"/>
              <a:t>anomalous behavior.</a:t>
            </a:r>
            <a:r>
              <a:rPr sz="1600" spc="50" dirty="0"/>
              <a:t> </a:t>
            </a:r>
            <a:r>
              <a:rPr sz="1600" spc="-10" dirty="0">
                <a:solidFill>
                  <a:srgbClr val="181818"/>
                </a:solidFill>
              </a:rPr>
              <a:t>For</a:t>
            </a:r>
            <a:r>
              <a:rPr sz="1600" spc="25" dirty="0">
                <a:solidFill>
                  <a:srgbClr val="181818"/>
                </a:solidFill>
              </a:rPr>
              <a:t> </a:t>
            </a:r>
            <a:r>
              <a:rPr sz="1600" dirty="0"/>
              <a:t>example,</a:t>
            </a:r>
            <a:r>
              <a:rPr sz="1600" spc="55" dirty="0"/>
              <a:t> </a:t>
            </a:r>
            <a:r>
              <a:rPr sz="1600" dirty="0">
                <a:solidFill>
                  <a:srgbClr val="0C0C0C"/>
                </a:solidFill>
              </a:rPr>
              <a:t>if</a:t>
            </a:r>
            <a:r>
              <a:rPr sz="1600" spc="-45" dirty="0">
                <a:solidFill>
                  <a:srgbClr val="0C0C0C"/>
                </a:solidFill>
              </a:rPr>
              <a:t> </a:t>
            </a:r>
            <a:r>
              <a:rPr sz="1600" dirty="0"/>
              <a:t>an</a:t>
            </a:r>
            <a:r>
              <a:rPr sz="1600" spc="-35" dirty="0"/>
              <a:t> </a:t>
            </a:r>
            <a:r>
              <a:rPr sz="1600" dirty="0"/>
              <a:t>alarm</a:t>
            </a:r>
            <a:r>
              <a:rPr sz="1600" spc="15" dirty="0"/>
              <a:t> </a:t>
            </a:r>
            <a:r>
              <a:rPr sz="1600" dirty="0"/>
              <a:t>is</a:t>
            </a:r>
            <a:r>
              <a:rPr sz="1600" spc="-30" dirty="0"/>
              <a:t> </a:t>
            </a:r>
            <a:r>
              <a:rPr sz="1600" dirty="0"/>
              <a:t>triggered,</a:t>
            </a:r>
            <a:r>
              <a:rPr sz="1600" spc="45" dirty="0"/>
              <a:t> </a:t>
            </a:r>
            <a:r>
              <a:rPr sz="1600" spc="-10" dirty="0"/>
              <a:t>CloudWatch </a:t>
            </a:r>
            <a:r>
              <a:rPr sz="1600" spc="-30" dirty="0"/>
              <a:t>can</a:t>
            </a:r>
            <a:r>
              <a:rPr sz="1600" spc="-50" dirty="0"/>
              <a:t> </a:t>
            </a:r>
            <a:r>
              <a:rPr sz="1600" dirty="0"/>
              <a:t>take</a:t>
            </a:r>
            <a:r>
              <a:rPr sz="1600" spc="65" dirty="0"/>
              <a:t> </a:t>
            </a:r>
            <a:r>
              <a:rPr sz="1600" dirty="0">
                <a:solidFill>
                  <a:srgbClr val="151515"/>
                </a:solidFill>
              </a:rPr>
              <a:t>action</a:t>
            </a:r>
            <a:r>
              <a:rPr sz="1600" spc="114" dirty="0">
                <a:solidFill>
                  <a:srgbClr val="151515"/>
                </a:solidFill>
              </a:rPr>
              <a:t> </a:t>
            </a:r>
            <a:r>
              <a:rPr sz="1600" dirty="0"/>
              <a:t>automatically</a:t>
            </a:r>
            <a:r>
              <a:rPr sz="1600" spc="140" dirty="0"/>
              <a:t> </a:t>
            </a:r>
            <a:r>
              <a:rPr sz="1600" dirty="0">
                <a:solidFill>
                  <a:srgbClr val="111111"/>
                </a:solidFill>
              </a:rPr>
              <a:t>to</a:t>
            </a:r>
            <a:r>
              <a:rPr sz="1600" spc="140" dirty="0">
                <a:solidFill>
                  <a:srgbClr val="111111"/>
                </a:solidFill>
              </a:rPr>
              <a:t> </a:t>
            </a:r>
            <a:r>
              <a:rPr sz="1600" spc="-40" dirty="0"/>
              <a:t>enaDle</a:t>
            </a:r>
            <a:r>
              <a:rPr sz="1600" spc="155" dirty="0"/>
              <a:t> </a:t>
            </a:r>
            <a:r>
              <a:rPr sz="1600" dirty="0"/>
              <a:t>Amazon</a:t>
            </a:r>
            <a:r>
              <a:rPr sz="1600" spc="85" dirty="0"/>
              <a:t> </a:t>
            </a:r>
            <a:r>
              <a:rPr sz="1600" spc="-95" dirty="0"/>
              <a:t>EC2</a:t>
            </a:r>
            <a:r>
              <a:rPr sz="1600" spc="25" dirty="0"/>
              <a:t> </a:t>
            </a:r>
            <a:r>
              <a:rPr sz="1600" spc="-20" dirty="0"/>
              <a:t>Auto </a:t>
            </a:r>
            <a:r>
              <a:rPr sz="1600" spc="-10" dirty="0"/>
              <a:t>Scaling</a:t>
            </a:r>
            <a:r>
              <a:rPr sz="1600" spc="75" dirty="0"/>
              <a:t> </a:t>
            </a:r>
            <a:r>
              <a:rPr sz="1600" dirty="0">
                <a:solidFill>
                  <a:srgbClr val="282828"/>
                </a:solidFill>
              </a:rPr>
              <a:t>or</a:t>
            </a:r>
            <a:r>
              <a:rPr sz="1600" spc="10" dirty="0">
                <a:solidFill>
                  <a:srgbClr val="282828"/>
                </a:solidFill>
              </a:rPr>
              <a:t> </a:t>
            </a:r>
            <a:r>
              <a:rPr sz="1600" dirty="0"/>
              <a:t>stop</a:t>
            </a:r>
            <a:r>
              <a:rPr sz="1600" spc="-60" dirty="0"/>
              <a:t> </a:t>
            </a:r>
            <a:r>
              <a:rPr sz="1600" dirty="0">
                <a:solidFill>
                  <a:srgbClr val="1F1F1F"/>
                </a:solidFill>
              </a:rPr>
              <a:t>an</a:t>
            </a:r>
            <a:r>
              <a:rPr sz="1600" spc="45" dirty="0">
                <a:solidFill>
                  <a:srgbClr val="1F1F1F"/>
                </a:solidFill>
              </a:rPr>
              <a:t> </a:t>
            </a:r>
            <a:r>
              <a:rPr sz="1600" spc="-25" dirty="0"/>
              <a:t>instance.</a:t>
            </a:r>
            <a:r>
              <a:rPr sz="1600" spc="100" dirty="0"/>
              <a:t> </a:t>
            </a:r>
            <a:r>
              <a:rPr sz="1600" dirty="0">
                <a:solidFill>
                  <a:srgbClr val="1A1A1A"/>
                </a:solidFill>
              </a:rPr>
              <a:t>In</a:t>
            </a:r>
            <a:r>
              <a:rPr sz="1600" spc="-20" dirty="0">
                <a:solidFill>
                  <a:srgbClr val="1A1A1A"/>
                </a:solidFill>
              </a:rPr>
              <a:t> </a:t>
            </a:r>
            <a:r>
              <a:rPr sz="1600" dirty="0"/>
              <a:t>this</a:t>
            </a:r>
            <a:r>
              <a:rPr sz="1600" spc="60" dirty="0"/>
              <a:t> </a:t>
            </a:r>
            <a:r>
              <a:rPr sz="1600" spc="-50" dirty="0">
                <a:solidFill>
                  <a:srgbClr val="151515"/>
                </a:solidFill>
              </a:rPr>
              <a:t>way,</a:t>
            </a:r>
            <a:r>
              <a:rPr sz="1600" spc="-5" dirty="0">
                <a:solidFill>
                  <a:srgbClr val="151515"/>
                </a:solidFill>
              </a:rPr>
              <a:t> </a:t>
            </a:r>
            <a:r>
              <a:rPr sz="1600" dirty="0"/>
              <a:t>you</a:t>
            </a:r>
            <a:r>
              <a:rPr sz="1600" spc="40" dirty="0"/>
              <a:t> </a:t>
            </a:r>
            <a:r>
              <a:rPr sz="1600" dirty="0"/>
              <a:t>can</a:t>
            </a:r>
            <a:r>
              <a:rPr sz="1600" spc="-35" dirty="0"/>
              <a:t> </a:t>
            </a:r>
            <a:r>
              <a:rPr sz="1600" spc="-10" dirty="0"/>
              <a:t>automate </a:t>
            </a:r>
            <a:r>
              <a:rPr sz="1600" dirty="0"/>
              <a:t>capacity</a:t>
            </a:r>
            <a:r>
              <a:rPr sz="1600" spc="5" dirty="0"/>
              <a:t> </a:t>
            </a:r>
            <a:r>
              <a:rPr sz="1600" dirty="0"/>
              <a:t>and</a:t>
            </a:r>
            <a:r>
              <a:rPr sz="1600" spc="-25" dirty="0"/>
              <a:t> </a:t>
            </a:r>
            <a:r>
              <a:rPr sz="1600" spc="-30" dirty="0"/>
              <a:t>resource</a:t>
            </a:r>
            <a:r>
              <a:rPr sz="1600" spc="55" dirty="0"/>
              <a:t> </a:t>
            </a:r>
            <a:r>
              <a:rPr sz="1600" spc="-10" dirty="0">
                <a:solidFill>
                  <a:srgbClr val="0E0E0E"/>
                </a:solidFill>
              </a:rPr>
              <a:t>planning.</a:t>
            </a:r>
            <a:endParaRPr sz="160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6681406" y="2070304"/>
            <a:ext cx="2019517" cy="771617"/>
          </a:xfrm>
          <a:prstGeom prst="rect">
            <a:avLst/>
          </a:prstGeom>
        </p:spPr>
      </p:pic>
      <p:sp>
        <p:nvSpPr>
          <p:cNvPr id="3" name="object 3"/>
          <p:cNvSpPr/>
          <p:nvPr/>
        </p:nvSpPr>
        <p:spPr>
          <a:xfrm>
            <a:off x="1375410" y="365125"/>
            <a:ext cx="9431020" cy="876935"/>
          </a:xfrm>
          <a:custGeom>
            <a:avLst/>
            <a:gdLst/>
            <a:ahLst/>
            <a:cxnLst/>
            <a:rect l="l" t="t" r="r" b="b"/>
            <a:pathLst>
              <a:path w="9431020" h="876935">
                <a:moveTo>
                  <a:pt x="9429750" y="876300"/>
                </a:moveTo>
                <a:lnTo>
                  <a:pt x="0" y="876300"/>
                </a:lnTo>
                <a:lnTo>
                  <a:pt x="0" y="0"/>
                </a:lnTo>
                <a:lnTo>
                  <a:pt x="9429750" y="0"/>
                </a:lnTo>
                <a:lnTo>
                  <a:pt x="9429750" y="876300"/>
                </a:lnTo>
                <a:close/>
              </a:path>
            </a:pathLst>
          </a:custGeom>
          <a:solidFill>
            <a:srgbClr val="B1F6EF"/>
          </a:solidFill>
        </p:spPr>
        <p:txBody>
          <a:bodyPr wrap="square" lIns="0" tIns="0" rIns="0" bIns="0" rtlCol="0"/>
          <a:lstStyle/>
          <a:p>
            <a:endParaRPr/>
          </a:p>
        </p:txBody>
      </p:sp>
      <p:sp>
        <p:nvSpPr>
          <p:cNvPr id="4" name="object 4" descr="$PPTXTitle"/>
          <p:cNvSpPr txBox="1">
            <a:spLocks noGrp="1"/>
          </p:cNvSpPr>
          <p:nvPr>
            <p:ph type="title"/>
          </p:nvPr>
        </p:nvSpPr>
        <p:spPr>
          <a:prstGeom prst="rect">
            <a:avLst/>
          </a:prstGeom>
        </p:spPr>
        <p:txBody>
          <a:bodyPr vert="horz" wrap="square" lIns="0" tIns="12700" rIns="0" bIns="0" rtlCol="0">
            <a:spAutoFit/>
          </a:bodyPr>
          <a:lstStyle/>
          <a:p>
            <a:pPr>
              <a:lnSpc>
                <a:spcPct val="100000"/>
              </a:lnSpc>
              <a:spcBef>
                <a:spcPts val="100"/>
              </a:spcBef>
            </a:pPr>
            <a:r>
              <a:rPr sz="3350" spc="-210" dirty="0">
                <a:solidFill>
                  <a:srgbClr val="62A1A0"/>
                </a:solidFill>
                <a:latin typeface="Arial MT"/>
                <a:cs typeface="Arial MT"/>
              </a:rPr>
              <a:t>Amazon</a:t>
            </a:r>
            <a:r>
              <a:rPr sz="3350" spc="-15" dirty="0">
                <a:solidFill>
                  <a:srgbClr val="62A1A0"/>
                </a:solidFill>
                <a:latin typeface="Arial MT"/>
                <a:cs typeface="Arial MT"/>
              </a:rPr>
              <a:t> </a:t>
            </a:r>
            <a:r>
              <a:rPr sz="3350" spc="-220" dirty="0">
                <a:solidFill>
                  <a:srgbClr val="2A958A"/>
                </a:solidFill>
                <a:latin typeface="Arial MT"/>
                <a:cs typeface="Arial MT"/>
              </a:rPr>
              <a:t>CloudWatch</a:t>
            </a:r>
            <a:endParaRPr sz="3350">
              <a:latin typeface="Arial MT"/>
              <a:cs typeface="Arial MT"/>
            </a:endParaRPr>
          </a:p>
        </p:txBody>
      </p:sp>
      <p:sp>
        <p:nvSpPr>
          <p:cNvPr id="5" name="object 5"/>
          <p:cNvSpPr txBox="1"/>
          <p:nvPr/>
        </p:nvSpPr>
        <p:spPr>
          <a:xfrm>
            <a:off x="9063211" y="577877"/>
            <a:ext cx="1203325" cy="269875"/>
          </a:xfrm>
          <a:prstGeom prst="rect">
            <a:avLst/>
          </a:prstGeom>
        </p:spPr>
        <p:txBody>
          <a:bodyPr vert="horz" wrap="square" lIns="0" tIns="12700" rIns="0" bIns="0" rtlCol="0">
            <a:spAutoFit/>
          </a:bodyPr>
          <a:lstStyle/>
          <a:p>
            <a:pPr>
              <a:lnSpc>
                <a:spcPct val="100000"/>
              </a:lnSpc>
              <a:spcBef>
                <a:spcPts val="100"/>
              </a:spcBef>
            </a:pPr>
            <a:r>
              <a:rPr sz="1600" dirty="0">
                <a:solidFill>
                  <a:srgbClr val="267C82"/>
                </a:solidFill>
                <a:latin typeface="Arial MT"/>
                <a:cs typeface="Arial MT"/>
              </a:rPr>
              <a:t>AWG</a:t>
            </a:r>
            <a:r>
              <a:rPr sz="1600" spc="280" dirty="0">
                <a:solidFill>
                  <a:srgbClr val="267C82"/>
                </a:solidFill>
                <a:latin typeface="Arial MT"/>
                <a:cs typeface="Arial MT"/>
              </a:rPr>
              <a:t> </a:t>
            </a:r>
            <a:r>
              <a:rPr sz="1600" spc="-125" dirty="0">
                <a:solidFill>
                  <a:srgbClr val="2B748C"/>
                </a:solidFill>
                <a:latin typeface="Arial MT"/>
                <a:cs typeface="Arial MT"/>
              </a:rPr>
              <a:t>educate</a:t>
            </a:r>
            <a:endParaRPr sz="1600">
              <a:latin typeface="Arial MT"/>
              <a:cs typeface="Arial MT"/>
            </a:endParaRPr>
          </a:p>
        </p:txBody>
      </p:sp>
      <p:sp>
        <p:nvSpPr>
          <p:cNvPr id="6" name="object 6"/>
          <p:cNvSpPr txBox="1"/>
          <p:nvPr/>
        </p:nvSpPr>
        <p:spPr>
          <a:xfrm>
            <a:off x="9047133" y="701716"/>
            <a:ext cx="426084" cy="269875"/>
          </a:xfrm>
          <a:prstGeom prst="rect">
            <a:avLst/>
          </a:prstGeom>
        </p:spPr>
        <p:txBody>
          <a:bodyPr vert="horz" wrap="square" lIns="0" tIns="12700" rIns="0" bIns="0" rtlCol="0">
            <a:spAutoFit/>
          </a:bodyPr>
          <a:lstStyle/>
          <a:p>
            <a:pPr>
              <a:lnSpc>
                <a:spcPct val="100000"/>
              </a:lnSpc>
              <a:spcBef>
                <a:spcPts val="100"/>
              </a:spcBef>
              <a:tabLst>
                <a:tab pos="342265" algn="l"/>
              </a:tabLst>
            </a:pPr>
            <a:r>
              <a:rPr sz="1600" spc="-25" dirty="0">
                <a:solidFill>
                  <a:srgbClr val="62825D"/>
                </a:solidFill>
                <a:latin typeface="Arial MT"/>
                <a:cs typeface="Arial MT"/>
              </a:rPr>
              <a:t>s.</a:t>
            </a:r>
            <a:r>
              <a:rPr sz="1600" dirty="0">
                <a:solidFill>
                  <a:srgbClr val="62825D"/>
                </a:solidFill>
                <a:latin typeface="Arial MT"/>
                <a:cs typeface="Arial MT"/>
              </a:rPr>
              <a:t>	</a:t>
            </a:r>
            <a:r>
              <a:rPr sz="1600" spc="-390" dirty="0">
                <a:solidFill>
                  <a:srgbClr val="AFAF74"/>
                </a:solidFill>
                <a:latin typeface="Arial MT"/>
                <a:cs typeface="Arial MT"/>
              </a:rPr>
              <a:t>_</a:t>
            </a:r>
            <a:endParaRPr sz="1600">
              <a:latin typeface="Arial MT"/>
              <a:cs typeface="Arial MT"/>
            </a:endParaRPr>
          </a:p>
        </p:txBody>
      </p:sp>
      <p:grpSp>
        <p:nvGrpSpPr>
          <p:cNvPr id="7" name="object 7"/>
          <p:cNvGrpSpPr/>
          <p:nvPr/>
        </p:nvGrpSpPr>
        <p:grpSpPr>
          <a:xfrm>
            <a:off x="1375410" y="1336791"/>
            <a:ext cx="3143885" cy="3953510"/>
            <a:chOff x="1375410" y="1336791"/>
            <a:chExt cx="3143885" cy="3953510"/>
          </a:xfrm>
        </p:grpSpPr>
        <p:pic>
          <p:nvPicPr>
            <p:cNvPr id="8" name="object 8"/>
            <p:cNvPicPr/>
            <p:nvPr/>
          </p:nvPicPr>
          <p:blipFill>
            <a:blip r:embed="rId3" cstate="print"/>
            <a:stretch>
              <a:fillRect/>
            </a:stretch>
          </p:blipFill>
          <p:spPr>
            <a:xfrm>
              <a:off x="1375410" y="4156530"/>
              <a:ext cx="3143587" cy="1133611"/>
            </a:xfrm>
            <a:prstGeom prst="rect">
              <a:avLst/>
            </a:prstGeom>
          </p:spPr>
        </p:pic>
        <p:sp>
          <p:nvSpPr>
            <p:cNvPr id="9" name="object 9"/>
            <p:cNvSpPr/>
            <p:nvPr/>
          </p:nvSpPr>
          <p:spPr>
            <a:xfrm>
              <a:off x="1375410" y="1336791"/>
              <a:ext cx="3134360" cy="3943985"/>
            </a:xfrm>
            <a:custGeom>
              <a:avLst/>
              <a:gdLst/>
              <a:ahLst/>
              <a:cxnLst/>
              <a:rect l="l" t="t" r="r" b="b"/>
              <a:pathLst>
                <a:path w="3134360" h="3943985">
                  <a:moveTo>
                    <a:pt x="3133725" y="3943350"/>
                  </a:moveTo>
                  <a:lnTo>
                    <a:pt x="0" y="3943350"/>
                  </a:lnTo>
                  <a:lnTo>
                    <a:pt x="0" y="0"/>
                  </a:lnTo>
                  <a:lnTo>
                    <a:pt x="3133725" y="0"/>
                  </a:lnTo>
                  <a:lnTo>
                    <a:pt x="3133725" y="3943350"/>
                  </a:lnTo>
                  <a:close/>
                </a:path>
              </a:pathLst>
            </a:custGeom>
            <a:solidFill>
              <a:srgbClr val="97DFDB"/>
            </a:solidFill>
          </p:spPr>
          <p:txBody>
            <a:bodyPr wrap="square" lIns="0" tIns="0" rIns="0" bIns="0" rtlCol="0"/>
            <a:lstStyle/>
            <a:p>
              <a:endParaRPr/>
            </a:p>
          </p:txBody>
        </p:sp>
      </p:grpSp>
      <p:sp>
        <p:nvSpPr>
          <p:cNvPr id="10" name="object 10"/>
          <p:cNvSpPr txBox="1">
            <a:spLocks noGrp="1"/>
          </p:cNvSpPr>
          <p:nvPr>
            <p:ph sz="half" idx="2"/>
          </p:nvPr>
        </p:nvSpPr>
        <p:spPr>
          <a:prstGeom prst="rect">
            <a:avLst/>
          </a:prstGeom>
        </p:spPr>
        <p:txBody>
          <a:bodyPr vert="horz" wrap="square" lIns="0" tIns="0" rIns="0" bIns="0" rtlCol="0">
            <a:spAutoFit/>
          </a:bodyPr>
          <a:lstStyle/>
          <a:p>
            <a:pPr marR="40005" algn="ctr">
              <a:lnSpc>
                <a:spcPts val="2075"/>
              </a:lnSpc>
            </a:pPr>
            <a:r>
              <a:rPr sz="2000" spc="-235" dirty="0">
                <a:solidFill>
                  <a:srgbClr val="3A9590"/>
                </a:solidFill>
              </a:rPr>
              <a:t>What</a:t>
            </a:r>
            <a:r>
              <a:rPr sz="2000" dirty="0">
                <a:solidFill>
                  <a:srgbClr val="3A9590"/>
                </a:solidFill>
              </a:rPr>
              <a:t> </a:t>
            </a:r>
            <a:r>
              <a:rPr sz="2000" spc="-245" dirty="0">
                <a:solidFill>
                  <a:srgbClr val="429E93"/>
                </a:solidFill>
              </a:rPr>
              <a:t>does</a:t>
            </a:r>
            <a:r>
              <a:rPr sz="2000" spc="15" dirty="0">
                <a:solidFill>
                  <a:srgbClr val="429E93"/>
                </a:solidFill>
              </a:rPr>
              <a:t> </a:t>
            </a:r>
            <a:r>
              <a:rPr sz="2000" spc="-300" dirty="0">
                <a:solidFill>
                  <a:srgbClr val="2D8C89"/>
                </a:solidFill>
              </a:rPr>
              <a:t>Amazon</a:t>
            </a:r>
            <a:endParaRPr sz="2000"/>
          </a:p>
          <a:p>
            <a:pPr marR="11430" algn="ctr">
              <a:lnSpc>
                <a:spcPts val="2210"/>
              </a:lnSpc>
            </a:pPr>
            <a:r>
              <a:rPr sz="1950" spc="-225" dirty="0">
                <a:solidFill>
                  <a:srgbClr val="36908C"/>
                </a:solidFill>
              </a:rPr>
              <a:t>CloudWatch</a:t>
            </a:r>
            <a:r>
              <a:rPr sz="1950" spc="110" dirty="0">
                <a:solidFill>
                  <a:srgbClr val="36908C"/>
                </a:solidFill>
              </a:rPr>
              <a:t> </a:t>
            </a:r>
            <a:r>
              <a:rPr sz="1950" spc="-25" dirty="0">
                <a:solidFill>
                  <a:srgbClr val="2F9587"/>
                </a:solidFill>
              </a:rPr>
              <a:t>do?</a:t>
            </a:r>
            <a:endParaRPr sz="1950"/>
          </a:p>
          <a:p>
            <a:pPr marL="553720" marR="585470" indent="10160" algn="ctr">
              <a:lnSpc>
                <a:spcPct val="94600"/>
              </a:lnSpc>
              <a:spcBef>
                <a:spcPts val="120"/>
              </a:spcBef>
            </a:pPr>
            <a:r>
              <a:rPr sz="1950" spc="-195" dirty="0">
                <a:solidFill>
                  <a:srgbClr val="2BAEA3"/>
                </a:solidFill>
              </a:rPr>
              <a:t>What</a:t>
            </a:r>
            <a:r>
              <a:rPr sz="1950" dirty="0">
                <a:solidFill>
                  <a:srgbClr val="2BAEA3"/>
                </a:solidFill>
              </a:rPr>
              <a:t> </a:t>
            </a:r>
            <a:r>
              <a:rPr sz="1950" spc="-160" dirty="0">
                <a:solidFill>
                  <a:srgbClr val="3D898E"/>
                </a:solidFill>
              </a:rPr>
              <a:t>problem</a:t>
            </a:r>
            <a:r>
              <a:rPr sz="1950" spc="35" dirty="0">
                <a:solidFill>
                  <a:srgbClr val="3D898E"/>
                </a:solidFill>
              </a:rPr>
              <a:t> </a:t>
            </a:r>
            <a:r>
              <a:rPr sz="1950" spc="-20" dirty="0">
                <a:solidFill>
                  <a:srgbClr val="ACFDF9"/>
                </a:solidFill>
              </a:rPr>
              <a:t>does </a:t>
            </a:r>
            <a:r>
              <a:rPr spc="-145" dirty="0">
                <a:solidFill>
                  <a:srgbClr val="3F9E9E"/>
                </a:solidFill>
              </a:rPr>
              <a:t>CloudWatch</a:t>
            </a:r>
            <a:r>
              <a:rPr spc="50" dirty="0">
                <a:solidFill>
                  <a:srgbClr val="3F9E9E"/>
                </a:solidFill>
              </a:rPr>
              <a:t> </a:t>
            </a:r>
            <a:r>
              <a:rPr spc="-10" dirty="0">
                <a:solidFill>
                  <a:srgbClr val="2A9389"/>
                </a:solidFill>
              </a:rPr>
              <a:t>Solve* </a:t>
            </a:r>
            <a:r>
              <a:rPr sz="1950" spc="-204" dirty="0">
                <a:solidFill>
                  <a:srgbClr val="2A9083"/>
                </a:solidFill>
              </a:rPr>
              <a:t>What</a:t>
            </a:r>
            <a:r>
              <a:rPr sz="1950" spc="15" dirty="0">
                <a:solidFill>
                  <a:srgbClr val="2A9083"/>
                </a:solidFill>
              </a:rPr>
              <a:t> </a:t>
            </a:r>
            <a:r>
              <a:rPr sz="1950" spc="-210" dirty="0">
                <a:solidFill>
                  <a:srgbClr val="2B7C7C"/>
                </a:solidFill>
              </a:rPr>
              <a:t>are</a:t>
            </a:r>
            <a:r>
              <a:rPr sz="1950" spc="-110" dirty="0">
                <a:solidFill>
                  <a:srgbClr val="2B7C7C"/>
                </a:solidFill>
              </a:rPr>
              <a:t> </a:t>
            </a:r>
            <a:r>
              <a:rPr sz="1950" spc="-100" dirty="0">
                <a:solidFill>
                  <a:srgbClr val="93E2DA"/>
                </a:solidFill>
              </a:rPr>
              <a:t>the</a:t>
            </a:r>
            <a:r>
              <a:rPr sz="1950" spc="-160" dirty="0">
                <a:solidFill>
                  <a:srgbClr val="93E2DA"/>
                </a:solidFill>
              </a:rPr>
              <a:t> </a:t>
            </a:r>
            <a:r>
              <a:rPr sz="1950" spc="-130" dirty="0">
                <a:solidFill>
                  <a:srgbClr val="34ACA1"/>
                </a:solidFill>
              </a:rPr>
              <a:t>benefits </a:t>
            </a:r>
            <a:r>
              <a:rPr sz="1950" spc="-90" dirty="0">
                <a:solidFill>
                  <a:srgbClr val="448C89"/>
                </a:solidFill>
              </a:rPr>
              <a:t>of</a:t>
            </a:r>
            <a:r>
              <a:rPr sz="1950" spc="-80" dirty="0">
                <a:solidFill>
                  <a:srgbClr val="448C89"/>
                </a:solidFill>
              </a:rPr>
              <a:t> </a:t>
            </a:r>
            <a:r>
              <a:rPr sz="1950" spc="-150" dirty="0">
                <a:solidFill>
                  <a:srgbClr val="3D8C8E"/>
                </a:solidFill>
              </a:rPr>
              <a:t>CloudWatch?</a:t>
            </a:r>
            <a:endParaRPr sz="1950"/>
          </a:p>
          <a:p>
            <a:pPr marR="29209" algn="ctr">
              <a:lnSpc>
                <a:spcPts val="2080"/>
              </a:lnSpc>
            </a:pPr>
            <a:r>
              <a:rPr sz="1950" spc="-235" dirty="0">
                <a:solidFill>
                  <a:srgbClr val="3F9E97"/>
                </a:solidFill>
              </a:rPr>
              <a:t>How</a:t>
            </a:r>
            <a:r>
              <a:rPr sz="1950" spc="-75" dirty="0">
                <a:solidFill>
                  <a:srgbClr val="3F9E97"/>
                </a:solidFill>
              </a:rPr>
              <a:t> </a:t>
            </a:r>
            <a:r>
              <a:rPr sz="1950" spc="-229" dirty="0">
                <a:solidFill>
                  <a:srgbClr val="1F9582"/>
                </a:solidFill>
              </a:rPr>
              <a:t>can</a:t>
            </a:r>
            <a:r>
              <a:rPr sz="1950" spc="-90" dirty="0">
                <a:solidFill>
                  <a:srgbClr val="1F9582"/>
                </a:solidFill>
              </a:rPr>
              <a:t> </a:t>
            </a:r>
            <a:r>
              <a:rPr sz="1950" spc="-120" dirty="0">
                <a:solidFill>
                  <a:srgbClr val="28897E"/>
                </a:solidFill>
              </a:rPr>
              <a:t>I</a:t>
            </a:r>
            <a:r>
              <a:rPr sz="1950" spc="-105" dirty="0">
                <a:solidFill>
                  <a:srgbClr val="28897E"/>
                </a:solidFill>
              </a:rPr>
              <a:t> </a:t>
            </a:r>
            <a:r>
              <a:rPr sz="1950" spc="-155" dirty="0">
                <a:solidFill>
                  <a:srgbClr val="23877E"/>
                </a:solidFill>
              </a:rPr>
              <a:t>architect</a:t>
            </a:r>
            <a:r>
              <a:rPr sz="1950" spc="100" dirty="0">
                <a:solidFill>
                  <a:srgbClr val="23877E"/>
                </a:solidFill>
              </a:rPr>
              <a:t> </a:t>
            </a:r>
            <a:r>
              <a:rPr sz="1950" spc="-240" dirty="0">
                <a:solidFill>
                  <a:srgbClr val="23857E"/>
                </a:solidFill>
              </a:rPr>
              <a:t>a</a:t>
            </a:r>
            <a:r>
              <a:rPr sz="1950" spc="-125" dirty="0">
                <a:solidFill>
                  <a:srgbClr val="23857E"/>
                </a:solidFill>
              </a:rPr>
              <a:t> </a:t>
            </a:r>
            <a:r>
              <a:rPr sz="1950" spc="-10" dirty="0">
                <a:solidFill>
                  <a:srgbClr val="BAFFFF"/>
                </a:solidFill>
              </a:rPr>
              <a:t>cloud</a:t>
            </a:r>
            <a:endParaRPr sz="1950"/>
          </a:p>
          <a:p>
            <a:pPr marR="40005" algn="ctr">
              <a:lnSpc>
                <a:spcPts val="2290"/>
              </a:lnSpc>
            </a:pPr>
            <a:r>
              <a:rPr sz="2050" spc="-180" dirty="0">
                <a:solidFill>
                  <a:srgbClr val="319089"/>
                </a:solidFill>
              </a:rPr>
              <a:t>solution</a:t>
            </a:r>
            <a:r>
              <a:rPr sz="2050" spc="-25" dirty="0">
                <a:solidFill>
                  <a:srgbClr val="319089"/>
                </a:solidFill>
              </a:rPr>
              <a:t> </a:t>
            </a:r>
            <a:r>
              <a:rPr sz="2050" spc="-215" dirty="0">
                <a:solidFill>
                  <a:srgbClr val="239187"/>
                </a:solidFill>
              </a:rPr>
              <a:t>using</a:t>
            </a:r>
            <a:r>
              <a:rPr sz="2050" spc="-15" dirty="0">
                <a:solidFill>
                  <a:srgbClr val="239187"/>
                </a:solidFill>
              </a:rPr>
              <a:t> </a:t>
            </a:r>
            <a:r>
              <a:rPr sz="2050" spc="-300" dirty="0">
                <a:solidFill>
                  <a:srgbClr val="2B938E"/>
                </a:solidFill>
              </a:rPr>
              <a:t>CtoudWatch?</a:t>
            </a:r>
            <a:endParaRPr sz="2050"/>
          </a:p>
          <a:p>
            <a:pPr marR="50165" algn="ctr">
              <a:lnSpc>
                <a:spcPct val="100000"/>
              </a:lnSpc>
              <a:spcBef>
                <a:spcPts val="1090"/>
              </a:spcBef>
            </a:pPr>
            <a:r>
              <a:rPr sz="1950" spc="-254" dirty="0">
                <a:solidFill>
                  <a:srgbClr val="FF89FF"/>
                </a:solidFill>
              </a:rPr>
              <a:t>How</a:t>
            </a:r>
            <a:r>
              <a:rPr sz="1950" spc="25" dirty="0">
                <a:solidFill>
                  <a:srgbClr val="FF89FF"/>
                </a:solidFill>
              </a:rPr>
              <a:t> </a:t>
            </a:r>
            <a:r>
              <a:rPr sz="1950" spc="-229" dirty="0">
                <a:solidFill>
                  <a:srgbClr val="B831BC"/>
                </a:solidFill>
              </a:rPr>
              <a:t>can</a:t>
            </a:r>
            <a:r>
              <a:rPr sz="1950" spc="-75" dirty="0">
                <a:solidFill>
                  <a:srgbClr val="B831BC"/>
                </a:solidFill>
              </a:rPr>
              <a:t> </a:t>
            </a:r>
            <a:r>
              <a:rPr sz="1950" spc="-120" dirty="0">
                <a:solidFill>
                  <a:srgbClr val="D121C8"/>
                </a:solidFill>
              </a:rPr>
              <a:t>I</a:t>
            </a:r>
            <a:r>
              <a:rPr sz="1950" spc="-80" dirty="0">
                <a:solidFill>
                  <a:srgbClr val="D121C8"/>
                </a:solidFill>
              </a:rPr>
              <a:t> </a:t>
            </a:r>
            <a:r>
              <a:rPr sz="1950" spc="-260" dirty="0">
                <a:solidFill>
                  <a:srgbClr val="AF31AC"/>
                </a:solidFill>
              </a:rPr>
              <a:t>use</a:t>
            </a:r>
            <a:r>
              <a:rPr sz="1950" spc="-70" dirty="0">
                <a:solidFill>
                  <a:srgbClr val="AF31AC"/>
                </a:solidFill>
              </a:rPr>
              <a:t> </a:t>
            </a:r>
            <a:r>
              <a:rPr sz="1950" spc="-145" dirty="0">
                <a:solidFill>
                  <a:srgbClr val="E231DF"/>
                </a:solidFill>
              </a:rPr>
              <a:t>CloudWatch?</a:t>
            </a:r>
            <a:endParaRPr sz="1950"/>
          </a:p>
          <a:p>
            <a:pPr marL="86995" marR="110489" algn="ctr">
              <a:lnSpc>
                <a:spcPts val="1950"/>
              </a:lnSpc>
              <a:spcBef>
                <a:spcPts val="1425"/>
              </a:spcBef>
            </a:pPr>
            <a:r>
              <a:rPr spc="-130" dirty="0">
                <a:solidFill>
                  <a:srgbClr val="318080"/>
                </a:solidFill>
              </a:rPr>
              <a:t>What</a:t>
            </a:r>
            <a:r>
              <a:rPr spc="-35" dirty="0">
                <a:solidFill>
                  <a:srgbClr val="318080"/>
                </a:solidFill>
              </a:rPr>
              <a:t> </a:t>
            </a:r>
            <a:r>
              <a:rPr spc="-170" dirty="0">
                <a:solidFill>
                  <a:srgbClr val="A3D1CD"/>
                </a:solidFill>
              </a:rPr>
              <a:t>else</a:t>
            </a:r>
            <a:r>
              <a:rPr spc="70" dirty="0">
                <a:solidFill>
                  <a:srgbClr val="A3D1CD"/>
                </a:solidFill>
              </a:rPr>
              <a:t> </a:t>
            </a:r>
            <a:r>
              <a:rPr spc="-114" dirty="0">
                <a:solidFill>
                  <a:srgbClr val="349C95"/>
                </a:solidFill>
              </a:rPr>
              <a:t>should</a:t>
            </a:r>
            <a:r>
              <a:rPr spc="-85" dirty="0">
                <a:solidFill>
                  <a:srgbClr val="349C95"/>
                </a:solidFill>
              </a:rPr>
              <a:t> </a:t>
            </a:r>
            <a:r>
              <a:rPr spc="-90" dirty="0">
                <a:solidFill>
                  <a:srgbClr val="A1FFFF"/>
                </a:solidFill>
              </a:rPr>
              <a:t>I</a:t>
            </a:r>
            <a:r>
              <a:rPr spc="-70" dirty="0">
                <a:solidFill>
                  <a:srgbClr val="A1FFFF"/>
                </a:solidFill>
              </a:rPr>
              <a:t> </a:t>
            </a:r>
            <a:r>
              <a:rPr spc="-185" dirty="0">
                <a:solidFill>
                  <a:srgbClr val="136769"/>
                </a:solidFill>
              </a:rPr>
              <a:t>Leep</a:t>
            </a:r>
            <a:r>
              <a:rPr dirty="0">
                <a:solidFill>
                  <a:srgbClr val="136769"/>
                </a:solidFill>
              </a:rPr>
              <a:t> </a:t>
            </a:r>
            <a:r>
              <a:rPr spc="-60" dirty="0">
                <a:solidFill>
                  <a:srgbClr val="36878A"/>
                </a:solidFill>
              </a:rPr>
              <a:t>in</a:t>
            </a:r>
            <a:r>
              <a:rPr spc="-114" dirty="0">
                <a:solidFill>
                  <a:srgbClr val="36878A"/>
                </a:solidFill>
              </a:rPr>
              <a:t> </a:t>
            </a:r>
            <a:r>
              <a:rPr spc="-60" dirty="0">
                <a:solidFill>
                  <a:srgbClr val="317E7E"/>
                </a:solidFill>
              </a:rPr>
              <a:t>mind </a:t>
            </a:r>
            <a:r>
              <a:rPr spc="-135" dirty="0">
                <a:solidFill>
                  <a:srgbClr val="2D958C"/>
                </a:solidFill>
              </a:rPr>
              <a:t>when</a:t>
            </a:r>
            <a:r>
              <a:rPr spc="-30" dirty="0">
                <a:solidFill>
                  <a:srgbClr val="2D958C"/>
                </a:solidFill>
              </a:rPr>
              <a:t> </a:t>
            </a:r>
            <a:r>
              <a:rPr spc="-135" dirty="0">
                <a:solidFill>
                  <a:srgbClr val="389191"/>
                </a:solidFill>
              </a:rPr>
              <a:t>using</a:t>
            </a:r>
            <a:r>
              <a:rPr spc="20" dirty="0">
                <a:solidFill>
                  <a:srgbClr val="389191"/>
                </a:solidFill>
              </a:rPr>
              <a:t> </a:t>
            </a:r>
            <a:r>
              <a:rPr spc="-85" dirty="0">
                <a:solidFill>
                  <a:srgbClr val="3F9A95"/>
                </a:solidFill>
              </a:rPr>
              <a:t>CloudWatch?</a:t>
            </a:r>
          </a:p>
          <a:p>
            <a:pPr marL="735330" marR="754380" indent="-10795" algn="ctr">
              <a:lnSpc>
                <a:spcPts val="2030"/>
              </a:lnSpc>
              <a:spcBef>
                <a:spcPts val="459"/>
              </a:spcBef>
            </a:pPr>
            <a:r>
              <a:rPr spc="-145" dirty="0">
                <a:solidFill>
                  <a:srgbClr val="4FA19C"/>
                </a:solidFill>
              </a:rPr>
              <a:t>How</a:t>
            </a:r>
            <a:r>
              <a:rPr spc="-15" dirty="0">
                <a:solidFill>
                  <a:srgbClr val="4FA19C"/>
                </a:solidFill>
              </a:rPr>
              <a:t> </a:t>
            </a:r>
            <a:r>
              <a:rPr spc="-135" dirty="0">
                <a:solidFill>
                  <a:srgbClr val="369591"/>
                </a:solidFill>
              </a:rPr>
              <a:t>much</a:t>
            </a:r>
            <a:r>
              <a:rPr spc="-35" dirty="0">
                <a:solidFill>
                  <a:srgbClr val="369591"/>
                </a:solidFill>
              </a:rPr>
              <a:t> </a:t>
            </a:r>
            <a:r>
              <a:rPr spc="-20" dirty="0">
                <a:solidFill>
                  <a:srgbClr val="217074"/>
                </a:solidFill>
              </a:rPr>
              <a:t>does </a:t>
            </a:r>
            <a:r>
              <a:rPr spc="-155" dirty="0">
                <a:solidFill>
                  <a:srgbClr val="3A9A8C"/>
                </a:solidFill>
              </a:rPr>
              <a:t>CloudWatch</a:t>
            </a:r>
            <a:r>
              <a:rPr spc="85" dirty="0">
                <a:solidFill>
                  <a:srgbClr val="3A9A8C"/>
                </a:solidFill>
              </a:rPr>
              <a:t> </a:t>
            </a:r>
            <a:r>
              <a:rPr spc="-150" dirty="0">
                <a:solidFill>
                  <a:srgbClr val="218A85"/>
                </a:solidFill>
              </a:rPr>
              <a:t>cost?</a:t>
            </a:r>
          </a:p>
        </p:txBody>
      </p:sp>
      <p:grpSp>
        <p:nvGrpSpPr>
          <p:cNvPr id="11" name="object 11"/>
          <p:cNvGrpSpPr/>
          <p:nvPr/>
        </p:nvGrpSpPr>
        <p:grpSpPr>
          <a:xfrm>
            <a:off x="4585680" y="2070304"/>
            <a:ext cx="2000885" cy="781685"/>
            <a:chOff x="4585680" y="2070304"/>
            <a:chExt cx="2000885" cy="781685"/>
          </a:xfrm>
        </p:grpSpPr>
        <p:pic>
          <p:nvPicPr>
            <p:cNvPr id="12" name="object 12"/>
            <p:cNvPicPr/>
            <p:nvPr/>
          </p:nvPicPr>
          <p:blipFill>
            <a:blip r:embed="rId4" cstate="print"/>
            <a:stretch>
              <a:fillRect/>
            </a:stretch>
          </p:blipFill>
          <p:spPr>
            <a:xfrm>
              <a:off x="4585680" y="2070304"/>
              <a:ext cx="2000465" cy="781143"/>
            </a:xfrm>
            <a:prstGeom prst="rect">
              <a:avLst/>
            </a:prstGeom>
          </p:spPr>
        </p:pic>
        <p:sp>
          <p:nvSpPr>
            <p:cNvPr id="13" name="object 13"/>
            <p:cNvSpPr/>
            <p:nvPr/>
          </p:nvSpPr>
          <p:spPr>
            <a:xfrm>
              <a:off x="4585680" y="2070304"/>
              <a:ext cx="1991360" cy="772160"/>
            </a:xfrm>
            <a:custGeom>
              <a:avLst/>
              <a:gdLst/>
              <a:ahLst/>
              <a:cxnLst/>
              <a:rect l="l" t="t" r="r" b="b"/>
              <a:pathLst>
                <a:path w="1991359" h="772160">
                  <a:moveTo>
                    <a:pt x="1990725" y="771525"/>
                  </a:moveTo>
                  <a:lnTo>
                    <a:pt x="0" y="771525"/>
                  </a:lnTo>
                  <a:lnTo>
                    <a:pt x="0" y="0"/>
                  </a:lnTo>
                  <a:lnTo>
                    <a:pt x="1990725" y="0"/>
                  </a:lnTo>
                  <a:lnTo>
                    <a:pt x="1990725" y="771525"/>
                  </a:lnTo>
                  <a:close/>
                </a:path>
              </a:pathLst>
            </a:custGeom>
            <a:solidFill>
              <a:srgbClr val="9CBFD4"/>
            </a:solidFill>
          </p:spPr>
          <p:txBody>
            <a:bodyPr wrap="square" lIns="0" tIns="0" rIns="0" bIns="0" rtlCol="0"/>
            <a:lstStyle/>
            <a:p>
              <a:endParaRPr/>
            </a:p>
          </p:txBody>
        </p:sp>
      </p:grpSp>
      <p:sp>
        <p:nvSpPr>
          <p:cNvPr id="14" name="object 14"/>
          <p:cNvSpPr txBox="1"/>
          <p:nvPr/>
        </p:nvSpPr>
        <p:spPr>
          <a:xfrm>
            <a:off x="4585680" y="2070304"/>
            <a:ext cx="1991360" cy="772160"/>
          </a:xfrm>
          <a:prstGeom prst="rect">
            <a:avLst/>
          </a:prstGeom>
        </p:spPr>
        <p:txBody>
          <a:bodyPr vert="horz" wrap="square" lIns="0" tIns="24130" rIns="0" bIns="0" rtlCol="0">
            <a:spAutoFit/>
          </a:bodyPr>
          <a:lstStyle/>
          <a:p>
            <a:pPr>
              <a:lnSpc>
                <a:spcPct val="100000"/>
              </a:lnSpc>
              <a:spcBef>
                <a:spcPts val="190"/>
              </a:spcBef>
            </a:pPr>
            <a:endParaRPr sz="1550">
              <a:latin typeface="Times New Roman"/>
              <a:cs typeface="Times New Roman"/>
            </a:endParaRPr>
          </a:p>
          <a:p>
            <a:pPr marL="396240">
              <a:lnSpc>
                <a:spcPct val="100000"/>
              </a:lnSpc>
            </a:pPr>
            <a:r>
              <a:rPr sz="1550" spc="-90" dirty="0">
                <a:solidFill>
                  <a:srgbClr val="3D89CF"/>
                </a:solidFill>
                <a:latin typeface="Arial MT"/>
                <a:cs typeface="Arial MT"/>
              </a:rPr>
              <a:t>monftodng</a:t>
            </a:r>
            <a:r>
              <a:rPr sz="1550" spc="35" dirty="0">
                <a:solidFill>
                  <a:srgbClr val="3D89CF"/>
                </a:solidFill>
                <a:latin typeface="Arial MT"/>
                <a:cs typeface="Arial MT"/>
              </a:rPr>
              <a:t> </a:t>
            </a:r>
            <a:r>
              <a:rPr sz="1550" spc="-25" dirty="0">
                <a:solidFill>
                  <a:srgbClr val="6BA1CA"/>
                </a:solidFill>
                <a:latin typeface="Arial MT"/>
                <a:cs typeface="Arial MT"/>
              </a:rPr>
              <a:t>and</a:t>
            </a:r>
            <a:endParaRPr sz="1550">
              <a:latin typeface="Arial MT"/>
              <a:cs typeface="Arial MT"/>
            </a:endParaRPr>
          </a:p>
          <a:p>
            <a:pPr marL="377825">
              <a:lnSpc>
                <a:spcPct val="100000"/>
              </a:lnSpc>
              <a:spcBef>
                <a:spcPts val="15"/>
              </a:spcBef>
            </a:pPr>
            <a:r>
              <a:rPr sz="1400" spc="-10" dirty="0">
                <a:solidFill>
                  <a:srgbClr val="3385D8"/>
                </a:solidFill>
                <a:latin typeface="Arial MT"/>
                <a:cs typeface="Arial MT"/>
              </a:rPr>
              <a:t>troubteshoodng</a:t>
            </a:r>
            <a:endParaRPr sz="1400">
              <a:latin typeface="Arial MT"/>
              <a:cs typeface="Arial MT"/>
            </a:endParaRPr>
          </a:p>
        </p:txBody>
      </p:sp>
      <p:grpSp>
        <p:nvGrpSpPr>
          <p:cNvPr id="15" name="object 15"/>
          <p:cNvGrpSpPr/>
          <p:nvPr/>
        </p:nvGrpSpPr>
        <p:grpSpPr>
          <a:xfrm>
            <a:off x="8777130" y="2070304"/>
            <a:ext cx="1972310" cy="791210"/>
            <a:chOff x="8777130" y="2070304"/>
            <a:chExt cx="1972310" cy="791210"/>
          </a:xfrm>
        </p:grpSpPr>
        <p:pic>
          <p:nvPicPr>
            <p:cNvPr id="16" name="object 16"/>
            <p:cNvPicPr/>
            <p:nvPr/>
          </p:nvPicPr>
          <p:blipFill>
            <a:blip r:embed="rId5" cstate="print"/>
            <a:stretch>
              <a:fillRect/>
            </a:stretch>
          </p:blipFill>
          <p:spPr>
            <a:xfrm>
              <a:off x="9310588" y="2289406"/>
              <a:ext cx="895446" cy="161944"/>
            </a:xfrm>
            <a:prstGeom prst="rect">
              <a:avLst/>
            </a:prstGeom>
          </p:spPr>
        </p:pic>
        <p:pic>
          <p:nvPicPr>
            <p:cNvPr id="17" name="object 17"/>
            <p:cNvPicPr/>
            <p:nvPr/>
          </p:nvPicPr>
          <p:blipFill>
            <a:blip r:embed="rId6" cstate="print"/>
            <a:stretch>
              <a:fillRect/>
            </a:stretch>
          </p:blipFill>
          <p:spPr>
            <a:xfrm>
              <a:off x="9320114" y="2537086"/>
              <a:ext cx="876394" cy="152418"/>
            </a:xfrm>
            <a:prstGeom prst="rect">
              <a:avLst/>
            </a:prstGeom>
          </p:spPr>
        </p:pic>
        <p:pic>
          <p:nvPicPr>
            <p:cNvPr id="18" name="object 18"/>
            <p:cNvPicPr/>
            <p:nvPr/>
          </p:nvPicPr>
          <p:blipFill>
            <a:blip r:embed="rId7" cstate="print"/>
            <a:stretch>
              <a:fillRect/>
            </a:stretch>
          </p:blipFill>
          <p:spPr>
            <a:xfrm>
              <a:off x="8777130" y="2070304"/>
              <a:ext cx="1971887" cy="790670"/>
            </a:xfrm>
            <a:prstGeom prst="rect">
              <a:avLst/>
            </a:prstGeom>
          </p:spPr>
        </p:pic>
      </p:grpSp>
      <p:pic>
        <p:nvPicPr>
          <p:cNvPr id="19" name="object 19"/>
          <p:cNvPicPr/>
          <p:nvPr/>
        </p:nvPicPr>
        <p:blipFill>
          <a:blip r:embed="rId8" cstate="print"/>
          <a:stretch>
            <a:fillRect/>
          </a:stretch>
        </p:blipFill>
        <p:spPr>
          <a:xfrm>
            <a:off x="1680242" y="5423508"/>
            <a:ext cx="2638708" cy="104787"/>
          </a:xfrm>
          <a:prstGeom prst="rect">
            <a:avLst/>
          </a:prstGeom>
        </p:spPr>
      </p:pic>
      <p:sp>
        <p:nvSpPr>
          <p:cNvPr id="20" name="object 20"/>
          <p:cNvSpPr txBox="1"/>
          <p:nvPr/>
        </p:nvSpPr>
        <p:spPr>
          <a:xfrm>
            <a:off x="4781006" y="1373310"/>
            <a:ext cx="5397500" cy="568960"/>
          </a:xfrm>
          <a:prstGeom prst="rect">
            <a:avLst/>
          </a:prstGeom>
        </p:spPr>
        <p:txBody>
          <a:bodyPr vert="horz" wrap="square" lIns="0" tIns="3175" rIns="0" bIns="0" rtlCol="0">
            <a:spAutoFit/>
          </a:bodyPr>
          <a:lstStyle/>
          <a:p>
            <a:pPr marL="13970" marR="5080" indent="-1905">
              <a:lnSpc>
                <a:spcPct val="103600"/>
              </a:lnSpc>
              <a:spcBef>
                <a:spcPts val="25"/>
              </a:spcBef>
            </a:pPr>
            <a:r>
              <a:rPr sz="1750" spc="-140" dirty="0">
                <a:latin typeface="Arial MT"/>
                <a:cs typeface="Arial MT"/>
              </a:rPr>
              <a:t>Choose</a:t>
            </a:r>
            <a:r>
              <a:rPr sz="1750" spc="15" dirty="0">
                <a:latin typeface="Arial MT"/>
                <a:cs typeface="Arial MT"/>
              </a:rPr>
              <a:t> </a:t>
            </a:r>
            <a:r>
              <a:rPr sz="1750" spc="-155" dirty="0">
                <a:latin typeface="Arial MT"/>
                <a:cs typeface="Arial MT"/>
              </a:rPr>
              <a:t>each</a:t>
            </a:r>
            <a:r>
              <a:rPr sz="1750" spc="35" dirty="0">
                <a:latin typeface="Arial MT"/>
                <a:cs typeface="Arial MT"/>
              </a:rPr>
              <a:t> </a:t>
            </a:r>
            <a:r>
              <a:rPr sz="1750" dirty="0">
                <a:solidFill>
                  <a:srgbClr val="0E0E0E"/>
                </a:solidFill>
                <a:latin typeface="Arial MT"/>
                <a:cs typeface="Arial MT"/>
              </a:rPr>
              <a:t>button</a:t>
            </a:r>
            <a:r>
              <a:rPr sz="1750" spc="-90" dirty="0">
                <a:solidFill>
                  <a:srgbClr val="0E0E0E"/>
                </a:solidFill>
                <a:latin typeface="Arial MT"/>
                <a:cs typeface="Arial MT"/>
              </a:rPr>
              <a:t> </a:t>
            </a:r>
            <a:r>
              <a:rPr sz="1750" dirty="0">
                <a:solidFill>
                  <a:srgbClr val="161616"/>
                </a:solidFill>
                <a:latin typeface="Arial MT"/>
                <a:cs typeface="Arial MT"/>
              </a:rPr>
              <a:t>to</a:t>
            </a:r>
            <a:r>
              <a:rPr sz="1750" spc="-95" dirty="0">
                <a:solidFill>
                  <a:srgbClr val="161616"/>
                </a:solidFill>
                <a:latin typeface="Arial MT"/>
                <a:cs typeface="Arial MT"/>
              </a:rPr>
              <a:t> </a:t>
            </a:r>
            <a:r>
              <a:rPr sz="1750" spc="-70" dirty="0">
                <a:latin typeface="Arial MT"/>
                <a:cs typeface="Arial MT"/>
              </a:rPr>
              <a:t>learn</a:t>
            </a:r>
            <a:r>
              <a:rPr sz="1750" dirty="0">
                <a:latin typeface="Arial MT"/>
                <a:cs typeface="Arial MT"/>
              </a:rPr>
              <a:t> </a:t>
            </a:r>
            <a:r>
              <a:rPr sz="1750" spc="-55" dirty="0">
                <a:solidFill>
                  <a:srgbClr val="161616"/>
                </a:solidFill>
                <a:latin typeface="Arial MT"/>
                <a:cs typeface="Arial MT"/>
              </a:rPr>
              <a:t>more</a:t>
            </a:r>
            <a:r>
              <a:rPr sz="1750" spc="-5" dirty="0">
                <a:solidFill>
                  <a:srgbClr val="161616"/>
                </a:solidFill>
                <a:latin typeface="Arial MT"/>
                <a:cs typeface="Arial MT"/>
              </a:rPr>
              <a:t> </a:t>
            </a:r>
            <a:r>
              <a:rPr sz="1750" spc="-30" dirty="0">
                <a:latin typeface="Arial MT"/>
                <a:cs typeface="Arial MT"/>
              </a:rPr>
              <a:t>about</a:t>
            </a:r>
            <a:r>
              <a:rPr sz="1750" spc="50" dirty="0">
                <a:latin typeface="Arial MT"/>
                <a:cs typeface="Arial MT"/>
              </a:rPr>
              <a:t> </a:t>
            </a:r>
            <a:r>
              <a:rPr sz="1750" spc="-155" dirty="0">
                <a:latin typeface="Arial MT"/>
                <a:cs typeface="Arial MT"/>
              </a:rPr>
              <a:t>ways</a:t>
            </a:r>
            <a:r>
              <a:rPr sz="1750" spc="30" dirty="0">
                <a:latin typeface="Arial MT"/>
                <a:cs typeface="Arial MT"/>
              </a:rPr>
              <a:t> </a:t>
            </a:r>
            <a:r>
              <a:rPr sz="1750" spc="-60" dirty="0">
                <a:latin typeface="Arial MT"/>
                <a:cs typeface="Arial MT"/>
              </a:rPr>
              <a:t>you </a:t>
            </a:r>
            <a:r>
              <a:rPr sz="1750" spc="-140" dirty="0">
                <a:latin typeface="Arial MT"/>
                <a:cs typeface="Arial MT"/>
              </a:rPr>
              <a:t>can</a:t>
            </a:r>
            <a:r>
              <a:rPr sz="1750" spc="20" dirty="0">
                <a:latin typeface="Arial MT"/>
                <a:cs typeface="Arial MT"/>
              </a:rPr>
              <a:t> </a:t>
            </a:r>
            <a:r>
              <a:rPr sz="1750" spc="-25" dirty="0">
                <a:latin typeface="Arial MT"/>
                <a:cs typeface="Arial MT"/>
              </a:rPr>
              <a:t>use </a:t>
            </a:r>
            <a:r>
              <a:rPr sz="1750" spc="-110" dirty="0">
                <a:latin typeface="Arial MT"/>
                <a:cs typeface="Arial MT"/>
              </a:rPr>
              <a:t>Amazon</a:t>
            </a:r>
            <a:r>
              <a:rPr sz="1750" spc="20" dirty="0">
                <a:latin typeface="Arial MT"/>
                <a:cs typeface="Arial MT"/>
              </a:rPr>
              <a:t> </a:t>
            </a:r>
            <a:r>
              <a:rPr sz="1750" spc="-20" dirty="0">
                <a:latin typeface="Arial MT"/>
                <a:cs typeface="Arial MT"/>
              </a:rPr>
              <a:t>CloudWatch.</a:t>
            </a:r>
            <a:endParaRPr sz="1750">
              <a:latin typeface="Arial MT"/>
              <a:cs typeface="Arial MT"/>
            </a:endParaRPr>
          </a:p>
        </p:txBody>
      </p:sp>
      <p:sp>
        <p:nvSpPr>
          <p:cNvPr id="21" name="object 21"/>
          <p:cNvSpPr txBox="1"/>
          <p:nvPr/>
        </p:nvSpPr>
        <p:spPr>
          <a:xfrm>
            <a:off x="4779774" y="2988944"/>
            <a:ext cx="5514975" cy="1130935"/>
          </a:xfrm>
          <a:prstGeom prst="rect">
            <a:avLst/>
          </a:prstGeom>
        </p:spPr>
        <p:txBody>
          <a:bodyPr vert="horz" wrap="square" lIns="0" tIns="12700" rIns="0" bIns="0" rtlCol="0">
            <a:spAutoFit/>
          </a:bodyPr>
          <a:lstStyle/>
          <a:p>
            <a:pPr marL="12700" marR="5080" indent="1905">
              <a:lnSpc>
                <a:spcPct val="113300"/>
              </a:lnSpc>
              <a:spcBef>
                <a:spcPts val="100"/>
              </a:spcBef>
            </a:pPr>
            <a:r>
              <a:rPr sz="1600" spc="-10" dirty="0">
                <a:latin typeface="Arial MT"/>
                <a:cs typeface="Arial MT"/>
              </a:rPr>
              <a:t>CfoudWatch</a:t>
            </a:r>
            <a:r>
              <a:rPr sz="1600" spc="290" dirty="0">
                <a:latin typeface="Arial MT"/>
                <a:cs typeface="Arial MT"/>
              </a:rPr>
              <a:t> </a:t>
            </a:r>
            <a:r>
              <a:rPr sz="1600" dirty="0">
                <a:solidFill>
                  <a:srgbClr val="212121"/>
                </a:solidFill>
                <a:latin typeface="Arial MT"/>
                <a:cs typeface="Arial MT"/>
              </a:rPr>
              <a:t>can</a:t>
            </a:r>
            <a:r>
              <a:rPr sz="1600" spc="80" dirty="0">
                <a:solidFill>
                  <a:srgbClr val="212121"/>
                </a:solidFill>
                <a:latin typeface="Arial MT"/>
                <a:cs typeface="Arial MT"/>
              </a:rPr>
              <a:t> </a:t>
            </a:r>
            <a:r>
              <a:rPr sz="1600" dirty="0">
                <a:solidFill>
                  <a:srgbClr val="0F0F0F"/>
                </a:solidFill>
                <a:latin typeface="Arial MT"/>
                <a:cs typeface="Arial MT"/>
              </a:rPr>
              <a:t>monitor</a:t>
            </a:r>
            <a:r>
              <a:rPr sz="1600" spc="210" dirty="0">
                <a:solidFill>
                  <a:srgbClr val="0F0F0F"/>
                </a:solidFill>
                <a:latin typeface="Arial MT"/>
                <a:cs typeface="Arial MT"/>
              </a:rPr>
              <a:t> </a:t>
            </a:r>
            <a:r>
              <a:rPr sz="1600" dirty="0">
                <a:latin typeface="Arial MT"/>
                <a:cs typeface="Arial MT"/>
              </a:rPr>
              <a:t>your</a:t>
            </a:r>
            <a:r>
              <a:rPr sz="1600" spc="135" dirty="0">
                <a:latin typeface="Arial MT"/>
                <a:cs typeface="Arial MT"/>
              </a:rPr>
              <a:t> </a:t>
            </a:r>
            <a:r>
              <a:rPr sz="1600" dirty="0">
                <a:latin typeface="Arial MT"/>
                <a:cs typeface="Arial MT"/>
              </a:rPr>
              <a:t>applications</a:t>
            </a:r>
            <a:r>
              <a:rPr sz="1600" spc="70" dirty="0">
                <a:latin typeface="Arial MT"/>
                <a:cs typeface="Arial MT"/>
              </a:rPr>
              <a:t> </a:t>
            </a:r>
            <a:r>
              <a:rPr sz="1600" dirty="0">
                <a:latin typeface="Arial MT"/>
                <a:cs typeface="Arial MT"/>
              </a:rPr>
              <a:t>that</a:t>
            </a:r>
            <a:r>
              <a:rPr sz="1600" spc="125" dirty="0">
                <a:latin typeface="Arial MT"/>
                <a:cs typeface="Arial MT"/>
              </a:rPr>
              <a:t> </a:t>
            </a:r>
            <a:r>
              <a:rPr sz="1600" dirty="0">
                <a:solidFill>
                  <a:srgbClr val="1F1F1F"/>
                </a:solidFill>
                <a:latin typeface="Arial MT"/>
                <a:cs typeface="Arial MT"/>
              </a:rPr>
              <a:t>run</a:t>
            </a:r>
            <a:r>
              <a:rPr sz="1600" spc="114" dirty="0">
                <a:solidFill>
                  <a:srgbClr val="1F1F1F"/>
                </a:solidFill>
                <a:latin typeface="Arial MT"/>
                <a:cs typeface="Arial MT"/>
              </a:rPr>
              <a:t> </a:t>
            </a:r>
            <a:r>
              <a:rPr sz="1600" dirty="0">
                <a:solidFill>
                  <a:srgbClr val="2F2F2F"/>
                </a:solidFill>
                <a:latin typeface="Arial MT"/>
                <a:cs typeface="Arial MT"/>
              </a:rPr>
              <a:t>on</a:t>
            </a:r>
            <a:r>
              <a:rPr sz="1600" spc="85" dirty="0">
                <a:solidFill>
                  <a:srgbClr val="2F2F2F"/>
                </a:solidFill>
                <a:latin typeface="Arial MT"/>
                <a:cs typeface="Arial MT"/>
              </a:rPr>
              <a:t> </a:t>
            </a:r>
            <a:r>
              <a:rPr sz="1600" spc="-40" dirty="0">
                <a:latin typeface="Arial MT"/>
                <a:cs typeface="Arial MT"/>
              </a:rPr>
              <a:t>AWS </a:t>
            </a:r>
            <a:r>
              <a:rPr sz="1600" dirty="0">
                <a:latin typeface="Arial MT"/>
                <a:cs typeface="Arial MT"/>
              </a:rPr>
              <a:t>(on</a:t>
            </a:r>
            <a:r>
              <a:rPr sz="1600" spc="-15" dirty="0">
                <a:latin typeface="Arial MT"/>
                <a:cs typeface="Arial MT"/>
              </a:rPr>
              <a:t> </a:t>
            </a:r>
            <a:r>
              <a:rPr sz="1600" dirty="0">
                <a:latin typeface="Arial MT"/>
                <a:cs typeface="Arial MT"/>
              </a:rPr>
              <a:t>Amazon</a:t>
            </a:r>
            <a:r>
              <a:rPr sz="1600" spc="25" dirty="0">
                <a:latin typeface="Arial MT"/>
                <a:cs typeface="Arial MT"/>
              </a:rPr>
              <a:t> </a:t>
            </a:r>
            <a:r>
              <a:rPr sz="1600" spc="-85" dirty="0">
                <a:latin typeface="Arial MT"/>
                <a:cs typeface="Arial MT"/>
              </a:rPr>
              <a:t>EC2,</a:t>
            </a:r>
            <a:r>
              <a:rPr sz="1600" spc="20" dirty="0">
                <a:latin typeface="Arial MT"/>
                <a:cs typeface="Arial MT"/>
              </a:rPr>
              <a:t> </a:t>
            </a:r>
            <a:r>
              <a:rPr sz="1600" spc="-10" dirty="0">
                <a:latin typeface="Arial MT"/>
                <a:cs typeface="Arial MT"/>
              </a:rPr>
              <a:t>containers,</a:t>
            </a:r>
            <a:r>
              <a:rPr sz="1600" spc="114" dirty="0">
                <a:latin typeface="Arial MT"/>
                <a:cs typeface="Arial MT"/>
              </a:rPr>
              <a:t> </a:t>
            </a:r>
            <a:r>
              <a:rPr sz="1600" dirty="0">
                <a:latin typeface="Arial MT"/>
                <a:cs typeface="Arial MT"/>
              </a:rPr>
              <a:t>and</a:t>
            </a:r>
            <a:r>
              <a:rPr sz="1600" spc="-45" dirty="0">
                <a:latin typeface="Arial MT"/>
                <a:cs typeface="Arial MT"/>
              </a:rPr>
              <a:t> </a:t>
            </a:r>
            <a:r>
              <a:rPr sz="1600" spc="-35" dirty="0">
                <a:latin typeface="Arial MT"/>
                <a:cs typeface="Arial MT"/>
              </a:rPr>
              <a:t>serverless)</a:t>
            </a:r>
            <a:r>
              <a:rPr sz="1600" spc="170" dirty="0">
                <a:latin typeface="Arial MT"/>
                <a:cs typeface="Arial MT"/>
              </a:rPr>
              <a:t> </a:t>
            </a:r>
            <a:r>
              <a:rPr sz="1600" dirty="0">
                <a:latin typeface="Arial MT"/>
                <a:cs typeface="Arial MT"/>
              </a:rPr>
              <a:t>or</a:t>
            </a:r>
            <a:r>
              <a:rPr sz="1600" spc="45" dirty="0">
                <a:latin typeface="Arial MT"/>
                <a:cs typeface="Arial MT"/>
              </a:rPr>
              <a:t> </a:t>
            </a:r>
            <a:r>
              <a:rPr sz="1600" spc="-35" dirty="0">
                <a:latin typeface="Arial MT"/>
                <a:cs typeface="Arial MT"/>
              </a:rPr>
              <a:t>on-</a:t>
            </a:r>
            <a:r>
              <a:rPr sz="1600" spc="-10" dirty="0">
                <a:latin typeface="Arial MT"/>
                <a:cs typeface="Arial MT"/>
              </a:rPr>
              <a:t>premises. </a:t>
            </a:r>
            <a:r>
              <a:rPr sz="1600" dirty="0">
                <a:latin typeface="Arial MT"/>
                <a:cs typeface="Arial MT"/>
              </a:rPr>
              <a:t>CloudWatch</a:t>
            </a:r>
            <a:r>
              <a:rPr sz="1600" spc="175" dirty="0">
                <a:latin typeface="Arial MT"/>
                <a:cs typeface="Arial MT"/>
              </a:rPr>
              <a:t> </a:t>
            </a:r>
            <a:r>
              <a:rPr sz="1600" dirty="0">
                <a:latin typeface="Arial MT"/>
                <a:cs typeface="Arial MT"/>
              </a:rPr>
              <a:t>collects</a:t>
            </a:r>
            <a:r>
              <a:rPr sz="1600" spc="-5" dirty="0">
                <a:latin typeface="Arial MT"/>
                <a:cs typeface="Arial MT"/>
              </a:rPr>
              <a:t> </a:t>
            </a:r>
            <a:r>
              <a:rPr sz="1600" dirty="0">
                <a:latin typeface="Arial MT"/>
                <a:cs typeface="Arial MT"/>
              </a:rPr>
              <a:t>data</a:t>
            </a:r>
            <a:r>
              <a:rPr sz="1600" spc="100" dirty="0">
                <a:latin typeface="Arial MT"/>
                <a:cs typeface="Arial MT"/>
              </a:rPr>
              <a:t> </a:t>
            </a:r>
            <a:r>
              <a:rPr sz="1600" dirty="0">
                <a:latin typeface="Arial MT"/>
                <a:cs typeface="Arial MT"/>
              </a:rPr>
              <a:t>at</a:t>
            </a:r>
            <a:r>
              <a:rPr sz="1600" spc="45" dirty="0">
                <a:latin typeface="Arial MT"/>
                <a:cs typeface="Arial MT"/>
              </a:rPr>
              <a:t> </a:t>
            </a:r>
            <a:r>
              <a:rPr sz="1600" dirty="0">
                <a:latin typeface="Arial MT"/>
                <a:cs typeface="Arial MT"/>
              </a:rPr>
              <a:t>every</a:t>
            </a:r>
            <a:r>
              <a:rPr sz="1600" spc="35" dirty="0">
                <a:latin typeface="Arial MT"/>
                <a:cs typeface="Arial MT"/>
              </a:rPr>
              <a:t> </a:t>
            </a:r>
            <a:r>
              <a:rPr sz="1600" dirty="0">
                <a:latin typeface="Arial MT"/>
                <a:cs typeface="Arial MT"/>
              </a:rPr>
              <a:t>layer</a:t>
            </a:r>
            <a:r>
              <a:rPr sz="1600" spc="40" dirty="0">
                <a:latin typeface="Arial MT"/>
                <a:cs typeface="Arial MT"/>
              </a:rPr>
              <a:t> </a:t>
            </a:r>
            <a:r>
              <a:rPr sz="1600" dirty="0">
                <a:solidFill>
                  <a:srgbClr val="333333"/>
                </a:solidFill>
                <a:latin typeface="Arial MT"/>
                <a:cs typeface="Arial MT"/>
              </a:rPr>
              <a:t>of</a:t>
            </a:r>
            <a:r>
              <a:rPr sz="1600" spc="70" dirty="0">
                <a:solidFill>
                  <a:srgbClr val="333333"/>
                </a:solidFill>
                <a:latin typeface="Arial MT"/>
                <a:cs typeface="Arial MT"/>
              </a:rPr>
              <a:t> </a:t>
            </a:r>
            <a:r>
              <a:rPr sz="1600" dirty="0">
                <a:solidFill>
                  <a:srgbClr val="0C0C0C"/>
                </a:solidFill>
                <a:latin typeface="Arial MT"/>
                <a:cs typeface="Arial MT"/>
              </a:rPr>
              <a:t>the</a:t>
            </a:r>
            <a:r>
              <a:rPr sz="1600" spc="25" dirty="0">
                <a:solidFill>
                  <a:srgbClr val="0C0C0C"/>
                </a:solidFill>
                <a:latin typeface="Arial MT"/>
                <a:cs typeface="Arial MT"/>
              </a:rPr>
              <a:t> </a:t>
            </a:r>
            <a:r>
              <a:rPr sz="1600" spc="-10" dirty="0">
                <a:latin typeface="Arial MT"/>
                <a:cs typeface="Arial MT"/>
              </a:rPr>
              <a:t>performance </a:t>
            </a:r>
            <a:r>
              <a:rPr sz="1600" spc="-30" dirty="0">
                <a:latin typeface="Arial MT"/>
                <a:cs typeface="Arial MT"/>
              </a:rPr>
              <a:t>stack,</a:t>
            </a:r>
            <a:r>
              <a:rPr sz="1600" spc="90" dirty="0">
                <a:latin typeface="Arial MT"/>
                <a:cs typeface="Arial MT"/>
              </a:rPr>
              <a:t> </a:t>
            </a:r>
            <a:r>
              <a:rPr sz="1600" dirty="0">
                <a:latin typeface="Arial MT"/>
                <a:cs typeface="Arial MT"/>
              </a:rPr>
              <a:t>including</a:t>
            </a:r>
            <a:r>
              <a:rPr sz="1600" spc="165" dirty="0">
                <a:latin typeface="Arial MT"/>
                <a:cs typeface="Arial MT"/>
              </a:rPr>
              <a:t> </a:t>
            </a:r>
            <a:r>
              <a:rPr sz="1600" dirty="0">
                <a:latin typeface="Arial MT"/>
                <a:cs typeface="Arial MT"/>
              </a:rPr>
              <a:t>metrics</a:t>
            </a:r>
            <a:r>
              <a:rPr sz="1600" spc="55" dirty="0">
                <a:latin typeface="Arial MT"/>
                <a:cs typeface="Arial MT"/>
              </a:rPr>
              <a:t> </a:t>
            </a:r>
            <a:r>
              <a:rPr sz="1600" dirty="0">
                <a:latin typeface="Arial MT"/>
                <a:cs typeface="Arial MT"/>
              </a:rPr>
              <a:t>and</a:t>
            </a:r>
            <a:r>
              <a:rPr sz="1600" spc="80" dirty="0">
                <a:latin typeface="Arial MT"/>
                <a:cs typeface="Arial MT"/>
              </a:rPr>
              <a:t> </a:t>
            </a:r>
            <a:r>
              <a:rPr sz="1600" dirty="0">
                <a:latin typeface="Arial MT"/>
                <a:cs typeface="Arial MT"/>
              </a:rPr>
              <a:t>logs</a:t>
            </a:r>
            <a:r>
              <a:rPr sz="1600" spc="30" dirty="0">
                <a:latin typeface="Arial MT"/>
                <a:cs typeface="Arial MT"/>
              </a:rPr>
              <a:t> </a:t>
            </a:r>
            <a:r>
              <a:rPr sz="1600" dirty="0">
                <a:solidFill>
                  <a:srgbClr val="3A3A3A"/>
                </a:solidFill>
                <a:latin typeface="Arial MT"/>
                <a:cs typeface="Arial MT"/>
              </a:rPr>
              <a:t>on</a:t>
            </a:r>
            <a:r>
              <a:rPr sz="1600" spc="15" dirty="0">
                <a:solidFill>
                  <a:srgbClr val="3A3A3A"/>
                </a:solidFill>
                <a:latin typeface="Arial MT"/>
                <a:cs typeface="Arial MT"/>
              </a:rPr>
              <a:t> </a:t>
            </a:r>
            <a:r>
              <a:rPr sz="1600" dirty="0">
                <a:latin typeface="Arial MT"/>
                <a:cs typeface="Arial MT"/>
              </a:rPr>
              <a:t>automatic</a:t>
            </a:r>
            <a:r>
              <a:rPr sz="1600" spc="225" dirty="0">
                <a:latin typeface="Arial MT"/>
                <a:cs typeface="Arial MT"/>
              </a:rPr>
              <a:t> </a:t>
            </a:r>
            <a:r>
              <a:rPr sz="1600" spc="-10" dirty="0">
                <a:latin typeface="Arial MT"/>
                <a:cs typeface="Arial MT"/>
              </a:rPr>
              <a:t>dashboards.</a:t>
            </a:r>
            <a:endParaRPr sz="1600">
              <a:latin typeface="Arial MT"/>
              <a:cs typeface="Arial MT"/>
            </a:endParaRPr>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384935" y="1355843"/>
            <a:ext cx="3124536" cy="3915244"/>
          </a:xfrm>
          <a:prstGeom prst="rect">
            <a:avLst/>
          </a:prstGeom>
        </p:spPr>
      </p:pic>
      <p:sp>
        <p:nvSpPr>
          <p:cNvPr id="3" name="object 3"/>
          <p:cNvSpPr/>
          <p:nvPr/>
        </p:nvSpPr>
        <p:spPr>
          <a:xfrm>
            <a:off x="1384935" y="365125"/>
            <a:ext cx="9411970" cy="876935"/>
          </a:xfrm>
          <a:custGeom>
            <a:avLst/>
            <a:gdLst/>
            <a:ahLst/>
            <a:cxnLst/>
            <a:rect l="l" t="t" r="r" b="b"/>
            <a:pathLst>
              <a:path w="9411970" h="876935">
                <a:moveTo>
                  <a:pt x="9410700" y="876300"/>
                </a:moveTo>
                <a:lnTo>
                  <a:pt x="0" y="876300"/>
                </a:lnTo>
                <a:lnTo>
                  <a:pt x="0" y="0"/>
                </a:lnTo>
                <a:lnTo>
                  <a:pt x="9410700" y="0"/>
                </a:lnTo>
                <a:lnTo>
                  <a:pt x="9410700" y="876300"/>
                </a:lnTo>
                <a:close/>
              </a:path>
            </a:pathLst>
          </a:custGeom>
          <a:solidFill>
            <a:srgbClr val="B1F6EF"/>
          </a:solidFill>
        </p:spPr>
        <p:txBody>
          <a:bodyPr wrap="square" lIns="0" tIns="0" rIns="0" bIns="0" rtlCol="0"/>
          <a:lstStyle/>
          <a:p>
            <a:endParaRPr/>
          </a:p>
        </p:txBody>
      </p:sp>
      <p:sp>
        <p:nvSpPr>
          <p:cNvPr id="4" name="object 4" descr="$PPTXTitle"/>
          <p:cNvSpPr txBox="1">
            <a:spLocks noGrp="1"/>
          </p:cNvSpPr>
          <p:nvPr>
            <p:ph type="title"/>
          </p:nvPr>
        </p:nvSpPr>
        <p:spPr>
          <a:prstGeom prst="rect">
            <a:avLst/>
          </a:prstGeom>
        </p:spPr>
        <p:txBody>
          <a:bodyPr vert="horz" wrap="square" lIns="0" tIns="12700" rIns="0" bIns="0" rtlCol="0">
            <a:spAutoFit/>
          </a:bodyPr>
          <a:lstStyle/>
          <a:p>
            <a:pPr>
              <a:lnSpc>
                <a:spcPct val="100000"/>
              </a:lnSpc>
              <a:spcBef>
                <a:spcPts val="100"/>
              </a:spcBef>
            </a:pPr>
            <a:r>
              <a:rPr sz="3350" spc="-225" dirty="0">
                <a:solidFill>
                  <a:srgbClr val="6BB3AF"/>
                </a:solidFill>
                <a:latin typeface="Arial MT"/>
                <a:cs typeface="Arial MT"/>
              </a:rPr>
              <a:t>Amazon</a:t>
            </a:r>
            <a:r>
              <a:rPr sz="3350" spc="10" dirty="0">
                <a:solidFill>
                  <a:srgbClr val="6BB3AF"/>
                </a:solidFill>
                <a:latin typeface="Arial MT"/>
                <a:cs typeface="Arial MT"/>
              </a:rPr>
              <a:t> </a:t>
            </a:r>
            <a:r>
              <a:rPr sz="3350" spc="-220" dirty="0">
                <a:solidFill>
                  <a:srgbClr val="367C80"/>
                </a:solidFill>
                <a:latin typeface="Arial MT"/>
                <a:cs typeface="Arial MT"/>
              </a:rPr>
              <a:t>CloudWatch</a:t>
            </a:r>
            <a:endParaRPr sz="3350">
              <a:latin typeface="Arial MT"/>
              <a:cs typeface="Arial MT"/>
            </a:endParaRPr>
          </a:p>
        </p:txBody>
      </p:sp>
      <p:sp>
        <p:nvSpPr>
          <p:cNvPr id="5" name="object 5"/>
          <p:cNvSpPr txBox="1"/>
          <p:nvPr/>
        </p:nvSpPr>
        <p:spPr>
          <a:xfrm>
            <a:off x="9053784" y="577877"/>
            <a:ext cx="1212850" cy="269875"/>
          </a:xfrm>
          <a:prstGeom prst="rect">
            <a:avLst/>
          </a:prstGeom>
        </p:spPr>
        <p:txBody>
          <a:bodyPr vert="horz" wrap="square" lIns="0" tIns="12700" rIns="0" bIns="0" rtlCol="0">
            <a:spAutoFit/>
          </a:bodyPr>
          <a:lstStyle/>
          <a:p>
            <a:pPr>
              <a:lnSpc>
                <a:spcPct val="100000"/>
              </a:lnSpc>
              <a:spcBef>
                <a:spcPts val="100"/>
              </a:spcBef>
            </a:pPr>
            <a:r>
              <a:rPr sz="1600" spc="90" dirty="0">
                <a:solidFill>
                  <a:srgbClr val="2B8789"/>
                </a:solidFill>
                <a:latin typeface="Arial MT"/>
                <a:cs typeface="Arial MT"/>
              </a:rPr>
              <a:t>SWS</a:t>
            </a:r>
            <a:r>
              <a:rPr sz="1600" spc="300" dirty="0">
                <a:solidFill>
                  <a:srgbClr val="2B8789"/>
                </a:solidFill>
                <a:latin typeface="Arial MT"/>
                <a:cs typeface="Arial MT"/>
              </a:rPr>
              <a:t> </a:t>
            </a:r>
            <a:r>
              <a:rPr sz="1600" spc="-130" dirty="0">
                <a:solidFill>
                  <a:srgbClr val="18647E"/>
                </a:solidFill>
                <a:latin typeface="Arial MT"/>
                <a:cs typeface="Arial MT"/>
              </a:rPr>
              <a:t>educate</a:t>
            </a:r>
            <a:endParaRPr sz="1600">
              <a:latin typeface="Arial MT"/>
              <a:cs typeface="Arial MT"/>
            </a:endParaRPr>
          </a:p>
        </p:txBody>
      </p:sp>
      <p:sp>
        <p:nvSpPr>
          <p:cNvPr id="6" name="object 6"/>
          <p:cNvSpPr txBox="1"/>
          <p:nvPr/>
        </p:nvSpPr>
        <p:spPr>
          <a:xfrm>
            <a:off x="9263552" y="711243"/>
            <a:ext cx="323850" cy="269875"/>
          </a:xfrm>
          <a:prstGeom prst="rect">
            <a:avLst/>
          </a:prstGeom>
        </p:spPr>
        <p:txBody>
          <a:bodyPr vert="horz" wrap="square" lIns="0" tIns="12700" rIns="0" bIns="0" rtlCol="0">
            <a:spAutoFit/>
          </a:bodyPr>
          <a:lstStyle/>
          <a:p>
            <a:pPr>
              <a:lnSpc>
                <a:spcPct val="100000"/>
              </a:lnSpc>
              <a:spcBef>
                <a:spcPts val="100"/>
              </a:spcBef>
            </a:pPr>
            <a:r>
              <a:rPr sz="1600" spc="-25" dirty="0">
                <a:solidFill>
                  <a:srgbClr val="64957E"/>
                </a:solidFill>
                <a:latin typeface="Arial MT"/>
                <a:cs typeface="Arial MT"/>
              </a:rPr>
              <a:t>.+a</a:t>
            </a:r>
            <a:endParaRPr sz="1600">
              <a:latin typeface="Arial MT"/>
              <a:cs typeface="Arial MT"/>
            </a:endParaRPr>
          </a:p>
        </p:txBody>
      </p:sp>
      <p:pic>
        <p:nvPicPr>
          <p:cNvPr id="7" name="object 7"/>
          <p:cNvPicPr/>
          <p:nvPr/>
        </p:nvPicPr>
        <p:blipFill>
          <a:blip r:embed="rId3" cstate="print"/>
          <a:stretch>
            <a:fillRect/>
          </a:stretch>
        </p:blipFill>
        <p:spPr>
          <a:xfrm>
            <a:off x="1680241" y="5423506"/>
            <a:ext cx="2657761" cy="104787"/>
          </a:xfrm>
          <a:prstGeom prst="rect">
            <a:avLst/>
          </a:prstGeom>
        </p:spPr>
      </p:pic>
      <p:sp>
        <p:nvSpPr>
          <p:cNvPr id="8" name="object 8"/>
          <p:cNvSpPr txBox="1"/>
          <p:nvPr/>
        </p:nvSpPr>
        <p:spPr>
          <a:xfrm>
            <a:off x="4775408" y="1360607"/>
            <a:ext cx="5525770" cy="2635250"/>
          </a:xfrm>
          <a:prstGeom prst="rect">
            <a:avLst/>
          </a:prstGeom>
        </p:spPr>
        <p:txBody>
          <a:bodyPr vert="horz" wrap="square" lIns="0" tIns="26034" rIns="0" bIns="0" rtlCol="0">
            <a:spAutoFit/>
          </a:bodyPr>
          <a:lstStyle/>
          <a:p>
            <a:pPr marL="13335" marR="182245" indent="4445">
              <a:lnSpc>
                <a:spcPts val="2180"/>
              </a:lnSpc>
              <a:spcBef>
                <a:spcPts val="204"/>
              </a:spcBef>
            </a:pPr>
            <a:r>
              <a:rPr sz="1850" spc="-215" dirty="0">
                <a:latin typeface="Arial MT"/>
                <a:cs typeface="Arial MT"/>
              </a:rPr>
              <a:t>Some</a:t>
            </a:r>
            <a:r>
              <a:rPr sz="1850" spc="75" dirty="0">
                <a:latin typeface="Arial MT"/>
                <a:cs typeface="Arial MT"/>
              </a:rPr>
              <a:t> </a:t>
            </a:r>
            <a:r>
              <a:rPr sz="1850" spc="-170" dirty="0">
                <a:latin typeface="Arial MT"/>
                <a:cs typeface="Arial MT"/>
              </a:rPr>
              <a:t>services</a:t>
            </a:r>
            <a:r>
              <a:rPr sz="1850" spc="40" dirty="0">
                <a:latin typeface="Arial MT"/>
                <a:cs typeface="Arial MT"/>
              </a:rPr>
              <a:t> </a:t>
            </a:r>
            <a:r>
              <a:rPr sz="1850" spc="-110" dirty="0">
                <a:latin typeface="Arial MT"/>
                <a:cs typeface="Arial MT"/>
              </a:rPr>
              <a:t>provide</a:t>
            </a:r>
            <a:r>
              <a:rPr sz="1850" spc="-20" dirty="0">
                <a:latin typeface="Arial MT"/>
                <a:cs typeface="Arial MT"/>
              </a:rPr>
              <a:t> </a:t>
            </a:r>
            <a:r>
              <a:rPr sz="1850" spc="-160" dirty="0">
                <a:latin typeface="Arial MT"/>
                <a:cs typeface="Arial MT"/>
              </a:rPr>
              <a:t>basic</a:t>
            </a:r>
            <a:r>
              <a:rPr sz="1850" spc="35" dirty="0">
                <a:latin typeface="Arial MT"/>
                <a:cs typeface="Arial MT"/>
              </a:rPr>
              <a:t> </a:t>
            </a:r>
            <a:r>
              <a:rPr sz="1850" spc="-150" dirty="0">
                <a:latin typeface="Arial MT"/>
                <a:cs typeface="Arial MT"/>
              </a:rPr>
              <a:t>CloudWatch</a:t>
            </a:r>
            <a:r>
              <a:rPr sz="1850" spc="20" dirty="0">
                <a:latin typeface="Arial MT"/>
                <a:cs typeface="Arial MT"/>
              </a:rPr>
              <a:t> </a:t>
            </a:r>
            <a:r>
              <a:rPr sz="1850" spc="-45" dirty="0">
                <a:latin typeface="Arial MT"/>
                <a:cs typeface="Arial MT"/>
              </a:rPr>
              <a:t>monito</a:t>
            </a:r>
            <a:r>
              <a:rPr sz="1850" spc="90" dirty="0">
                <a:latin typeface="Arial MT"/>
                <a:cs typeface="Arial MT"/>
              </a:rPr>
              <a:t> </a:t>
            </a:r>
            <a:r>
              <a:rPr sz="1850" spc="-100" dirty="0">
                <a:latin typeface="Arial MT"/>
                <a:cs typeface="Arial MT"/>
              </a:rPr>
              <a:t>ing</a:t>
            </a:r>
            <a:r>
              <a:rPr sz="1850" spc="-30" dirty="0">
                <a:latin typeface="Arial MT"/>
                <a:cs typeface="Arial MT"/>
              </a:rPr>
              <a:t> </a:t>
            </a:r>
            <a:r>
              <a:rPr sz="1850" spc="-50" dirty="0">
                <a:solidFill>
                  <a:srgbClr val="1C1C1C"/>
                </a:solidFill>
                <a:latin typeface="Arial MT"/>
                <a:cs typeface="Arial MT"/>
              </a:rPr>
              <a:t>at</a:t>
            </a:r>
            <a:r>
              <a:rPr sz="1850" spc="-55" dirty="0">
                <a:solidFill>
                  <a:srgbClr val="1C1C1C"/>
                </a:solidFill>
                <a:latin typeface="Arial MT"/>
                <a:cs typeface="Arial MT"/>
              </a:rPr>
              <a:t> </a:t>
            </a:r>
            <a:r>
              <a:rPr sz="1850" spc="-45" dirty="0">
                <a:solidFill>
                  <a:srgbClr val="212121"/>
                </a:solidFill>
                <a:latin typeface="Arial MT"/>
                <a:cs typeface="Arial MT"/>
              </a:rPr>
              <a:t>no </a:t>
            </a:r>
            <a:r>
              <a:rPr sz="1850" spc="-95" dirty="0">
                <a:latin typeface="Arial MT"/>
                <a:cs typeface="Arial MT"/>
              </a:rPr>
              <a:t>additional</a:t>
            </a:r>
            <a:r>
              <a:rPr sz="1850" spc="-35" dirty="0">
                <a:latin typeface="Arial MT"/>
                <a:cs typeface="Arial MT"/>
              </a:rPr>
              <a:t> </a:t>
            </a:r>
            <a:r>
              <a:rPr sz="1850" spc="-140" dirty="0">
                <a:latin typeface="Arial MT"/>
                <a:cs typeface="Arial MT"/>
              </a:rPr>
              <a:t>charpe</a:t>
            </a:r>
            <a:r>
              <a:rPr sz="1850" spc="55" dirty="0">
                <a:latin typeface="Arial MT"/>
                <a:cs typeface="Arial MT"/>
              </a:rPr>
              <a:t> </a:t>
            </a:r>
            <a:r>
              <a:rPr sz="1850" spc="-65" dirty="0">
                <a:solidFill>
                  <a:srgbClr val="0C0C0C"/>
                </a:solidFill>
                <a:latin typeface="Arial MT"/>
                <a:cs typeface="Arial MT"/>
              </a:rPr>
              <a:t>with</a:t>
            </a:r>
            <a:r>
              <a:rPr sz="1850" spc="-50" dirty="0">
                <a:solidFill>
                  <a:srgbClr val="0C0C0C"/>
                </a:solidFill>
                <a:latin typeface="Arial MT"/>
                <a:cs typeface="Arial MT"/>
              </a:rPr>
              <a:t> </a:t>
            </a:r>
            <a:r>
              <a:rPr sz="1850" spc="-40" dirty="0">
                <a:solidFill>
                  <a:srgbClr val="2A2A2A"/>
                </a:solidFill>
                <a:latin typeface="Arial MT"/>
                <a:cs typeface="Arial MT"/>
              </a:rPr>
              <a:t>the</a:t>
            </a:r>
            <a:r>
              <a:rPr sz="1850" spc="-30" dirty="0">
                <a:solidFill>
                  <a:srgbClr val="2A2A2A"/>
                </a:solidFill>
                <a:latin typeface="Arial MT"/>
                <a:cs typeface="Arial MT"/>
              </a:rPr>
              <a:t> </a:t>
            </a:r>
            <a:r>
              <a:rPr sz="1850" spc="-70" dirty="0">
                <a:latin typeface="Arial MT"/>
                <a:cs typeface="Arial MT"/>
              </a:rPr>
              <a:t>option</a:t>
            </a:r>
            <a:r>
              <a:rPr sz="1850" spc="-20" dirty="0">
                <a:latin typeface="Arial MT"/>
                <a:cs typeface="Arial MT"/>
              </a:rPr>
              <a:t> </a:t>
            </a:r>
            <a:r>
              <a:rPr sz="1850" dirty="0">
                <a:latin typeface="Arial MT"/>
                <a:cs typeface="Arial MT"/>
              </a:rPr>
              <a:t>to</a:t>
            </a:r>
            <a:r>
              <a:rPr sz="1850" spc="-114" dirty="0">
                <a:latin typeface="Arial MT"/>
                <a:cs typeface="Arial MT"/>
              </a:rPr>
              <a:t> </a:t>
            </a:r>
            <a:r>
              <a:rPr sz="1850" spc="-130" dirty="0">
                <a:latin typeface="Arial MT"/>
                <a:cs typeface="Arial MT"/>
              </a:rPr>
              <a:t>upgrade</a:t>
            </a:r>
            <a:r>
              <a:rPr sz="1850" spc="5" dirty="0">
                <a:latin typeface="Arial MT"/>
                <a:cs typeface="Arial MT"/>
              </a:rPr>
              <a:t> </a:t>
            </a:r>
            <a:r>
              <a:rPr sz="1850" dirty="0">
                <a:latin typeface="Arial MT"/>
                <a:cs typeface="Arial MT"/>
              </a:rPr>
              <a:t>to</a:t>
            </a:r>
            <a:r>
              <a:rPr sz="1850" spc="-65" dirty="0">
                <a:latin typeface="Arial MT"/>
                <a:cs typeface="Arial MT"/>
              </a:rPr>
              <a:t> </a:t>
            </a:r>
            <a:r>
              <a:rPr sz="1850" spc="-10" dirty="0">
                <a:latin typeface="Arial MT"/>
                <a:cs typeface="Arial MT"/>
              </a:rPr>
              <a:t>detailed </a:t>
            </a:r>
            <a:r>
              <a:rPr sz="1850" spc="-75" dirty="0">
                <a:latin typeface="Arial MT"/>
                <a:cs typeface="Arial MT"/>
              </a:rPr>
              <a:t>monitoring,</a:t>
            </a:r>
            <a:r>
              <a:rPr sz="1850" spc="-35" dirty="0">
                <a:latin typeface="Arial MT"/>
                <a:cs typeface="Arial MT"/>
              </a:rPr>
              <a:t> </a:t>
            </a:r>
            <a:r>
              <a:rPr sz="1850" spc="-120" dirty="0">
                <a:latin typeface="Arial MT"/>
                <a:cs typeface="Arial MT"/>
              </a:rPr>
              <a:t>which</a:t>
            </a:r>
            <a:r>
              <a:rPr sz="1850" spc="15" dirty="0">
                <a:latin typeface="Arial MT"/>
                <a:cs typeface="Arial MT"/>
              </a:rPr>
              <a:t> </a:t>
            </a:r>
            <a:r>
              <a:rPr sz="1850" spc="-185" dirty="0">
                <a:solidFill>
                  <a:srgbClr val="1D1D1D"/>
                </a:solidFill>
                <a:latin typeface="Arial MT"/>
                <a:cs typeface="Arial MT"/>
              </a:rPr>
              <a:t>comes</a:t>
            </a:r>
            <a:r>
              <a:rPr sz="1850" spc="55" dirty="0">
                <a:solidFill>
                  <a:srgbClr val="1D1D1D"/>
                </a:solidFill>
                <a:latin typeface="Arial MT"/>
                <a:cs typeface="Arial MT"/>
              </a:rPr>
              <a:t> </a:t>
            </a:r>
            <a:r>
              <a:rPr sz="1850" spc="-55" dirty="0">
                <a:latin typeface="Arial MT"/>
                <a:cs typeface="Arial MT"/>
              </a:rPr>
              <a:t>with</a:t>
            </a:r>
            <a:r>
              <a:rPr sz="1850" spc="-30" dirty="0">
                <a:latin typeface="Arial MT"/>
                <a:cs typeface="Arial MT"/>
              </a:rPr>
              <a:t> </a:t>
            </a:r>
            <a:r>
              <a:rPr sz="1850" spc="-270" dirty="0">
                <a:solidFill>
                  <a:srgbClr val="111111"/>
                </a:solidFill>
                <a:latin typeface="Arial MT"/>
                <a:cs typeface="Arial MT"/>
              </a:rPr>
              <a:t>a</a:t>
            </a:r>
            <a:r>
              <a:rPr sz="1850" spc="-10" dirty="0">
                <a:solidFill>
                  <a:srgbClr val="111111"/>
                </a:solidFill>
                <a:latin typeface="Arial MT"/>
                <a:cs typeface="Arial MT"/>
              </a:rPr>
              <a:t> </a:t>
            </a:r>
            <a:r>
              <a:rPr sz="1850" spc="-20" dirty="0">
                <a:solidFill>
                  <a:srgbClr val="0E0E0E"/>
                </a:solidFill>
                <a:latin typeface="Arial MT"/>
                <a:cs typeface="Arial MT"/>
              </a:rPr>
              <a:t>charge.</a:t>
            </a:r>
            <a:endParaRPr sz="1850">
              <a:latin typeface="Arial MT"/>
              <a:cs typeface="Arial MT"/>
            </a:endParaRPr>
          </a:p>
          <a:p>
            <a:pPr>
              <a:lnSpc>
                <a:spcPct val="100000"/>
              </a:lnSpc>
              <a:spcBef>
                <a:spcPts val="894"/>
              </a:spcBef>
            </a:pPr>
            <a:endParaRPr sz="1850">
              <a:latin typeface="Arial MT"/>
              <a:cs typeface="Arial MT"/>
            </a:endParaRPr>
          </a:p>
          <a:p>
            <a:pPr marL="15875" marR="5080" indent="-3175">
              <a:lnSpc>
                <a:spcPct val="113300"/>
              </a:lnSpc>
              <a:tabLst>
                <a:tab pos="1413510" algn="l"/>
              </a:tabLst>
            </a:pPr>
            <a:r>
              <a:rPr sz="1600" spc="-10" dirty="0">
                <a:latin typeface="Arial MT"/>
                <a:cs typeface="Arial MT"/>
              </a:rPr>
              <a:t>For </a:t>
            </a:r>
            <a:r>
              <a:rPr sz="1600" dirty="0">
                <a:latin typeface="Arial MT"/>
                <a:cs typeface="Arial MT"/>
              </a:rPr>
              <a:t>example, </a:t>
            </a:r>
            <a:r>
              <a:rPr sz="1600" spc="-70" dirty="0">
                <a:solidFill>
                  <a:srgbClr val="131313"/>
                </a:solidFill>
                <a:latin typeface="Arial MT"/>
                <a:cs typeface="Arial MT"/>
              </a:rPr>
              <a:t>EC2</a:t>
            </a:r>
            <a:r>
              <a:rPr sz="1600" spc="5" dirty="0">
                <a:solidFill>
                  <a:srgbClr val="131313"/>
                </a:solidFill>
                <a:latin typeface="Arial MT"/>
                <a:cs typeface="Arial MT"/>
              </a:rPr>
              <a:t> </a:t>
            </a:r>
            <a:r>
              <a:rPr sz="1600" spc="-25" dirty="0">
                <a:latin typeface="Arial MT"/>
                <a:cs typeface="Arial MT"/>
              </a:rPr>
              <a:t>instances,</a:t>
            </a:r>
            <a:r>
              <a:rPr sz="1600" spc="30" dirty="0">
                <a:latin typeface="Arial MT"/>
                <a:cs typeface="Arial MT"/>
              </a:rPr>
              <a:t> </a:t>
            </a:r>
            <a:r>
              <a:rPr sz="1600" dirty="0">
                <a:latin typeface="Arial MT"/>
                <a:cs typeface="Arial MT"/>
              </a:rPr>
              <a:t>by</a:t>
            </a:r>
            <a:r>
              <a:rPr sz="1600" spc="15" dirty="0">
                <a:latin typeface="Arial MT"/>
                <a:cs typeface="Arial MT"/>
              </a:rPr>
              <a:t> </a:t>
            </a:r>
            <a:r>
              <a:rPr sz="1600" dirty="0">
                <a:latin typeface="Arial MT"/>
                <a:cs typeface="Arial MT"/>
              </a:rPr>
              <a:t>default,</a:t>
            </a:r>
            <a:r>
              <a:rPr sz="1600" spc="-20" dirty="0">
                <a:latin typeface="Arial MT"/>
                <a:cs typeface="Arial MT"/>
              </a:rPr>
              <a:t> </a:t>
            </a:r>
            <a:r>
              <a:rPr sz="1600" dirty="0">
                <a:latin typeface="Arial MT"/>
                <a:cs typeface="Arial MT"/>
              </a:rPr>
              <a:t>are</a:t>
            </a:r>
            <a:r>
              <a:rPr sz="1600" spc="-15" dirty="0">
                <a:latin typeface="Arial MT"/>
                <a:cs typeface="Arial MT"/>
              </a:rPr>
              <a:t> </a:t>
            </a:r>
            <a:r>
              <a:rPr sz="1600" dirty="0">
                <a:latin typeface="Arial MT"/>
                <a:cs typeface="Arial MT"/>
              </a:rPr>
              <a:t>enabled</a:t>
            </a:r>
            <a:r>
              <a:rPr sz="1600" spc="70" dirty="0">
                <a:latin typeface="Arial MT"/>
                <a:cs typeface="Arial MT"/>
              </a:rPr>
              <a:t> </a:t>
            </a:r>
            <a:r>
              <a:rPr sz="1600" spc="-20" dirty="0">
                <a:latin typeface="Arial MT"/>
                <a:cs typeface="Arial MT"/>
              </a:rPr>
              <a:t>with </a:t>
            </a:r>
            <a:r>
              <a:rPr sz="1600" spc="-10" dirty="0">
                <a:latin typeface="Arial MT"/>
                <a:cs typeface="Arial MT"/>
              </a:rPr>
              <a:t>basic</a:t>
            </a:r>
            <a:r>
              <a:rPr sz="1600" spc="80" dirty="0">
                <a:latin typeface="Arial MT"/>
                <a:cs typeface="Arial MT"/>
              </a:rPr>
              <a:t> </a:t>
            </a:r>
            <a:r>
              <a:rPr sz="1600" dirty="0">
                <a:latin typeface="Arial MT"/>
                <a:cs typeface="Arial MT"/>
              </a:rPr>
              <a:t>CloudWatch</a:t>
            </a:r>
            <a:r>
              <a:rPr sz="1600" spc="135" dirty="0">
                <a:latin typeface="Arial MT"/>
                <a:cs typeface="Arial MT"/>
              </a:rPr>
              <a:t> </a:t>
            </a:r>
            <a:r>
              <a:rPr sz="1600" dirty="0">
                <a:latin typeface="Arial MT"/>
                <a:cs typeface="Arial MT"/>
              </a:rPr>
              <a:t>monitoring.</a:t>
            </a:r>
            <a:r>
              <a:rPr sz="1600" spc="-35" dirty="0">
                <a:latin typeface="Arial MT"/>
                <a:cs typeface="Arial MT"/>
              </a:rPr>
              <a:t> </a:t>
            </a:r>
            <a:r>
              <a:rPr sz="1600" spc="-20" dirty="0">
                <a:solidFill>
                  <a:srgbClr val="0F0F0F"/>
                </a:solidFill>
                <a:latin typeface="Arial MT"/>
                <a:cs typeface="Arial MT"/>
              </a:rPr>
              <a:t>Thus,</a:t>
            </a:r>
            <a:r>
              <a:rPr sz="1600" spc="60" dirty="0">
                <a:solidFill>
                  <a:srgbClr val="0F0F0F"/>
                </a:solidFill>
                <a:latin typeface="Arial MT"/>
                <a:cs typeface="Arial MT"/>
              </a:rPr>
              <a:t> </a:t>
            </a:r>
            <a:r>
              <a:rPr sz="1600" dirty="0">
                <a:latin typeface="Arial MT"/>
                <a:cs typeface="Arial MT"/>
              </a:rPr>
              <a:t>data</a:t>
            </a:r>
            <a:r>
              <a:rPr sz="1600" spc="55" dirty="0">
                <a:latin typeface="Arial MT"/>
                <a:cs typeface="Arial MT"/>
              </a:rPr>
              <a:t> </a:t>
            </a:r>
            <a:r>
              <a:rPr sz="1600" spc="-20" dirty="0">
                <a:solidFill>
                  <a:srgbClr val="1D1D1D"/>
                </a:solidFill>
                <a:latin typeface="Arial MT"/>
                <a:cs typeface="Arial MT"/>
              </a:rPr>
              <a:t>is</a:t>
            </a:r>
            <a:r>
              <a:rPr sz="1600" spc="-55" dirty="0">
                <a:solidFill>
                  <a:srgbClr val="1D1D1D"/>
                </a:solidFill>
                <a:latin typeface="Arial MT"/>
                <a:cs typeface="Arial MT"/>
              </a:rPr>
              <a:t> </a:t>
            </a:r>
            <a:r>
              <a:rPr sz="1600" spc="-10" dirty="0">
                <a:latin typeface="Arial MT"/>
                <a:cs typeface="Arial MT"/>
              </a:rPr>
              <a:t>available </a:t>
            </a:r>
            <a:r>
              <a:rPr sz="1600" dirty="0">
                <a:latin typeface="Arial MT"/>
                <a:cs typeface="Arial MT"/>
              </a:rPr>
              <a:t>automatically</a:t>
            </a:r>
            <a:r>
              <a:rPr sz="1600" spc="165" dirty="0">
                <a:latin typeface="Arial MT"/>
                <a:cs typeface="Arial MT"/>
              </a:rPr>
              <a:t> </a:t>
            </a:r>
            <a:r>
              <a:rPr sz="1600" dirty="0">
                <a:solidFill>
                  <a:srgbClr val="0C0C0C"/>
                </a:solidFill>
                <a:latin typeface="Arial MT"/>
                <a:cs typeface="Arial MT"/>
              </a:rPr>
              <a:t>in</a:t>
            </a:r>
            <a:r>
              <a:rPr sz="1600" spc="140" dirty="0">
                <a:solidFill>
                  <a:srgbClr val="0C0C0C"/>
                </a:solidFill>
                <a:latin typeface="Arial MT"/>
                <a:cs typeface="Arial MT"/>
              </a:rPr>
              <a:t> </a:t>
            </a:r>
            <a:r>
              <a:rPr sz="1600" dirty="0">
                <a:latin typeface="Arial MT"/>
                <a:cs typeface="Arial MT"/>
              </a:rPr>
              <a:t>5-minute</a:t>
            </a:r>
            <a:r>
              <a:rPr sz="1600" spc="155" dirty="0">
                <a:latin typeface="Arial MT"/>
                <a:cs typeface="Arial MT"/>
              </a:rPr>
              <a:t> </a:t>
            </a:r>
            <a:r>
              <a:rPr sz="1600" dirty="0">
                <a:latin typeface="Arial MT"/>
                <a:cs typeface="Arial MT"/>
              </a:rPr>
              <a:t>period</a:t>
            </a:r>
            <a:r>
              <a:rPr sz="1600" dirty="0">
                <a:solidFill>
                  <a:srgbClr val="0C0C0C"/>
                </a:solidFill>
                <a:latin typeface="Arial MT"/>
                <a:cs typeface="Arial MT"/>
              </a:rPr>
              <a:t>s.</a:t>
            </a:r>
            <a:r>
              <a:rPr sz="1600" spc="75" dirty="0">
                <a:solidFill>
                  <a:srgbClr val="0C0C0C"/>
                </a:solidFill>
                <a:latin typeface="Arial MT"/>
                <a:cs typeface="Arial MT"/>
              </a:rPr>
              <a:t> </a:t>
            </a:r>
            <a:r>
              <a:rPr sz="1600" dirty="0">
                <a:solidFill>
                  <a:srgbClr val="0E0E0E"/>
                </a:solidFill>
                <a:latin typeface="Arial MT"/>
                <a:cs typeface="Arial MT"/>
              </a:rPr>
              <a:t>If</a:t>
            </a:r>
            <a:r>
              <a:rPr sz="1600" spc="35" dirty="0">
                <a:solidFill>
                  <a:srgbClr val="0E0E0E"/>
                </a:solidFill>
                <a:latin typeface="Arial MT"/>
                <a:cs typeface="Arial MT"/>
              </a:rPr>
              <a:t> </a:t>
            </a:r>
            <a:r>
              <a:rPr sz="1600" dirty="0">
                <a:solidFill>
                  <a:srgbClr val="0A0A0A"/>
                </a:solidFill>
                <a:latin typeface="Arial MT"/>
                <a:cs typeface="Arial MT"/>
              </a:rPr>
              <a:t>you</a:t>
            </a:r>
            <a:r>
              <a:rPr sz="1600" spc="15" dirty="0">
                <a:solidFill>
                  <a:srgbClr val="0A0A0A"/>
                </a:solidFill>
                <a:latin typeface="Arial MT"/>
                <a:cs typeface="Arial MT"/>
              </a:rPr>
              <a:t> </a:t>
            </a:r>
            <a:r>
              <a:rPr sz="1600" spc="-150" dirty="0">
                <a:latin typeface="Arial MT"/>
                <a:cs typeface="Arial MT"/>
              </a:rPr>
              <a:t>dE'CIde</a:t>
            </a:r>
            <a:r>
              <a:rPr sz="1600" spc="100" dirty="0">
                <a:latin typeface="Arial MT"/>
                <a:cs typeface="Arial MT"/>
              </a:rPr>
              <a:t> </a:t>
            </a:r>
            <a:r>
              <a:rPr sz="1600" dirty="0">
                <a:latin typeface="Arial MT"/>
                <a:cs typeface="Arial MT"/>
              </a:rPr>
              <a:t>to</a:t>
            </a:r>
            <a:r>
              <a:rPr sz="1600" spc="415" dirty="0">
                <a:latin typeface="Arial MT"/>
                <a:cs typeface="Arial MT"/>
              </a:rPr>
              <a:t> </a:t>
            </a:r>
            <a:r>
              <a:rPr sz="1600" spc="-10" dirty="0">
                <a:latin typeface="Arial MT"/>
                <a:cs typeface="Arial MT"/>
              </a:rPr>
              <a:t>uograde </a:t>
            </a:r>
            <a:r>
              <a:rPr sz="1600" dirty="0">
                <a:latin typeface="Arial MT"/>
                <a:cs typeface="Arial MT"/>
              </a:rPr>
              <a:t>to</a:t>
            </a:r>
            <a:r>
              <a:rPr sz="1600" spc="170" dirty="0">
                <a:latin typeface="Arial MT"/>
                <a:cs typeface="Arial MT"/>
              </a:rPr>
              <a:t> </a:t>
            </a:r>
            <a:r>
              <a:rPr sz="1600" spc="-25" dirty="0">
                <a:latin typeface="Arial MT"/>
                <a:cs typeface="Arial MT"/>
              </a:rPr>
              <a:t>deta</a:t>
            </a:r>
            <a:r>
              <a:rPr sz="1600" spc="-250" dirty="0">
                <a:latin typeface="Arial MT"/>
                <a:cs typeface="Arial MT"/>
              </a:rPr>
              <a:t> </a:t>
            </a:r>
            <a:r>
              <a:rPr sz="1600" dirty="0">
                <a:solidFill>
                  <a:srgbClr val="0E0E0E"/>
                </a:solidFill>
                <a:latin typeface="Arial MT"/>
                <a:cs typeface="Arial MT"/>
              </a:rPr>
              <a:t>ited</a:t>
            </a:r>
            <a:r>
              <a:rPr sz="1600" spc="60" dirty="0">
                <a:solidFill>
                  <a:srgbClr val="0E0E0E"/>
                </a:solidFill>
                <a:latin typeface="Arial MT"/>
                <a:cs typeface="Arial MT"/>
              </a:rPr>
              <a:t> </a:t>
            </a:r>
            <a:r>
              <a:rPr sz="1600" dirty="0">
                <a:latin typeface="Arial MT"/>
                <a:cs typeface="Arial MT"/>
              </a:rPr>
              <a:t>CloudWatch</a:t>
            </a:r>
            <a:r>
              <a:rPr sz="1600" spc="190" dirty="0">
                <a:latin typeface="Arial MT"/>
                <a:cs typeface="Arial MT"/>
              </a:rPr>
              <a:t> </a:t>
            </a:r>
            <a:r>
              <a:rPr sz="1600" dirty="0">
                <a:latin typeface="Arial MT"/>
                <a:cs typeface="Arial MT"/>
              </a:rPr>
              <a:t>monitoring</a:t>
            </a:r>
            <a:r>
              <a:rPr sz="1600" spc="215" dirty="0">
                <a:latin typeface="Arial MT"/>
                <a:cs typeface="Arial MT"/>
              </a:rPr>
              <a:t> </a:t>
            </a:r>
            <a:r>
              <a:rPr sz="1600" dirty="0">
                <a:latin typeface="Arial MT"/>
                <a:cs typeface="Arial MT"/>
              </a:rPr>
              <a:t>on</a:t>
            </a:r>
            <a:r>
              <a:rPr sz="1600" spc="35" dirty="0">
                <a:latin typeface="Arial MT"/>
                <a:cs typeface="Arial MT"/>
              </a:rPr>
              <a:t> </a:t>
            </a:r>
            <a:r>
              <a:rPr sz="1600" dirty="0">
                <a:latin typeface="Arial MT"/>
                <a:cs typeface="Arial MT"/>
              </a:rPr>
              <a:t>your</a:t>
            </a:r>
            <a:r>
              <a:rPr sz="1600" spc="30" dirty="0">
                <a:latin typeface="Arial MT"/>
                <a:cs typeface="Arial MT"/>
              </a:rPr>
              <a:t> </a:t>
            </a:r>
            <a:r>
              <a:rPr sz="1600" spc="-25" dirty="0">
                <a:latin typeface="Arial MT"/>
                <a:cs typeface="Arial MT"/>
              </a:rPr>
              <a:t>instances,</a:t>
            </a:r>
            <a:r>
              <a:rPr sz="1600" spc="170" dirty="0">
                <a:latin typeface="Arial MT"/>
                <a:cs typeface="Arial MT"/>
              </a:rPr>
              <a:t> </a:t>
            </a:r>
            <a:r>
              <a:rPr sz="1600" spc="-20" dirty="0">
                <a:latin typeface="Arial MT"/>
                <a:cs typeface="Arial MT"/>
              </a:rPr>
              <a:t>data </a:t>
            </a:r>
            <a:r>
              <a:rPr sz="1600" dirty="0">
                <a:solidFill>
                  <a:srgbClr val="0C0C0C"/>
                </a:solidFill>
                <a:latin typeface="Arial MT"/>
                <a:cs typeface="Arial MT"/>
              </a:rPr>
              <a:t>is</a:t>
            </a:r>
            <a:r>
              <a:rPr sz="1600" spc="-55" dirty="0">
                <a:solidFill>
                  <a:srgbClr val="0C0C0C"/>
                </a:solidFill>
                <a:latin typeface="Arial MT"/>
                <a:cs typeface="Arial MT"/>
              </a:rPr>
              <a:t> </a:t>
            </a:r>
            <a:r>
              <a:rPr sz="1600" spc="-10" dirty="0">
                <a:latin typeface="Arial MT"/>
                <a:cs typeface="Arial MT"/>
              </a:rPr>
              <a:t>available </a:t>
            </a:r>
            <a:r>
              <a:rPr sz="1600" spc="-25" dirty="0">
                <a:latin typeface="Arial MT"/>
                <a:cs typeface="Arial MT"/>
              </a:rPr>
              <a:t>in</a:t>
            </a:r>
            <a:r>
              <a:rPr sz="1600" dirty="0">
                <a:latin typeface="Arial MT"/>
                <a:cs typeface="Arial MT"/>
              </a:rPr>
              <a:t>	-minute</a:t>
            </a:r>
            <a:r>
              <a:rPr sz="1600" spc="260" dirty="0">
                <a:latin typeface="Arial MT"/>
                <a:cs typeface="Arial MT"/>
              </a:rPr>
              <a:t> </a:t>
            </a:r>
            <a:r>
              <a:rPr sz="1600" dirty="0">
                <a:latin typeface="Arial MT"/>
                <a:cs typeface="Arial MT"/>
              </a:rPr>
              <a:t>periods</a:t>
            </a:r>
            <a:r>
              <a:rPr sz="1600" spc="185" dirty="0">
                <a:latin typeface="Arial MT"/>
                <a:cs typeface="Arial MT"/>
              </a:rPr>
              <a:t> </a:t>
            </a:r>
            <a:r>
              <a:rPr sz="1600" dirty="0">
                <a:solidFill>
                  <a:srgbClr val="242424"/>
                </a:solidFill>
                <a:latin typeface="Arial MT"/>
                <a:cs typeface="Arial MT"/>
              </a:rPr>
              <a:t>i</a:t>
            </a:r>
            <a:r>
              <a:rPr sz="1600" dirty="0">
                <a:latin typeface="Arial MT"/>
                <a:cs typeface="Arial MT"/>
              </a:rPr>
              <a:t>nstead</a:t>
            </a:r>
            <a:r>
              <a:rPr sz="1600" spc="145" dirty="0">
                <a:latin typeface="Arial MT"/>
                <a:cs typeface="Arial MT"/>
              </a:rPr>
              <a:t> </a:t>
            </a:r>
            <a:r>
              <a:rPr sz="1600" dirty="0">
                <a:solidFill>
                  <a:srgbClr val="494949"/>
                </a:solidFill>
                <a:latin typeface="Arial MT"/>
                <a:cs typeface="Arial MT"/>
              </a:rPr>
              <a:t>of</a:t>
            </a:r>
            <a:r>
              <a:rPr sz="1600" spc="250" dirty="0">
                <a:solidFill>
                  <a:srgbClr val="494949"/>
                </a:solidFill>
                <a:latin typeface="Arial MT"/>
                <a:cs typeface="Arial MT"/>
              </a:rPr>
              <a:t> </a:t>
            </a:r>
            <a:r>
              <a:rPr sz="1600" dirty="0">
                <a:solidFill>
                  <a:srgbClr val="161616"/>
                </a:solidFill>
                <a:latin typeface="Arial MT"/>
                <a:cs typeface="Arial MT"/>
              </a:rPr>
              <a:t>5-m</a:t>
            </a:r>
            <a:r>
              <a:rPr sz="1600" dirty="0">
                <a:latin typeface="Arial MT"/>
                <a:cs typeface="Arial MT"/>
              </a:rPr>
              <a:t>inute</a:t>
            </a:r>
            <a:r>
              <a:rPr sz="1600" spc="95" dirty="0">
                <a:latin typeface="Arial MT"/>
                <a:cs typeface="Arial MT"/>
              </a:rPr>
              <a:t> </a:t>
            </a:r>
            <a:r>
              <a:rPr sz="1600" spc="-10" dirty="0">
                <a:latin typeface="Arial MT"/>
                <a:cs typeface="Arial MT"/>
              </a:rPr>
              <a:t>periods.</a:t>
            </a:r>
            <a:endParaRPr sz="1600">
              <a:latin typeface="Arial MT"/>
              <a:cs typeface="Arial MT"/>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380489" y="1374895"/>
            <a:ext cx="3143589" cy="3915243"/>
          </a:xfrm>
          <a:prstGeom prst="rect">
            <a:avLst/>
          </a:prstGeom>
        </p:spPr>
      </p:pic>
      <p:sp>
        <p:nvSpPr>
          <p:cNvPr id="3" name="object 3"/>
          <p:cNvSpPr/>
          <p:nvPr/>
        </p:nvSpPr>
        <p:spPr>
          <a:xfrm>
            <a:off x="1380489" y="365125"/>
            <a:ext cx="9421495" cy="886460"/>
          </a:xfrm>
          <a:custGeom>
            <a:avLst/>
            <a:gdLst/>
            <a:ahLst/>
            <a:cxnLst/>
            <a:rect l="l" t="t" r="r" b="b"/>
            <a:pathLst>
              <a:path w="9421495" h="886460">
                <a:moveTo>
                  <a:pt x="9420225" y="885825"/>
                </a:moveTo>
                <a:lnTo>
                  <a:pt x="0" y="885825"/>
                </a:lnTo>
                <a:lnTo>
                  <a:pt x="0" y="0"/>
                </a:lnTo>
                <a:lnTo>
                  <a:pt x="9420225" y="0"/>
                </a:lnTo>
                <a:lnTo>
                  <a:pt x="9420225" y="885825"/>
                </a:lnTo>
                <a:close/>
              </a:path>
            </a:pathLst>
          </a:custGeom>
          <a:solidFill>
            <a:srgbClr val="3A8C82"/>
          </a:solidFill>
        </p:spPr>
        <p:txBody>
          <a:bodyPr wrap="square" lIns="0" tIns="0" rIns="0" bIns="0" rtlCol="0"/>
          <a:lstStyle/>
          <a:p>
            <a:endParaRPr/>
          </a:p>
        </p:txBody>
      </p:sp>
      <p:sp>
        <p:nvSpPr>
          <p:cNvPr id="4" name="object 4" descr="$PPTXTitle"/>
          <p:cNvSpPr txBox="1">
            <a:spLocks noGrp="1"/>
          </p:cNvSpPr>
          <p:nvPr>
            <p:ph type="title"/>
          </p:nvPr>
        </p:nvSpPr>
        <p:spPr>
          <a:prstGeom prst="rect">
            <a:avLst/>
          </a:prstGeom>
        </p:spPr>
        <p:txBody>
          <a:bodyPr vert="horz" wrap="square" lIns="0" tIns="12700" rIns="0" bIns="0" rtlCol="0">
            <a:spAutoFit/>
          </a:bodyPr>
          <a:lstStyle/>
          <a:p>
            <a:pPr marL="14604">
              <a:lnSpc>
                <a:spcPct val="100000"/>
              </a:lnSpc>
              <a:spcBef>
                <a:spcPts val="100"/>
              </a:spcBef>
            </a:pPr>
            <a:r>
              <a:rPr sz="3250" spc="-155" dirty="0">
                <a:solidFill>
                  <a:srgbClr val="3D827E"/>
                </a:solidFill>
                <a:latin typeface="Arial MT"/>
                <a:cs typeface="Arial MT"/>
              </a:rPr>
              <a:t>Amazon</a:t>
            </a:r>
            <a:r>
              <a:rPr sz="3250" spc="-60" dirty="0">
                <a:solidFill>
                  <a:srgbClr val="3D827E"/>
                </a:solidFill>
                <a:latin typeface="Arial MT"/>
                <a:cs typeface="Arial MT"/>
              </a:rPr>
              <a:t> </a:t>
            </a:r>
            <a:r>
              <a:rPr sz="3250" spc="-170" dirty="0">
                <a:solidFill>
                  <a:srgbClr val="79A09C"/>
                </a:solidFill>
                <a:latin typeface="Arial MT"/>
                <a:cs typeface="Arial MT"/>
              </a:rPr>
              <a:t>CloudWatch</a:t>
            </a:r>
            <a:endParaRPr sz="3250">
              <a:latin typeface="Arial MT"/>
              <a:cs typeface="Arial MT"/>
            </a:endParaRPr>
          </a:p>
        </p:txBody>
      </p:sp>
      <p:sp>
        <p:nvSpPr>
          <p:cNvPr id="5" name="object 5"/>
          <p:cNvSpPr txBox="1"/>
          <p:nvPr/>
        </p:nvSpPr>
        <p:spPr>
          <a:xfrm>
            <a:off x="9056307" y="546123"/>
            <a:ext cx="424815" cy="330835"/>
          </a:xfrm>
          <a:prstGeom prst="rect">
            <a:avLst/>
          </a:prstGeom>
        </p:spPr>
        <p:txBody>
          <a:bodyPr vert="horz" wrap="square" lIns="0" tIns="12700" rIns="0" bIns="0" rtlCol="0">
            <a:spAutoFit/>
          </a:bodyPr>
          <a:lstStyle/>
          <a:p>
            <a:pPr>
              <a:lnSpc>
                <a:spcPct val="100000"/>
              </a:lnSpc>
              <a:spcBef>
                <a:spcPts val="100"/>
              </a:spcBef>
            </a:pPr>
            <a:r>
              <a:rPr sz="2000" spc="-110" dirty="0">
                <a:solidFill>
                  <a:srgbClr val="A7CDD8"/>
                </a:solidFill>
                <a:latin typeface="Courier New"/>
                <a:cs typeface="Courier New"/>
              </a:rPr>
              <a:t>2WS</a:t>
            </a:r>
            <a:endParaRPr sz="2000">
              <a:latin typeface="Courier New"/>
              <a:cs typeface="Courier New"/>
            </a:endParaRPr>
          </a:p>
        </p:txBody>
      </p:sp>
      <p:pic>
        <p:nvPicPr>
          <p:cNvPr id="6" name="object 6"/>
          <p:cNvPicPr/>
          <p:nvPr/>
        </p:nvPicPr>
        <p:blipFill>
          <a:blip r:embed="rId3" cstate="print"/>
          <a:stretch>
            <a:fillRect/>
          </a:stretch>
        </p:blipFill>
        <p:spPr>
          <a:xfrm>
            <a:off x="1694849" y="5442557"/>
            <a:ext cx="2657761" cy="104787"/>
          </a:xfrm>
          <a:prstGeom prst="rect">
            <a:avLst/>
          </a:prstGeom>
        </p:spPr>
      </p:pic>
      <p:sp>
        <p:nvSpPr>
          <p:cNvPr id="7" name="object 7"/>
          <p:cNvSpPr txBox="1"/>
          <p:nvPr/>
        </p:nvSpPr>
        <p:spPr>
          <a:xfrm>
            <a:off x="4788667" y="1393949"/>
            <a:ext cx="5614670" cy="2926080"/>
          </a:xfrm>
          <a:prstGeom prst="rect">
            <a:avLst/>
          </a:prstGeom>
        </p:spPr>
        <p:txBody>
          <a:bodyPr vert="horz" wrap="square" lIns="0" tIns="9525" rIns="0" bIns="0" rtlCol="0">
            <a:spAutoFit/>
          </a:bodyPr>
          <a:lstStyle/>
          <a:p>
            <a:pPr marL="12700" marR="5080" indent="8255">
              <a:lnSpc>
                <a:spcPct val="101099"/>
              </a:lnSpc>
              <a:spcBef>
                <a:spcPts val="75"/>
              </a:spcBef>
            </a:pPr>
            <a:r>
              <a:rPr sz="1700" spc="-70" dirty="0">
                <a:latin typeface="Arial MT"/>
                <a:cs typeface="Arial MT"/>
              </a:rPr>
              <a:t>Amazon</a:t>
            </a:r>
            <a:r>
              <a:rPr sz="1700" spc="-45" dirty="0">
                <a:latin typeface="Arial MT"/>
                <a:cs typeface="Arial MT"/>
              </a:rPr>
              <a:t> </a:t>
            </a:r>
            <a:r>
              <a:rPr sz="1700" spc="-65" dirty="0">
                <a:latin typeface="Arial MT"/>
                <a:cs typeface="Arial MT"/>
              </a:rPr>
              <a:t>CloudWatch</a:t>
            </a:r>
            <a:r>
              <a:rPr sz="1700" spc="90" dirty="0">
                <a:latin typeface="Arial MT"/>
                <a:cs typeface="Arial MT"/>
              </a:rPr>
              <a:t> </a:t>
            </a:r>
            <a:r>
              <a:rPr sz="1700" spc="-80" dirty="0">
                <a:latin typeface="Arial MT"/>
                <a:cs typeface="Arial MT"/>
              </a:rPr>
              <a:t>does</a:t>
            </a:r>
            <a:r>
              <a:rPr sz="1700" spc="-40" dirty="0">
                <a:latin typeface="Arial MT"/>
                <a:cs typeface="Arial MT"/>
              </a:rPr>
              <a:t> </a:t>
            </a:r>
            <a:r>
              <a:rPr sz="1700" dirty="0">
                <a:latin typeface="Arial MT"/>
                <a:cs typeface="Arial MT"/>
              </a:rPr>
              <a:t>not</a:t>
            </a:r>
            <a:r>
              <a:rPr sz="1700" spc="-80" dirty="0">
                <a:latin typeface="Arial MT"/>
                <a:cs typeface="Arial MT"/>
              </a:rPr>
              <a:t> </a:t>
            </a:r>
            <a:r>
              <a:rPr sz="1700" spc="-50" dirty="0">
                <a:latin typeface="Arial MT"/>
                <a:cs typeface="Arial MT"/>
              </a:rPr>
              <a:t>require</a:t>
            </a:r>
            <a:r>
              <a:rPr sz="1700" spc="-10" dirty="0">
                <a:latin typeface="Arial MT"/>
                <a:cs typeface="Arial MT"/>
              </a:rPr>
              <a:t> </a:t>
            </a:r>
            <a:r>
              <a:rPr sz="1700" dirty="0">
                <a:latin typeface="Arial MT"/>
                <a:cs typeface="Arial MT"/>
              </a:rPr>
              <a:t>an</a:t>
            </a:r>
            <a:r>
              <a:rPr sz="1700" spc="-40" dirty="0">
                <a:latin typeface="Arial MT"/>
                <a:cs typeface="Arial MT"/>
              </a:rPr>
              <a:t> </a:t>
            </a:r>
            <a:r>
              <a:rPr sz="1700" spc="-10" dirty="0">
                <a:latin typeface="Arial MT"/>
                <a:cs typeface="Arial MT"/>
              </a:rPr>
              <a:t>upfront </a:t>
            </a:r>
            <a:r>
              <a:rPr sz="1700" dirty="0">
                <a:latin typeface="Arial MT"/>
                <a:cs typeface="Arial MT"/>
              </a:rPr>
              <a:t>commitment or</a:t>
            </a:r>
            <a:r>
              <a:rPr sz="1700" spc="-65" dirty="0">
                <a:latin typeface="Arial MT"/>
                <a:cs typeface="Arial MT"/>
              </a:rPr>
              <a:t> </a:t>
            </a:r>
            <a:r>
              <a:rPr sz="1700" dirty="0">
                <a:latin typeface="Arial MT"/>
                <a:cs typeface="Arial MT"/>
              </a:rPr>
              <a:t>minimum </a:t>
            </a:r>
            <a:r>
              <a:rPr sz="1700" spc="-60" dirty="0">
                <a:solidFill>
                  <a:srgbClr val="0E0E0E"/>
                </a:solidFill>
                <a:latin typeface="Arial MT"/>
                <a:cs typeface="Arial MT"/>
              </a:rPr>
              <a:t>fee:</a:t>
            </a:r>
            <a:r>
              <a:rPr sz="1700" spc="-75" dirty="0">
                <a:solidFill>
                  <a:srgbClr val="0E0E0E"/>
                </a:solidFill>
                <a:latin typeface="Arial MT"/>
                <a:cs typeface="Arial MT"/>
              </a:rPr>
              <a:t> </a:t>
            </a:r>
            <a:r>
              <a:rPr sz="1700" dirty="0">
                <a:solidFill>
                  <a:srgbClr val="232323"/>
                </a:solidFill>
                <a:latin typeface="Arial MT"/>
                <a:cs typeface="Arial MT"/>
              </a:rPr>
              <a:t>you</a:t>
            </a:r>
            <a:r>
              <a:rPr sz="1700" spc="-35" dirty="0">
                <a:solidFill>
                  <a:srgbClr val="232323"/>
                </a:solidFill>
                <a:latin typeface="Arial MT"/>
                <a:cs typeface="Arial MT"/>
              </a:rPr>
              <a:t> </a:t>
            </a:r>
            <a:r>
              <a:rPr sz="1700" spc="-55" dirty="0">
                <a:solidFill>
                  <a:srgbClr val="111111"/>
                </a:solidFill>
                <a:latin typeface="Arial MT"/>
                <a:cs typeface="Arial MT"/>
              </a:rPr>
              <a:t>pay</a:t>
            </a:r>
            <a:r>
              <a:rPr sz="1700" spc="5" dirty="0">
                <a:solidFill>
                  <a:srgbClr val="111111"/>
                </a:solidFill>
                <a:latin typeface="Arial MT"/>
                <a:cs typeface="Arial MT"/>
              </a:rPr>
              <a:t> </a:t>
            </a:r>
            <a:r>
              <a:rPr sz="1700" dirty="0">
                <a:solidFill>
                  <a:srgbClr val="111111"/>
                </a:solidFill>
                <a:latin typeface="Arial MT"/>
                <a:cs typeface="Arial MT"/>
              </a:rPr>
              <a:t>for</a:t>
            </a:r>
            <a:r>
              <a:rPr sz="1700" spc="-105" dirty="0">
                <a:solidFill>
                  <a:srgbClr val="111111"/>
                </a:solidFill>
                <a:latin typeface="Arial MT"/>
                <a:cs typeface="Arial MT"/>
              </a:rPr>
              <a:t> </a:t>
            </a:r>
            <a:r>
              <a:rPr sz="1700" dirty="0">
                <a:latin typeface="Arial MT"/>
                <a:cs typeface="Arial MT"/>
              </a:rPr>
              <a:t>what </a:t>
            </a:r>
            <a:r>
              <a:rPr sz="1700" spc="-40" dirty="0">
                <a:latin typeface="Arial MT"/>
                <a:cs typeface="Arial MT"/>
              </a:rPr>
              <a:t>you</a:t>
            </a:r>
            <a:r>
              <a:rPr sz="1700" spc="-50" dirty="0">
                <a:latin typeface="Arial MT"/>
                <a:cs typeface="Arial MT"/>
              </a:rPr>
              <a:t> </a:t>
            </a:r>
            <a:r>
              <a:rPr sz="1700" spc="-120" dirty="0">
                <a:solidFill>
                  <a:srgbClr val="0F0F0F"/>
                </a:solidFill>
                <a:latin typeface="Arial MT"/>
                <a:cs typeface="Arial MT"/>
              </a:rPr>
              <a:t>use.</a:t>
            </a:r>
            <a:r>
              <a:rPr sz="1700" spc="-15" dirty="0">
                <a:solidFill>
                  <a:srgbClr val="0F0F0F"/>
                </a:solidFill>
                <a:latin typeface="Arial MT"/>
                <a:cs typeface="Arial MT"/>
              </a:rPr>
              <a:t> </a:t>
            </a:r>
            <a:r>
              <a:rPr sz="1700" spc="-25" dirty="0">
                <a:solidFill>
                  <a:srgbClr val="111111"/>
                </a:solidFill>
                <a:latin typeface="Arial MT"/>
                <a:cs typeface="Arial MT"/>
              </a:rPr>
              <a:t>You </a:t>
            </a:r>
            <a:r>
              <a:rPr sz="1700" spc="-85" dirty="0">
                <a:solidFill>
                  <a:srgbClr val="0C0C0C"/>
                </a:solidFill>
                <a:latin typeface="Arial MT"/>
                <a:cs typeface="Arial MT"/>
              </a:rPr>
              <a:t>are</a:t>
            </a:r>
            <a:r>
              <a:rPr sz="1700" spc="-40" dirty="0">
                <a:solidFill>
                  <a:srgbClr val="0C0C0C"/>
                </a:solidFill>
                <a:latin typeface="Arial MT"/>
                <a:cs typeface="Arial MT"/>
              </a:rPr>
              <a:t> </a:t>
            </a:r>
            <a:r>
              <a:rPr sz="1700" spc="-50" dirty="0">
                <a:latin typeface="Arial MT"/>
                <a:cs typeface="Arial MT"/>
              </a:rPr>
              <a:t>charged</a:t>
            </a:r>
            <a:r>
              <a:rPr sz="1700" spc="-20" dirty="0">
                <a:latin typeface="Arial MT"/>
                <a:cs typeface="Arial MT"/>
              </a:rPr>
              <a:t> </a:t>
            </a:r>
            <a:r>
              <a:rPr sz="1700" dirty="0">
                <a:solidFill>
                  <a:srgbClr val="0F0F0F"/>
                </a:solidFill>
                <a:latin typeface="Arial MT"/>
                <a:cs typeface="Arial MT"/>
              </a:rPr>
              <a:t>at</a:t>
            </a:r>
            <a:r>
              <a:rPr sz="1700" spc="-55" dirty="0">
                <a:solidFill>
                  <a:srgbClr val="0F0F0F"/>
                </a:solidFill>
                <a:latin typeface="Arial MT"/>
                <a:cs typeface="Arial MT"/>
              </a:rPr>
              <a:t> </a:t>
            </a:r>
            <a:r>
              <a:rPr sz="1700" dirty="0">
                <a:latin typeface="Arial MT"/>
                <a:cs typeface="Arial MT"/>
              </a:rPr>
              <a:t>the</a:t>
            </a:r>
            <a:r>
              <a:rPr sz="1700" spc="-60" dirty="0">
                <a:latin typeface="Arial MT"/>
                <a:cs typeface="Arial MT"/>
              </a:rPr>
              <a:t> </a:t>
            </a:r>
            <a:r>
              <a:rPr sz="1700" spc="-45" dirty="0">
                <a:latin typeface="Arial MT"/>
                <a:cs typeface="Arial MT"/>
              </a:rPr>
              <a:t>end</a:t>
            </a:r>
            <a:r>
              <a:rPr sz="1700" spc="-10" dirty="0">
                <a:latin typeface="Arial MT"/>
                <a:cs typeface="Arial MT"/>
              </a:rPr>
              <a:t> </a:t>
            </a:r>
            <a:r>
              <a:rPr sz="1700" dirty="0">
                <a:solidFill>
                  <a:srgbClr val="0F0F0F"/>
                </a:solidFill>
                <a:latin typeface="Arial MT"/>
                <a:cs typeface="Arial MT"/>
              </a:rPr>
              <a:t>of </a:t>
            </a:r>
            <a:r>
              <a:rPr sz="1700" dirty="0">
                <a:latin typeface="Arial MT"/>
                <a:cs typeface="Arial MT"/>
              </a:rPr>
              <a:t>the</a:t>
            </a:r>
            <a:r>
              <a:rPr sz="1700" spc="-40" dirty="0">
                <a:latin typeface="Arial MT"/>
                <a:cs typeface="Arial MT"/>
              </a:rPr>
              <a:t> </a:t>
            </a:r>
            <a:r>
              <a:rPr sz="1700" dirty="0">
                <a:latin typeface="Arial MT"/>
                <a:cs typeface="Arial MT"/>
              </a:rPr>
              <a:t>month</a:t>
            </a:r>
            <a:r>
              <a:rPr sz="1700" spc="70" dirty="0">
                <a:latin typeface="Arial MT"/>
                <a:cs typeface="Arial MT"/>
              </a:rPr>
              <a:t> </a:t>
            </a:r>
            <a:r>
              <a:rPr sz="1700" spc="-140" dirty="0">
                <a:latin typeface="Arial MT"/>
                <a:cs typeface="Arial MT"/>
              </a:rPr>
              <a:t>fOr</a:t>
            </a:r>
            <a:r>
              <a:rPr sz="1700" spc="5" dirty="0">
                <a:latin typeface="Arial MT"/>
                <a:cs typeface="Arial MT"/>
              </a:rPr>
              <a:t> </a:t>
            </a:r>
            <a:r>
              <a:rPr sz="1700" spc="-10" dirty="0">
                <a:solidFill>
                  <a:srgbClr val="181818"/>
                </a:solidFill>
                <a:latin typeface="Arial MT"/>
                <a:cs typeface="Arial MT"/>
              </a:rPr>
              <a:t>your</a:t>
            </a:r>
            <a:r>
              <a:rPr sz="1700" spc="-5" dirty="0">
                <a:solidFill>
                  <a:srgbClr val="181818"/>
                </a:solidFill>
                <a:latin typeface="Arial MT"/>
                <a:cs typeface="Arial MT"/>
              </a:rPr>
              <a:t> </a:t>
            </a:r>
            <a:r>
              <a:rPr sz="1700" spc="-10" dirty="0">
                <a:latin typeface="Arial MT"/>
                <a:cs typeface="Arial MT"/>
              </a:rPr>
              <a:t>usage.</a:t>
            </a:r>
            <a:endParaRPr sz="1700">
              <a:latin typeface="Arial MT"/>
              <a:cs typeface="Arial MT"/>
            </a:endParaRPr>
          </a:p>
          <a:p>
            <a:pPr>
              <a:lnSpc>
                <a:spcPct val="100000"/>
              </a:lnSpc>
              <a:spcBef>
                <a:spcPts val="245"/>
              </a:spcBef>
            </a:pPr>
            <a:endParaRPr sz="1700">
              <a:latin typeface="Arial MT"/>
              <a:cs typeface="Arial MT"/>
            </a:endParaRPr>
          </a:p>
          <a:p>
            <a:pPr marL="12700" marR="41910" indent="5080">
              <a:lnSpc>
                <a:spcPct val="95700"/>
              </a:lnSpc>
            </a:pPr>
            <a:r>
              <a:rPr sz="1750" spc="-225" dirty="0">
                <a:latin typeface="Verdana"/>
                <a:cs typeface="Verdana"/>
              </a:rPr>
              <a:t>Amazon</a:t>
            </a:r>
            <a:r>
              <a:rPr sz="1750" spc="-30" dirty="0">
                <a:latin typeface="Verdana"/>
                <a:cs typeface="Verdana"/>
              </a:rPr>
              <a:t> </a:t>
            </a:r>
            <a:r>
              <a:rPr sz="1750" spc="-190" dirty="0">
                <a:latin typeface="Verdana"/>
                <a:cs typeface="Verdana"/>
              </a:rPr>
              <a:t>CloudWatch</a:t>
            </a:r>
            <a:r>
              <a:rPr sz="1750" spc="10" dirty="0">
                <a:latin typeface="Verdana"/>
                <a:cs typeface="Verdana"/>
              </a:rPr>
              <a:t> </a:t>
            </a:r>
            <a:r>
              <a:rPr sz="1750" spc="-220" dirty="0">
                <a:latin typeface="Verdana"/>
                <a:cs typeface="Verdana"/>
              </a:rPr>
              <a:t>charges</a:t>
            </a:r>
            <a:r>
              <a:rPr sz="1750" spc="-5" dirty="0">
                <a:latin typeface="Verdana"/>
                <a:cs typeface="Verdana"/>
              </a:rPr>
              <a:t> </a:t>
            </a:r>
            <a:r>
              <a:rPr sz="1750" spc="-204" dirty="0">
                <a:solidFill>
                  <a:srgbClr val="161616"/>
                </a:solidFill>
                <a:latin typeface="Verdana"/>
                <a:cs typeface="Verdana"/>
              </a:rPr>
              <a:t>you</a:t>
            </a:r>
            <a:r>
              <a:rPr sz="1750" spc="-165" dirty="0">
                <a:solidFill>
                  <a:srgbClr val="161616"/>
                </a:solidFill>
                <a:latin typeface="Verdana"/>
                <a:cs typeface="Verdana"/>
              </a:rPr>
              <a:t> </a:t>
            </a:r>
            <a:r>
              <a:rPr sz="1750" spc="-155" dirty="0">
                <a:latin typeface="Verdana"/>
                <a:cs typeface="Verdana"/>
              </a:rPr>
              <a:t>for</a:t>
            </a:r>
            <a:r>
              <a:rPr sz="1750" spc="-60" dirty="0">
                <a:latin typeface="Verdana"/>
                <a:cs typeface="Verdana"/>
              </a:rPr>
              <a:t> </a:t>
            </a:r>
            <a:r>
              <a:rPr sz="1750" spc="-229" dirty="0">
                <a:latin typeface="Verdana"/>
                <a:cs typeface="Verdana"/>
              </a:rPr>
              <a:t>alarms,</a:t>
            </a:r>
            <a:r>
              <a:rPr sz="1750" dirty="0">
                <a:latin typeface="Verdana"/>
                <a:cs typeface="Verdana"/>
              </a:rPr>
              <a:t> </a:t>
            </a:r>
            <a:r>
              <a:rPr sz="1750" spc="-215" dirty="0">
                <a:latin typeface="Verdana"/>
                <a:cs typeface="Verdana"/>
              </a:rPr>
              <a:t>custom</a:t>
            </a:r>
            <a:r>
              <a:rPr sz="1750" spc="-20" dirty="0">
                <a:latin typeface="Verdana"/>
                <a:cs typeface="Verdana"/>
              </a:rPr>
              <a:t> </a:t>
            </a:r>
            <a:r>
              <a:rPr sz="1750" spc="-155" dirty="0">
                <a:latin typeface="Verdana"/>
                <a:cs typeface="Verdana"/>
              </a:rPr>
              <a:t>events, </a:t>
            </a:r>
            <a:r>
              <a:rPr sz="1800" spc="-85" dirty="0">
                <a:solidFill>
                  <a:srgbClr val="080808"/>
                </a:solidFill>
                <a:latin typeface="Arial MT"/>
                <a:cs typeface="Arial MT"/>
              </a:rPr>
              <a:t>metrics</a:t>
            </a:r>
            <a:r>
              <a:rPr sz="1800" spc="-40" dirty="0">
                <a:solidFill>
                  <a:srgbClr val="080808"/>
                </a:solidFill>
                <a:latin typeface="Arial MT"/>
                <a:cs typeface="Arial MT"/>
              </a:rPr>
              <a:t> </a:t>
            </a:r>
            <a:r>
              <a:rPr sz="1800" spc="-65" dirty="0">
                <a:latin typeface="Arial MT"/>
                <a:cs typeface="Arial MT"/>
              </a:rPr>
              <a:t>collection</a:t>
            </a:r>
            <a:r>
              <a:rPr sz="1800" spc="55" dirty="0">
                <a:latin typeface="Arial MT"/>
                <a:cs typeface="Arial MT"/>
              </a:rPr>
              <a:t> </a:t>
            </a:r>
            <a:r>
              <a:rPr sz="1800" spc="-80" dirty="0">
                <a:latin typeface="Arial MT"/>
                <a:cs typeface="Arial MT"/>
              </a:rPr>
              <a:t>and</a:t>
            </a:r>
            <a:r>
              <a:rPr sz="1800" spc="-30" dirty="0">
                <a:latin typeface="Arial MT"/>
                <a:cs typeface="Arial MT"/>
              </a:rPr>
              <a:t> </a:t>
            </a:r>
            <a:r>
              <a:rPr sz="1800" spc="-125" dirty="0">
                <a:latin typeface="Arial MT"/>
                <a:cs typeface="Arial MT"/>
              </a:rPr>
              <a:t>dashboards</a:t>
            </a:r>
            <a:r>
              <a:rPr sz="1800" spc="15" dirty="0">
                <a:latin typeface="Arial MT"/>
                <a:cs typeface="Arial MT"/>
              </a:rPr>
              <a:t> </a:t>
            </a:r>
            <a:r>
              <a:rPr sz="1800" dirty="0">
                <a:solidFill>
                  <a:srgbClr val="080808"/>
                </a:solidFill>
                <a:latin typeface="Arial MT"/>
                <a:cs typeface="Arial MT"/>
              </a:rPr>
              <a:t>that</a:t>
            </a:r>
            <a:r>
              <a:rPr sz="1800" spc="-70" dirty="0">
                <a:solidFill>
                  <a:srgbClr val="080808"/>
                </a:solidFill>
                <a:latin typeface="Arial MT"/>
                <a:cs typeface="Arial MT"/>
              </a:rPr>
              <a:t> </a:t>
            </a:r>
            <a:r>
              <a:rPr sz="1800" spc="-90" dirty="0">
                <a:latin typeface="Arial MT"/>
                <a:cs typeface="Arial MT"/>
              </a:rPr>
              <a:t>you</a:t>
            </a:r>
            <a:r>
              <a:rPr sz="1800" spc="-35" dirty="0">
                <a:latin typeface="Arial MT"/>
                <a:cs typeface="Arial MT"/>
              </a:rPr>
              <a:t> </a:t>
            </a:r>
            <a:r>
              <a:rPr sz="1800" spc="-105" dirty="0">
                <a:latin typeface="Arial MT"/>
                <a:cs typeface="Arial MT"/>
              </a:rPr>
              <a:t>set</a:t>
            </a:r>
            <a:r>
              <a:rPr sz="1800" spc="-50" dirty="0">
                <a:latin typeface="Arial MT"/>
                <a:cs typeface="Arial MT"/>
              </a:rPr>
              <a:t> </a:t>
            </a:r>
            <a:r>
              <a:rPr sz="1800" spc="-95" dirty="0">
                <a:latin typeface="Arial MT"/>
                <a:cs typeface="Arial MT"/>
              </a:rPr>
              <a:t>up.</a:t>
            </a:r>
            <a:r>
              <a:rPr sz="1800" spc="-55" dirty="0">
                <a:latin typeface="Arial MT"/>
                <a:cs typeface="Arial MT"/>
              </a:rPr>
              <a:t> </a:t>
            </a:r>
            <a:r>
              <a:rPr sz="1800" spc="-85" dirty="0">
                <a:latin typeface="Arial MT"/>
                <a:cs typeface="Arial MT"/>
              </a:rPr>
              <a:t>However, </a:t>
            </a:r>
            <a:r>
              <a:rPr sz="1800" spc="-100" dirty="0">
                <a:latin typeface="Arial MT"/>
                <a:cs typeface="Arial MT"/>
              </a:rPr>
              <a:t>you</a:t>
            </a:r>
            <a:r>
              <a:rPr sz="1800" spc="-35" dirty="0">
                <a:latin typeface="Arial MT"/>
                <a:cs typeface="Arial MT"/>
              </a:rPr>
              <a:t> </a:t>
            </a:r>
            <a:r>
              <a:rPr sz="1800" spc="-135" dirty="0">
                <a:solidFill>
                  <a:srgbClr val="181818"/>
                </a:solidFill>
                <a:latin typeface="Arial MT"/>
                <a:cs typeface="Arial MT"/>
              </a:rPr>
              <a:t>can</a:t>
            </a:r>
            <a:r>
              <a:rPr sz="1800" spc="-90" dirty="0">
                <a:solidFill>
                  <a:srgbClr val="181818"/>
                </a:solidFill>
                <a:latin typeface="Arial MT"/>
                <a:cs typeface="Arial MT"/>
              </a:rPr>
              <a:t> </a:t>
            </a:r>
            <a:r>
              <a:rPr sz="1800" spc="-20" dirty="0">
                <a:latin typeface="Arial MT"/>
                <a:cs typeface="Arial MT"/>
              </a:rPr>
              <a:t>get</a:t>
            </a:r>
            <a:r>
              <a:rPr sz="1800" spc="-90" dirty="0">
                <a:latin typeface="Arial MT"/>
                <a:cs typeface="Arial MT"/>
              </a:rPr>
              <a:t> </a:t>
            </a:r>
            <a:r>
              <a:rPr sz="1800" spc="-60" dirty="0">
                <a:latin typeface="Arial MT"/>
                <a:cs typeface="Arial MT"/>
              </a:rPr>
              <a:t>started</a:t>
            </a:r>
            <a:r>
              <a:rPr sz="1800" spc="-50" dirty="0">
                <a:latin typeface="Arial MT"/>
                <a:cs typeface="Arial MT"/>
              </a:rPr>
              <a:t> </a:t>
            </a:r>
            <a:r>
              <a:rPr sz="1800" dirty="0">
                <a:latin typeface="Arial MT"/>
                <a:cs typeface="Arial MT"/>
              </a:rPr>
              <a:t>with </a:t>
            </a:r>
            <a:r>
              <a:rPr sz="1800" spc="-135" dirty="0">
                <a:latin typeface="Arial MT"/>
                <a:cs typeface="Arial MT"/>
              </a:rPr>
              <a:t>Amazon</a:t>
            </a:r>
            <a:r>
              <a:rPr sz="1800" spc="10" dirty="0">
                <a:latin typeface="Arial MT"/>
                <a:cs typeface="Arial MT"/>
              </a:rPr>
              <a:t> </a:t>
            </a:r>
            <a:r>
              <a:rPr sz="1800" spc="-120" dirty="0">
                <a:latin typeface="Arial MT"/>
                <a:cs typeface="Arial MT"/>
              </a:rPr>
              <a:t>CloudWatch</a:t>
            </a:r>
            <a:r>
              <a:rPr sz="1800" spc="60" dirty="0">
                <a:latin typeface="Arial MT"/>
                <a:cs typeface="Arial MT"/>
              </a:rPr>
              <a:t> </a:t>
            </a:r>
            <a:r>
              <a:rPr sz="1800" dirty="0">
                <a:latin typeface="Arial MT"/>
                <a:cs typeface="Arial MT"/>
              </a:rPr>
              <a:t>for</a:t>
            </a:r>
            <a:r>
              <a:rPr sz="1800" spc="-45" dirty="0">
                <a:latin typeface="Arial MT"/>
                <a:cs typeface="Arial MT"/>
              </a:rPr>
              <a:t> </a:t>
            </a:r>
            <a:r>
              <a:rPr sz="1800" spc="-85" dirty="0">
                <a:latin typeface="Arial MT"/>
                <a:cs typeface="Arial MT"/>
              </a:rPr>
              <a:t>free.</a:t>
            </a:r>
            <a:r>
              <a:rPr sz="1800" spc="-20" dirty="0">
                <a:latin typeface="Arial MT"/>
                <a:cs typeface="Arial MT"/>
              </a:rPr>
              <a:t> Cost </a:t>
            </a:r>
            <a:r>
              <a:rPr sz="1750" spc="-235" dirty="0">
                <a:latin typeface="Arial MT"/>
                <a:cs typeface="Arial MT"/>
              </a:rPr>
              <a:t>AWS</a:t>
            </a:r>
            <a:r>
              <a:rPr sz="1750" spc="-25" dirty="0">
                <a:latin typeface="Arial MT"/>
                <a:cs typeface="Arial MT"/>
              </a:rPr>
              <a:t> </a:t>
            </a:r>
            <a:r>
              <a:rPr sz="1750" spc="-125" dirty="0">
                <a:latin typeface="Arial MT"/>
                <a:cs typeface="Arial MT"/>
              </a:rPr>
              <a:t>services</a:t>
            </a:r>
            <a:r>
              <a:rPr sz="1750" spc="20" dirty="0">
                <a:latin typeface="Arial MT"/>
                <a:cs typeface="Arial MT"/>
              </a:rPr>
              <a:t> </a:t>
            </a:r>
            <a:r>
              <a:rPr sz="1750" spc="-105" dirty="0">
                <a:latin typeface="Arial MT"/>
                <a:cs typeface="Arial MT"/>
              </a:rPr>
              <a:t>(Amazon</a:t>
            </a:r>
            <a:r>
              <a:rPr sz="1750" spc="15" dirty="0">
                <a:latin typeface="Arial MT"/>
                <a:cs typeface="Arial MT"/>
              </a:rPr>
              <a:t> </a:t>
            </a:r>
            <a:r>
              <a:rPr sz="1750" spc="-195" dirty="0">
                <a:latin typeface="Arial MT"/>
                <a:cs typeface="Arial MT"/>
              </a:rPr>
              <a:t>EC2,</a:t>
            </a:r>
            <a:r>
              <a:rPr sz="1750" spc="35" dirty="0">
                <a:latin typeface="Arial MT"/>
                <a:cs typeface="Arial MT"/>
              </a:rPr>
              <a:t> </a:t>
            </a:r>
            <a:r>
              <a:rPr sz="1750" spc="-95" dirty="0">
                <a:latin typeface="Arial MT"/>
                <a:cs typeface="Arial MT"/>
              </a:rPr>
              <a:t>Amazon</a:t>
            </a:r>
            <a:r>
              <a:rPr sz="1750" spc="125" dirty="0">
                <a:latin typeface="Arial MT"/>
                <a:cs typeface="Arial MT"/>
              </a:rPr>
              <a:t> </a:t>
            </a:r>
            <a:r>
              <a:rPr sz="1750" spc="-235" dirty="0">
                <a:solidFill>
                  <a:srgbClr val="181818"/>
                </a:solidFill>
                <a:latin typeface="Arial MT"/>
                <a:cs typeface="Arial MT"/>
              </a:rPr>
              <a:t>SP,</a:t>
            </a:r>
            <a:r>
              <a:rPr sz="1750" spc="80" dirty="0">
                <a:solidFill>
                  <a:srgbClr val="181818"/>
                </a:solidFill>
                <a:latin typeface="Arial MT"/>
                <a:cs typeface="Arial MT"/>
              </a:rPr>
              <a:t> </a:t>
            </a:r>
            <a:r>
              <a:rPr sz="1750" spc="-114" dirty="0">
                <a:latin typeface="Arial MT"/>
                <a:cs typeface="Arial MT"/>
              </a:rPr>
              <a:t>Amazon</a:t>
            </a:r>
            <a:r>
              <a:rPr sz="1750" spc="-5" dirty="0">
                <a:latin typeface="Arial MT"/>
                <a:cs typeface="Arial MT"/>
              </a:rPr>
              <a:t> </a:t>
            </a:r>
            <a:r>
              <a:rPr sz="1750" spc="-10" dirty="0">
                <a:latin typeface="Arial MT"/>
                <a:cs typeface="Arial MT"/>
              </a:rPr>
              <a:t>Kinesis, </a:t>
            </a:r>
            <a:r>
              <a:rPr sz="1850" spc="-120" dirty="0">
                <a:latin typeface="Arial MT"/>
                <a:cs typeface="Arial MT"/>
              </a:rPr>
              <a:t>and</a:t>
            </a:r>
            <a:r>
              <a:rPr sz="1850" spc="-35" dirty="0">
                <a:latin typeface="Arial MT"/>
                <a:cs typeface="Arial MT"/>
              </a:rPr>
              <a:t> </a:t>
            </a:r>
            <a:r>
              <a:rPr sz="1850" spc="-114" dirty="0">
                <a:latin typeface="Arial MT"/>
                <a:cs typeface="Arial MT"/>
              </a:rPr>
              <a:t>others)</a:t>
            </a:r>
            <a:r>
              <a:rPr sz="1850" dirty="0">
                <a:latin typeface="Arial MT"/>
                <a:cs typeface="Arial MT"/>
              </a:rPr>
              <a:t> </a:t>
            </a:r>
            <a:r>
              <a:rPr sz="1850" spc="-170" dirty="0">
                <a:latin typeface="Arial MT"/>
                <a:cs typeface="Arial MT"/>
              </a:rPr>
              <a:t>send</a:t>
            </a:r>
            <a:r>
              <a:rPr sz="1850" spc="-50" dirty="0">
                <a:latin typeface="Arial MT"/>
                <a:cs typeface="Arial MT"/>
              </a:rPr>
              <a:t> </a:t>
            </a:r>
            <a:r>
              <a:rPr sz="1850" spc="-105" dirty="0">
                <a:latin typeface="Arial MT"/>
                <a:cs typeface="Arial MT"/>
              </a:rPr>
              <a:t>metrics</a:t>
            </a:r>
            <a:r>
              <a:rPr sz="1850" spc="-20" dirty="0">
                <a:latin typeface="Arial MT"/>
                <a:cs typeface="Arial MT"/>
              </a:rPr>
              <a:t> </a:t>
            </a:r>
            <a:r>
              <a:rPr sz="1850" spc="-80" dirty="0">
                <a:latin typeface="Arial MT"/>
                <a:cs typeface="Arial MT"/>
              </a:rPr>
              <a:t>automatically</a:t>
            </a:r>
            <a:r>
              <a:rPr sz="1850" spc="105" dirty="0">
                <a:latin typeface="Arial MT"/>
                <a:cs typeface="Arial MT"/>
              </a:rPr>
              <a:t> </a:t>
            </a:r>
            <a:r>
              <a:rPr sz="1850" spc="-40" dirty="0">
                <a:latin typeface="Arial MT"/>
                <a:cs typeface="Arial MT"/>
              </a:rPr>
              <a:t>for</a:t>
            </a:r>
            <a:r>
              <a:rPr sz="1850" spc="-90" dirty="0">
                <a:latin typeface="Arial MT"/>
                <a:cs typeface="Arial MT"/>
              </a:rPr>
              <a:t> free</a:t>
            </a:r>
            <a:r>
              <a:rPr sz="1850" spc="-170" dirty="0">
                <a:latin typeface="Arial MT"/>
                <a:cs typeface="Arial MT"/>
              </a:rPr>
              <a:t> </a:t>
            </a:r>
            <a:r>
              <a:rPr sz="1850" i="1" spc="-25" dirty="0">
                <a:solidFill>
                  <a:srgbClr val="131313"/>
                </a:solidFill>
                <a:latin typeface="Arial"/>
                <a:cs typeface="Arial"/>
              </a:rPr>
              <a:t>tO </a:t>
            </a:r>
            <a:r>
              <a:rPr sz="1850" spc="-130" dirty="0">
                <a:latin typeface="Arial MT"/>
                <a:cs typeface="Arial MT"/>
              </a:rPr>
              <a:t>CloudWatch.</a:t>
            </a:r>
            <a:r>
              <a:rPr sz="1850" spc="490" dirty="0">
                <a:latin typeface="Arial MT"/>
                <a:cs typeface="Arial MT"/>
              </a:rPr>
              <a:t> </a:t>
            </a:r>
            <a:r>
              <a:rPr sz="1850" spc="-185" dirty="0">
                <a:latin typeface="Arial MT"/>
                <a:cs typeface="Arial MT"/>
              </a:rPr>
              <a:t>Many</a:t>
            </a:r>
            <a:r>
              <a:rPr sz="1850" spc="30" dirty="0">
                <a:latin typeface="Arial MT"/>
                <a:cs typeface="Arial MT"/>
              </a:rPr>
              <a:t> </a:t>
            </a:r>
            <a:r>
              <a:rPr sz="1850" spc="-100" dirty="0">
                <a:latin typeface="Arial MT"/>
                <a:cs typeface="Arial MT"/>
              </a:rPr>
              <a:t>applications</a:t>
            </a:r>
            <a:r>
              <a:rPr sz="1850" spc="20" dirty="0">
                <a:latin typeface="Arial MT"/>
                <a:cs typeface="Arial MT"/>
              </a:rPr>
              <a:t> </a:t>
            </a:r>
            <a:r>
              <a:rPr sz="1850" spc="-120" dirty="0">
                <a:latin typeface="Arial MT"/>
                <a:cs typeface="Arial MT"/>
              </a:rPr>
              <a:t>should</a:t>
            </a:r>
            <a:r>
              <a:rPr sz="1850" spc="-50" dirty="0">
                <a:latin typeface="Arial MT"/>
                <a:cs typeface="Arial MT"/>
              </a:rPr>
              <a:t> </a:t>
            </a:r>
            <a:r>
              <a:rPr sz="1850" spc="-145" dirty="0">
                <a:latin typeface="Arial MT"/>
                <a:cs typeface="Arial MT"/>
              </a:rPr>
              <a:t>be</a:t>
            </a:r>
            <a:r>
              <a:rPr sz="1850" spc="-75" dirty="0">
                <a:latin typeface="Arial MT"/>
                <a:cs typeface="Arial MT"/>
              </a:rPr>
              <a:t> </a:t>
            </a:r>
            <a:r>
              <a:rPr sz="1850" spc="-125" dirty="0">
                <a:solidFill>
                  <a:srgbClr val="161616"/>
                </a:solidFill>
                <a:latin typeface="Arial MT"/>
                <a:cs typeface="Arial MT"/>
              </a:rPr>
              <a:t>able</a:t>
            </a:r>
            <a:r>
              <a:rPr sz="1850" spc="-75" dirty="0">
                <a:solidFill>
                  <a:srgbClr val="161616"/>
                </a:solidFill>
                <a:latin typeface="Arial MT"/>
                <a:cs typeface="Arial MT"/>
              </a:rPr>
              <a:t> </a:t>
            </a:r>
            <a:r>
              <a:rPr sz="1850" dirty="0">
                <a:latin typeface="Arial MT"/>
                <a:cs typeface="Arial MT"/>
              </a:rPr>
              <a:t>to</a:t>
            </a:r>
            <a:r>
              <a:rPr sz="1850" spc="-110" dirty="0">
                <a:latin typeface="Arial MT"/>
                <a:cs typeface="Arial MT"/>
              </a:rPr>
              <a:t> </a:t>
            </a:r>
            <a:r>
              <a:rPr sz="1850" spc="-10" dirty="0">
                <a:latin typeface="Arial MT"/>
                <a:cs typeface="Arial MT"/>
              </a:rPr>
              <a:t>operate </a:t>
            </a:r>
            <a:r>
              <a:rPr sz="1800" spc="-35" dirty="0">
                <a:latin typeface="Arial MT"/>
                <a:cs typeface="Arial MT"/>
              </a:rPr>
              <a:t>within</a:t>
            </a:r>
            <a:r>
              <a:rPr sz="1800" spc="-60" dirty="0">
                <a:latin typeface="Arial MT"/>
                <a:cs typeface="Arial MT"/>
              </a:rPr>
              <a:t> </a:t>
            </a:r>
            <a:r>
              <a:rPr sz="1800" spc="-95" dirty="0">
                <a:latin typeface="Arial MT"/>
                <a:cs typeface="Arial MT"/>
              </a:rPr>
              <a:t>these</a:t>
            </a:r>
            <a:r>
              <a:rPr sz="1800" dirty="0">
                <a:latin typeface="Arial MT"/>
                <a:cs typeface="Arial MT"/>
              </a:rPr>
              <a:t> </a:t>
            </a:r>
            <a:r>
              <a:rPr sz="1800" spc="-75" dirty="0">
                <a:solidFill>
                  <a:srgbClr val="0F0F0F"/>
                </a:solidFill>
                <a:latin typeface="Arial MT"/>
                <a:cs typeface="Arial MT"/>
              </a:rPr>
              <a:t>free</a:t>
            </a:r>
            <a:r>
              <a:rPr sz="1800" spc="-25" dirty="0">
                <a:solidFill>
                  <a:srgbClr val="0F0F0F"/>
                </a:solidFill>
                <a:latin typeface="Arial MT"/>
                <a:cs typeface="Arial MT"/>
              </a:rPr>
              <a:t> </a:t>
            </a:r>
            <a:r>
              <a:rPr sz="1800" spc="-45" dirty="0">
                <a:solidFill>
                  <a:srgbClr val="0C0C0C"/>
                </a:solidFill>
                <a:latin typeface="Arial MT"/>
                <a:cs typeface="Arial MT"/>
              </a:rPr>
              <a:t>tier</a:t>
            </a:r>
            <a:r>
              <a:rPr sz="1800" spc="-85" dirty="0">
                <a:solidFill>
                  <a:srgbClr val="0C0C0C"/>
                </a:solidFill>
                <a:latin typeface="Arial MT"/>
                <a:cs typeface="Arial MT"/>
              </a:rPr>
              <a:t> </a:t>
            </a:r>
            <a:r>
              <a:rPr sz="1800" spc="-10" dirty="0">
                <a:solidFill>
                  <a:srgbClr val="0F0F0F"/>
                </a:solidFill>
                <a:latin typeface="Arial MT"/>
                <a:cs typeface="Arial MT"/>
              </a:rPr>
              <a:t>limits.</a:t>
            </a:r>
            <a:endParaRPr sz="1800">
              <a:latin typeface="Arial MT"/>
              <a:cs typeface="Arial MT"/>
            </a:endParaRPr>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380489" y="1374895"/>
            <a:ext cx="3124536" cy="3915244"/>
          </a:xfrm>
          <a:prstGeom prst="rect">
            <a:avLst/>
          </a:prstGeom>
        </p:spPr>
      </p:pic>
      <p:sp>
        <p:nvSpPr>
          <p:cNvPr id="3" name="object 3"/>
          <p:cNvSpPr/>
          <p:nvPr/>
        </p:nvSpPr>
        <p:spPr>
          <a:xfrm>
            <a:off x="1380489" y="365125"/>
            <a:ext cx="9421495" cy="886460"/>
          </a:xfrm>
          <a:custGeom>
            <a:avLst/>
            <a:gdLst/>
            <a:ahLst/>
            <a:cxnLst/>
            <a:rect l="l" t="t" r="r" b="b"/>
            <a:pathLst>
              <a:path w="9421495" h="886460">
                <a:moveTo>
                  <a:pt x="9420225" y="885825"/>
                </a:moveTo>
                <a:lnTo>
                  <a:pt x="0" y="885825"/>
                </a:lnTo>
                <a:lnTo>
                  <a:pt x="0" y="0"/>
                </a:lnTo>
                <a:lnTo>
                  <a:pt x="9420225" y="0"/>
                </a:lnTo>
                <a:lnTo>
                  <a:pt x="9420225" y="885825"/>
                </a:lnTo>
                <a:close/>
              </a:path>
            </a:pathLst>
          </a:custGeom>
          <a:solidFill>
            <a:srgbClr val="3A8C82"/>
          </a:solidFill>
        </p:spPr>
        <p:txBody>
          <a:bodyPr wrap="square" lIns="0" tIns="0" rIns="0" bIns="0" rtlCol="0"/>
          <a:lstStyle/>
          <a:p>
            <a:endParaRPr/>
          </a:p>
        </p:txBody>
      </p:sp>
      <p:sp>
        <p:nvSpPr>
          <p:cNvPr id="4" name="object 4"/>
          <p:cNvSpPr txBox="1"/>
          <p:nvPr/>
        </p:nvSpPr>
        <p:spPr>
          <a:xfrm>
            <a:off x="1749418" y="552474"/>
            <a:ext cx="6500495" cy="506095"/>
          </a:xfrm>
          <a:prstGeom prst="rect">
            <a:avLst/>
          </a:prstGeom>
        </p:spPr>
        <p:txBody>
          <a:bodyPr vert="horz" wrap="square" lIns="0" tIns="12700" rIns="0" bIns="0" rtlCol="0">
            <a:spAutoFit/>
          </a:bodyPr>
          <a:lstStyle/>
          <a:p>
            <a:pPr marL="12700">
              <a:lnSpc>
                <a:spcPct val="100000"/>
              </a:lnSpc>
              <a:spcBef>
                <a:spcPts val="100"/>
              </a:spcBef>
            </a:pPr>
            <a:r>
              <a:rPr sz="3150" spc="-295" dirty="0">
                <a:solidFill>
                  <a:srgbClr val="64A59C"/>
                </a:solidFill>
                <a:latin typeface="Arial MT"/>
                <a:cs typeface="Arial MT"/>
              </a:rPr>
              <a:t>Amazon</a:t>
            </a:r>
            <a:r>
              <a:rPr sz="3150" spc="85" dirty="0">
                <a:solidFill>
                  <a:srgbClr val="64A59C"/>
                </a:solidFill>
                <a:latin typeface="Arial MT"/>
                <a:cs typeface="Arial MT"/>
              </a:rPr>
              <a:t> </a:t>
            </a:r>
            <a:r>
              <a:rPr sz="3150" spc="-250" dirty="0">
                <a:solidFill>
                  <a:srgbClr val="338283"/>
                </a:solidFill>
                <a:latin typeface="Arial MT"/>
                <a:cs typeface="Arial MT"/>
              </a:rPr>
              <a:t>Simple</a:t>
            </a:r>
            <a:r>
              <a:rPr sz="3150" spc="-10" dirty="0">
                <a:solidFill>
                  <a:srgbClr val="338283"/>
                </a:solidFill>
                <a:latin typeface="Arial MT"/>
                <a:cs typeface="Arial MT"/>
              </a:rPr>
              <a:t> </a:t>
            </a:r>
            <a:r>
              <a:rPr sz="3150" spc="-125" dirty="0">
                <a:solidFill>
                  <a:srgbClr val="248E89"/>
                </a:solidFill>
                <a:latin typeface="Arial MT"/>
                <a:cs typeface="Arial MT"/>
              </a:rPr>
              <a:t>Notification</a:t>
            </a:r>
            <a:r>
              <a:rPr sz="3150" spc="120" dirty="0">
                <a:solidFill>
                  <a:srgbClr val="248E89"/>
                </a:solidFill>
                <a:latin typeface="Arial MT"/>
                <a:cs typeface="Arial MT"/>
              </a:rPr>
              <a:t> </a:t>
            </a:r>
            <a:r>
              <a:rPr sz="3150" spc="-290" dirty="0">
                <a:solidFill>
                  <a:srgbClr val="28798E"/>
                </a:solidFill>
                <a:latin typeface="Arial MT"/>
                <a:cs typeface="Arial MT"/>
              </a:rPr>
              <a:t>Service</a:t>
            </a:r>
            <a:r>
              <a:rPr sz="3150" spc="35" dirty="0">
                <a:solidFill>
                  <a:srgbClr val="28798E"/>
                </a:solidFill>
                <a:latin typeface="Arial MT"/>
                <a:cs typeface="Arial MT"/>
              </a:rPr>
              <a:t> </a:t>
            </a:r>
            <a:r>
              <a:rPr sz="3150" dirty="0">
                <a:solidFill>
                  <a:srgbClr val="3F899A"/>
                </a:solidFill>
                <a:latin typeface="Arial MT"/>
                <a:cs typeface="Arial MT"/>
              </a:rPr>
              <a:t>-</a:t>
            </a:r>
            <a:r>
              <a:rPr sz="3150" spc="-145" dirty="0">
                <a:solidFill>
                  <a:srgbClr val="3F899A"/>
                </a:solidFill>
                <a:latin typeface="Arial MT"/>
                <a:cs typeface="Arial MT"/>
              </a:rPr>
              <a:t> </a:t>
            </a:r>
            <a:r>
              <a:rPr sz="3150" spc="-570" dirty="0">
                <a:solidFill>
                  <a:srgbClr val="347989"/>
                </a:solidFill>
                <a:latin typeface="Arial MT"/>
                <a:cs typeface="Arial MT"/>
              </a:rPr>
              <a:t>SNS</a:t>
            </a:r>
            <a:endParaRPr sz="3150">
              <a:latin typeface="Arial MT"/>
              <a:cs typeface="Arial MT"/>
            </a:endParaRPr>
          </a:p>
        </p:txBody>
      </p:sp>
      <p:sp>
        <p:nvSpPr>
          <p:cNvPr id="5" name="object 5" descr="$PPTXTitle"/>
          <p:cNvSpPr txBox="1">
            <a:spLocks noGrp="1"/>
          </p:cNvSpPr>
          <p:nvPr>
            <p:ph type="title"/>
          </p:nvPr>
        </p:nvSpPr>
        <p:spPr>
          <a:xfrm>
            <a:off x="9026793" y="517544"/>
            <a:ext cx="883285" cy="376555"/>
          </a:xfrm>
          <a:prstGeom prst="rect">
            <a:avLst/>
          </a:prstGeom>
        </p:spPr>
        <p:txBody>
          <a:bodyPr vert="horz" wrap="square" lIns="0" tIns="12700" rIns="0" bIns="0" rtlCol="0">
            <a:spAutoFit/>
          </a:bodyPr>
          <a:lstStyle/>
          <a:p>
            <a:pPr marL="38100">
              <a:lnSpc>
                <a:spcPct val="100000"/>
              </a:lnSpc>
              <a:spcBef>
                <a:spcPts val="100"/>
              </a:spcBef>
            </a:pPr>
            <a:r>
              <a:rPr sz="1850" spc="-140" dirty="0">
                <a:solidFill>
                  <a:srgbClr val="2A757E"/>
                </a:solidFill>
                <a:latin typeface="Arial MT"/>
                <a:cs typeface="Arial MT"/>
              </a:rPr>
              <a:t>£t</a:t>
            </a:r>
            <a:r>
              <a:rPr sz="2000" spc="-140" dirty="0">
                <a:solidFill>
                  <a:srgbClr val="2A757E"/>
                </a:solidFill>
                <a:latin typeface="Arial MT"/>
                <a:cs typeface="Arial MT"/>
              </a:rPr>
              <a:t>W</a:t>
            </a:r>
            <a:r>
              <a:rPr sz="2775" spc="-209" baseline="-34534" dirty="0">
                <a:solidFill>
                  <a:srgbClr val="2A757E"/>
                </a:solidFill>
                <a:latin typeface="Arial MT"/>
                <a:cs typeface="Arial MT"/>
              </a:rPr>
              <a:t>S</a:t>
            </a:r>
            <a:r>
              <a:rPr sz="2775" spc="-82" baseline="-34534" dirty="0">
                <a:solidFill>
                  <a:srgbClr val="2A757E"/>
                </a:solidFill>
                <a:latin typeface="Arial MT"/>
                <a:cs typeface="Arial MT"/>
              </a:rPr>
              <a:t> </a:t>
            </a:r>
            <a:r>
              <a:rPr sz="3450" spc="-150" baseline="2415" dirty="0">
                <a:solidFill>
                  <a:srgbClr val="1D7789"/>
                </a:solidFill>
                <a:latin typeface="Arial MT"/>
                <a:cs typeface="Arial MT"/>
              </a:rPr>
              <a:t>e</a:t>
            </a:r>
            <a:r>
              <a:rPr sz="2550" spc="-150" baseline="3267" dirty="0">
                <a:solidFill>
                  <a:srgbClr val="1D7789"/>
                </a:solidFill>
                <a:latin typeface="Arial MT"/>
                <a:cs typeface="Arial MT"/>
              </a:rPr>
              <a:t>d</a:t>
            </a:r>
            <a:endParaRPr sz="2550" baseline="3267">
              <a:latin typeface="Arial MT"/>
              <a:cs typeface="Arial MT"/>
            </a:endParaRPr>
          </a:p>
        </p:txBody>
      </p:sp>
      <p:pic>
        <p:nvPicPr>
          <p:cNvPr id="6" name="object 6"/>
          <p:cNvPicPr/>
          <p:nvPr/>
        </p:nvPicPr>
        <p:blipFill>
          <a:blip r:embed="rId3" cstate="print"/>
          <a:stretch>
            <a:fillRect/>
          </a:stretch>
        </p:blipFill>
        <p:spPr>
          <a:xfrm>
            <a:off x="1685322" y="5442558"/>
            <a:ext cx="2667287" cy="104787"/>
          </a:xfrm>
          <a:prstGeom prst="rect">
            <a:avLst/>
          </a:prstGeom>
        </p:spPr>
      </p:pic>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384935" y="1336793"/>
            <a:ext cx="3143589" cy="3924775"/>
          </a:xfrm>
          <a:prstGeom prst="rect">
            <a:avLst/>
          </a:prstGeom>
        </p:spPr>
      </p:pic>
      <p:pic>
        <p:nvPicPr>
          <p:cNvPr id="3" name="object 3"/>
          <p:cNvPicPr/>
          <p:nvPr/>
        </p:nvPicPr>
        <p:blipFill>
          <a:blip r:embed="rId3" cstate="print"/>
          <a:stretch>
            <a:fillRect/>
          </a:stretch>
        </p:blipFill>
        <p:spPr>
          <a:xfrm>
            <a:off x="1384935" y="365125"/>
            <a:ext cx="9421241" cy="857353"/>
          </a:xfrm>
          <a:prstGeom prst="rect">
            <a:avLst/>
          </a:prstGeom>
        </p:spPr>
      </p:pic>
      <p:sp>
        <p:nvSpPr>
          <p:cNvPr id="4" name="object 4"/>
          <p:cNvSpPr txBox="1"/>
          <p:nvPr/>
        </p:nvSpPr>
        <p:spPr>
          <a:xfrm>
            <a:off x="1682774" y="5371121"/>
            <a:ext cx="521334" cy="147955"/>
          </a:xfrm>
          <a:prstGeom prst="rect">
            <a:avLst/>
          </a:prstGeom>
        </p:spPr>
        <p:txBody>
          <a:bodyPr vert="horz" wrap="square" lIns="0" tIns="12700" rIns="0" bIns="0" rtlCol="0">
            <a:spAutoFit/>
          </a:bodyPr>
          <a:lstStyle/>
          <a:p>
            <a:pPr marL="12700">
              <a:lnSpc>
                <a:spcPct val="100000"/>
              </a:lnSpc>
              <a:spcBef>
                <a:spcPts val="100"/>
              </a:spcBef>
            </a:pPr>
            <a:r>
              <a:rPr sz="800" spc="-40" dirty="0">
                <a:solidFill>
                  <a:srgbClr val="727272"/>
                </a:solidFill>
                <a:latin typeface="Arial MT"/>
                <a:cs typeface="Arial MT"/>
              </a:rPr>
              <a:t>6i2u21</a:t>
            </a:r>
            <a:r>
              <a:rPr sz="800" spc="-10" dirty="0">
                <a:solidFill>
                  <a:srgbClr val="727272"/>
                </a:solidFill>
                <a:latin typeface="Arial MT"/>
                <a:cs typeface="Arial MT"/>
              </a:rPr>
              <a:t> </a:t>
            </a:r>
            <a:r>
              <a:rPr sz="800" spc="-25" dirty="0">
                <a:solidFill>
                  <a:srgbClr val="7E7E7E"/>
                </a:solidFill>
                <a:latin typeface="Arial MT"/>
                <a:cs typeface="Arial MT"/>
              </a:rPr>
              <a:t>Ams</a:t>
            </a:r>
            <a:endParaRPr sz="800">
              <a:latin typeface="Arial MT"/>
              <a:cs typeface="Arial MT"/>
            </a:endParaRPr>
          </a:p>
        </p:txBody>
      </p:sp>
      <p:sp>
        <p:nvSpPr>
          <p:cNvPr id="5" name="object 5"/>
          <p:cNvSpPr txBox="1"/>
          <p:nvPr/>
        </p:nvSpPr>
        <p:spPr>
          <a:xfrm>
            <a:off x="2334065" y="5371121"/>
            <a:ext cx="2010410" cy="147955"/>
          </a:xfrm>
          <a:prstGeom prst="rect">
            <a:avLst/>
          </a:prstGeom>
        </p:spPr>
        <p:txBody>
          <a:bodyPr vert="horz" wrap="square" lIns="0" tIns="12700" rIns="0" bIns="0" rtlCol="0">
            <a:spAutoFit/>
          </a:bodyPr>
          <a:lstStyle/>
          <a:p>
            <a:pPr marL="12700">
              <a:lnSpc>
                <a:spcPct val="100000"/>
              </a:lnSpc>
              <a:spcBef>
                <a:spcPts val="100"/>
              </a:spcBef>
              <a:tabLst>
                <a:tab pos="435609" algn="l"/>
              </a:tabLst>
            </a:pPr>
            <a:r>
              <a:rPr sz="800" spc="-55" dirty="0">
                <a:solidFill>
                  <a:srgbClr val="777777"/>
                </a:solidFill>
                <a:latin typeface="Arial MT"/>
                <a:cs typeface="Arial MT"/>
              </a:rPr>
              <a:t>web</a:t>
            </a:r>
            <a:r>
              <a:rPr sz="800" spc="-5" dirty="0">
                <a:solidFill>
                  <a:srgbClr val="777777"/>
                </a:solidFill>
                <a:latin typeface="Arial MT"/>
                <a:cs typeface="Arial MT"/>
              </a:rPr>
              <a:t> </a:t>
            </a:r>
            <a:r>
              <a:rPr sz="800" spc="-25" dirty="0">
                <a:solidFill>
                  <a:srgbClr val="878787"/>
                </a:solidFill>
                <a:latin typeface="Arial MT"/>
                <a:cs typeface="Arial MT"/>
              </a:rPr>
              <a:t>$e</a:t>
            </a:r>
            <a:r>
              <a:rPr sz="800" dirty="0">
                <a:solidFill>
                  <a:srgbClr val="878787"/>
                </a:solidFill>
                <a:latin typeface="Arial MT"/>
                <a:cs typeface="Arial MT"/>
              </a:rPr>
              <a:t>	@</a:t>
            </a:r>
            <a:r>
              <a:rPr sz="800" spc="10" dirty="0">
                <a:solidFill>
                  <a:srgbClr val="878787"/>
                </a:solidFill>
                <a:latin typeface="Arial MT"/>
                <a:cs typeface="Arial MT"/>
              </a:rPr>
              <a:t> </a:t>
            </a:r>
            <a:r>
              <a:rPr sz="800" dirty="0">
                <a:solidFill>
                  <a:srgbClr val="858585"/>
                </a:solidFill>
                <a:latin typeface="Arial MT"/>
                <a:cs typeface="Arial MT"/>
              </a:rPr>
              <a:t>inc</a:t>
            </a:r>
            <a:r>
              <a:rPr sz="800" spc="-5" dirty="0">
                <a:solidFill>
                  <a:srgbClr val="858585"/>
                </a:solidFill>
                <a:latin typeface="Arial MT"/>
                <a:cs typeface="Arial MT"/>
              </a:rPr>
              <a:t> </a:t>
            </a:r>
            <a:r>
              <a:rPr sz="800" spc="-65" dirty="0">
                <a:solidFill>
                  <a:srgbClr val="7E7E7E"/>
                </a:solidFill>
                <a:latin typeface="Arial MT"/>
                <a:cs typeface="Arial MT"/>
              </a:rPr>
              <a:t>or</a:t>
            </a:r>
            <a:r>
              <a:rPr sz="800" spc="-15" dirty="0">
                <a:solidFill>
                  <a:srgbClr val="7E7E7E"/>
                </a:solidFill>
                <a:latin typeface="Arial MT"/>
                <a:cs typeface="Arial MT"/>
              </a:rPr>
              <a:t> </a:t>
            </a:r>
            <a:r>
              <a:rPr sz="800" spc="-135" dirty="0">
                <a:solidFill>
                  <a:srgbClr val="8E8E8E"/>
                </a:solidFill>
                <a:latin typeface="Arial MT"/>
                <a:cs typeface="Arial MT"/>
              </a:rPr>
              <a:t>+Is</a:t>
            </a:r>
            <a:r>
              <a:rPr sz="800" spc="-90" dirty="0">
                <a:solidFill>
                  <a:srgbClr val="8E8E8E"/>
                </a:solidFill>
                <a:latin typeface="Arial MT"/>
                <a:cs typeface="Arial MT"/>
              </a:rPr>
              <a:t> </a:t>
            </a:r>
            <a:r>
              <a:rPr sz="800" spc="-65" dirty="0">
                <a:solidFill>
                  <a:srgbClr val="696969"/>
                </a:solidFill>
                <a:latin typeface="Arial MT"/>
                <a:cs typeface="Arial MT"/>
              </a:rPr>
              <a:t>affilianzs.</a:t>
            </a:r>
            <a:r>
              <a:rPr sz="800" spc="40" dirty="0">
                <a:solidFill>
                  <a:srgbClr val="696969"/>
                </a:solidFill>
                <a:latin typeface="Arial MT"/>
                <a:cs typeface="Arial MT"/>
              </a:rPr>
              <a:t> </a:t>
            </a:r>
            <a:r>
              <a:rPr sz="800" spc="-220" dirty="0">
                <a:solidFill>
                  <a:srgbClr val="797979"/>
                </a:solidFill>
                <a:latin typeface="Arial MT"/>
                <a:cs typeface="Arial MT"/>
              </a:rPr>
              <a:t>AO</a:t>
            </a:r>
            <a:r>
              <a:rPr sz="800" spc="-55" dirty="0">
                <a:solidFill>
                  <a:srgbClr val="797979"/>
                </a:solidFill>
                <a:latin typeface="Arial MT"/>
                <a:cs typeface="Arial MT"/>
              </a:rPr>
              <a:t> </a:t>
            </a:r>
            <a:r>
              <a:rPr sz="800" spc="-45" dirty="0">
                <a:solidFill>
                  <a:srgbClr val="6D6D6D"/>
                </a:solidFill>
                <a:latin typeface="Arial MT"/>
                <a:cs typeface="Arial MT"/>
              </a:rPr>
              <a:t>nghts</a:t>
            </a:r>
            <a:r>
              <a:rPr sz="800" spc="-30" dirty="0">
                <a:solidFill>
                  <a:srgbClr val="6D6D6D"/>
                </a:solidFill>
                <a:latin typeface="Arial MT"/>
                <a:cs typeface="Arial MT"/>
              </a:rPr>
              <a:t> </a:t>
            </a:r>
            <a:r>
              <a:rPr sz="800" spc="-35" dirty="0">
                <a:solidFill>
                  <a:srgbClr val="6E6E6E"/>
                </a:solidFill>
                <a:latin typeface="Arial MT"/>
                <a:cs typeface="Arial MT"/>
              </a:rPr>
              <a:t>reserve)</a:t>
            </a:r>
            <a:endParaRPr sz="800">
              <a:latin typeface="Arial MT"/>
              <a:cs typeface="Arial MT"/>
            </a:endParaRPr>
          </a:p>
        </p:txBody>
      </p:sp>
      <p:sp>
        <p:nvSpPr>
          <p:cNvPr id="6" name="object 6"/>
          <p:cNvSpPr txBox="1"/>
          <p:nvPr/>
        </p:nvSpPr>
        <p:spPr>
          <a:xfrm>
            <a:off x="4793137" y="1333618"/>
            <a:ext cx="5463540" cy="1904364"/>
          </a:xfrm>
          <a:prstGeom prst="rect">
            <a:avLst/>
          </a:prstGeom>
        </p:spPr>
        <p:txBody>
          <a:bodyPr vert="horz" wrap="square" lIns="0" tIns="47625" rIns="0" bIns="0" rtlCol="0">
            <a:spAutoFit/>
          </a:bodyPr>
          <a:lstStyle/>
          <a:p>
            <a:pPr marL="12700" marR="5080" indent="8255">
              <a:lnSpc>
                <a:spcPct val="88300"/>
              </a:lnSpc>
              <a:spcBef>
                <a:spcPts val="375"/>
              </a:spcBef>
            </a:pPr>
            <a:r>
              <a:rPr sz="1950" spc="-250" dirty="0">
                <a:latin typeface="Arial MT"/>
                <a:cs typeface="Arial MT"/>
              </a:rPr>
              <a:t>Amazon</a:t>
            </a:r>
            <a:r>
              <a:rPr sz="1950" spc="45" dirty="0">
                <a:latin typeface="Arial MT"/>
                <a:cs typeface="Arial MT"/>
              </a:rPr>
              <a:t> </a:t>
            </a:r>
            <a:r>
              <a:rPr sz="1950" spc="-210" dirty="0">
                <a:latin typeface="Arial MT"/>
                <a:cs typeface="Arial MT"/>
              </a:rPr>
              <a:t>Simple</a:t>
            </a:r>
            <a:r>
              <a:rPr sz="1950" spc="-5" dirty="0">
                <a:latin typeface="Arial MT"/>
                <a:cs typeface="Arial MT"/>
              </a:rPr>
              <a:t> </a:t>
            </a:r>
            <a:r>
              <a:rPr sz="1950" spc="-125" dirty="0">
                <a:latin typeface="Arial MT"/>
                <a:cs typeface="Arial MT"/>
              </a:rPr>
              <a:t>Notification</a:t>
            </a:r>
            <a:r>
              <a:rPr sz="1950" spc="105" dirty="0">
                <a:latin typeface="Arial MT"/>
                <a:cs typeface="Arial MT"/>
              </a:rPr>
              <a:t> </a:t>
            </a:r>
            <a:r>
              <a:rPr sz="1950" spc="-235" dirty="0">
                <a:latin typeface="Arial MT"/>
                <a:cs typeface="Arial MT"/>
              </a:rPr>
              <a:t>Service</a:t>
            </a:r>
            <a:r>
              <a:rPr sz="1950" spc="75" dirty="0">
                <a:latin typeface="Arial MT"/>
                <a:cs typeface="Arial MT"/>
              </a:rPr>
              <a:t> </a:t>
            </a:r>
            <a:r>
              <a:rPr sz="1950" spc="-245" dirty="0">
                <a:latin typeface="Arial MT"/>
                <a:cs typeface="Arial MT"/>
              </a:rPr>
              <a:t>(Amazon</a:t>
            </a:r>
            <a:r>
              <a:rPr sz="1950" spc="100" dirty="0">
                <a:latin typeface="Arial MT"/>
                <a:cs typeface="Arial MT"/>
              </a:rPr>
              <a:t> </a:t>
            </a:r>
            <a:r>
              <a:rPr sz="1950" spc="-355" dirty="0">
                <a:solidFill>
                  <a:srgbClr val="0F0F0F"/>
                </a:solidFill>
                <a:latin typeface="Arial MT"/>
                <a:cs typeface="Arial MT"/>
              </a:rPr>
              <a:t>SNS)</a:t>
            </a:r>
            <a:r>
              <a:rPr sz="1950" spc="-15" dirty="0">
                <a:solidFill>
                  <a:srgbClr val="0F0F0F"/>
                </a:solidFill>
                <a:latin typeface="Arial MT"/>
                <a:cs typeface="Arial MT"/>
              </a:rPr>
              <a:t> </a:t>
            </a:r>
            <a:r>
              <a:rPr sz="1950" spc="-190" dirty="0">
                <a:solidFill>
                  <a:srgbClr val="161616"/>
                </a:solidFill>
                <a:latin typeface="Arial MT"/>
                <a:cs typeface="Arial MT"/>
              </a:rPr>
              <a:t>Is</a:t>
            </a:r>
            <a:r>
              <a:rPr sz="1950" spc="-145" dirty="0">
                <a:solidFill>
                  <a:srgbClr val="161616"/>
                </a:solidFill>
                <a:latin typeface="Arial MT"/>
                <a:cs typeface="Arial MT"/>
              </a:rPr>
              <a:t> </a:t>
            </a:r>
            <a:r>
              <a:rPr sz="1950" spc="-245" dirty="0">
                <a:solidFill>
                  <a:srgbClr val="3B3B3B"/>
                </a:solidFill>
                <a:latin typeface="Arial MT"/>
                <a:cs typeface="Arial MT"/>
              </a:rPr>
              <a:t>a</a:t>
            </a:r>
            <a:r>
              <a:rPr sz="1950" spc="-35" dirty="0">
                <a:solidFill>
                  <a:srgbClr val="3B3B3B"/>
                </a:solidFill>
                <a:latin typeface="Arial MT"/>
                <a:cs typeface="Arial MT"/>
              </a:rPr>
              <a:t> </a:t>
            </a:r>
            <a:r>
              <a:rPr sz="1950" spc="-25" dirty="0">
                <a:latin typeface="Arial MT"/>
                <a:cs typeface="Arial MT"/>
              </a:rPr>
              <a:t>web </a:t>
            </a:r>
            <a:r>
              <a:rPr sz="2000" spc="-229" dirty="0">
                <a:latin typeface="Arial MT"/>
                <a:cs typeface="Arial MT"/>
              </a:rPr>
              <a:t>service</a:t>
            </a:r>
            <a:r>
              <a:rPr sz="2000" spc="-60" dirty="0">
                <a:latin typeface="Arial MT"/>
                <a:cs typeface="Arial MT"/>
              </a:rPr>
              <a:t> </a:t>
            </a:r>
            <a:r>
              <a:rPr sz="2000" spc="-105" dirty="0">
                <a:latin typeface="Arial MT"/>
                <a:cs typeface="Arial MT"/>
              </a:rPr>
              <a:t>that</a:t>
            </a:r>
            <a:r>
              <a:rPr sz="2000" spc="-65" dirty="0">
                <a:latin typeface="Arial MT"/>
                <a:cs typeface="Arial MT"/>
              </a:rPr>
              <a:t> </a:t>
            </a:r>
            <a:r>
              <a:rPr sz="2000" spc="-275" dirty="0">
                <a:latin typeface="Arial MT"/>
                <a:cs typeface="Arial MT"/>
              </a:rPr>
              <a:t>makes</a:t>
            </a:r>
            <a:r>
              <a:rPr sz="2000" spc="-45" dirty="0">
                <a:latin typeface="Arial MT"/>
                <a:cs typeface="Arial MT"/>
              </a:rPr>
              <a:t> </a:t>
            </a:r>
            <a:r>
              <a:rPr sz="2000" dirty="0">
                <a:solidFill>
                  <a:srgbClr val="181818"/>
                </a:solidFill>
                <a:latin typeface="Arial MT"/>
                <a:cs typeface="Arial MT"/>
              </a:rPr>
              <a:t>it</a:t>
            </a:r>
            <a:r>
              <a:rPr sz="2000" spc="-80" dirty="0">
                <a:solidFill>
                  <a:srgbClr val="181818"/>
                </a:solidFill>
                <a:latin typeface="Arial MT"/>
                <a:cs typeface="Arial MT"/>
              </a:rPr>
              <a:t> </a:t>
            </a:r>
            <a:r>
              <a:rPr sz="2000" spc="-310" dirty="0">
                <a:latin typeface="Arial MT"/>
                <a:cs typeface="Arial MT"/>
              </a:rPr>
              <a:t>easy</a:t>
            </a:r>
            <a:r>
              <a:rPr sz="2000" spc="-5" dirty="0">
                <a:latin typeface="Arial MT"/>
                <a:cs typeface="Arial MT"/>
              </a:rPr>
              <a:t> </a:t>
            </a:r>
            <a:r>
              <a:rPr sz="2000" spc="-55" dirty="0">
                <a:solidFill>
                  <a:srgbClr val="0F0F0F"/>
                </a:solidFill>
                <a:latin typeface="Arial MT"/>
                <a:cs typeface="Arial MT"/>
              </a:rPr>
              <a:t>to</a:t>
            </a:r>
            <a:r>
              <a:rPr sz="2000" spc="-100" dirty="0">
                <a:solidFill>
                  <a:srgbClr val="0F0F0F"/>
                </a:solidFill>
                <a:latin typeface="Arial MT"/>
                <a:cs typeface="Arial MT"/>
              </a:rPr>
              <a:t> </a:t>
            </a:r>
            <a:r>
              <a:rPr sz="2000" spc="-195" dirty="0">
                <a:solidFill>
                  <a:srgbClr val="0F0F0F"/>
                </a:solidFill>
                <a:latin typeface="Arial MT"/>
                <a:cs typeface="Arial MT"/>
              </a:rPr>
              <a:t>set</a:t>
            </a:r>
            <a:r>
              <a:rPr sz="2000" spc="-80" dirty="0">
                <a:solidFill>
                  <a:srgbClr val="0F0F0F"/>
                </a:solidFill>
                <a:latin typeface="Arial MT"/>
                <a:cs typeface="Arial MT"/>
              </a:rPr>
              <a:t> </a:t>
            </a:r>
            <a:r>
              <a:rPr sz="2000" spc="-195" dirty="0">
                <a:solidFill>
                  <a:srgbClr val="1F1F1F"/>
                </a:solidFill>
                <a:latin typeface="Arial MT"/>
                <a:cs typeface="Arial MT"/>
              </a:rPr>
              <a:t>up,</a:t>
            </a:r>
            <a:r>
              <a:rPr sz="2000" spc="-65" dirty="0">
                <a:solidFill>
                  <a:srgbClr val="1F1F1F"/>
                </a:solidFill>
                <a:latin typeface="Arial MT"/>
                <a:cs typeface="Arial MT"/>
              </a:rPr>
              <a:t> </a:t>
            </a:r>
            <a:r>
              <a:rPr sz="2000" spc="-195" dirty="0">
                <a:latin typeface="Arial MT"/>
                <a:cs typeface="Arial MT"/>
              </a:rPr>
              <a:t>operate,</a:t>
            </a:r>
            <a:r>
              <a:rPr sz="2000" spc="60" dirty="0">
                <a:latin typeface="Arial MT"/>
                <a:cs typeface="Arial MT"/>
              </a:rPr>
              <a:t> </a:t>
            </a:r>
            <a:r>
              <a:rPr sz="2000" spc="-245" dirty="0">
                <a:latin typeface="Arial MT"/>
                <a:cs typeface="Arial MT"/>
              </a:rPr>
              <a:t>and</a:t>
            </a:r>
            <a:r>
              <a:rPr sz="2000" spc="-40" dirty="0">
                <a:latin typeface="Arial MT"/>
                <a:cs typeface="Arial MT"/>
              </a:rPr>
              <a:t> </a:t>
            </a:r>
            <a:r>
              <a:rPr sz="2000" spc="-275" dirty="0">
                <a:latin typeface="Arial MT"/>
                <a:cs typeface="Arial MT"/>
              </a:rPr>
              <a:t>send </a:t>
            </a:r>
            <a:r>
              <a:rPr sz="1950" spc="-125" dirty="0">
                <a:latin typeface="Arial MT"/>
                <a:cs typeface="Arial MT"/>
              </a:rPr>
              <a:t>notifications</a:t>
            </a:r>
            <a:r>
              <a:rPr sz="1950" spc="145" dirty="0">
                <a:latin typeface="Arial MT"/>
                <a:cs typeface="Arial MT"/>
              </a:rPr>
              <a:t> </a:t>
            </a:r>
            <a:r>
              <a:rPr sz="1950" spc="-135" dirty="0">
                <a:solidFill>
                  <a:srgbClr val="151515"/>
                </a:solidFill>
                <a:latin typeface="Arial MT"/>
                <a:cs typeface="Arial MT"/>
              </a:rPr>
              <a:t>from</a:t>
            </a:r>
            <a:r>
              <a:rPr sz="1950" spc="-70" dirty="0">
                <a:solidFill>
                  <a:srgbClr val="151515"/>
                </a:solidFill>
                <a:latin typeface="Arial MT"/>
                <a:cs typeface="Arial MT"/>
              </a:rPr>
              <a:t> </a:t>
            </a:r>
            <a:r>
              <a:rPr sz="1950" spc="-100" dirty="0">
                <a:latin typeface="Arial MT"/>
                <a:cs typeface="Arial MT"/>
              </a:rPr>
              <a:t>the </a:t>
            </a:r>
            <a:r>
              <a:rPr sz="1950" spc="-170" dirty="0">
                <a:latin typeface="Arial MT"/>
                <a:cs typeface="Arial MT"/>
              </a:rPr>
              <a:t>cloud.</a:t>
            </a:r>
            <a:r>
              <a:rPr sz="1950" spc="-145" dirty="0">
                <a:latin typeface="Arial MT"/>
                <a:cs typeface="Arial MT"/>
              </a:rPr>
              <a:t> </a:t>
            </a:r>
            <a:r>
              <a:rPr sz="1950" spc="-10" dirty="0">
                <a:solidFill>
                  <a:srgbClr val="131313"/>
                </a:solidFill>
                <a:latin typeface="Arial MT"/>
                <a:cs typeface="Arial MT"/>
              </a:rPr>
              <a:t>It</a:t>
            </a:r>
            <a:r>
              <a:rPr sz="1950" spc="-130" dirty="0">
                <a:solidFill>
                  <a:srgbClr val="131313"/>
                </a:solidFill>
                <a:latin typeface="Arial MT"/>
                <a:cs typeface="Arial MT"/>
              </a:rPr>
              <a:t> </a:t>
            </a:r>
            <a:r>
              <a:rPr sz="1950" spc="-185" dirty="0">
                <a:latin typeface="Arial MT"/>
                <a:cs typeface="Arial MT"/>
              </a:rPr>
              <a:t>provides</a:t>
            </a:r>
            <a:r>
              <a:rPr sz="1950" spc="25" dirty="0">
                <a:latin typeface="Arial MT"/>
                <a:cs typeface="Arial MT"/>
              </a:rPr>
              <a:t> </a:t>
            </a:r>
            <a:r>
              <a:rPr sz="1950" spc="-190" dirty="0">
                <a:latin typeface="Arial MT"/>
                <a:cs typeface="Arial MT"/>
              </a:rPr>
              <a:t>developers</a:t>
            </a:r>
            <a:r>
              <a:rPr sz="1950" spc="150" dirty="0">
                <a:latin typeface="Arial MT"/>
                <a:cs typeface="Arial MT"/>
              </a:rPr>
              <a:t> </a:t>
            </a:r>
            <a:r>
              <a:rPr sz="1950" spc="-125" dirty="0">
                <a:solidFill>
                  <a:srgbClr val="282828"/>
                </a:solidFill>
                <a:latin typeface="Arial MT"/>
                <a:cs typeface="Arial MT"/>
              </a:rPr>
              <a:t>with</a:t>
            </a:r>
            <a:r>
              <a:rPr sz="1950" spc="-35" dirty="0">
                <a:solidFill>
                  <a:srgbClr val="282828"/>
                </a:solidFill>
                <a:latin typeface="Arial MT"/>
                <a:cs typeface="Arial MT"/>
              </a:rPr>
              <a:t> </a:t>
            </a:r>
            <a:r>
              <a:rPr sz="1950" spc="-390" dirty="0">
                <a:solidFill>
                  <a:srgbClr val="313131"/>
                </a:solidFill>
                <a:latin typeface="Arial MT"/>
                <a:cs typeface="Arial MT"/>
              </a:rPr>
              <a:t>a</a:t>
            </a:r>
            <a:r>
              <a:rPr sz="1950" spc="-140" dirty="0">
                <a:solidFill>
                  <a:srgbClr val="313131"/>
                </a:solidFill>
                <a:latin typeface="Arial MT"/>
                <a:cs typeface="Arial MT"/>
              </a:rPr>
              <a:t> </a:t>
            </a:r>
            <a:r>
              <a:rPr sz="1950" spc="-140" dirty="0">
                <a:solidFill>
                  <a:srgbClr val="0F0F0F"/>
                </a:solidFill>
                <a:latin typeface="Arial MT"/>
                <a:cs typeface="Arial MT"/>
              </a:rPr>
              <a:t>highly</a:t>
            </a:r>
            <a:r>
              <a:rPr sz="1950" spc="70" dirty="0">
                <a:solidFill>
                  <a:srgbClr val="0F0F0F"/>
                </a:solidFill>
                <a:latin typeface="Arial MT"/>
                <a:cs typeface="Arial MT"/>
              </a:rPr>
              <a:t> </a:t>
            </a:r>
            <a:r>
              <a:rPr sz="1950" spc="-210" dirty="0">
                <a:latin typeface="Arial MT"/>
                <a:cs typeface="Arial MT"/>
              </a:rPr>
              <a:t>scalable,</a:t>
            </a:r>
            <a:r>
              <a:rPr sz="1950" spc="135" dirty="0">
                <a:latin typeface="Arial MT"/>
                <a:cs typeface="Arial MT"/>
              </a:rPr>
              <a:t> </a:t>
            </a:r>
            <a:r>
              <a:rPr sz="1950" spc="-145" dirty="0">
                <a:latin typeface="Arial MT"/>
                <a:cs typeface="Arial MT"/>
              </a:rPr>
              <a:t>flexible,</a:t>
            </a:r>
            <a:r>
              <a:rPr sz="1950" spc="30" dirty="0">
                <a:latin typeface="Arial MT"/>
                <a:cs typeface="Arial MT"/>
              </a:rPr>
              <a:t> </a:t>
            </a:r>
            <a:r>
              <a:rPr sz="1950" spc="-210" dirty="0">
                <a:latin typeface="Arial MT"/>
                <a:cs typeface="Arial MT"/>
              </a:rPr>
              <a:t>and</a:t>
            </a:r>
            <a:r>
              <a:rPr sz="1950" spc="-45" dirty="0">
                <a:latin typeface="Arial MT"/>
                <a:cs typeface="Arial MT"/>
              </a:rPr>
              <a:t> </a:t>
            </a:r>
            <a:r>
              <a:rPr sz="1950" spc="-140" dirty="0">
                <a:latin typeface="Arial MT"/>
                <a:cs typeface="Arial MT"/>
              </a:rPr>
              <a:t>cost-</a:t>
            </a:r>
            <a:r>
              <a:rPr sz="1950" spc="-130" dirty="0">
                <a:latin typeface="Arial MT"/>
                <a:cs typeface="Arial MT"/>
              </a:rPr>
              <a:t>effective</a:t>
            </a:r>
            <a:r>
              <a:rPr sz="1950" spc="-80" dirty="0">
                <a:latin typeface="Arial MT"/>
                <a:cs typeface="Arial MT"/>
              </a:rPr>
              <a:t> </a:t>
            </a:r>
            <a:r>
              <a:rPr sz="1950" spc="-150" dirty="0">
                <a:latin typeface="Arial MT"/>
                <a:cs typeface="Arial MT"/>
              </a:rPr>
              <a:t>capability</a:t>
            </a:r>
            <a:r>
              <a:rPr sz="1950" spc="50" dirty="0">
                <a:latin typeface="Arial MT"/>
                <a:cs typeface="Arial MT"/>
              </a:rPr>
              <a:t> </a:t>
            </a:r>
            <a:r>
              <a:rPr sz="1950" spc="-25" dirty="0">
                <a:latin typeface="Arial MT"/>
                <a:cs typeface="Arial MT"/>
              </a:rPr>
              <a:t>to </a:t>
            </a:r>
            <a:r>
              <a:rPr sz="1950" spc="-170" dirty="0">
                <a:latin typeface="Arial MT"/>
                <a:cs typeface="Arial MT"/>
              </a:rPr>
              <a:t>publish</a:t>
            </a:r>
            <a:r>
              <a:rPr sz="1950" spc="50" dirty="0">
                <a:latin typeface="Arial MT"/>
                <a:cs typeface="Arial MT"/>
              </a:rPr>
              <a:t> </a:t>
            </a:r>
            <a:r>
              <a:rPr sz="1950" spc="-270" dirty="0">
                <a:latin typeface="Arial MT"/>
                <a:cs typeface="Arial MT"/>
              </a:rPr>
              <a:t>messages</a:t>
            </a:r>
            <a:r>
              <a:rPr sz="1950" spc="100" dirty="0">
                <a:latin typeface="Arial MT"/>
                <a:cs typeface="Arial MT"/>
              </a:rPr>
              <a:t> </a:t>
            </a:r>
            <a:r>
              <a:rPr sz="1950" spc="-125" dirty="0">
                <a:latin typeface="Arial MT"/>
                <a:cs typeface="Arial MT"/>
              </a:rPr>
              <a:t>from</a:t>
            </a:r>
            <a:r>
              <a:rPr sz="1950" spc="40" dirty="0">
                <a:latin typeface="Arial MT"/>
                <a:cs typeface="Arial MT"/>
              </a:rPr>
              <a:t> </a:t>
            </a:r>
            <a:r>
              <a:rPr sz="1950" spc="-254" dirty="0">
                <a:solidFill>
                  <a:srgbClr val="0C0C0C"/>
                </a:solidFill>
                <a:latin typeface="Arial MT"/>
                <a:cs typeface="Arial MT"/>
              </a:rPr>
              <a:t>an</a:t>
            </a:r>
            <a:r>
              <a:rPr sz="1950" spc="-40" dirty="0">
                <a:solidFill>
                  <a:srgbClr val="0C0C0C"/>
                </a:solidFill>
                <a:latin typeface="Arial MT"/>
                <a:cs typeface="Arial MT"/>
              </a:rPr>
              <a:t> </a:t>
            </a:r>
            <a:r>
              <a:rPr sz="1950" spc="-155" dirty="0">
                <a:latin typeface="Arial MT"/>
                <a:cs typeface="Arial MT"/>
              </a:rPr>
              <a:t>application</a:t>
            </a:r>
            <a:r>
              <a:rPr sz="1950" spc="50" dirty="0">
                <a:latin typeface="Arial MT"/>
                <a:cs typeface="Arial MT"/>
              </a:rPr>
              <a:t> </a:t>
            </a:r>
            <a:r>
              <a:rPr sz="1950" spc="-210" dirty="0">
                <a:latin typeface="Arial MT"/>
                <a:cs typeface="Arial MT"/>
              </a:rPr>
              <a:t>and</a:t>
            </a:r>
            <a:r>
              <a:rPr sz="1950" spc="-25" dirty="0">
                <a:latin typeface="Arial MT"/>
                <a:cs typeface="Arial MT"/>
              </a:rPr>
              <a:t> </a:t>
            </a:r>
            <a:r>
              <a:rPr sz="1950" spc="-50" dirty="0">
                <a:latin typeface="Arial MT"/>
                <a:cs typeface="Arial MT"/>
              </a:rPr>
              <a:t>immediately </a:t>
            </a:r>
            <a:r>
              <a:rPr sz="1950" spc="-165" dirty="0">
                <a:latin typeface="Arial MT"/>
                <a:cs typeface="Arial MT"/>
              </a:rPr>
              <a:t>deliver</a:t>
            </a:r>
            <a:r>
              <a:rPr sz="1950" spc="-10" dirty="0">
                <a:latin typeface="Arial MT"/>
                <a:cs typeface="Arial MT"/>
              </a:rPr>
              <a:t> </a:t>
            </a:r>
            <a:r>
              <a:rPr sz="1950" spc="-150" dirty="0">
                <a:solidFill>
                  <a:srgbClr val="131313"/>
                </a:solidFill>
                <a:latin typeface="Arial MT"/>
                <a:cs typeface="Arial MT"/>
              </a:rPr>
              <a:t>them</a:t>
            </a:r>
            <a:r>
              <a:rPr sz="1950" spc="-55" dirty="0">
                <a:solidFill>
                  <a:srgbClr val="131313"/>
                </a:solidFill>
                <a:latin typeface="Arial MT"/>
                <a:cs typeface="Arial MT"/>
              </a:rPr>
              <a:t> </a:t>
            </a:r>
            <a:r>
              <a:rPr sz="1950" spc="-35" dirty="0">
                <a:solidFill>
                  <a:srgbClr val="181818"/>
                </a:solidFill>
                <a:latin typeface="Arial MT"/>
                <a:cs typeface="Arial MT"/>
              </a:rPr>
              <a:t>to</a:t>
            </a:r>
            <a:r>
              <a:rPr sz="1950" spc="-90" dirty="0">
                <a:solidFill>
                  <a:srgbClr val="181818"/>
                </a:solidFill>
                <a:latin typeface="Arial MT"/>
                <a:cs typeface="Arial MT"/>
              </a:rPr>
              <a:t> </a:t>
            </a:r>
            <a:r>
              <a:rPr sz="1950" spc="-200" dirty="0">
                <a:latin typeface="Arial MT"/>
                <a:cs typeface="Arial MT"/>
              </a:rPr>
              <a:t>subscribers.</a:t>
            </a:r>
            <a:r>
              <a:rPr sz="1950" spc="-10" dirty="0">
                <a:latin typeface="Arial MT"/>
                <a:cs typeface="Arial MT"/>
              </a:rPr>
              <a:t> </a:t>
            </a:r>
            <a:r>
              <a:rPr sz="1950" spc="-250" dirty="0">
                <a:latin typeface="Arial MT"/>
                <a:cs typeface="Arial MT"/>
              </a:rPr>
              <a:t>These</a:t>
            </a:r>
            <a:r>
              <a:rPr sz="1950" spc="-5" dirty="0">
                <a:latin typeface="Arial MT"/>
                <a:cs typeface="Arial MT"/>
              </a:rPr>
              <a:t> </a:t>
            </a:r>
            <a:r>
              <a:rPr sz="1950" spc="-204" dirty="0">
                <a:latin typeface="Arial MT"/>
                <a:cs typeface="Arial MT"/>
              </a:rPr>
              <a:t>subscribers</a:t>
            </a:r>
            <a:r>
              <a:rPr sz="1950" spc="80" dirty="0">
                <a:latin typeface="Arial MT"/>
                <a:cs typeface="Arial MT"/>
              </a:rPr>
              <a:t> </a:t>
            </a:r>
            <a:r>
              <a:rPr sz="1950" spc="-225" dirty="0">
                <a:solidFill>
                  <a:srgbClr val="0C0C0C"/>
                </a:solidFill>
                <a:latin typeface="Arial MT"/>
                <a:cs typeface="Arial MT"/>
              </a:rPr>
              <a:t>can</a:t>
            </a:r>
            <a:r>
              <a:rPr sz="1950" spc="-80" dirty="0">
                <a:solidFill>
                  <a:srgbClr val="0C0C0C"/>
                </a:solidFill>
                <a:latin typeface="Arial MT"/>
                <a:cs typeface="Arial MT"/>
              </a:rPr>
              <a:t> </a:t>
            </a:r>
            <a:r>
              <a:rPr sz="1950" spc="-25" dirty="0">
                <a:latin typeface="Arial MT"/>
                <a:cs typeface="Arial MT"/>
              </a:rPr>
              <a:t>be </a:t>
            </a:r>
            <a:r>
              <a:rPr sz="1950" spc="-114" dirty="0">
                <a:latin typeface="Arial MT"/>
                <a:cs typeface="Arial MT"/>
              </a:rPr>
              <a:t>notification</a:t>
            </a:r>
            <a:r>
              <a:rPr sz="1950" spc="85" dirty="0">
                <a:latin typeface="Arial MT"/>
                <a:cs typeface="Arial MT"/>
              </a:rPr>
              <a:t> </a:t>
            </a:r>
            <a:r>
              <a:rPr sz="1950" spc="-175" dirty="0">
                <a:latin typeface="Arial MT"/>
                <a:cs typeface="Arial MT"/>
              </a:rPr>
              <a:t>recipients</a:t>
            </a:r>
            <a:r>
              <a:rPr sz="1950" spc="75" dirty="0">
                <a:latin typeface="Arial MT"/>
                <a:cs typeface="Arial MT"/>
              </a:rPr>
              <a:t> </a:t>
            </a:r>
            <a:r>
              <a:rPr sz="1950" spc="-140" dirty="0">
                <a:latin typeface="Arial MT"/>
                <a:cs typeface="Arial MT"/>
              </a:rPr>
              <a:t>or</a:t>
            </a:r>
            <a:r>
              <a:rPr sz="1950" spc="-55" dirty="0">
                <a:latin typeface="Arial MT"/>
                <a:cs typeface="Arial MT"/>
              </a:rPr>
              <a:t> </a:t>
            </a:r>
            <a:r>
              <a:rPr sz="1950" spc="-130" dirty="0">
                <a:latin typeface="Arial MT"/>
                <a:cs typeface="Arial MT"/>
              </a:rPr>
              <a:t>other</a:t>
            </a:r>
            <a:r>
              <a:rPr sz="1950" spc="-30" dirty="0">
                <a:latin typeface="Arial MT"/>
                <a:cs typeface="Arial MT"/>
              </a:rPr>
              <a:t> </a:t>
            </a:r>
            <a:r>
              <a:rPr sz="1950" spc="-75" dirty="0">
                <a:latin typeface="Arial MT"/>
                <a:cs typeface="Arial MT"/>
              </a:rPr>
              <a:t>applications.</a:t>
            </a:r>
            <a:endParaRPr sz="1950">
              <a:latin typeface="Arial MT"/>
              <a:cs typeface="Arial MT"/>
            </a:endParaRPr>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399539" y="1355844"/>
            <a:ext cx="3105485" cy="3915245"/>
          </a:xfrm>
          <a:prstGeom prst="rect">
            <a:avLst/>
          </a:prstGeom>
        </p:spPr>
      </p:pic>
      <p:pic>
        <p:nvPicPr>
          <p:cNvPr id="3" name="object 3"/>
          <p:cNvPicPr/>
          <p:nvPr/>
        </p:nvPicPr>
        <p:blipFill>
          <a:blip r:embed="rId3" cstate="print"/>
          <a:stretch>
            <a:fillRect/>
          </a:stretch>
        </p:blipFill>
        <p:spPr>
          <a:xfrm>
            <a:off x="1399539" y="365125"/>
            <a:ext cx="9392666" cy="866879"/>
          </a:xfrm>
          <a:prstGeom prst="rect">
            <a:avLst/>
          </a:prstGeom>
        </p:spPr>
      </p:pic>
      <p:sp>
        <p:nvSpPr>
          <p:cNvPr id="4" name="object 4"/>
          <p:cNvSpPr txBox="1"/>
          <p:nvPr/>
        </p:nvSpPr>
        <p:spPr>
          <a:xfrm>
            <a:off x="1669364" y="5393344"/>
            <a:ext cx="2656840" cy="132715"/>
          </a:xfrm>
          <a:prstGeom prst="rect">
            <a:avLst/>
          </a:prstGeom>
        </p:spPr>
        <p:txBody>
          <a:bodyPr vert="horz" wrap="square" lIns="0" tIns="12700" rIns="0" bIns="0" rtlCol="0">
            <a:spAutoFit/>
          </a:bodyPr>
          <a:lstStyle/>
          <a:p>
            <a:pPr marL="12700">
              <a:lnSpc>
                <a:spcPct val="100000"/>
              </a:lnSpc>
              <a:spcBef>
                <a:spcPts val="100"/>
              </a:spcBef>
            </a:pPr>
            <a:r>
              <a:rPr sz="700" dirty="0">
                <a:solidFill>
                  <a:srgbClr val="696969"/>
                </a:solidFill>
                <a:latin typeface="Arial MT"/>
                <a:cs typeface="Arial MT"/>
              </a:rPr>
              <a:t>e?u2</a:t>
            </a:r>
            <a:r>
              <a:rPr sz="700" spc="-130" dirty="0">
                <a:solidFill>
                  <a:srgbClr val="696969"/>
                </a:solidFill>
                <a:latin typeface="Arial MT"/>
                <a:cs typeface="Arial MT"/>
              </a:rPr>
              <a:t> </a:t>
            </a:r>
            <a:r>
              <a:rPr sz="700" dirty="0">
                <a:solidFill>
                  <a:srgbClr val="878787"/>
                </a:solidFill>
                <a:latin typeface="Arial MT"/>
                <a:cs typeface="Arial MT"/>
              </a:rPr>
              <a:t>1</a:t>
            </a:r>
            <a:r>
              <a:rPr sz="700" spc="-10" dirty="0">
                <a:solidFill>
                  <a:srgbClr val="878787"/>
                </a:solidFill>
                <a:latin typeface="Arial MT"/>
                <a:cs typeface="Arial MT"/>
              </a:rPr>
              <a:t> </a:t>
            </a:r>
            <a:r>
              <a:rPr sz="700" spc="50" dirty="0">
                <a:solidFill>
                  <a:srgbClr val="4D4D4D"/>
                </a:solidFill>
                <a:latin typeface="Arial MT"/>
                <a:cs typeface="Arial MT"/>
              </a:rPr>
              <a:t>Amaze</a:t>
            </a:r>
            <a:r>
              <a:rPr sz="700" spc="35" dirty="0">
                <a:solidFill>
                  <a:srgbClr val="4D4D4D"/>
                </a:solidFill>
                <a:latin typeface="Arial MT"/>
                <a:cs typeface="Arial MT"/>
              </a:rPr>
              <a:t> </a:t>
            </a:r>
            <a:r>
              <a:rPr sz="700" spc="-35" dirty="0">
                <a:solidFill>
                  <a:srgbClr val="6B6B6B"/>
                </a:solidFill>
                <a:latin typeface="Arial MT"/>
                <a:cs typeface="Arial MT"/>
              </a:rPr>
              <a:t>Weo</a:t>
            </a:r>
            <a:r>
              <a:rPr sz="700" spc="-5" dirty="0">
                <a:solidFill>
                  <a:srgbClr val="6B6B6B"/>
                </a:solidFill>
                <a:latin typeface="Arial MT"/>
                <a:cs typeface="Arial MT"/>
              </a:rPr>
              <a:t> </a:t>
            </a:r>
            <a:r>
              <a:rPr sz="700" spc="90" dirty="0">
                <a:solidFill>
                  <a:srgbClr val="777777"/>
                </a:solidFill>
                <a:latin typeface="Arial MT"/>
                <a:cs typeface="Arial MT"/>
              </a:rPr>
              <a:t>li'acey</a:t>
            </a:r>
            <a:r>
              <a:rPr sz="700" spc="80" dirty="0">
                <a:solidFill>
                  <a:srgbClr val="777777"/>
                </a:solidFill>
                <a:latin typeface="Arial MT"/>
                <a:cs typeface="Arial MT"/>
              </a:rPr>
              <a:t> </a:t>
            </a:r>
            <a:r>
              <a:rPr sz="700" spc="-10" dirty="0">
                <a:solidFill>
                  <a:srgbClr val="898989"/>
                </a:solidFill>
                <a:latin typeface="Arial MT"/>
                <a:cs typeface="Arial MT"/>
              </a:rPr>
              <a:t>inc.</a:t>
            </a:r>
            <a:r>
              <a:rPr sz="700" spc="55" dirty="0">
                <a:solidFill>
                  <a:srgbClr val="898989"/>
                </a:solidFill>
                <a:latin typeface="Arial MT"/>
                <a:cs typeface="Arial MT"/>
              </a:rPr>
              <a:t> </a:t>
            </a:r>
            <a:r>
              <a:rPr sz="700" dirty="0">
                <a:solidFill>
                  <a:srgbClr val="898989"/>
                </a:solidFill>
                <a:latin typeface="Arial MT"/>
                <a:cs typeface="Arial MT"/>
              </a:rPr>
              <a:t>or</a:t>
            </a:r>
            <a:r>
              <a:rPr sz="700" spc="5" dirty="0">
                <a:solidFill>
                  <a:srgbClr val="898989"/>
                </a:solidFill>
                <a:latin typeface="Arial MT"/>
                <a:cs typeface="Arial MT"/>
              </a:rPr>
              <a:t> </a:t>
            </a:r>
            <a:r>
              <a:rPr sz="700" spc="-145" dirty="0">
                <a:solidFill>
                  <a:srgbClr val="5B5B5B"/>
                </a:solidFill>
                <a:latin typeface="Arial MT"/>
                <a:cs typeface="Arial MT"/>
              </a:rPr>
              <a:t>me</a:t>
            </a:r>
            <a:r>
              <a:rPr sz="700" spc="-55" dirty="0">
                <a:solidFill>
                  <a:srgbClr val="5B5B5B"/>
                </a:solidFill>
                <a:latin typeface="Arial MT"/>
                <a:cs typeface="Arial MT"/>
              </a:rPr>
              <a:t> </a:t>
            </a:r>
            <a:r>
              <a:rPr sz="700" dirty="0">
                <a:solidFill>
                  <a:srgbClr val="6B6B6B"/>
                </a:solidFill>
                <a:latin typeface="Arial MT"/>
                <a:cs typeface="Arial MT"/>
              </a:rPr>
              <a:t>aRliates.</a:t>
            </a:r>
            <a:r>
              <a:rPr sz="700" spc="40" dirty="0">
                <a:solidFill>
                  <a:srgbClr val="6B6B6B"/>
                </a:solidFill>
                <a:latin typeface="Arial MT"/>
                <a:cs typeface="Arial MT"/>
              </a:rPr>
              <a:t> </a:t>
            </a:r>
            <a:r>
              <a:rPr sz="700" dirty="0">
                <a:solidFill>
                  <a:srgbClr val="808080"/>
                </a:solidFill>
                <a:latin typeface="Arial MT"/>
                <a:cs typeface="Arial MT"/>
              </a:rPr>
              <a:t>At</a:t>
            </a:r>
            <a:r>
              <a:rPr sz="700" spc="75" dirty="0">
                <a:solidFill>
                  <a:srgbClr val="808080"/>
                </a:solidFill>
                <a:latin typeface="Arial MT"/>
                <a:cs typeface="Arial MT"/>
              </a:rPr>
              <a:t> </a:t>
            </a:r>
            <a:r>
              <a:rPr sz="700" spc="60" dirty="0">
                <a:solidFill>
                  <a:srgbClr val="5B5B5B"/>
                </a:solidFill>
                <a:latin typeface="Arial MT"/>
                <a:cs typeface="Arial MT"/>
              </a:rPr>
              <a:t>nghs</a:t>
            </a:r>
            <a:r>
              <a:rPr sz="700" spc="-15" dirty="0">
                <a:solidFill>
                  <a:srgbClr val="5B5B5B"/>
                </a:solidFill>
                <a:latin typeface="Arial MT"/>
                <a:cs typeface="Arial MT"/>
              </a:rPr>
              <a:t> </a:t>
            </a:r>
            <a:r>
              <a:rPr sz="700" spc="-10" dirty="0">
                <a:solidFill>
                  <a:srgbClr val="7C7C7C"/>
                </a:solidFill>
                <a:latin typeface="Arial MT"/>
                <a:cs typeface="Arial MT"/>
              </a:rPr>
              <a:t>reservecl</a:t>
            </a:r>
            <a:endParaRPr sz="700">
              <a:latin typeface="Arial MT"/>
              <a:cs typeface="Arial MT"/>
            </a:endParaRPr>
          </a:p>
        </p:txBody>
      </p:sp>
      <p:sp>
        <p:nvSpPr>
          <p:cNvPr id="5" name="object 5" descr="$PPTXTitle"/>
          <p:cNvSpPr txBox="1">
            <a:spLocks noGrp="1"/>
          </p:cNvSpPr>
          <p:nvPr>
            <p:ph type="title"/>
          </p:nvPr>
        </p:nvSpPr>
        <p:spPr>
          <a:xfrm>
            <a:off x="4770937" y="1384424"/>
            <a:ext cx="5812790" cy="837565"/>
          </a:xfrm>
          <a:prstGeom prst="rect">
            <a:avLst/>
          </a:prstGeom>
        </p:spPr>
        <p:txBody>
          <a:bodyPr vert="horz" wrap="square" lIns="0" tIns="0" rIns="0" bIns="0" rtlCol="0">
            <a:spAutoFit/>
          </a:bodyPr>
          <a:lstStyle/>
          <a:p>
            <a:pPr marL="14604" marR="5080" indent="4445">
              <a:lnSpc>
                <a:spcPct val="104800"/>
              </a:lnSpc>
            </a:pPr>
            <a:r>
              <a:rPr sz="1700" spc="-80" dirty="0">
                <a:latin typeface="Arial MT"/>
                <a:cs typeface="Arial MT"/>
              </a:rPr>
              <a:t>Amazon</a:t>
            </a:r>
            <a:r>
              <a:rPr sz="1700" spc="-40" dirty="0">
                <a:latin typeface="Arial MT"/>
                <a:cs typeface="Arial MT"/>
              </a:rPr>
              <a:t> </a:t>
            </a:r>
            <a:r>
              <a:rPr sz="1700" spc="-185" dirty="0">
                <a:latin typeface="Arial MT"/>
                <a:cs typeface="Arial MT"/>
              </a:rPr>
              <a:t>SNS</a:t>
            </a:r>
            <a:r>
              <a:rPr sz="1700" spc="45" dirty="0">
                <a:latin typeface="Arial MT"/>
                <a:cs typeface="Arial MT"/>
              </a:rPr>
              <a:t> </a:t>
            </a:r>
            <a:r>
              <a:rPr sz="1700" spc="-210" dirty="0">
                <a:latin typeface="Arial MT"/>
                <a:cs typeface="Arial MT"/>
              </a:rPr>
              <a:t>SOlves</a:t>
            </a:r>
            <a:r>
              <a:rPr sz="1700" spc="90" dirty="0">
                <a:latin typeface="Arial MT"/>
                <a:cs typeface="Arial MT"/>
              </a:rPr>
              <a:t> </a:t>
            </a:r>
            <a:r>
              <a:rPr sz="1700" dirty="0">
                <a:solidFill>
                  <a:srgbClr val="1F1F1F"/>
                </a:solidFill>
                <a:latin typeface="Arial MT"/>
                <a:cs typeface="Arial MT"/>
              </a:rPr>
              <a:t>the</a:t>
            </a:r>
            <a:r>
              <a:rPr sz="1700" spc="-120" dirty="0">
                <a:solidFill>
                  <a:srgbClr val="1F1F1F"/>
                </a:solidFill>
                <a:latin typeface="Arial MT"/>
                <a:cs typeface="Arial MT"/>
              </a:rPr>
              <a:t> </a:t>
            </a:r>
            <a:r>
              <a:rPr sz="1700" dirty="0">
                <a:latin typeface="Arial MT"/>
                <a:cs typeface="Arial MT"/>
              </a:rPr>
              <a:t>problem</a:t>
            </a:r>
            <a:r>
              <a:rPr sz="1700" spc="-5" dirty="0">
                <a:latin typeface="Arial MT"/>
                <a:cs typeface="Arial MT"/>
              </a:rPr>
              <a:t> </a:t>
            </a:r>
            <a:r>
              <a:rPr sz="1700" dirty="0">
                <a:latin typeface="Arial MT"/>
                <a:cs typeface="Arial MT"/>
              </a:rPr>
              <a:t>of the</a:t>
            </a:r>
            <a:r>
              <a:rPr sz="1700" spc="-75" dirty="0">
                <a:latin typeface="Arial MT"/>
                <a:cs typeface="Arial MT"/>
              </a:rPr>
              <a:t> </a:t>
            </a:r>
            <a:r>
              <a:rPr sz="1700" spc="-35" dirty="0">
                <a:latin typeface="Arial MT"/>
                <a:cs typeface="Arial MT"/>
              </a:rPr>
              <a:t>appropriate</a:t>
            </a:r>
            <a:r>
              <a:rPr sz="1700" spc="15" dirty="0">
                <a:latin typeface="Arial MT"/>
                <a:cs typeface="Arial MT"/>
              </a:rPr>
              <a:t> </a:t>
            </a:r>
            <a:r>
              <a:rPr sz="1700" spc="-45" dirty="0">
                <a:latin typeface="Arial MT"/>
                <a:cs typeface="Arial MT"/>
              </a:rPr>
              <a:t>subscribers </a:t>
            </a:r>
            <a:r>
              <a:rPr sz="1700" dirty="0">
                <a:solidFill>
                  <a:srgbClr val="161616"/>
                </a:solidFill>
                <a:latin typeface="Arial MT"/>
                <a:cs typeface="Arial MT"/>
              </a:rPr>
              <a:t>not</a:t>
            </a:r>
            <a:r>
              <a:rPr sz="1700" spc="-10" dirty="0">
                <a:solidFill>
                  <a:srgbClr val="161616"/>
                </a:solidFill>
                <a:latin typeface="Arial MT"/>
                <a:cs typeface="Arial MT"/>
              </a:rPr>
              <a:t> </a:t>
            </a:r>
            <a:r>
              <a:rPr sz="1700" dirty="0">
                <a:solidFill>
                  <a:srgbClr val="0E0E0E"/>
                </a:solidFill>
                <a:latin typeface="Arial MT"/>
                <a:cs typeface="Arial MT"/>
              </a:rPr>
              <a:t>getting</a:t>
            </a:r>
            <a:r>
              <a:rPr sz="1700" spc="-15" dirty="0">
                <a:solidFill>
                  <a:srgbClr val="0E0E0E"/>
                </a:solidFill>
                <a:latin typeface="Arial MT"/>
                <a:cs typeface="Arial MT"/>
              </a:rPr>
              <a:t> </a:t>
            </a:r>
            <a:r>
              <a:rPr sz="1700" dirty="0">
                <a:latin typeface="Arial MT"/>
                <a:cs typeface="Arial MT"/>
              </a:rPr>
              <a:t>important</a:t>
            </a:r>
            <a:r>
              <a:rPr sz="1700" spc="70" dirty="0">
                <a:latin typeface="Arial MT"/>
                <a:cs typeface="Arial MT"/>
              </a:rPr>
              <a:t> </a:t>
            </a:r>
            <a:r>
              <a:rPr sz="1700" dirty="0">
                <a:latin typeface="Arial MT"/>
                <a:cs typeface="Arial MT"/>
              </a:rPr>
              <a:t>information</a:t>
            </a:r>
            <a:r>
              <a:rPr sz="1700" spc="5" dirty="0">
                <a:latin typeface="Arial MT"/>
                <a:cs typeface="Arial MT"/>
              </a:rPr>
              <a:t> </a:t>
            </a:r>
            <a:r>
              <a:rPr sz="1700" dirty="0">
                <a:latin typeface="Arial MT"/>
                <a:cs typeface="Arial MT"/>
              </a:rPr>
              <a:t>that</a:t>
            </a:r>
            <a:r>
              <a:rPr sz="1700" spc="-40" dirty="0">
                <a:latin typeface="Arial MT"/>
                <a:cs typeface="Arial MT"/>
              </a:rPr>
              <a:t> </a:t>
            </a:r>
            <a:r>
              <a:rPr sz="1700" dirty="0">
                <a:solidFill>
                  <a:srgbClr val="111111"/>
                </a:solidFill>
                <a:latin typeface="Arial MT"/>
                <a:cs typeface="Arial MT"/>
              </a:rPr>
              <a:t>they</a:t>
            </a:r>
            <a:r>
              <a:rPr sz="1700" spc="-65" dirty="0">
                <a:solidFill>
                  <a:srgbClr val="111111"/>
                </a:solidFill>
                <a:latin typeface="Arial MT"/>
                <a:cs typeface="Arial MT"/>
              </a:rPr>
              <a:t> </a:t>
            </a:r>
            <a:r>
              <a:rPr sz="1700" spc="-25" dirty="0">
                <a:latin typeface="Arial MT"/>
                <a:cs typeface="Arial MT"/>
              </a:rPr>
              <a:t>should</a:t>
            </a:r>
            <a:r>
              <a:rPr sz="1700" spc="30" dirty="0">
                <a:latin typeface="Arial MT"/>
                <a:cs typeface="Arial MT"/>
              </a:rPr>
              <a:t> </a:t>
            </a:r>
            <a:r>
              <a:rPr sz="1700" spc="-50" dirty="0">
                <a:latin typeface="Arial MT"/>
                <a:cs typeface="Arial MT"/>
              </a:rPr>
              <a:t>be</a:t>
            </a:r>
            <a:r>
              <a:rPr sz="1700" spc="-70" dirty="0">
                <a:latin typeface="Arial MT"/>
                <a:cs typeface="Arial MT"/>
              </a:rPr>
              <a:t> </a:t>
            </a:r>
            <a:r>
              <a:rPr sz="1700" spc="-10" dirty="0">
                <a:latin typeface="Arial MT"/>
                <a:cs typeface="Arial MT"/>
              </a:rPr>
              <a:t>aware</a:t>
            </a:r>
            <a:endParaRPr sz="1700">
              <a:latin typeface="Arial MT"/>
              <a:cs typeface="Arial MT"/>
            </a:endParaRPr>
          </a:p>
          <a:p>
            <a:pPr marL="12700">
              <a:lnSpc>
                <a:spcPct val="100000"/>
              </a:lnSpc>
              <a:spcBef>
                <a:spcPts val="175"/>
              </a:spcBef>
            </a:pPr>
            <a:r>
              <a:rPr sz="1700" spc="-20" dirty="0">
                <a:solidFill>
                  <a:srgbClr val="1C1C1C"/>
                </a:solidFill>
                <a:latin typeface="Arial MT"/>
                <a:cs typeface="Arial MT"/>
              </a:rPr>
              <a:t>of,</a:t>
            </a:r>
            <a:r>
              <a:rPr sz="1700" spc="-100" dirty="0">
                <a:solidFill>
                  <a:srgbClr val="1C1C1C"/>
                </a:solidFill>
                <a:latin typeface="Arial MT"/>
                <a:cs typeface="Arial MT"/>
              </a:rPr>
              <a:t> </a:t>
            </a:r>
            <a:r>
              <a:rPr sz="1700" spc="-170" dirty="0">
                <a:latin typeface="Arial MT"/>
                <a:cs typeface="Arial MT"/>
              </a:rPr>
              <a:t>as</a:t>
            </a:r>
            <a:r>
              <a:rPr sz="1700" spc="-15" dirty="0">
                <a:latin typeface="Arial MT"/>
                <a:cs typeface="Arial MT"/>
              </a:rPr>
              <a:t> </a:t>
            </a:r>
            <a:r>
              <a:rPr sz="1700" spc="-55" dirty="0">
                <a:latin typeface="Arial MT"/>
                <a:cs typeface="Arial MT"/>
              </a:rPr>
              <a:t>events</a:t>
            </a:r>
            <a:r>
              <a:rPr sz="1700" spc="-65" dirty="0">
                <a:latin typeface="Arial MT"/>
                <a:cs typeface="Arial MT"/>
              </a:rPr>
              <a:t> </a:t>
            </a:r>
            <a:r>
              <a:rPr sz="1700" spc="-55" dirty="0">
                <a:latin typeface="Arial MT"/>
                <a:cs typeface="Arial MT"/>
              </a:rPr>
              <a:t>occur</a:t>
            </a:r>
            <a:r>
              <a:rPr sz="1700" spc="-40" dirty="0">
                <a:latin typeface="Arial MT"/>
                <a:cs typeface="Arial MT"/>
              </a:rPr>
              <a:t> </a:t>
            </a:r>
            <a:r>
              <a:rPr sz="1700" dirty="0">
                <a:latin typeface="Arial MT"/>
                <a:cs typeface="Arial MT"/>
              </a:rPr>
              <a:t>in</a:t>
            </a:r>
            <a:r>
              <a:rPr sz="1700" spc="-45" dirty="0">
                <a:latin typeface="Arial MT"/>
                <a:cs typeface="Arial MT"/>
              </a:rPr>
              <a:t> </a:t>
            </a:r>
            <a:r>
              <a:rPr sz="1700" dirty="0">
                <a:latin typeface="Arial MT"/>
                <a:cs typeface="Arial MT"/>
              </a:rPr>
              <a:t>their</a:t>
            </a:r>
            <a:r>
              <a:rPr sz="1700" spc="10" dirty="0">
                <a:latin typeface="Arial MT"/>
                <a:cs typeface="Arial MT"/>
              </a:rPr>
              <a:t> </a:t>
            </a:r>
            <a:r>
              <a:rPr sz="1700" spc="-35" dirty="0">
                <a:latin typeface="Arial MT"/>
                <a:cs typeface="Arial MT"/>
              </a:rPr>
              <a:t>applications</a:t>
            </a:r>
            <a:r>
              <a:rPr sz="1700" spc="5" dirty="0">
                <a:latin typeface="Arial MT"/>
                <a:cs typeface="Arial MT"/>
              </a:rPr>
              <a:t> </a:t>
            </a:r>
            <a:r>
              <a:rPr sz="1700" dirty="0">
                <a:solidFill>
                  <a:srgbClr val="0A0A0A"/>
                </a:solidFill>
                <a:latin typeface="Arial MT"/>
                <a:cs typeface="Arial MT"/>
              </a:rPr>
              <a:t>or</a:t>
            </a:r>
            <a:r>
              <a:rPr sz="1700" spc="-45" dirty="0">
                <a:solidFill>
                  <a:srgbClr val="0A0A0A"/>
                </a:solidFill>
                <a:latin typeface="Arial MT"/>
                <a:cs typeface="Arial MT"/>
              </a:rPr>
              <a:t> </a:t>
            </a:r>
            <a:r>
              <a:rPr sz="1700" spc="-10" dirty="0">
                <a:latin typeface="Arial MT"/>
                <a:cs typeface="Arial MT"/>
              </a:rPr>
              <a:t>fnfrastructure.</a:t>
            </a:r>
            <a:endParaRPr sz="1700">
              <a:latin typeface="Arial MT"/>
              <a:cs typeface="Arial MT"/>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394460" y="1308214"/>
            <a:ext cx="3143589" cy="3915247"/>
          </a:xfrm>
          <a:prstGeom prst="rect">
            <a:avLst/>
          </a:prstGeom>
        </p:spPr>
      </p:pic>
      <p:sp>
        <p:nvSpPr>
          <p:cNvPr id="3" name="object 3"/>
          <p:cNvSpPr/>
          <p:nvPr/>
        </p:nvSpPr>
        <p:spPr>
          <a:xfrm>
            <a:off x="1394460" y="365125"/>
            <a:ext cx="9392920" cy="819785"/>
          </a:xfrm>
          <a:custGeom>
            <a:avLst/>
            <a:gdLst/>
            <a:ahLst/>
            <a:cxnLst/>
            <a:rect l="l" t="t" r="r" b="b"/>
            <a:pathLst>
              <a:path w="9392920" h="819785">
                <a:moveTo>
                  <a:pt x="9391650" y="819150"/>
                </a:moveTo>
                <a:lnTo>
                  <a:pt x="0" y="819150"/>
                </a:lnTo>
                <a:lnTo>
                  <a:pt x="0" y="0"/>
                </a:lnTo>
                <a:lnTo>
                  <a:pt x="9391650" y="0"/>
                </a:lnTo>
                <a:lnTo>
                  <a:pt x="9391650" y="819150"/>
                </a:lnTo>
                <a:close/>
              </a:path>
            </a:pathLst>
          </a:custGeom>
          <a:solidFill>
            <a:srgbClr val="2F8C80"/>
          </a:solidFill>
        </p:spPr>
        <p:txBody>
          <a:bodyPr wrap="square" lIns="0" tIns="0" rIns="0" bIns="0" rtlCol="0"/>
          <a:lstStyle/>
          <a:p>
            <a:endParaRPr/>
          </a:p>
        </p:txBody>
      </p:sp>
      <p:sp>
        <p:nvSpPr>
          <p:cNvPr id="4" name="object 4"/>
          <p:cNvSpPr txBox="1"/>
          <p:nvPr/>
        </p:nvSpPr>
        <p:spPr>
          <a:xfrm>
            <a:off x="1795085" y="523895"/>
            <a:ext cx="6481445" cy="460375"/>
          </a:xfrm>
          <a:prstGeom prst="rect">
            <a:avLst/>
          </a:prstGeom>
        </p:spPr>
        <p:txBody>
          <a:bodyPr vert="horz" wrap="square" lIns="0" tIns="12700" rIns="0" bIns="0" rtlCol="0">
            <a:spAutoFit/>
          </a:bodyPr>
          <a:lstStyle/>
          <a:p>
            <a:pPr>
              <a:lnSpc>
                <a:spcPct val="100000"/>
              </a:lnSpc>
              <a:spcBef>
                <a:spcPts val="100"/>
              </a:spcBef>
            </a:pPr>
            <a:r>
              <a:rPr sz="2850" spc="-90" dirty="0">
                <a:solidFill>
                  <a:srgbClr val="69A5A7"/>
                </a:solidFill>
                <a:latin typeface="Arial MT"/>
                <a:cs typeface="Arial MT"/>
              </a:rPr>
              <a:t>Amazon</a:t>
            </a:r>
            <a:r>
              <a:rPr sz="2850" spc="-5" dirty="0">
                <a:solidFill>
                  <a:srgbClr val="69A5A7"/>
                </a:solidFill>
                <a:latin typeface="Arial MT"/>
                <a:cs typeface="Arial MT"/>
              </a:rPr>
              <a:t> </a:t>
            </a:r>
            <a:r>
              <a:rPr sz="2850" spc="-75" dirty="0">
                <a:solidFill>
                  <a:srgbClr val="2B7C7E"/>
                </a:solidFill>
                <a:latin typeface="Arial MT"/>
                <a:cs typeface="Arial MT"/>
              </a:rPr>
              <a:t>Simple</a:t>
            </a:r>
            <a:r>
              <a:rPr sz="2850" spc="-120" dirty="0">
                <a:solidFill>
                  <a:srgbClr val="2B7C7E"/>
                </a:solidFill>
                <a:latin typeface="Arial MT"/>
                <a:cs typeface="Arial MT"/>
              </a:rPr>
              <a:t> </a:t>
            </a:r>
            <a:r>
              <a:rPr sz="2850" dirty="0">
                <a:solidFill>
                  <a:srgbClr val="3D8C8E"/>
                </a:solidFill>
                <a:latin typeface="Arial MT"/>
                <a:cs typeface="Arial MT"/>
              </a:rPr>
              <a:t>Notification</a:t>
            </a:r>
            <a:r>
              <a:rPr sz="2850" spc="85" dirty="0">
                <a:solidFill>
                  <a:srgbClr val="3D8C8E"/>
                </a:solidFill>
                <a:latin typeface="Arial MT"/>
                <a:cs typeface="Arial MT"/>
              </a:rPr>
              <a:t> </a:t>
            </a:r>
            <a:r>
              <a:rPr sz="2850" spc="-140" dirty="0">
                <a:solidFill>
                  <a:srgbClr val="3F8995"/>
                </a:solidFill>
                <a:latin typeface="Arial MT"/>
                <a:cs typeface="Arial MT"/>
              </a:rPr>
              <a:t>Service</a:t>
            </a:r>
            <a:r>
              <a:rPr sz="2850" spc="-50" dirty="0">
                <a:solidFill>
                  <a:srgbClr val="3F8995"/>
                </a:solidFill>
                <a:latin typeface="Arial MT"/>
                <a:cs typeface="Arial MT"/>
              </a:rPr>
              <a:t> </a:t>
            </a:r>
            <a:r>
              <a:rPr sz="2850" dirty="0">
                <a:solidFill>
                  <a:srgbClr val="367989"/>
                </a:solidFill>
                <a:latin typeface="Arial MT"/>
                <a:cs typeface="Arial MT"/>
              </a:rPr>
              <a:t>-</a:t>
            </a:r>
            <a:r>
              <a:rPr sz="2850" spc="-130" dirty="0">
                <a:solidFill>
                  <a:srgbClr val="367989"/>
                </a:solidFill>
                <a:latin typeface="Arial MT"/>
                <a:cs typeface="Arial MT"/>
              </a:rPr>
              <a:t> </a:t>
            </a:r>
            <a:r>
              <a:rPr sz="2850" spc="-385" dirty="0">
                <a:solidFill>
                  <a:srgbClr val="2D647C"/>
                </a:solidFill>
                <a:latin typeface="Arial MT"/>
                <a:cs typeface="Arial MT"/>
              </a:rPr>
              <a:t>SNS</a:t>
            </a:r>
            <a:endParaRPr sz="2850">
              <a:latin typeface="Arial MT"/>
              <a:cs typeface="Arial MT"/>
            </a:endParaRPr>
          </a:p>
        </p:txBody>
      </p:sp>
      <p:sp>
        <p:nvSpPr>
          <p:cNvPr id="5" name="object 5" descr="$PPTXTitle"/>
          <p:cNvSpPr txBox="1">
            <a:spLocks noGrp="1"/>
          </p:cNvSpPr>
          <p:nvPr>
            <p:ph type="title"/>
          </p:nvPr>
        </p:nvSpPr>
        <p:spPr>
          <a:xfrm>
            <a:off x="9056391" y="381003"/>
            <a:ext cx="720090" cy="460375"/>
          </a:xfrm>
          <a:prstGeom prst="rect">
            <a:avLst/>
          </a:prstGeom>
        </p:spPr>
        <p:txBody>
          <a:bodyPr vert="horz" wrap="square" lIns="0" tIns="12700" rIns="0" bIns="0" rtlCol="0">
            <a:spAutoFit/>
          </a:bodyPr>
          <a:lstStyle/>
          <a:p>
            <a:pPr marL="25400">
              <a:lnSpc>
                <a:spcPct val="100000"/>
              </a:lnSpc>
              <a:spcBef>
                <a:spcPts val="100"/>
              </a:spcBef>
            </a:pPr>
            <a:r>
              <a:rPr sz="1700" spc="-20" dirty="0">
                <a:solidFill>
                  <a:srgbClr val="3A6E7C"/>
                </a:solidFill>
                <a:latin typeface="Arial MT"/>
                <a:cs typeface="Arial MT"/>
              </a:rPr>
              <a:t>S</a:t>
            </a:r>
            <a:r>
              <a:rPr sz="3000" spc="-30" baseline="2777" dirty="0">
                <a:solidFill>
                  <a:srgbClr val="3A6E7C"/>
                </a:solidFill>
                <a:latin typeface="Arial MT"/>
                <a:cs typeface="Arial MT"/>
              </a:rPr>
              <a:t>W</a:t>
            </a:r>
            <a:r>
              <a:rPr sz="2150" spc="-20" dirty="0">
                <a:solidFill>
                  <a:srgbClr val="3A6E7C"/>
                </a:solidFill>
                <a:latin typeface="Arial MT"/>
                <a:cs typeface="Arial MT"/>
              </a:rPr>
              <a:t>S</a:t>
            </a:r>
            <a:r>
              <a:rPr sz="4275" spc="-30" baseline="-22417" dirty="0">
                <a:solidFill>
                  <a:srgbClr val="2A7993"/>
                </a:solidFill>
                <a:latin typeface="Arial MT"/>
                <a:cs typeface="Arial MT"/>
              </a:rPr>
              <a:t>‘</a:t>
            </a:r>
            <a:endParaRPr sz="4275" baseline="-22417">
              <a:latin typeface="Arial MT"/>
              <a:cs typeface="Arial MT"/>
            </a:endParaRPr>
          </a:p>
        </p:txBody>
      </p:sp>
      <p:sp>
        <p:nvSpPr>
          <p:cNvPr id="6" name="object 6"/>
          <p:cNvSpPr txBox="1"/>
          <p:nvPr/>
        </p:nvSpPr>
        <p:spPr>
          <a:xfrm>
            <a:off x="4795551" y="1314884"/>
            <a:ext cx="5377180" cy="3804920"/>
          </a:xfrm>
          <a:prstGeom prst="rect">
            <a:avLst/>
          </a:prstGeom>
        </p:spPr>
        <p:txBody>
          <a:bodyPr vert="horz" wrap="square" lIns="0" tIns="12700" rIns="0" bIns="0" rtlCol="0">
            <a:spAutoFit/>
          </a:bodyPr>
          <a:lstStyle/>
          <a:p>
            <a:pPr marL="25400" marR="470534" indent="2540">
              <a:lnSpc>
                <a:spcPct val="106600"/>
              </a:lnSpc>
              <a:spcBef>
                <a:spcPts val="100"/>
              </a:spcBef>
            </a:pPr>
            <a:r>
              <a:rPr sz="1700" spc="-185" dirty="0">
                <a:latin typeface="Verdana"/>
                <a:cs typeface="Verdana"/>
              </a:rPr>
              <a:t>The</a:t>
            </a:r>
            <a:r>
              <a:rPr sz="1700" spc="-120" dirty="0">
                <a:latin typeface="Verdana"/>
                <a:cs typeface="Verdana"/>
              </a:rPr>
              <a:t> </a:t>
            </a:r>
            <a:r>
              <a:rPr sz="1700" spc="-114" dirty="0">
                <a:latin typeface="Verdana"/>
                <a:cs typeface="Verdana"/>
              </a:rPr>
              <a:t>following</a:t>
            </a:r>
            <a:r>
              <a:rPr sz="1700" spc="-80" dirty="0">
                <a:latin typeface="Verdana"/>
                <a:cs typeface="Verdana"/>
              </a:rPr>
              <a:t> </a:t>
            </a:r>
            <a:r>
              <a:rPr sz="1700" spc="-110" dirty="0">
                <a:latin typeface="Verdana"/>
                <a:cs typeface="Verdana"/>
              </a:rPr>
              <a:t>list</a:t>
            </a:r>
            <a:r>
              <a:rPr sz="1700" spc="-105" dirty="0">
                <a:latin typeface="Verdana"/>
                <a:cs typeface="Verdana"/>
              </a:rPr>
              <a:t> </a:t>
            </a:r>
            <a:r>
              <a:rPr sz="1700" spc="-175" dirty="0">
                <a:solidFill>
                  <a:srgbClr val="1F1F1F"/>
                </a:solidFill>
                <a:latin typeface="Verdana"/>
                <a:cs typeface="Verdana"/>
              </a:rPr>
              <a:t>describes</a:t>
            </a:r>
            <a:r>
              <a:rPr sz="1700" spc="85" dirty="0">
                <a:solidFill>
                  <a:srgbClr val="1F1F1F"/>
                </a:solidFill>
                <a:latin typeface="Verdana"/>
                <a:cs typeface="Verdana"/>
              </a:rPr>
              <a:t> </a:t>
            </a:r>
            <a:r>
              <a:rPr sz="1700" spc="-220" dirty="0">
                <a:latin typeface="Verdana"/>
                <a:cs typeface="Verdana"/>
              </a:rPr>
              <a:t>some</a:t>
            </a:r>
            <a:r>
              <a:rPr sz="1700" spc="-25" dirty="0">
                <a:latin typeface="Verdana"/>
                <a:cs typeface="Verdana"/>
              </a:rPr>
              <a:t> </a:t>
            </a:r>
            <a:r>
              <a:rPr sz="1700" spc="-125" dirty="0">
                <a:solidFill>
                  <a:srgbClr val="3B3B3B"/>
                </a:solidFill>
                <a:latin typeface="Verdana"/>
                <a:cs typeface="Verdana"/>
              </a:rPr>
              <a:t>of</a:t>
            </a:r>
            <a:r>
              <a:rPr sz="1700" spc="-80" dirty="0">
                <a:solidFill>
                  <a:srgbClr val="3B3B3B"/>
                </a:solidFill>
                <a:latin typeface="Verdana"/>
                <a:cs typeface="Verdana"/>
              </a:rPr>
              <a:t> </a:t>
            </a:r>
            <a:r>
              <a:rPr sz="1700" spc="-140" dirty="0">
                <a:latin typeface="Verdana"/>
                <a:cs typeface="Verdana"/>
              </a:rPr>
              <a:t>the</a:t>
            </a:r>
            <a:r>
              <a:rPr sz="1700" spc="-160" dirty="0">
                <a:latin typeface="Verdana"/>
                <a:cs typeface="Verdana"/>
              </a:rPr>
              <a:t> </a:t>
            </a:r>
            <a:r>
              <a:rPr sz="1700" spc="-140" dirty="0">
                <a:latin typeface="Verdana"/>
                <a:cs typeface="Verdana"/>
              </a:rPr>
              <a:t>benefits</a:t>
            </a:r>
            <a:r>
              <a:rPr sz="1700" spc="-70" dirty="0">
                <a:latin typeface="Verdana"/>
                <a:cs typeface="Verdana"/>
              </a:rPr>
              <a:t> </a:t>
            </a:r>
            <a:r>
              <a:rPr sz="1700" spc="-30" dirty="0">
                <a:solidFill>
                  <a:srgbClr val="080808"/>
                </a:solidFill>
                <a:latin typeface="Verdana"/>
                <a:cs typeface="Verdana"/>
              </a:rPr>
              <a:t>that </a:t>
            </a:r>
            <a:r>
              <a:rPr sz="1700" spc="-195" dirty="0">
                <a:latin typeface="Verdana"/>
                <a:cs typeface="Verdana"/>
              </a:rPr>
              <a:t>Amazon</a:t>
            </a:r>
            <a:r>
              <a:rPr sz="1700" spc="-10" dirty="0">
                <a:latin typeface="Verdana"/>
                <a:cs typeface="Verdana"/>
              </a:rPr>
              <a:t> </a:t>
            </a:r>
            <a:r>
              <a:rPr sz="1700" spc="-240" dirty="0">
                <a:solidFill>
                  <a:srgbClr val="0F0F0F"/>
                </a:solidFill>
                <a:latin typeface="Verdana"/>
                <a:cs typeface="Verdana"/>
              </a:rPr>
              <a:t>SNS</a:t>
            </a:r>
            <a:r>
              <a:rPr sz="1700" spc="-35" dirty="0">
                <a:solidFill>
                  <a:srgbClr val="0F0F0F"/>
                </a:solidFill>
                <a:latin typeface="Verdana"/>
                <a:cs typeface="Verdana"/>
              </a:rPr>
              <a:t> </a:t>
            </a:r>
            <a:r>
              <a:rPr sz="1700" spc="-10" dirty="0">
                <a:solidFill>
                  <a:srgbClr val="151515"/>
                </a:solidFill>
                <a:latin typeface="Verdana"/>
                <a:cs typeface="Verdana"/>
              </a:rPr>
              <a:t>offers.</a:t>
            </a:r>
            <a:endParaRPr sz="1700">
              <a:latin typeface="Verdana"/>
              <a:cs typeface="Verdana"/>
            </a:endParaRPr>
          </a:p>
          <a:p>
            <a:pPr>
              <a:lnSpc>
                <a:spcPct val="100000"/>
              </a:lnSpc>
              <a:spcBef>
                <a:spcPts val="620"/>
              </a:spcBef>
            </a:pPr>
            <a:endParaRPr sz="1700">
              <a:latin typeface="Verdana"/>
              <a:cs typeface="Verdana"/>
            </a:endParaRPr>
          </a:p>
          <a:p>
            <a:pPr marL="169545" marR="193675" indent="-153035">
              <a:lnSpc>
                <a:spcPct val="102099"/>
              </a:lnSpc>
              <a:spcBef>
                <a:spcPts val="5"/>
              </a:spcBef>
              <a:buChar char="•"/>
              <a:tabLst>
                <a:tab pos="169545" algn="l"/>
                <a:tab pos="188595" algn="l"/>
              </a:tabLst>
            </a:pPr>
            <a:r>
              <a:rPr sz="1800" dirty="0">
                <a:latin typeface="Verdana"/>
                <a:cs typeface="Verdana"/>
              </a:rPr>
              <a:t>	</a:t>
            </a:r>
            <a:r>
              <a:rPr sz="1800" spc="-220" dirty="0">
                <a:solidFill>
                  <a:srgbClr val="2A2A2A"/>
                </a:solidFill>
                <a:latin typeface="Verdana"/>
                <a:cs typeface="Verdana"/>
              </a:rPr>
              <a:t>You</a:t>
            </a:r>
            <a:r>
              <a:rPr sz="1800" spc="-190" dirty="0">
                <a:solidFill>
                  <a:srgbClr val="2A2A2A"/>
                </a:solidFill>
                <a:latin typeface="Verdana"/>
                <a:cs typeface="Verdana"/>
              </a:rPr>
              <a:t> </a:t>
            </a:r>
            <a:r>
              <a:rPr sz="1800" spc="-240" dirty="0">
                <a:latin typeface="Verdana"/>
                <a:cs typeface="Verdana"/>
              </a:rPr>
              <a:t>can</a:t>
            </a:r>
            <a:r>
              <a:rPr sz="1800" spc="-150" dirty="0">
                <a:latin typeface="Verdana"/>
                <a:cs typeface="Verdana"/>
              </a:rPr>
              <a:t> </a:t>
            </a:r>
            <a:r>
              <a:rPr sz="1800" spc="-250" dirty="0">
                <a:solidFill>
                  <a:srgbClr val="0C0C0C"/>
                </a:solidFill>
                <a:latin typeface="Verdana"/>
                <a:cs typeface="Verdana"/>
              </a:rPr>
              <a:t>use</a:t>
            </a:r>
            <a:r>
              <a:rPr sz="1800" spc="-90" dirty="0">
                <a:solidFill>
                  <a:srgbClr val="0C0C0C"/>
                </a:solidFill>
                <a:latin typeface="Verdana"/>
                <a:cs typeface="Verdana"/>
              </a:rPr>
              <a:t> </a:t>
            </a:r>
            <a:r>
              <a:rPr sz="1800" spc="-245" dirty="0">
                <a:latin typeface="Verdana"/>
                <a:cs typeface="Verdana"/>
              </a:rPr>
              <a:t>Amazon</a:t>
            </a:r>
            <a:r>
              <a:rPr sz="1800" spc="-50" dirty="0">
                <a:latin typeface="Verdana"/>
                <a:cs typeface="Verdana"/>
              </a:rPr>
              <a:t> </a:t>
            </a:r>
            <a:r>
              <a:rPr sz="1800" spc="-285" dirty="0">
                <a:latin typeface="Verdana"/>
                <a:cs typeface="Verdana"/>
              </a:rPr>
              <a:t>SNS</a:t>
            </a:r>
            <a:r>
              <a:rPr sz="1800" spc="-150" dirty="0">
                <a:latin typeface="Verdana"/>
                <a:cs typeface="Verdana"/>
              </a:rPr>
              <a:t> </a:t>
            </a:r>
            <a:r>
              <a:rPr sz="1800" spc="-155" dirty="0">
                <a:latin typeface="Verdana"/>
                <a:cs typeface="Verdana"/>
              </a:rPr>
              <a:t>to</a:t>
            </a:r>
            <a:r>
              <a:rPr sz="1800" spc="-150" dirty="0">
                <a:latin typeface="Verdana"/>
                <a:cs typeface="Verdana"/>
              </a:rPr>
              <a:t> </a:t>
            </a:r>
            <a:r>
              <a:rPr sz="1800" spc="-250" dirty="0">
                <a:solidFill>
                  <a:srgbClr val="0E0E0E"/>
                </a:solidFill>
                <a:latin typeface="Verdana"/>
                <a:cs typeface="Verdana"/>
              </a:rPr>
              <a:t>send</a:t>
            </a:r>
            <a:r>
              <a:rPr sz="1800" spc="-120" dirty="0">
                <a:solidFill>
                  <a:srgbClr val="0E0E0E"/>
                </a:solidFill>
                <a:latin typeface="Verdana"/>
                <a:cs typeface="Verdana"/>
              </a:rPr>
              <a:t> </a:t>
            </a:r>
            <a:r>
              <a:rPr sz="1800" spc="-265" dirty="0">
                <a:latin typeface="Verdana"/>
                <a:cs typeface="Verdana"/>
              </a:rPr>
              <a:t>messages</a:t>
            </a:r>
            <a:r>
              <a:rPr sz="1800" spc="15" dirty="0">
                <a:latin typeface="Verdana"/>
                <a:cs typeface="Verdana"/>
              </a:rPr>
              <a:t> </a:t>
            </a:r>
            <a:r>
              <a:rPr sz="1800" spc="-25" dirty="0">
                <a:latin typeface="Verdana"/>
                <a:cs typeface="Verdana"/>
              </a:rPr>
              <a:t>or </a:t>
            </a:r>
            <a:r>
              <a:rPr sz="1800" spc="-190" dirty="0">
                <a:latin typeface="Verdana"/>
                <a:cs typeface="Verdana"/>
              </a:rPr>
              <a:t>notifications</a:t>
            </a:r>
            <a:r>
              <a:rPr sz="1800" spc="35" dirty="0">
                <a:latin typeface="Verdana"/>
                <a:cs typeface="Verdana"/>
              </a:rPr>
              <a:t> </a:t>
            </a:r>
            <a:r>
              <a:rPr sz="1800" spc="-204" dirty="0">
                <a:latin typeface="Verdana"/>
                <a:cs typeface="Verdana"/>
              </a:rPr>
              <a:t>directly</a:t>
            </a:r>
            <a:r>
              <a:rPr sz="1800" spc="-35" dirty="0">
                <a:latin typeface="Verdana"/>
                <a:cs typeface="Verdana"/>
              </a:rPr>
              <a:t> </a:t>
            </a:r>
            <a:r>
              <a:rPr sz="1800" spc="-155" dirty="0">
                <a:latin typeface="Verdana"/>
                <a:cs typeface="Verdana"/>
              </a:rPr>
              <a:t>to</a:t>
            </a:r>
            <a:r>
              <a:rPr sz="1800" spc="-190" dirty="0">
                <a:latin typeface="Verdana"/>
                <a:cs typeface="Verdana"/>
              </a:rPr>
              <a:t> </a:t>
            </a:r>
            <a:r>
              <a:rPr sz="1800" spc="-240" dirty="0">
                <a:latin typeface="Verdana"/>
                <a:cs typeface="Verdana"/>
              </a:rPr>
              <a:t>users</a:t>
            </a:r>
            <a:r>
              <a:rPr sz="1800" spc="-85" dirty="0">
                <a:latin typeface="Verdana"/>
                <a:cs typeface="Verdana"/>
              </a:rPr>
              <a:t> </a:t>
            </a:r>
            <a:r>
              <a:rPr sz="1800" spc="-229" dirty="0">
                <a:latin typeface="Verdana"/>
                <a:cs typeface="Verdana"/>
              </a:rPr>
              <a:t>across</a:t>
            </a:r>
            <a:r>
              <a:rPr sz="1800" spc="-35" dirty="0">
                <a:latin typeface="Verdana"/>
                <a:cs typeface="Verdana"/>
              </a:rPr>
              <a:t> </a:t>
            </a:r>
            <a:r>
              <a:rPr sz="1800" spc="-220" dirty="0">
                <a:latin typeface="Verdana"/>
                <a:cs typeface="Verdana"/>
              </a:rPr>
              <a:t>200</a:t>
            </a:r>
            <a:r>
              <a:rPr sz="1800" spc="-90" dirty="0">
                <a:latin typeface="Verdana"/>
                <a:cs typeface="Verdana"/>
              </a:rPr>
              <a:t> </a:t>
            </a:r>
            <a:r>
              <a:rPr sz="1800" spc="-110" dirty="0">
                <a:latin typeface="Verdana"/>
                <a:cs typeface="Verdana"/>
              </a:rPr>
              <a:t>countries. </a:t>
            </a:r>
            <a:r>
              <a:rPr sz="1700" spc="-195" dirty="0">
                <a:latin typeface="Verdana"/>
                <a:cs typeface="Verdana"/>
              </a:rPr>
              <a:t>Messages</a:t>
            </a:r>
            <a:r>
              <a:rPr sz="1700" spc="55" dirty="0">
                <a:latin typeface="Verdana"/>
                <a:cs typeface="Verdana"/>
              </a:rPr>
              <a:t> </a:t>
            </a:r>
            <a:r>
              <a:rPr sz="1700" spc="-185" dirty="0">
                <a:latin typeface="Verdana"/>
                <a:cs typeface="Verdana"/>
              </a:rPr>
              <a:t>can</a:t>
            </a:r>
            <a:r>
              <a:rPr sz="1700" spc="-120" dirty="0">
                <a:latin typeface="Verdana"/>
                <a:cs typeface="Verdana"/>
              </a:rPr>
              <a:t> </a:t>
            </a:r>
            <a:r>
              <a:rPr sz="1700" spc="-185" dirty="0">
                <a:solidFill>
                  <a:srgbClr val="2F2F2F"/>
                </a:solidFill>
                <a:latin typeface="Verdana"/>
                <a:cs typeface="Verdana"/>
              </a:rPr>
              <a:t>be</a:t>
            </a:r>
            <a:r>
              <a:rPr sz="1700" spc="-85" dirty="0">
                <a:solidFill>
                  <a:srgbClr val="2F2F2F"/>
                </a:solidFill>
                <a:latin typeface="Verdana"/>
                <a:cs typeface="Verdana"/>
              </a:rPr>
              <a:t> </a:t>
            </a:r>
            <a:r>
              <a:rPr sz="1700" spc="-175" dirty="0">
                <a:latin typeface="Verdana"/>
                <a:cs typeface="Verdana"/>
              </a:rPr>
              <a:t>sent</a:t>
            </a:r>
            <a:r>
              <a:rPr sz="1700" spc="-60" dirty="0">
                <a:latin typeface="Verdana"/>
                <a:cs typeface="Verdana"/>
              </a:rPr>
              <a:t> </a:t>
            </a:r>
            <a:r>
              <a:rPr sz="1700" spc="-155" dirty="0">
                <a:latin typeface="Verdana"/>
                <a:cs typeface="Verdana"/>
              </a:rPr>
              <a:t>with</a:t>
            </a:r>
            <a:r>
              <a:rPr sz="1700" spc="-45" dirty="0">
                <a:latin typeface="Verdana"/>
                <a:cs typeface="Verdana"/>
              </a:rPr>
              <a:t> </a:t>
            </a:r>
            <a:r>
              <a:rPr sz="1700" spc="-204" dirty="0">
                <a:latin typeface="Verdana"/>
                <a:cs typeface="Verdana"/>
              </a:rPr>
              <a:t>SMS</a:t>
            </a:r>
            <a:r>
              <a:rPr sz="1700" spc="-110" dirty="0">
                <a:latin typeface="Verdana"/>
                <a:cs typeface="Verdana"/>
              </a:rPr>
              <a:t> </a:t>
            </a:r>
            <a:r>
              <a:rPr sz="1700" spc="-285" dirty="0">
                <a:solidFill>
                  <a:srgbClr val="0C0C0C"/>
                </a:solidFill>
                <a:latin typeface="Verdana"/>
                <a:cs typeface="Verdana"/>
              </a:rPr>
              <a:t>tE'Xt</a:t>
            </a:r>
            <a:r>
              <a:rPr sz="1700" spc="114" dirty="0">
                <a:solidFill>
                  <a:srgbClr val="0C0C0C"/>
                </a:solidFill>
                <a:latin typeface="Verdana"/>
                <a:cs typeface="Verdana"/>
              </a:rPr>
              <a:t> </a:t>
            </a:r>
            <a:r>
              <a:rPr sz="1700" spc="-254" dirty="0">
                <a:latin typeface="Verdana"/>
                <a:cs typeface="Verdana"/>
              </a:rPr>
              <a:t>TeSSageS,</a:t>
            </a:r>
            <a:r>
              <a:rPr sz="1700" spc="25" dirty="0">
                <a:latin typeface="Verdana"/>
                <a:cs typeface="Verdana"/>
              </a:rPr>
              <a:t> </a:t>
            </a:r>
            <a:r>
              <a:rPr sz="1700" spc="-130" dirty="0">
                <a:latin typeface="Verdana"/>
                <a:cs typeface="Verdana"/>
              </a:rPr>
              <a:t>mobllE' </a:t>
            </a:r>
            <a:r>
              <a:rPr sz="1800" spc="-254" dirty="0">
                <a:latin typeface="Verdana"/>
                <a:cs typeface="Verdana"/>
              </a:rPr>
              <a:t>push</a:t>
            </a:r>
            <a:r>
              <a:rPr sz="1800" spc="-20" dirty="0">
                <a:latin typeface="Verdana"/>
                <a:cs typeface="Verdana"/>
              </a:rPr>
              <a:t> </a:t>
            </a:r>
            <a:r>
              <a:rPr sz="1800" spc="-220" dirty="0">
                <a:latin typeface="Verdana"/>
                <a:cs typeface="Verdana"/>
              </a:rPr>
              <a:t>on</a:t>
            </a:r>
            <a:r>
              <a:rPr sz="1800" spc="-95" dirty="0">
                <a:latin typeface="Verdana"/>
                <a:cs typeface="Verdana"/>
              </a:rPr>
              <a:t> </a:t>
            </a:r>
            <a:r>
              <a:rPr sz="1800" spc="-240" dirty="0">
                <a:solidFill>
                  <a:srgbClr val="111111"/>
                </a:solidFill>
                <a:latin typeface="Verdana"/>
                <a:cs typeface="Verdana"/>
              </a:rPr>
              <a:t>Apple,</a:t>
            </a:r>
            <a:r>
              <a:rPr sz="1800" spc="40" dirty="0">
                <a:solidFill>
                  <a:srgbClr val="111111"/>
                </a:solidFill>
                <a:latin typeface="Verdana"/>
                <a:cs typeface="Verdana"/>
              </a:rPr>
              <a:t> </a:t>
            </a:r>
            <a:r>
              <a:rPr sz="1800" spc="-215" dirty="0">
                <a:latin typeface="Verdana"/>
                <a:cs typeface="Verdana"/>
              </a:rPr>
              <a:t>Android,</a:t>
            </a:r>
            <a:r>
              <a:rPr sz="1800" spc="-90" dirty="0">
                <a:latin typeface="Verdana"/>
                <a:cs typeface="Verdana"/>
              </a:rPr>
              <a:t> </a:t>
            </a:r>
            <a:r>
              <a:rPr sz="1800" spc="-220" dirty="0">
                <a:solidFill>
                  <a:srgbClr val="313131"/>
                </a:solidFill>
                <a:latin typeface="Verdana"/>
                <a:cs typeface="Verdana"/>
              </a:rPr>
              <a:t>and</a:t>
            </a:r>
            <a:r>
              <a:rPr sz="1800" spc="-95" dirty="0">
                <a:solidFill>
                  <a:srgbClr val="313131"/>
                </a:solidFill>
                <a:latin typeface="Verdana"/>
                <a:cs typeface="Verdana"/>
              </a:rPr>
              <a:t> </a:t>
            </a:r>
            <a:r>
              <a:rPr sz="1800" spc="-220" dirty="0">
                <a:latin typeface="Verdana"/>
                <a:cs typeface="Verdana"/>
              </a:rPr>
              <a:t>other</a:t>
            </a:r>
            <a:r>
              <a:rPr sz="1800" spc="-55" dirty="0">
                <a:latin typeface="Verdana"/>
                <a:cs typeface="Verdana"/>
              </a:rPr>
              <a:t> </a:t>
            </a:r>
            <a:r>
              <a:rPr sz="1800" spc="-215" dirty="0">
                <a:latin typeface="Verdana"/>
                <a:cs typeface="Verdana"/>
              </a:rPr>
              <a:t>platforms,</a:t>
            </a:r>
            <a:r>
              <a:rPr sz="1800" spc="65" dirty="0">
                <a:latin typeface="Verdana"/>
                <a:cs typeface="Verdana"/>
              </a:rPr>
              <a:t> </a:t>
            </a:r>
            <a:r>
              <a:rPr sz="1800" spc="-215" dirty="0">
                <a:solidFill>
                  <a:srgbClr val="0C0C0C"/>
                </a:solidFill>
                <a:latin typeface="Verdana"/>
                <a:cs typeface="Verdana"/>
              </a:rPr>
              <a:t>or</a:t>
            </a:r>
            <a:r>
              <a:rPr sz="1800" spc="-110" dirty="0">
                <a:solidFill>
                  <a:srgbClr val="0C0C0C"/>
                </a:solidFill>
                <a:latin typeface="Verdana"/>
                <a:cs typeface="Verdana"/>
              </a:rPr>
              <a:t> </a:t>
            </a:r>
            <a:r>
              <a:rPr sz="1800" spc="-85" dirty="0">
                <a:latin typeface="Verdana"/>
                <a:cs typeface="Verdana"/>
              </a:rPr>
              <a:t>email </a:t>
            </a:r>
            <a:r>
              <a:rPr sz="1800" spc="-270" dirty="0">
                <a:latin typeface="Verdana"/>
                <a:cs typeface="Verdana"/>
              </a:rPr>
              <a:t>(SMTP).</a:t>
            </a:r>
            <a:endParaRPr sz="1800">
              <a:latin typeface="Verdana"/>
              <a:cs typeface="Verdana"/>
            </a:endParaRPr>
          </a:p>
          <a:p>
            <a:pPr>
              <a:lnSpc>
                <a:spcPct val="100000"/>
              </a:lnSpc>
              <a:spcBef>
                <a:spcPts val="919"/>
              </a:spcBef>
              <a:buFont typeface="Verdana"/>
              <a:buChar char="•"/>
            </a:pPr>
            <a:endParaRPr sz="1800">
              <a:latin typeface="Verdana"/>
              <a:cs typeface="Verdana"/>
            </a:endParaRPr>
          </a:p>
          <a:p>
            <a:pPr marL="173990" marR="5080" indent="-161925">
              <a:lnSpc>
                <a:spcPct val="113300"/>
              </a:lnSpc>
              <a:buChar char="•"/>
              <a:tabLst>
                <a:tab pos="173990" algn="l"/>
                <a:tab pos="193040" algn="l"/>
              </a:tabLst>
            </a:pPr>
            <a:r>
              <a:rPr sz="1600" i="1" dirty="0">
                <a:latin typeface="Trebuchet MS"/>
                <a:cs typeface="Trebuchet MS"/>
              </a:rPr>
              <a:t>	</a:t>
            </a:r>
            <a:r>
              <a:rPr sz="1600" i="1" spc="-70" dirty="0">
                <a:latin typeface="Trebuchet MS"/>
                <a:cs typeface="Trebuchet MS"/>
              </a:rPr>
              <a:t>AmbZOG</a:t>
            </a:r>
            <a:r>
              <a:rPr sz="1600" i="1" spc="35" dirty="0">
                <a:latin typeface="Trebuchet MS"/>
                <a:cs typeface="Trebuchet MS"/>
              </a:rPr>
              <a:t> </a:t>
            </a:r>
            <a:r>
              <a:rPr sz="1600" spc="-170" dirty="0">
                <a:solidFill>
                  <a:srgbClr val="212121"/>
                </a:solidFill>
                <a:latin typeface="Verdana"/>
                <a:cs typeface="Verdana"/>
              </a:rPr>
              <a:t>SNS</a:t>
            </a:r>
            <a:r>
              <a:rPr sz="1600" spc="-85" dirty="0">
                <a:solidFill>
                  <a:srgbClr val="212121"/>
                </a:solidFill>
                <a:latin typeface="Verdana"/>
                <a:cs typeface="Verdana"/>
              </a:rPr>
              <a:t> </a:t>
            </a:r>
            <a:r>
              <a:rPr sz="1600" spc="-150" dirty="0">
                <a:latin typeface="Verdana"/>
                <a:cs typeface="Verdana"/>
              </a:rPr>
              <a:t>uses</a:t>
            </a:r>
            <a:r>
              <a:rPr sz="1600" spc="-25" dirty="0">
                <a:latin typeface="Verdana"/>
                <a:cs typeface="Verdana"/>
              </a:rPr>
              <a:t> </a:t>
            </a:r>
            <a:r>
              <a:rPr sz="1600" spc="-125" dirty="0">
                <a:latin typeface="Verdana"/>
                <a:cs typeface="Verdana"/>
              </a:rPr>
              <a:t>a</a:t>
            </a:r>
            <a:r>
              <a:rPr sz="1600" spc="-130" dirty="0">
                <a:latin typeface="Verdana"/>
                <a:cs typeface="Verdana"/>
              </a:rPr>
              <a:t> </a:t>
            </a:r>
            <a:r>
              <a:rPr sz="1600" spc="-120" dirty="0">
                <a:latin typeface="Verdana"/>
                <a:cs typeface="Verdana"/>
              </a:rPr>
              <a:t>number</a:t>
            </a:r>
            <a:r>
              <a:rPr sz="1600" spc="50" dirty="0">
                <a:latin typeface="Verdana"/>
                <a:cs typeface="Verdana"/>
              </a:rPr>
              <a:t> </a:t>
            </a:r>
            <a:r>
              <a:rPr sz="1600" spc="-35" dirty="0">
                <a:solidFill>
                  <a:srgbClr val="282828"/>
                </a:solidFill>
                <a:latin typeface="Verdana"/>
                <a:cs typeface="Verdana"/>
              </a:rPr>
              <a:t>of</a:t>
            </a:r>
            <a:r>
              <a:rPr sz="1600" spc="-40" dirty="0">
                <a:solidFill>
                  <a:srgbClr val="282828"/>
                </a:solidFill>
                <a:latin typeface="Verdana"/>
                <a:cs typeface="Verdana"/>
              </a:rPr>
              <a:t> </a:t>
            </a:r>
            <a:r>
              <a:rPr sz="1600" spc="-114" dirty="0">
                <a:latin typeface="Verdana"/>
                <a:cs typeface="Verdana"/>
              </a:rPr>
              <a:t>strategies</a:t>
            </a:r>
            <a:r>
              <a:rPr sz="1600" spc="-45" dirty="0">
                <a:latin typeface="Verdana"/>
                <a:cs typeface="Verdana"/>
              </a:rPr>
              <a:t> </a:t>
            </a:r>
            <a:r>
              <a:rPr sz="1600" spc="-70" dirty="0">
                <a:latin typeface="Verdana"/>
                <a:cs typeface="Verdana"/>
              </a:rPr>
              <a:t>that</a:t>
            </a:r>
            <a:r>
              <a:rPr sz="1600" spc="-135" dirty="0">
                <a:latin typeface="Verdana"/>
                <a:cs typeface="Verdana"/>
              </a:rPr>
              <a:t> </a:t>
            </a:r>
            <a:r>
              <a:rPr sz="1600" spc="-20" dirty="0">
                <a:latin typeface="Verdana"/>
                <a:cs typeface="Verdana"/>
              </a:rPr>
              <a:t>work </a:t>
            </a:r>
            <a:r>
              <a:rPr sz="1600" spc="-85" dirty="0">
                <a:latin typeface="Verdana"/>
                <a:cs typeface="Verdana"/>
              </a:rPr>
              <a:t>together</a:t>
            </a:r>
            <a:r>
              <a:rPr sz="1600" spc="-20" dirty="0">
                <a:latin typeface="Verdana"/>
                <a:cs typeface="Verdana"/>
              </a:rPr>
              <a:t> </a:t>
            </a:r>
            <a:r>
              <a:rPr sz="1600" spc="-30" dirty="0">
                <a:solidFill>
                  <a:srgbClr val="161616"/>
                </a:solidFill>
                <a:latin typeface="Verdana"/>
                <a:cs typeface="Verdana"/>
              </a:rPr>
              <a:t>to</a:t>
            </a:r>
            <a:r>
              <a:rPr sz="1600" spc="-75" dirty="0">
                <a:solidFill>
                  <a:srgbClr val="161616"/>
                </a:solidFill>
                <a:latin typeface="Verdana"/>
                <a:cs typeface="Verdana"/>
              </a:rPr>
              <a:t> </a:t>
            </a:r>
            <a:r>
              <a:rPr sz="1600" spc="-110" dirty="0">
                <a:solidFill>
                  <a:srgbClr val="1C1C1C"/>
                </a:solidFill>
                <a:latin typeface="Verdana"/>
                <a:cs typeface="Verdana"/>
              </a:rPr>
              <a:t>provide</a:t>
            </a:r>
            <a:r>
              <a:rPr sz="1600" spc="35" dirty="0">
                <a:solidFill>
                  <a:srgbClr val="1C1C1C"/>
                </a:solidFill>
                <a:latin typeface="Verdana"/>
                <a:cs typeface="Verdana"/>
              </a:rPr>
              <a:t> </a:t>
            </a:r>
            <a:r>
              <a:rPr sz="1600" spc="-135" dirty="0">
                <a:latin typeface="Verdana"/>
                <a:cs typeface="Verdana"/>
              </a:rPr>
              <a:t>message</a:t>
            </a:r>
            <a:r>
              <a:rPr sz="1600" spc="25" dirty="0">
                <a:latin typeface="Verdana"/>
                <a:cs typeface="Verdana"/>
              </a:rPr>
              <a:t> </a:t>
            </a:r>
            <a:r>
              <a:rPr sz="1600" spc="-130" dirty="0">
                <a:latin typeface="Verdana"/>
                <a:cs typeface="Verdana"/>
              </a:rPr>
              <a:t>durabi</a:t>
            </a:r>
            <a:r>
              <a:rPr sz="1600" spc="-400" dirty="0">
                <a:latin typeface="Verdana"/>
                <a:cs typeface="Verdana"/>
              </a:rPr>
              <a:t> </a:t>
            </a:r>
            <a:r>
              <a:rPr sz="1600" spc="-145" dirty="0">
                <a:latin typeface="Verdana"/>
                <a:cs typeface="Verdana"/>
              </a:rPr>
              <a:t>lity.</a:t>
            </a:r>
            <a:r>
              <a:rPr sz="1600" spc="-60" dirty="0">
                <a:latin typeface="Verdana"/>
                <a:cs typeface="Verdana"/>
              </a:rPr>
              <a:t> </a:t>
            </a:r>
            <a:r>
              <a:rPr sz="1600" spc="-175" dirty="0">
                <a:solidFill>
                  <a:srgbClr val="0E0E0E"/>
                </a:solidFill>
                <a:latin typeface="Verdana"/>
                <a:cs typeface="Verdana"/>
              </a:rPr>
              <a:t>If</a:t>
            </a:r>
            <a:r>
              <a:rPr sz="1600" spc="-25" dirty="0">
                <a:solidFill>
                  <a:srgbClr val="0E0E0E"/>
                </a:solidFill>
                <a:latin typeface="Verdana"/>
                <a:cs typeface="Verdana"/>
              </a:rPr>
              <a:t> </a:t>
            </a:r>
            <a:r>
              <a:rPr sz="1600" spc="-220" dirty="0">
                <a:solidFill>
                  <a:srgbClr val="212121"/>
                </a:solidFill>
                <a:latin typeface="Verdana"/>
                <a:cs typeface="Verdana"/>
              </a:rPr>
              <a:t>a</a:t>
            </a:r>
            <a:r>
              <a:rPr sz="1600" spc="-50" dirty="0">
                <a:solidFill>
                  <a:srgbClr val="212121"/>
                </a:solidFill>
                <a:latin typeface="Verdana"/>
                <a:cs typeface="Verdana"/>
              </a:rPr>
              <a:t> </a:t>
            </a:r>
            <a:r>
              <a:rPr sz="1600" spc="-10" dirty="0">
                <a:latin typeface="Verdana"/>
                <a:cs typeface="Verdana"/>
              </a:rPr>
              <a:t>subscribed </a:t>
            </a:r>
            <a:r>
              <a:rPr sz="1600" spc="-85" dirty="0">
                <a:latin typeface="Verdana"/>
                <a:cs typeface="Verdana"/>
              </a:rPr>
              <a:t>endpoint</a:t>
            </a:r>
            <a:r>
              <a:rPr sz="1600" spc="-50" dirty="0">
                <a:latin typeface="Verdana"/>
                <a:cs typeface="Verdana"/>
              </a:rPr>
              <a:t> </a:t>
            </a:r>
            <a:r>
              <a:rPr sz="1600" spc="-125" dirty="0">
                <a:solidFill>
                  <a:srgbClr val="161616"/>
                </a:solidFill>
                <a:latin typeface="Verdana"/>
                <a:cs typeface="Verdana"/>
              </a:rPr>
              <a:t>isn't</a:t>
            </a:r>
            <a:r>
              <a:rPr sz="1600" spc="-60" dirty="0">
                <a:solidFill>
                  <a:srgbClr val="161616"/>
                </a:solidFill>
                <a:latin typeface="Verdana"/>
                <a:cs typeface="Verdana"/>
              </a:rPr>
              <a:t> </a:t>
            </a:r>
            <a:r>
              <a:rPr sz="1600" spc="-120" dirty="0">
                <a:latin typeface="Verdana"/>
                <a:cs typeface="Verdana"/>
              </a:rPr>
              <a:t>available,</a:t>
            </a:r>
            <a:r>
              <a:rPr sz="1600" spc="95" dirty="0">
                <a:latin typeface="Verdana"/>
                <a:cs typeface="Verdana"/>
              </a:rPr>
              <a:t> </a:t>
            </a:r>
            <a:r>
              <a:rPr sz="1600" spc="-120" dirty="0">
                <a:latin typeface="Verdana"/>
                <a:cs typeface="Verdana"/>
              </a:rPr>
              <a:t>Amazon</a:t>
            </a:r>
            <a:r>
              <a:rPr sz="1600" spc="5" dirty="0">
                <a:latin typeface="Verdana"/>
                <a:cs typeface="Verdana"/>
              </a:rPr>
              <a:t> </a:t>
            </a:r>
            <a:r>
              <a:rPr sz="1600" spc="-170" dirty="0">
                <a:solidFill>
                  <a:srgbClr val="1F1F1F"/>
                </a:solidFill>
                <a:latin typeface="Verdana"/>
                <a:cs typeface="Verdana"/>
              </a:rPr>
              <a:t>SNS</a:t>
            </a:r>
            <a:r>
              <a:rPr sz="1600" spc="-90" dirty="0">
                <a:solidFill>
                  <a:srgbClr val="1F1F1F"/>
                </a:solidFill>
                <a:latin typeface="Verdana"/>
                <a:cs typeface="Verdana"/>
              </a:rPr>
              <a:t> </a:t>
            </a:r>
            <a:r>
              <a:rPr sz="1600" spc="-90" dirty="0">
                <a:latin typeface="Verdana"/>
                <a:cs typeface="Verdana"/>
              </a:rPr>
              <a:t>initiates</a:t>
            </a:r>
            <a:r>
              <a:rPr sz="1600" spc="50" dirty="0">
                <a:latin typeface="Verdana"/>
                <a:cs typeface="Verdana"/>
              </a:rPr>
              <a:t> </a:t>
            </a:r>
            <a:r>
              <a:rPr sz="1600" spc="-220" dirty="0">
                <a:solidFill>
                  <a:srgbClr val="1A1A1A"/>
                </a:solidFill>
                <a:latin typeface="Verdana"/>
                <a:cs typeface="Verdana"/>
              </a:rPr>
              <a:t>a</a:t>
            </a:r>
            <a:r>
              <a:rPr sz="1600" spc="-110" dirty="0">
                <a:solidFill>
                  <a:srgbClr val="1A1A1A"/>
                </a:solidFill>
                <a:latin typeface="Verdana"/>
                <a:cs typeface="Verdana"/>
              </a:rPr>
              <a:t> </a:t>
            </a:r>
            <a:r>
              <a:rPr sz="1600" spc="-75" dirty="0">
                <a:latin typeface="Verdana"/>
                <a:cs typeface="Verdana"/>
              </a:rPr>
              <a:t>message </a:t>
            </a:r>
            <a:r>
              <a:rPr sz="1600" spc="-120" dirty="0">
                <a:solidFill>
                  <a:srgbClr val="0A0A0A"/>
                </a:solidFill>
                <a:latin typeface="Verdana"/>
                <a:cs typeface="Verdana"/>
              </a:rPr>
              <a:t>delivery</a:t>
            </a:r>
            <a:r>
              <a:rPr sz="1600" spc="20" dirty="0">
                <a:solidFill>
                  <a:srgbClr val="0A0A0A"/>
                </a:solidFill>
                <a:latin typeface="Verdana"/>
                <a:cs typeface="Verdana"/>
              </a:rPr>
              <a:t> </a:t>
            </a:r>
            <a:r>
              <a:rPr sz="1600" spc="-120" dirty="0">
                <a:latin typeface="Verdana"/>
                <a:cs typeface="Verdana"/>
              </a:rPr>
              <a:t>retry</a:t>
            </a:r>
            <a:r>
              <a:rPr sz="1600" spc="-25" dirty="0">
                <a:latin typeface="Verdana"/>
                <a:cs typeface="Verdana"/>
              </a:rPr>
              <a:t> </a:t>
            </a:r>
            <a:r>
              <a:rPr sz="1600" spc="-95" dirty="0">
                <a:solidFill>
                  <a:srgbClr val="131313"/>
                </a:solidFill>
                <a:latin typeface="Verdana"/>
                <a:cs typeface="Verdana"/>
              </a:rPr>
              <a:t>policy</a:t>
            </a:r>
            <a:r>
              <a:rPr sz="1600" spc="20" dirty="0">
                <a:solidFill>
                  <a:srgbClr val="131313"/>
                </a:solidFill>
                <a:latin typeface="Verdana"/>
                <a:cs typeface="Verdana"/>
              </a:rPr>
              <a:t> </a:t>
            </a:r>
            <a:r>
              <a:rPr sz="1600" spc="-50" dirty="0">
                <a:solidFill>
                  <a:srgbClr val="3D3D3D"/>
                </a:solidFill>
                <a:latin typeface="Verdana"/>
                <a:cs typeface="Verdana"/>
              </a:rPr>
              <a:t>to</a:t>
            </a:r>
            <a:r>
              <a:rPr sz="1600" spc="-140" dirty="0">
                <a:solidFill>
                  <a:srgbClr val="3D3D3D"/>
                </a:solidFill>
                <a:latin typeface="Verdana"/>
                <a:cs typeface="Verdana"/>
              </a:rPr>
              <a:t> </a:t>
            </a:r>
            <a:r>
              <a:rPr sz="1600" spc="-120" dirty="0">
                <a:latin typeface="Verdana"/>
                <a:cs typeface="Verdana"/>
              </a:rPr>
              <a:t>resend</a:t>
            </a:r>
            <a:r>
              <a:rPr sz="1600" spc="-30" dirty="0">
                <a:latin typeface="Verdana"/>
                <a:cs typeface="Verdana"/>
              </a:rPr>
              <a:t> </a:t>
            </a:r>
            <a:r>
              <a:rPr sz="1600" spc="-105" dirty="0">
                <a:latin typeface="Verdana"/>
                <a:cs typeface="Verdana"/>
              </a:rPr>
              <a:t>the</a:t>
            </a:r>
            <a:r>
              <a:rPr sz="1600" spc="-25" dirty="0">
                <a:latin typeface="Verdana"/>
                <a:cs typeface="Verdana"/>
              </a:rPr>
              <a:t> </a:t>
            </a:r>
            <a:r>
              <a:rPr sz="1600" spc="-10" dirty="0">
                <a:latin typeface="Verdana"/>
                <a:cs typeface="Verdana"/>
              </a:rPr>
              <a:t>message.</a:t>
            </a:r>
            <a:endParaRPr sz="1600">
              <a:latin typeface="Verdana"/>
              <a:cs typeface="Verdana"/>
            </a:endParaRPr>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361439" y="365125"/>
            <a:ext cx="9459339" cy="5287009"/>
          </a:xfrm>
          <a:prstGeom prst="rect">
            <a:avLst/>
          </a:prstGeom>
        </p:spPr>
      </p:pic>
      <p:sp>
        <p:nvSpPr>
          <p:cNvPr id="3" name="object 3" descr="$PPTXTitle"/>
          <p:cNvSpPr txBox="1">
            <a:spLocks noGrp="1"/>
          </p:cNvSpPr>
          <p:nvPr>
            <p:ph type="title"/>
          </p:nvPr>
        </p:nvSpPr>
        <p:spPr>
          <a:xfrm>
            <a:off x="4789358" y="1384424"/>
            <a:ext cx="5668645" cy="588645"/>
          </a:xfrm>
          <a:prstGeom prst="rect">
            <a:avLst/>
          </a:prstGeom>
        </p:spPr>
        <p:txBody>
          <a:bodyPr vert="horz" wrap="square" lIns="0" tIns="12700" rIns="0" bIns="0" rtlCol="0">
            <a:spAutoFit/>
          </a:bodyPr>
          <a:lstStyle/>
          <a:p>
            <a:pPr marL="12700" marR="5080" indent="6985">
              <a:lnSpc>
                <a:spcPct val="100000"/>
              </a:lnSpc>
              <a:spcBef>
                <a:spcPts val="100"/>
              </a:spcBef>
            </a:pPr>
            <a:r>
              <a:rPr sz="1850" spc="-260" dirty="0">
                <a:solidFill>
                  <a:srgbClr val="111111"/>
                </a:solidFill>
              </a:rPr>
              <a:t>You</a:t>
            </a:r>
            <a:r>
              <a:rPr sz="1850" spc="-210" dirty="0">
                <a:solidFill>
                  <a:srgbClr val="111111"/>
                </a:solidFill>
              </a:rPr>
              <a:t> </a:t>
            </a:r>
            <a:r>
              <a:rPr sz="1850" spc="-275" dirty="0"/>
              <a:t>can</a:t>
            </a:r>
            <a:r>
              <a:rPr sz="1850" spc="-240" dirty="0"/>
              <a:t> </a:t>
            </a:r>
            <a:r>
              <a:rPr sz="1850" spc="-254" dirty="0"/>
              <a:t>use</a:t>
            </a:r>
            <a:r>
              <a:rPr sz="1850" spc="-170" dirty="0"/>
              <a:t> </a:t>
            </a:r>
            <a:r>
              <a:rPr sz="1850" spc="-280" dirty="0"/>
              <a:t>Amazon</a:t>
            </a:r>
            <a:r>
              <a:rPr sz="1850" spc="-155" dirty="0"/>
              <a:t> </a:t>
            </a:r>
            <a:r>
              <a:rPr sz="1850" spc="-305" dirty="0"/>
              <a:t>SNS</a:t>
            </a:r>
            <a:r>
              <a:rPr sz="1850" spc="-210" dirty="0"/>
              <a:t> </a:t>
            </a:r>
            <a:r>
              <a:rPr sz="1850" spc="-310" dirty="0"/>
              <a:t>tO</a:t>
            </a:r>
            <a:r>
              <a:rPr sz="1850" spc="-225" dirty="0"/>
              <a:t> </a:t>
            </a:r>
            <a:r>
              <a:rPr sz="1850" spc="-245" dirty="0"/>
              <a:t>create</a:t>
            </a:r>
            <a:r>
              <a:rPr sz="1850" spc="-160" dirty="0"/>
              <a:t> </a:t>
            </a:r>
            <a:r>
              <a:rPr sz="1850" spc="-270" dirty="0">
                <a:solidFill>
                  <a:srgbClr val="363636"/>
                </a:solidFill>
              </a:rPr>
              <a:t>a</a:t>
            </a:r>
            <a:r>
              <a:rPr sz="1850" spc="-220" dirty="0">
                <a:solidFill>
                  <a:srgbClr val="363636"/>
                </a:solidFill>
              </a:rPr>
              <a:t> </a:t>
            </a:r>
            <a:r>
              <a:rPr sz="1850" spc="-220" dirty="0"/>
              <a:t>solution</a:t>
            </a:r>
            <a:r>
              <a:rPr sz="1850" spc="-120" dirty="0"/>
              <a:t> </a:t>
            </a:r>
            <a:r>
              <a:rPr sz="1850" spc="-140" dirty="0"/>
              <a:t>to</a:t>
            </a:r>
            <a:r>
              <a:rPr sz="1850" spc="-240" dirty="0"/>
              <a:t> </a:t>
            </a:r>
            <a:r>
              <a:rPr sz="1850" spc="-195" dirty="0"/>
              <a:t>notify</a:t>
            </a:r>
            <a:r>
              <a:rPr sz="1850" spc="-160" dirty="0"/>
              <a:t> </a:t>
            </a:r>
            <a:r>
              <a:rPr sz="1850" spc="-254" dirty="0">
                <a:solidFill>
                  <a:srgbClr val="111111"/>
                </a:solidFill>
              </a:rPr>
              <a:t>you</a:t>
            </a:r>
            <a:r>
              <a:rPr sz="1850" spc="-204" dirty="0">
                <a:solidFill>
                  <a:srgbClr val="111111"/>
                </a:solidFill>
              </a:rPr>
              <a:t> </a:t>
            </a:r>
            <a:r>
              <a:rPr sz="1850" spc="-25" dirty="0"/>
              <a:t>of </a:t>
            </a:r>
            <a:r>
              <a:rPr sz="1850" spc="-170" dirty="0"/>
              <a:t>failure</a:t>
            </a:r>
            <a:r>
              <a:rPr sz="2775" spc="-254" baseline="-3003" dirty="0"/>
              <a:t>s</a:t>
            </a:r>
            <a:r>
              <a:rPr sz="1850" spc="-170" dirty="0"/>
              <a:t>in</a:t>
            </a:r>
            <a:r>
              <a:rPr sz="1850" spc="-145" dirty="0"/>
              <a:t> </a:t>
            </a:r>
            <a:r>
              <a:rPr sz="1850" spc="-270" dirty="0"/>
              <a:t>your</a:t>
            </a:r>
            <a:r>
              <a:rPr sz="1850" spc="-145" dirty="0"/>
              <a:t> </a:t>
            </a:r>
            <a:r>
              <a:rPr sz="1850" spc="-160" dirty="0"/>
              <a:t>architecture.</a:t>
            </a:r>
            <a:endParaRPr sz="1850"/>
          </a:p>
        </p:txBody>
      </p:sp>
      <p:sp>
        <p:nvSpPr>
          <p:cNvPr id="4" name="object 4"/>
          <p:cNvSpPr txBox="1"/>
          <p:nvPr/>
        </p:nvSpPr>
        <p:spPr>
          <a:xfrm>
            <a:off x="4785955" y="3831585"/>
            <a:ext cx="5592445" cy="1352550"/>
          </a:xfrm>
          <a:prstGeom prst="rect">
            <a:avLst/>
          </a:prstGeom>
        </p:spPr>
        <p:txBody>
          <a:bodyPr vert="horz" wrap="square" lIns="0" tIns="27940" rIns="0" bIns="0" rtlCol="0">
            <a:spAutoFit/>
          </a:bodyPr>
          <a:lstStyle/>
          <a:p>
            <a:pPr marL="15240" marR="5080" indent="-3175">
              <a:lnSpc>
                <a:spcPct val="101200"/>
              </a:lnSpc>
              <a:spcBef>
                <a:spcPts val="220"/>
              </a:spcBef>
            </a:pPr>
            <a:r>
              <a:rPr sz="1750" spc="-110" dirty="0">
                <a:solidFill>
                  <a:srgbClr val="383838"/>
                </a:solidFill>
                <a:latin typeface="Arial MT"/>
                <a:cs typeface="Arial MT"/>
              </a:rPr>
              <a:t>In</a:t>
            </a:r>
            <a:r>
              <a:rPr sz="1750" spc="-55" dirty="0">
                <a:solidFill>
                  <a:srgbClr val="383838"/>
                </a:solidFill>
                <a:latin typeface="Arial MT"/>
                <a:cs typeface="Arial MT"/>
              </a:rPr>
              <a:t> </a:t>
            </a:r>
            <a:r>
              <a:rPr sz="1750" spc="-75" dirty="0">
                <a:latin typeface="Arial MT"/>
                <a:cs typeface="Arial MT"/>
              </a:rPr>
              <a:t>this</a:t>
            </a:r>
            <a:r>
              <a:rPr sz="1750" spc="-10" dirty="0">
                <a:latin typeface="Arial MT"/>
                <a:cs typeface="Arial MT"/>
              </a:rPr>
              <a:t> </a:t>
            </a:r>
            <a:r>
              <a:rPr sz="1750" spc="-145" dirty="0">
                <a:latin typeface="Arial MT"/>
                <a:cs typeface="Arial MT"/>
              </a:rPr>
              <a:t>diagram,</a:t>
            </a:r>
            <a:r>
              <a:rPr sz="1750" spc="100" dirty="0">
                <a:latin typeface="Arial MT"/>
                <a:cs typeface="Arial MT"/>
              </a:rPr>
              <a:t> </a:t>
            </a:r>
            <a:r>
              <a:rPr sz="1750" spc="-185" dirty="0">
                <a:solidFill>
                  <a:srgbClr val="2B2B2B"/>
                </a:solidFill>
                <a:latin typeface="Arial MT"/>
                <a:cs typeface="Arial MT"/>
              </a:rPr>
              <a:t>an</a:t>
            </a:r>
            <a:r>
              <a:rPr sz="1750" spc="-10" dirty="0">
                <a:solidFill>
                  <a:srgbClr val="2B2B2B"/>
                </a:solidFill>
                <a:latin typeface="Arial MT"/>
                <a:cs typeface="Arial MT"/>
              </a:rPr>
              <a:t> </a:t>
            </a:r>
            <a:r>
              <a:rPr sz="1750" spc="-185" dirty="0">
                <a:latin typeface="Arial MT"/>
                <a:cs typeface="Arial MT"/>
              </a:rPr>
              <a:t>Amazon</a:t>
            </a:r>
            <a:r>
              <a:rPr sz="1750" spc="-5" dirty="0">
                <a:latin typeface="Arial MT"/>
                <a:cs typeface="Arial MT"/>
              </a:rPr>
              <a:t> </a:t>
            </a:r>
            <a:r>
              <a:rPr sz="1750" spc="-280" dirty="0">
                <a:latin typeface="Arial MT"/>
                <a:cs typeface="Arial MT"/>
              </a:rPr>
              <a:t>EC2</a:t>
            </a:r>
            <a:r>
              <a:rPr sz="1750" spc="-50" dirty="0">
                <a:latin typeface="Arial MT"/>
                <a:cs typeface="Arial MT"/>
              </a:rPr>
              <a:t> </a:t>
            </a:r>
            <a:r>
              <a:rPr sz="1750" spc="-130" dirty="0">
                <a:latin typeface="Arial MT"/>
                <a:cs typeface="Arial MT"/>
              </a:rPr>
              <a:t>instance</a:t>
            </a:r>
            <a:r>
              <a:rPr sz="1750" spc="85" dirty="0">
                <a:latin typeface="Arial MT"/>
                <a:cs typeface="Arial MT"/>
              </a:rPr>
              <a:t> </a:t>
            </a:r>
            <a:r>
              <a:rPr sz="1750" spc="-105" dirty="0">
                <a:solidFill>
                  <a:srgbClr val="111111"/>
                </a:solidFill>
                <a:latin typeface="Arial MT"/>
                <a:cs typeface="Arial MT"/>
              </a:rPr>
              <a:t>fails</a:t>
            </a:r>
            <a:r>
              <a:rPr sz="1750" spc="-100" dirty="0">
                <a:solidFill>
                  <a:srgbClr val="111111"/>
                </a:solidFill>
                <a:latin typeface="Arial MT"/>
                <a:cs typeface="Arial MT"/>
              </a:rPr>
              <a:t> </a:t>
            </a:r>
            <a:r>
              <a:rPr sz="1750" spc="-130" dirty="0">
                <a:latin typeface="Arial MT"/>
                <a:cs typeface="Arial MT"/>
              </a:rPr>
              <a:t>and</a:t>
            </a:r>
            <a:r>
              <a:rPr sz="1750" spc="-90" dirty="0">
                <a:latin typeface="Arial MT"/>
                <a:cs typeface="Arial MT"/>
              </a:rPr>
              <a:t> </a:t>
            </a:r>
            <a:r>
              <a:rPr sz="1750" spc="-10" dirty="0">
                <a:solidFill>
                  <a:srgbClr val="0E0E0E"/>
                </a:solidFill>
                <a:latin typeface="Arial MT"/>
                <a:cs typeface="Arial MT"/>
              </a:rPr>
              <a:t>Amazon </a:t>
            </a:r>
            <a:r>
              <a:rPr sz="1650" spc="-90" dirty="0">
                <a:latin typeface="Arial MT"/>
                <a:cs typeface="Arial MT"/>
              </a:rPr>
              <a:t>CloudWatch</a:t>
            </a:r>
            <a:r>
              <a:rPr sz="1650" dirty="0">
                <a:latin typeface="Arial MT"/>
                <a:cs typeface="Arial MT"/>
              </a:rPr>
              <a:t> </a:t>
            </a:r>
            <a:r>
              <a:rPr sz="1650" spc="-90" dirty="0">
                <a:solidFill>
                  <a:srgbClr val="181818"/>
                </a:solidFill>
                <a:latin typeface="Arial MT"/>
                <a:cs typeface="Arial MT"/>
              </a:rPr>
              <a:t>is</a:t>
            </a:r>
            <a:r>
              <a:rPr sz="1650" spc="-60" dirty="0">
                <a:solidFill>
                  <a:srgbClr val="181818"/>
                </a:solidFill>
                <a:latin typeface="Arial MT"/>
                <a:cs typeface="Arial MT"/>
              </a:rPr>
              <a:t> </a:t>
            </a:r>
            <a:r>
              <a:rPr sz="1650" spc="-30" dirty="0">
                <a:latin typeface="Arial MT"/>
                <a:cs typeface="Arial MT"/>
              </a:rPr>
              <a:t>notified.</a:t>
            </a:r>
            <a:r>
              <a:rPr sz="1650" spc="-85" dirty="0">
                <a:latin typeface="Arial MT"/>
                <a:cs typeface="Arial MT"/>
              </a:rPr>
              <a:t> </a:t>
            </a:r>
            <a:r>
              <a:rPr sz="1650" spc="-95" dirty="0">
                <a:latin typeface="Arial MT"/>
                <a:cs typeface="Arial MT"/>
              </a:rPr>
              <a:t>CloudWatch</a:t>
            </a:r>
            <a:r>
              <a:rPr sz="1650" spc="5" dirty="0">
                <a:latin typeface="Arial MT"/>
                <a:cs typeface="Arial MT"/>
              </a:rPr>
              <a:t> </a:t>
            </a:r>
            <a:r>
              <a:rPr sz="1650" dirty="0">
                <a:latin typeface="Arial MT"/>
                <a:cs typeface="Arial MT"/>
              </a:rPr>
              <a:t>then</a:t>
            </a:r>
            <a:r>
              <a:rPr sz="1650" spc="-50" dirty="0">
                <a:latin typeface="Arial MT"/>
                <a:cs typeface="Arial MT"/>
              </a:rPr>
              <a:t> </a:t>
            </a:r>
            <a:r>
              <a:rPr sz="1650" spc="-40" dirty="0">
                <a:solidFill>
                  <a:srgbClr val="0F0F0F"/>
                </a:solidFill>
                <a:latin typeface="Arial MT"/>
                <a:cs typeface="Arial MT"/>
              </a:rPr>
              <a:t>triggers</a:t>
            </a:r>
            <a:r>
              <a:rPr sz="1650" spc="20" dirty="0">
                <a:solidFill>
                  <a:srgbClr val="0F0F0F"/>
                </a:solidFill>
                <a:latin typeface="Arial MT"/>
                <a:cs typeface="Arial MT"/>
              </a:rPr>
              <a:t> </a:t>
            </a:r>
            <a:r>
              <a:rPr sz="1650" spc="-120" dirty="0">
                <a:solidFill>
                  <a:srgbClr val="151515"/>
                </a:solidFill>
                <a:latin typeface="Arial MT"/>
                <a:cs typeface="Arial MT"/>
              </a:rPr>
              <a:t>an</a:t>
            </a:r>
            <a:r>
              <a:rPr sz="1650" spc="-50" dirty="0">
                <a:solidFill>
                  <a:srgbClr val="151515"/>
                </a:solidFill>
                <a:latin typeface="Arial MT"/>
                <a:cs typeface="Arial MT"/>
              </a:rPr>
              <a:t> </a:t>
            </a:r>
            <a:r>
              <a:rPr sz="1650" spc="-35" dirty="0">
                <a:latin typeface="Arial MT"/>
                <a:cs typeface="Arial MT"/>
              </a:rPr>
              <a:t>action</a:t>
            </a:r>
            <a:r>
              <a:rPr sz="1650" spc="-40" dirty="0">
                <a:latin typeface="Arial MT"/>
                <a:cs typeface="Arial MT"/>
              </a:rPr>
              <a:t> </a:t>
            </a:r>
            <a:r>
              <a:rPr sz="1650" spc="-25" dirty="0">
                <a:solidFill>
                  <a:srgbClr val="1C1C1C"/>
                </a:solidFill>
                <a:latin typeface="Arial MT"/>
                <a:cs typeface="Arial MT"/>
              </a:rPr>
              <a:t>to </a:t>
            </a:r>
            <a:r>
              <a:rPr sz="1700" spc="-114" dirty="0">
                <a:latin typeface="Arial MT"/>
                <a:cs typeface="Arial MT"/>
              </a:rPr>
              <a:t>create</a:t>
            </a:r>
            <a:r>
              <a:rPr sz="1700" spc="-50" dirty="0">
                <a:latin typeface="Arial MT"/>
                <a:cs typeface="Arial MT"/>
              </a:rPr>
              <a:t> </a:t>
            </a:r>
            <a:r>
              <a:rPr sz="1700" spc="-190" dirty="0">
                <a:latin typeface="Arial MT"/>
                <a:cs typeface="Arial MT"/>
              </a:rPr>
              <a:t>a</a:t>
            </a:r>
            <a:r>
              <a:rPr sz="1700" spc="-10" dirty="0">
                <a:latin typeface="Arial MT"/>
                <a:cs typeface="Arial MT"/>
              </a:rPr>
              <a:t> </a:t>
            </a:r>
            <a:r>
              <a:rPr sz="1700" spc="-145" dirty="0">
                <a:latin typeface="Arial MT"/>
                <a:cs typeface="Arial MT"/>
              </a:rPr>
              <a:t>new</a:t>
            </a:r>
            <a:r>
              <a:rPr sz="1700" spc="5" dirty="0">
                <a:latin typeface="Arial MT"/>
                <a:cs typeface="Arial MT"/>
              </a:rPr>
              <a:t> </a:t>
            </a:r>
            <a:r>
              <a:rPr sz="1700" spc="-114" dirty="0">
                <a:solidFill>
                  <a:srgbClr val="0C0C0C"/>
                </a:solidFill>
                <a:latin typeface="Arial MT"/>
                <a:cs typeface="Arial MT"/>
              </a:rPr>
              <a:t>instance</a:t>
            </a:r>
            <a:r>
              <a:rPr sz="1700" spc="30" dirty="0">
                <a:solidFill>
                  <a:srgbClr val="0C0C0C"/>
                </a:solidFill>
                <a:latin typeface="Arial MT"/>
                <a:cs typeface="Arial MT"/>
              </a:rPr>
              <a:t> </a:t>
            </a:r>
            <a:r>
              <a:rPr sz="1700" spc="-55" dirty="0">
                <a:latin typeface="Arial MT"/>
                <a:cs typeface="Arial MT"/>
              </a:rPr>
              <a:t>through</a:t>
            </a:r>
            <a:r>
              <a:rPr sz="1700" spc="50" dirty="0">
                <a:latin typeface="Arial MT"/>
                <a:cs typeface="Arial MT"/>
              </a:rPr>
              <a:t> </a:t>
            </a:r>
            <a:r>
              <a:rPr sz="1700" spc="-290" dirty="0">
                <a:solidFill>
                  <a:srgbClr val="131313"/>
                </a:solidFill>
                <a:latin typeface="Arial MT"/>
                <a:cs typeface="Arial MT"/>
              </a:rPr>
              <a:t>AWS</a:t>
            </a:r>
            <a:r>
              <a:rPr sz="1700" spc="75" dirty="0">
                <a:solidFill>
                  <a:srgbClr val="131313"/>
                </a:solidFill>
                <a:latin typeface="Arial MT"/>
                <a:cs typeface="Arial MT"/>
              </a:rPr>
              <a:t> </a:t>
            </a:r>
            <a:r>
              <a:rPr sz="1700" spc="-105" dirty="0">
                <a:solidFill>
                  <a:srgbClr val="161616"/>
                </a:solidFill>
                <a:latin typeface="Arial MT"/>
                <a:cs typeface="Arial MT"/>
              </a:rPr>
              <a:t>Auto</a:t>
            </a:r>
            <a:r>
              <a:rPr sz="1700" spc="-100" dirty="0">
                <a:solidFill>
                  <a:srgbClr val="161616"/>
                </a:solidFill>
                <a:latin typeface="Arial MT"/>
                <a:cs typeface="Arial MT"/>
              </a:rPr>
              <a:t> </a:t>
            </a:r>
            <a:r>
              <a:rPr sz="1700" spc="-120" dirty="0">
                <a:latin typeface="Arial MT"/>
                <a:cs typeface="Arial MT"/>
              </a:rPr>
              <a:t>Scaling.</a:t>
            </a:r>
            <a:r>
              <a:rPr sz="1700" spc="40" dirty="0">
                <a:latin typeface="Arial MT"/>
                <a:cs typeface="Arial MT"/>
              </a:rPr>
              <a:t> </a:t>
            </a:r>
            <a:r>
              <a:rPr sz="1700" spc="-80" dirty="0">
                <a:solidFill>
                  <a:srgbClr val="1A1A1A"/>
                </a:solidFill>
                <a:latin typeface="Arial MT"/>
                <a:cs typeface="Arial MT"/>
              </a:rPr>
              <a:t>At</a:t>
            </a:r>
            <a:r>
              <a:rPr sz="1700" spc="-110" dirty="0">
                <a:solidFill>
                  <a:srgbClr val="1A1A1A"/>
                </a:solidFill>
                <a:latin typeface="Arial MT"/>
                <a:cs typeface="Arial MT"/>
              </a:rPr>
              <a:t> </a:t>
            </a:r>
            <a:r>
              <a:rPr sz="1700" spc="-35" dirty="0">
                <a:latin typeface="Arial MT"/>
                <a:cs typeface="Arial MT"/>
              </a:rPr>
              <a:t>the</a:t>
            </a:r>
            <a:r>
              <a:rPr sz="1700" spc="-110" dirty="0">
                <a:latin typeface="Arial MT"/>
                <a:cs typeface="Arial MT"/>
              </a:rPr>
              <a:t> </a:t>
            </a:r>
            <a:r>
              <a:rPr sz="1700" spc="-20" dirty="0">
                <a:solidFill>
                  <a:srgbClr val="0C0C0C"/>
                </a:solidFill>
                <a:latin typeface="Arial MT"/>
                <a:cs typeface="Arial MT"/>
              </a:rPr>
              <a:t>same </a:t>
            </a:r>
            <a:r>
              <a:rPr sz="1700" spc="-85" dirty="0">
                <a:latin typeface="Arial MT"/>
                <a:cs typeface="Arial MT"/>
              </a:rPr>
              <a:t>time,</a:t>
            </a:r>
            <a:r>
              <a:rPr sz="1700" spc="-35" dirty="0">
                <a:latin typeface="Arial MT"/>
                <a:cs typeface="Arial MT"/>
              </a:rPr>
              <a:t> </a:t>
            </a:r>
            <a:r>
              <a:rPr sz="1700" spc="-120" dirty="0">
                <a:latin typeface="Arial MT"/>
                <a:cs typeface="Arial MT"/>
              </a:rPr>
              <a:t>CloudWatch</a:t>
            </a:r>
            <a:r>
              <a:rPr sz="1700" spc="25" dirty="0">
                <a:latin typeface="Arial MT"/>
                <a:cs typeface="Arial MT"/>
              </a:rPr>
              <a:t> </a:t>
            </a:r>
            <a:r>
              <a:rPr sz="1700" spc="-80" dirty="0">
                <a:latin typeface="Arial MT"/>
                <a:cs typeface="Arial MT"/>
              </a:rPr>
              <a:t>triggers</a:t>
            </a:r>
            <a:r>
              <a:rPr sz="1700" spc="-25" dirty="0">
                <a:latin typeface="Arial MT"/>
                <a:cs typeface="Arial MT"/>
              </a:rPr>
              <a:t> </a:t>
            </a:r>
            <a:r>
              <a:rPr sz="1700" spc="-155" dirty="0">
                <a:solidFill>
                  <a:srgbClr val="131313"/>
                </a:solidFill>
                <a:latin typeface="Arial MT"/>
                <a:cs typeface="Arial MT"/>
              </a:rPr>
              <a:t>Amazon</a:t>
            </a:r>
            <a:r>
              <a:rPr sz="1700" spc="20" dirty="0">
                <a:solidFill>
                  <a:srgbClr val="131313"/>
                </a:solidFill>
                <a:latin typeface="Arial MT"/>
                <a:cs typeface="Arial MT"/>
              </a:rPr>
              <a:t> </a:t>
            </a:r>
            <a:r>
              <a:rPr sz="1700" spc="-260" dirty="0">
                <a:latin typeface="Arial MT"/>
                <a:cs typeface="Arial MT"/>
              </a:rPr>
              <a:t>SNS</a:t>
            </a:r>
            <a:r>
              <a:rPr sz="1700" spc="40" dirty="0">
                <a:latin typeface="Arial MT"/>
                <a:cs typeface="Arial MT"/>
              </a:rPr>
              <a:t> </a:t>
            </a:r>
            <a:r>
              <a:rPr sz="1700" spc="-10" dirty="0">
                <a:latin typeface="Arial MT"/>
                <a:cs typeface="Arial MT"/>
              </a:rPr>
              <a:t>to</a:t>
            </a:r>
            <a:r>
              <a:rPr sz="1700" spc="-110" dirty="0">
                <a:latin typeface="Arial MT"/>
                <a:cs typeface="Arial MT"/>
              </a:rPr>
              <a:t> </a:t>
            </a:r>
            <a:r>
              <a:rPr sz="1700" spc="-10" dirty="0">
                <a:solidFill>
                  <a:srgbClr val="131313"/>
                </a:solidFill>
                <a:latin typeface="Arial MT"/>
                <a:cs typeface="Arial MT"/>
              </a:rPr>
              <a:t>notify</a:t>
            </a:r>
            <a:r>
              <a:rPr sz="1700" spc="-15" dirty="0">
                <a:solidFill>
                  <a:srgbClr val="131313"/>
                </a:solidFill>
                <a:latin typeface="Arial MT"/>
                <a:cs typeface="Arial MT"/>
              </a:rPr>
              <a:t> </a:t>
            </a:r>
            <a:r>
              <a:rPr sz="1700" spc="-45" dirty="0">
                <a:latin typeface="Arial MT"/>
                <a:cs typeface="Arial MT"/>
              </a:rPr>
              <a:t>the</a:t>
            </a:r>
            <a:r>
              <a:rPr sz="1700" spc="-55" dirty="0">
                <a:latin typeface="Arial MT"/>
                <a:cs typeface="Arial MT"/>
              </a:rPr>
              <a:t> </a:t>
            </a:r>
            <a:r>
              <a:rPr sz="1700" spc="-60" dirty="0">
                <a:latin typeface="Arial MT"/>
                <a:cs typeface="Arial MT"/>
              </a:rPr>
              <a:t>appropriate </a:t>
            </a:r>
            <a:r>
              <a:rPr sz="1700" spc="-135" dirty="0">
                <a:latin typeface="Arial MT"/>
                <a:cs typeface="Arial MT"/>
              </a:rPr>
              <a:t>subscribers,</a:t>
            </a:r>
            <a:r>
              <a:rPr sz="1700" spc="55" dirty="0">
                <a:latin typeface="Arial MT"/>
                <a:cs typeface="Arial MT"/>
              </a:rPr>
              <a:t> </a:t>
            </a:r>
            <a:r>
              <a:rPr sz="1700" spc="-135" dirty="0">
                <a:latin typeface="Arial MT"/>
                <a:cs typeface="Arial MT"/>
              </a:rPr>
              <a:t>so</a:t>
            </a:r>
            <a:r>
              <a:rPr sz="1700" spc="-65" dirty="0">
                <a:latin typeface="Arial MT"/>
                <a:cs typeface="Arial MT"/>
              </a:rPr>
              <a:t> </a:t>
            </a:r>
            <a:r>
              <a:rPr sz="1700" spc="-30" dirty="0">
                <a:latin typeface="Arial MT"/>
                <a:cs typeface="Arial MT"/>
              </a:rPr>
              <a:t>that</a:t>
            </a:r>
            <a:r>
              <a:rPr sz="1700" spc="-75" dirty="0">
                <a:latin typeface="Arial MT"/>
                <a:cs typeface="Arial MT"/>
              </a:rPr>
              <a:t> </a:t>
            </a:r>
            <a:r>
              <a:rPr sz="1700" spc="-65" dirty="0">
                <a:latin typeface="Arial MT"/>
                <a:cs typeface="Arial MT"/>
              </a:rPr>
              <a:t>they</a:t>
            </a:r>
            <a:r>
              <a:rPr sz="1700" spc="-55" dirty="0">
                <a:latin typeface="Arial MT"/>
                <a:cs typeface="Arial MT"/>
              </a:rPr>
              <a:t> </a:t>
            </a:r>
            <a:r>
              <a:rPr sz="1700" spc="-150" dirty="0">
                <a:latin typeface="Arial MT"/>
                <a:cs typeface="Arial MT"/>
              </a:rPr>
              <a:t>can</a:t>
            </a:r>
            <a:r>
              <a:rPr sz="1700" spc="-30" dirty="0">
                <a:latin typeface="Arial MT"/>
                <a:cs typeface="Arial MT"/>
              </a:rPr>
              <a:t> </a:t>
            </a:r>
            <a:r>
              <a:rPr sz="1700" spc="-85" dirty="0">
                <a:latin typeface="Arial MT"/>
                <a:cs typeface="Arial MT"/>
              </a:rPr>
              <a:t>investigate</a:t>
            </a:r>
            <a:r>
              <a:rPr sz="1700" spc="95" dirty="0">
                <a:latin typeface="Arial MT"/>
                <a:cs typeface="Arial MT"/>
              </a:rPr>
              <a:t> </a:t>
            </a:r>
            <a:r>
              <a:rPr sz="1700" spc="-70" dirty="0">
                <a:solidFill>
                  <a:srgbClr val="1F1F1F"/>
                </a:solidFill>
                <a:latin typeface="Arial MT"/>
                <a:cs typeface="Arial MT"/>
              </a:rPr>
              <a:t>the</a:t>
            </a:r>
            <a:r>
              <a:rPr sz="1700" spc="-20" dirty="0">
                <a:solidFill>
                  <a:srgbClr val="1F1F1F"/>
                </a:solidFill>
                <a:latin typeface="Arial MT"/>
                <a:cs typeface="Arial MT"/>
              </a:rPr>
              <a:t> </a:t>
            </a:r>
            <a:r>
              <a:rPr sz="1700" spc="-170" dirty="0">
                <a:latin typeface="Arial MT"/>
                <a:cs typeface="Arial MT"/>
              </a:rPr>
              <a:t>issue</a:t>
            </a:r>
            <a:r>
              <a:rPr sz="1700" spc="10" dirty="0">
                <a:latin typeface="Arial MT"/>
                <a:cs typeface="Arial MT"/>
              </a:rPr>
              <a:t> </a:t>
            </a:r>
            <a:r>
              <a:rPr sz="1700" spc="-10" dirty="0">
                <a:solidFill>
                  <a:srgbClr val="0C0C0C"/>
                </a:solidFill>
                <a:latin typeface="Arial MT"/>
                <a:cs typeface="Arial MT"/>
              </a:rPr>
              <a:t>further.</a:t>
            </a:r>
            <a:endParaRPr sz="1700">
              <a:latin typeface="Arial MT"/>
              <a:cs typeface="Arial MT"/>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346835" y="365125"/>
            <a:ext cx="9478388" cy="5258434"/>
          </a:xfrm>
          <a:prstGeom prst="rect">
            <a:avLst/>
          </a:prstGeom>
        </p:spPr>
      </p:pic>
      <p:sp>
        <p:nvSpPr>
          <p:cNvPr id="3" name="object 3"/>
          <p:cNvSpPr txBox="1"/>
          <p:nvPr/>
        </p:nvSpPr>
        <p:spPr>
          <a:xfrm>
            <a:off x="1695298" y="5393346"/>
            <a:ext cx="2654935" cy="132715"/>
          </a:xfrm>
          <a:prstGeom prst="rect">
            <a:avLst/>
          </a:prstGeom>
        </p:spPr>
        <p:txBody>
          <a:bodyPr vert="horz" wrap="square" lIns="0" tIns="12700" rIns="0" bIns="0" rtlCol="0">
            <a:spAutoFit/>
          </a:bodyPr>
          <a:lstStyle/>
          <a:p>
            <a:pPr marL="12700">
              <a:lnSpc>
                <a:spcPct val="100000"/>
              </a:lnSpc>
              <a:spcBef>
                <a:spcPts val="100"/>
              </a:spcBef>
            </a:pPr>
            <a:r>
              <a:rPr sz="700" spc="80" dirty="0">
                <a:solidFill>
                  <a:srgbClr val="6E6E6E"/>
                </a:solidFill>
                <a:latin typeface="Arial MT"/>
                <a:cs typeface="Arial MT"/>
              </a:rPr>
              <a:t>flo2</a:t>
            </a:r>
            <a:r>
              <a:rPr sz="700" spc="80" dirty="0">
                <a:solidFill>
                  <a:srgbClr val="898989"/>
                </a:solidFill>
                <a:latin typeface="Arial MT"/>
                <a:cs typeface="Arial MT"/>
              </a:rPr>
              <a:t>1</a:t>
            </a:r>
            <a:r>
              <a:rPr sz="700" spc="80" dirty="0">
                <a:solidFill>
                  <a:srgbClr val="525252"/>
                </a:solidFill>
                <a:latin typeface="Arial MT"/>
                <a:cs typeface="Arial MT"/>
              </a:rPr>
              <a:t>Amazoi</a:t>
            </a:r>
            <a:r>
              <a:rPr sz="700" spc="20" dirty="0">
                <a:solidFill>
                  <a:srgbClr val="525252"/>
                </a:solidFill>
                <a:latin typeface="Arial MT"/>
                <a:cs typeface="Arial MT"/>
              </a:rPr>
              <a:t> </a:t>
            </a:r>
            <a:r>
              <a:rPr sz="700" dirty="0">
                <a:solidFill>
                  <a:srgbClr val="6E6E6E"/>
                </a:solidFill>
                <a:latin typeface="Arial MT"/>
                <a:cs typeface="Arial MT"/>
              </a:rPr>
              <a:t>Wm</a:t>
            </a:r>
            <a:r>
              <a:rPr sz="700" spc="30" dirty="0">
                <a:solidFill>
                  <a:srgbClr val="6E6E6E"/>
                </a:solidFill>
                <a:latin typeface="Arial MT"/>
                <a:cs typeface="Arial MT"/>
              </a:rPr>
              <a:t> </a:t>
            </a:r>
            <a:r>
              <a:rPr sz="700" spc="90" dirty="0">
                <a:solidFill>
                  <a:srgbClr val="757575"/>
                </a:solidFill>
                <a:latin typeface="Arial MT"/>
                <a:cs typeface="Arial MT"/>
              </a:rPr>
              <a:t>li'acey</a:t>
            </a:r>
            <a:r>
              <a:rPr sz="700" spc="80" dirty="0">
                <a:solidFill>
                  <a:srgbClr val="757575"/>
                </a:solidFill>
                <a:latin typeface="Arial MT"/>
                <a:cs typeface="Arial MT"/>
              </a:rPr>
              <a:t> </a:t>
            </a:r>
            <a:r>
              <a:rPr sz="700" spc="-10" dirty="0">
                <a:solidFill>
                  <a:srgbClr val="898989"/>
                </a:solidFill>
                <a:latin typeface="Arial MT"/>
                <a:cs typeface="Arial MT"/>
              </a:rPr>
              <a:t>inc.</a:t>
            </a:r>
            <a:r>
              <a:rPr sz="700" spc="55" dirty="0">
                <a:solidFill>
                  <a:srgbClr val="898989"/>
                </a:solidFill>
                <a:latin typeface="Arial MT"/>
                <a:cs typeface="Arial MT"/>
              </a:rPr>
              <a:t> </a:t>
            </a:r>
            <a:r>
              <a:rPr sz="700" dirty="0">
                <a:solidFill>
                  <a:srgbClr val="898989"/>
                </a:solidFill>
                <a:latin typeface="Arial MT"/>
                <a:cs typeface="Arial MT"/>
              </a:rPr>
              <a:t>or</a:t>
            </a:r>
            <a:r>
              <a:rPr sz="700" spc="5" dirty="0">
                <a:solidFill>
                  <a:srgbClr val="898989"/>
                </a:solidFill>
                <a:latin typeface="Arial MT"/>
                <a:cs typeface="Arial MT"/>
              </a:rPr>
              <a:t> </a:t>
            </a:r>
            <a:r>
              <a:rPr sz="700" spc="-145" dirty="0">
                <a:solidFill>
                  <a:srgbClr val="595959"/>
                </a:solidFill>
                <a:latin typeface="Arial MT"/>
                <a:cs typeface="Arial MT"/>
              </a:rPr>
              <a:t>me</a:t>
            </a:r>
            <a:r>
              <a:rPr sz="700" spc="-60" dirty="0">
                <a:solidFill>
                  <a:srgbClr val="595959"/>
                </a:solidFill>
                <a:latin typeface="Arial MT"/>
                <a:cs typeface="Arial MT"/>
              </a:rPr>
              <a:t> </a:t>
            </a:r>
            <a:r>
              <a:rPr sz="700" dirty="0">
                <a:solidFill>
                  <a:srgbClr val="6B6B6B"/>
                </a:solidFill>
                <a:latin typeface="Arial MT"/>
                <a:cs typeface="Arial MT"/>
              </a:rPr>
              <a:t>aff'Iia</a:t>
            </a:r>
            <a:r>
              <a:rPr sz="700" spc="75" dirty="0">
                <a:solidFill>
                  <a:srgbClr val="6B6B6B"/>
                </a:solidFill>
                <a:latin typeface="Arial MT"/>
                <a:cs typeface="Arial MT"/>
              </a:rPr>
              <a:t> </a:t>
            </a:r>
            <a:r>
              <a:rPr sz="700" spc="-50" dirty="0">
                <a:solidFill>
                  <a:srgbClr val="6B6B6B"/>
                </a:solidFill>
                <a:latin typeface="Arial MT"/>
                <a:cs typeface="Arial MT"/>
              </a:rPr>
              <a:t>es.</a:t>
            </a:r>
            <a:r>
              <a:rPr sz="700" dirty="0">
                <a:solidFill>
                  <a:srgbClr val="6B6B6B"/>
                </a:solidFill>
                <a:latin typeface="Arial MT"/>
                <a:cs typeface="Arial MT"/>
              </a:rPr>
              <a:t> </a:t>
            </a:r>
            <a:r>
              <a:rPr sz="700" spc="-50" dirty="0">
                <a:solidFill>
                  <a:srgbClr val="808080"/>
                </a:solidFill>
                <a:latin typeface="Arial MT"/>
                <a:cs typeface="Arial MT"/>
              </a:rPr>
              <a:t>Ah </a:t>
            </a:r>
            <a:r>
              <a:rPr sz="700" spc="60" dirty="0">
                <a:solidFill>
                  <a:srgbClr val="5D5D5D"/>
                </a:solidFill>
                <a:latin typeface="Arial MT"/>
                <a:cs typeface="Arial MT"/>
              </a:rPr>
              <a:t>nghs</a:t>
            </a:r>
            <a:r>
              <a:rPr sz="700" spc="240" dirty="0">
                <a:solidFill>
                  <a:srgbClr val="5D5D5D"/>
                </a:solidFill>
                <a:latin typeface="Arial MT"/>
                <a:cs typeface="Arial MT"/>
              </a:rPr>
              <a:t> </a:t>
            </a:r>
            <a:r>
              <a:rPr sz="700" spc="-10" dirty="0">
                <a:solidFill>
                  <a:srgbClr val="7C7C7C"/>
                </a:solidFill>
                <a:latin typeface="Arial MT"/>
                <a:cs typeface="Arial MT"/>
              </a:rPr>
              <a:t>eservecl</a:t>
            </a:r>
            <a:endParaRPr sz="700">
              <a:latin typeface="Arial MT"/>
              <a:cs typeface="Arial MT"/>
            </a:endParaRPr>
          </a:p>
        </p:txBody>
      </p:sp>
      <p:sp>
        <p:nvSpPr>
          <p:cNvPr id="4" name="object 4" descr="$PPTXTitle"/>
          <p:cNvSpPr txBox="1">
            <a:spLocks noGrp="1"/>
          </p:cNvSpPr>
          <p:nvPr>
            <p:ph type="title"/>
          </p:nvPr>
        </p:nvSpPr>
        <p:spPr>
          <a:xfrm>
            <a:off x="4793803" y="1384424"/>
            <a:ext cx="5611495" cy="1113790"/>
          </a:xfrm>
          <a:prstGeom prst="rect">
            <a:avLst/>
          </a:prstGeom>
        </p:spPr>
        <p:txBody>
          <a:bodyPr vert="horz" wrap="square" lIns="0" tIns="0" rIns="0" bIns="0" rtlCol="0">
            <a:spAutoFit/>
          </a:bodyPr>
          <a:lstStyle/>
          <a:p>
            <a:pPr marL="12700" marR="8255" indent="6985">
              <a:lnSpc>
                <a:spcPct val="104800"/>
              </a:lnSpc>
            </a:pPr>
            <a:r>
              <a:rPr sz="1700" spc="-125" dirty="0">
                <a:solidFill>
                  <a:srgbClr val="0C0C0C"/>
                </a:solidFill>
                <a:latin typeface="Arial MT"/>
                <a:cs typeface="Arial MT"/>
              </a:rPr>
              <a:t>You</a:t>
            </a:r>
            <a:r>
              <a:rPr sz="1700" spc="-5" dirty="0">
                <a:solidFill>
                  <a:srgbClr val="0C0C0C"/>
                </a:solidFill>
                <a:latin typeface="Arial MT"/>
                <a:cs typeface="Arial MT"/>
              </a:rPr>
              <a:t> </a:t>
            </a:r>
            <a:r>
              <a:rPr sz="1700" spc="-95" dirty="0">
                <a:latin typeface="Arial MT"/>
                <a:cs typeface="Arial MT"/>
              </a:rPr>
              <a:t>can</a:t>
            </a:r>
            <a:r>
              <a:rPr sz="1700" spc="-25" dirty="0">
                <a:latin typeface="Arial MT"/>
                <a:cs typeface="Arial MT"/>
              </a:rPr>
              <a:t> </a:t>
            </a:r>
            <a:r>
              <a:rPr sz="1700" spc="-95" dirty="0">
                <a:solidFill>
                  <a:srgbClr val="181818"/>
                </a:solidFill>
                <a:latin typeface="Arial MT"/>
                <a:cs typeface="Arial MT"/>
              </a:rPr>
              <a:t>use</a:t>
            </a:r>
            <a:r>
              <a:rPr sz="1700" spc="-25" dirty="0">
                <a:solidFill>
                  <a:srgbClr val="181818"/>
                </a:solidFill>
                <a:latin typeface="Arial MT"/>
                <a:cs typeface="Arial MT"/>
              </a:rPr>
              <a:t> </a:t>
            </a:r>
            <a:r>
              <a:rPr sz="1700" spc="-85" dirty="0">
                <a:latin typeface="Arial MT"/>
                <a:cs typeface="Arial MT"/>
              </a:rPr>
              <a:t>Amazon</a:t>
            </a:r>
            <a:r>
              <a:rPr sz="1700" spc="-35" dirty="0">
                <a:latin typeface="Arial MT"/>
                <a:cs typeface="Arial MT"/>
              </a:rPr>
              <a:t> </a:t>
            </a:r>
            <a:r>
              <a:rPr sz="1700" spc="-210" dirty="0">
                <a:solidFill>
                  <a:srgbClr val="181818"/>
                </a:solidFill>
                <a:latin typeface="Arial MT"/>
                <a:cs typeface="Arial MT"/>
              </a:rPr>
              <a:t>SNS</a:t>
            </a:r>
            <a:r>
              <a:rPr sz="1700" spc="15" dirty="0">
                <a:solidFill>
                  <a:srgbClr val="181818"/>
                </a:solidFill>
                <a:latin typeface="Arial MT"/>
                <a:cs typeface="Arial MT"/>
              </a:rPr>
              <a:t> </a:t>
            </a:r>
            <a:r>
              <a:rPr sz="1700" dirty="0">
                <a:solidFill>
                  <a:srgbClr val="1C1C1C"/>
                </a:solidFill>
                <a:latin typeface="Arial MT"/>
                <a:cs typeface="Arial MT"/>
              </a:rPr>
              <a:t>to</a:t>
            </a:r>
            <a:r>
              <a:rPr sz="1700" spc="105" dirty="0">
                <a:solidFill>
                  <a:srgbClr val="1C1C1C"/>
                </a:solidFill>
                <a:latin typeface="Arial MT"/>
                <a:cs typeface="Arial MT"/>
              </a:rPr>
              <a:t> </a:t>
            </a:r>
            <a:r>
              <a:rPr sz="1700" spc="-70" dirty="0">
                <a:solidFill>
                  <a:srgbClr val="0E0E0E"/>
                </a:solidFill>
                <a:latin typeface="Arial MT"/>
                <a:cs typeface="Arial MT"/>
              </a:rPr>
              <a:t>create</a:t>
            </a:r>
            <a:r>
              <a:rPr sz="1700" spc="-45" dirty="0">
                <a:solidFill>
                  <a:srgbClr val="0E0E0E"/>
                </a:solidFill>
                <a:latin typeface="Arial MT"/>
                <a:cs typeface="Arial MT"/>
              </a:rPr>
              <a:t> </a:t>
            </a:r>
            <a:r>
              <a:rPr sz="1700" spc="-35" dirty="0">
                <a:latin typeface="Arial MT"/>
                <a:cs typeface="Arial MT"/>
              </a:rPr>
              <a:t>topics.</a:t>
            </a:r>
            <a:r>
              <a:rPr sz="1700" spc="-50" dirty="0">
                <a:latin typeface="Arial MT"/>
                <a:cs typeface="Arial MT"/>
              </a:rPr>
              <a:t> </a:t>
            </a:r>
            <a:r>
              <a:rPr sz="1700" spc="-200" dirty="0">
                <a:solidFill>
                  <a:srgbClr val="0E0E0E"/>
                </a:solidFill>
                <a:latin typeface="Arial MT"/>
                <a:cs typeface="Arial MT"/>
              </a:rPr>
              <a:t>A</a:t>
            </a:r>
            <a:r>
              <a:rPr sz="1700" spc="40" dirty="0">
                <a:solidFill>
                  <a:srgbClr val="0E0E0E"/>
                </a:solidFill>
                <a:latin typeface="Arial MT"/>
                <a:cs typeface="Arial MT"/>
              </a:rPr>
              <a:t> </a:t>
            </a:r>
            <a:r>
              <a:rPr sz="1700" dirty="0">
                <a:latin typeface="Arial MT"/>
                <a:cs typeface="Arial MT"/>
              </a:rPr>
              <a:t>topic</a:t>
            </a:r>
            <a:r>
              <a:rPr sz="1700" spc="25" dirty="0">
                <a:latin typeface="Arial MT"/>
                <a:cs typeface="Arial MT"/>
              </a:rPr>
              <a:t> </a:t>
            </a:r>
            <a:r>
              <a:rPr sz="1700" spc="-100" dirty="0">
                <a:solidFill>
                  <a:srgbClr val="333333"/>
                </a:solidFill>
                <a:latin typeface="Arial MT"/>
                <a:cs typeface="Arial MT"/>
              </a:rPr>
              <a:t>is</a:t>
            </a:r>
            <a:r>
              <a:rPr sz="1700" spc="-30" dirty="0">
                <a:solidFill>
                  <a:srgbClr val="333333"/>
                </a:solidFill>
                <a:latin typeface="Arial MT"/>
                <a:cs typeface="Arial MT"/>
              </a:rPr>
              <a:t> </a:t>
            </a:r>
            <a:r>
              <a:rPr sz="1700" spc="-25" dirty="0">
                <a:solidFill>
                  <a:srgbClr val="161616"/>
                </a:solidFill>
                <a:latin typeface="Arial MT"/>
                <a:cs typeface="Arial MT"/>
              </a:rPr>
              <a:t>an</a:t>
            </a:r>
            <a:r>
              <a:rPr sz="1700" spc="500" dirty="0">
                <a:solidFill>
                  <a:srgbClr val="161616"/>
                </a:solidFill>
                <a:latin typeface="Arial MT"/>
                <a:cs typeface="Arial MT"/>
              </a:rPr>
              <a:t> </a:t>
            </a:r>
            <a:r>
              <a:rPr sz="1700" spc="-150" dirty="0">
                <a:latin typeface="Arial MT"/>
                <a:cs typeface="Arial MT"/>
              </a:rPr>
              <a:t>access</a:t>
            </a:r>
            <a:r>
              <a:rPr sz="1700" spc="30" dirty="0">
                <a:latin typeface="Arial MT"/>
                <a:cs typeface="Arial MT"/>
              </a:rPr>
              <a:t> </a:t>
            </a:r>
            <a:r>
              <a:rPr sz="1700" dirty="0">
                <a:latin typeface="Arial MT"/>
                <a:cs typeface="Arial MT"/>
              </a:rPr>
              <a:t>point,</a:t>
            </a:r>
            <a:r>
              <a:rPr sz="1700" spc="-120" dirty="0">
                <a:latin typeface="Arial MT"/>
                <a:cs typeface="Arial MT"/>
              </a:rPr>
              <a:t> </a:t>
            </a:r>
            <a:r>
              <a:rPr sz="1700" spc="-20" dirty="0">
                <a:solidFill>
                  <a:srgbClr val="111111"/>
                </a:solidFill>
                <a:latin typeface="Arial MT"/>
                <a:cs typeface="Arial MT"/>
              </a:rPr>
              <a:t>which</a:t>
            </a:r>
            <a:r>
              <a:rPr sz="1700" spc="-100" dirty="0">
                <a:solidFill>
                  <a:srgbClr val="111111"/>
                </a:solidFill>
                <a:latin typeface="Arial MT"/>
                <a:cs typeface="Arial MT"/>
              </a:rPr>
              <a:t> </a:t>
            </a:r>
            <a:r>
              <a:rPr sz="1700" spc="-20" dirty="0">
                <a:latin typeface="Arial MT"/>
                <a:cs typeface="Arial MT"/>
              </a:rPr>
              <a:t>identifies</a:t>
            </a:r>
            <a:r>
              <a:rPr sz="1700" spc="-90" dirty="0">
                <a:latin typeface="Arial MT"/>
                <a:cs typeface="Arial MT"/>
              </a:rPr>
              <a:t> </a:t>
            </a:r>
            <a:r>
              <a:rPr sz="1700" spc="-190" dirty="0">
                <a:solidFill>
                  <a:srgbClr val="262626"/>
                </a:solidFill>
                <a:latin typeface="Arial MT"/>
                <a:cs typeface="Arial MT"/>
              </a:rPr>
              <a:t>a</a:t>
            </a:r>
            <a:r>
              <a:rPr sz="1700" spc="45" dirty="0">
                <a:solidFill>
                  <a:srgbClr val="262626"/>
                </a:solidFill>
                <a:latin typeface="Arial MT"/>
                <a:cs typeface="Arial MT"/>
              </a:rPr>
              <a:t> </a:t>
            </a:r>
            <a:r>
              <a:rPr sz="1700" spc="-45" dirty="0">
                <a:latin typeface="Arial MT"/>
                <a:cs typeface="Arial MT"/>
              </a:rPr>
              <a:t>specific</a:t>
            </a:r>
            <a:r>
              <a:rPr sz="1700" spc="-5" dirty="0">
                <a:latin typeface="Arial MT"/>
                <a:cs typeface="Arial MT"/>
              </a:rPr>
              <a:t> </a:t>
            </a:r>
            <a:r>
              <a:rPr sz="1700" spc="-50" dirty="0">
                <a:latin typeface="Arial MT"/>
                <a:cs typeface="Arial MT"/>
              </a:rPr>
              <a:t>subject</a:t>
            </a:r>
            <a:r>
              <a:rPr sz="1700" spc="30" dirty="0">
                <a:latin typeface="Arial MT"/>
                <a:cs typeface="Arial MT"/>
              </a:rPr>
              <a:t> </a:t>
            </a:r>
            <a:r>
              <a:rPr sz="1700" dirty="0">
                <a:latin typeface="Arial MT"/>
                <a:cs typeface="Arial MT"/>
              </a:rPr>
              <a:t>or</a:t>
            </a:r>
            <a:r>
              <a:rPr sz="1700" spc="-100" dirty="0">
                <a:latin typeface="Arial MT"/>
                <a:cs typeface="Arial MT"/>
              </a:rPr>
              <a:t> </a:t>
            </a:r>
            <a:r>
              <a:rPr sz="1700" spc="-30" dirty="0">
                <a:latin typeface="Arial MT"/>
                <a:cs typeface="Arial MT"/>
              </a:rPr>
              <a:t>event</a:t>
            </a:r>
            <a:r>
              <a:rPr sz="1700" spc="-45" dirty="0">
                <a:latin typeface="Arial MT"/>
                <a:cs typeface="Arial MT"/>
              </a:rPr>
              <a:t> </a:t>
            </a:r>
            <a:r>
              <a:rPr sz="1700" spc="-10" dirty="0">
                <a:latin typeface="Arial MT"/>
                <a:cs typeface="Arial MT"/>
              </a:rPr>
              <a:t>type.</a:t>
            </a:r>
            <a:endParaRPr sz="1700">
              <a:latin typeface="Arial MT"/>
              <a:cs typeface="Arial MT"/>
            </a:endParaRPr>
          </a:p>
          <a:p>
            <a:pPr marL="16510" marR="5080" indent="3175">
              <a:lnSpc>
                <a:spcPct val="106600"/>
              </a:lnSpc>
              <a:spcBef>
                <a:spcPts val="40"/>
              </a:spcBef>
            </a:pPr>
            <a:r>
              <a:rPr sz="1700" spc="-210" dirty="0">
                <a:latin typeface="Arial MT"/>
                <a:cs typeface="Arial MT"/>
              </a:rPr>
              <a:t>SNS</a:t>
            </a:r>
            <a:r>
              <a:rPr sz="1700" spc="15" dirty="0">
                <a:latin typeface="Arial MT"/>
                <a:cs typeface="Arial MT"/>
              </a:rPr>
              <a:t> </a:t>
            </a:r>
            <a:r>
              <a:rPr sz="1700" spc="-30" dirty="0">
                <a:latin typeface="Arial MT"/>
                <a:cs typeface="Arial MT"/>
              </a:rPr>
              <a:t>topics</a:t>
            </a:r>
            <a:r>
              <a:rPr sz="1700" spc="-90" dirty="0">
                <a:latin typeface="Arial MT"/>
                <a:cs typeface="Arial MT"/>
              </a:rPr>
              <a:t> </a:t>
            </a:r>
            <a:r>
              <a:rPr sz="1700" spc="-80" dirty="0">
                <a:solidFill>
                  <a:srgbClr val="0F0F0F"/>
                </a:solidFill>
                <a:latin typeface="Arial MT"/>
                <a:cs typeface="Arial MT"/>
              </a:rPr>
              <a:t>are</a:t>
            </a:r>
            <a:r>
              <a:rPr sz="1700" spc="-40" dirty="0">
                <a:solidFill>
                  <a:srgbClr val="0F0F0F"/>
                </a:solidFill>
                <a:latin typeface="Arial MT"/>
                <a:cs typeface="Arial MT"/>
              </a:rPr>
              <a:t> </a:t>
            </a:r>
            <a:r>
              <a:rPr sz="1700" spc="-20" dirty="0">
                <a:latin typeface="Arial MT"/>
                <a:cs typeface="Arial MT"/>
              </a:rPr>
              <a:t>defined</a:t>
            </a:r>
            <a:r>
              <a:rPr sz="1700" spc="-15" dirty="0">
                <a:latin typeface="Arial MT"/>
                <a:cs typeface="Arial MT"/>
              </a:rPr>
              <a:t> </a:t>
            </a:r>
            <a:r>
              <a:rPr sz="1700" spc="-125" dirty="0">
                <a:solidFill>
                  <a:srgbClr val="161616"/>
                </a:solidFill>
                <a:latin typeface="Arial MT"/>
                <a:cs typeface="Arial MT"/>
              </a:rPr>
              <a:t>as</a:t>
            </a:r>
            <a:r>
              <a:rPr sz="1700" spc="-95" dirty="0">
                <a:solidFill>
                  <a:srgbClr val="161616"/>
                </a:solidFill>
                <a:latin typeface="Arial MT"/>
                <a:cs typeface="Arial MT"/>
              </a:rPr>
              <a:t> </a:t>
            </a:r>
            <a:r>
              <a:rPr sz="1700" spc="-35" dirty="0">
                <a:latin typeface="Arial MT"/>
                <a:cs typeface="Arial MT"/>
              </a:rPr>
              <a:t>standard</a:t>
            </a:r>
            <a:r>
              <a:rPr sz="1700" spc="-10" dirty="0">
                <a:latin typeface="Arial MT"/>
                <a:cs typeface="Arial MT"/>
              </a:rPr>
              <a:t> </a:t>
            </a:r>
            <a:r>
              <a:rPr sz="1700" spc="-30" dirty="0">
                <a:latin typeface="Arial MT"/>
                <a:cs typeface="Arial MT"/>
              </a:rPr>
              <a:t>topics</a:t>
            </a:r>
            <a:r>
              <a:rPr sz="1700" spc="-25" dirty="0">
                <a:latin typeface="Arial MT"/>
                <a:cs typeface="Arial MT"/>
              </a:rPr>
              <a:t> </a:t>
            </a:r>
            <a:r>
              <a:rPr sz="1700" dirty="0">
                <a:latin typeface="Arial MT"/>
                <a:cs typeface="Arial MT"/>
              </a:rPr>
              <a:t>or</a:t>
            </a:r>
            <a:r>
              <a:rPr sz="1700" spc="-60" dirty="0">
                <a:latin typeface="Arial MT"/>
                <a:cs typeface="Arial MT"/>
              </a:rPr>
              <a:t> </a:t>
            </a:r>
            <a:r>
              <a:rPr sz="1700" spc="-25" dirty="0">
                <a:latin typeface="Arial MT"/>
                <a:cs typeface="Arial MT"/>
              </a:rPr>
              <a:t>First-in-First-out </a:t>
            </a:r>
            <a:r>
              <a:rPr sz="1700" spc="-155" dirty="0">
                <a:latin typeface="Arial MT"/>
                <a:cs typeface="Arial MT"/>
              </a:rPr>
              <a:t>(FIFO)</a:t>
            </a:r>
            <a:r>
              <a:rPr sz="1700" spc="35" dirty="0">
                <a:latin typeface="Arial MT"/>
                <a:cs typeface="Arial MT"/>
              </a:rPr>
              <a:t> </a:t>
            </a:r>
            <a:r>
              <a:rPr sz="1700" spc="-40" dirty="0">
                <a:latin typeface="Arial MT"/>
                <a:cs typeface="Arial MT"/>
              </a:rPr>
              <a:t>topics.</a:t>
            </a:r>
            <a:r>
              <a:rPr sz="1700" spc="-45" dirty="0">
                <a:latin typeface="Arial MT"/>
                <a:cs typeface="Arial MT"/>
              </a:rPr>
              <a:t> </a:t>
            </a:r>
            <a:r>
              <a:rPr sz="1700" spc="-105" dirty="0">
                <a:latin typeface="Arial MT"/>
                <a:cs typeface="Arial MT"/>
              </a:rPr>
              <a:t>Choose</a:t>
            </a:r>
            <a:r>
              <a:rPr sz="1700" spc="80" dirty="0">
                <a:latin typeface="Arial MT"/>
                <a:cs typeface="Arial MT"/>
              </a:rPr>
              <a:t> </a:t>
            </a:r>
            <a:r>
              <a:rPr sz="1700" spc="-105" dirty="0">
                <a:latin typeface="Arial MT"/>
                <a:cs typeface="Arial MT"/>
              </a:rPr>
              <a:t>each</a:t>
            </a:r>
            <a:r>
              <a:rPr sz="1700" spc="-15" dirty="0">
                <a:latin typeface="Arial MT"/>
                <a:cs typeface="Arial MT"/>
              </a:rPr>
              <a:t> </a:t>
            </a:r>
            <a:r>
              <a:rPr sz="1700" dirty="0">
                <a:solidFill>
                  <a:srgbClr val="0C0C0C"/>
                </a:solidFill>
                <a:latin typeface="Arial MT"/>
                <a:cs typeface="Arial MT"/>
              </a:rPr>
              <a:t>topic</a:t>
            </a:r>
            <a:r>
              <a:rPr sz="1700" spc="-35" dirty="0">
                <a:solidFill>
                  <a:srgbClr val="0C0C0C"/>
                </a:solidFill>
                <a:latin typeface="Arial MT"/>
                <a:cs typeface="Arial MT"/>
              </a:rPr>
              <a:t> </a:t>
            </a:r>
            <a:r>
              <a:rPr sz="1700" dirty="0">
                <a:solidFill>
                  <a:srgbClr val="131313"/>
                </a:solidFill>
                <a:latin typeface="Arial MT"/>
                <a:cs typeface="Arial MT"/>
              </a:rPr>
              <a:t>to</a:t>
            </a:r>
            <a:r>
              <a:rPr sz="1700" spc="-55" dirty="0">
                <a:solidFill>
                  <a:srgbClr val="131313"/>
                </a:solidFill>
                <a:latin typeface="Arial MT"/>
                <a:cs typeface="Arial MT"/>
              </a:rPr>
              <a:t> </a:t>
            </a:r>
            <a:r>
              <a:rPr sz="1700" spc="-45" dirty="0">
                <a:latin typeface="Arial MT"/>
                <a:cs typeface="Arial MT"/>
              </a:rPr>
              <a:t>learn</a:t>
            </a:r>
            <a:r>
              <a:rPr sz="1700" spc="-40" dirty="0">
                <a:latin typeface="Arial MT"/>
                <a:cs typeface="Arial MT"/>
              </a:rPr>
              <a:t> </a:t>
            </a:r>
            <a:r>
              <a:rPr sz="1700" spc="-10" dirty="0">
                <a:latin typeface="Arial MT"/>
                <a:cs typeface="Arial MT"/>
              </a:rPr>
              <a:t>more.</a:t>
            </a:r>
            <a:endParaRPr sz="1700">
              <a:latin typeface="Arial MT"/>
              <a:cs typeface="Arial MT"/>
            </a:endParaRPr>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370964" y="365125"/>
            <a:ext cx="9449816" cy="5287009"/>
          </a:xfrm>
          <a:prstGeom prst="rect">
            <a:avLst/>
          </a:prstGeom>
        </p:spPr>
      </p:pic>
      <p:sp>
        <p:nvSpPr>
          <p:cNvPr id="3" name="object 3"/>
          <p:cNvSpPr txBox="1"/>
          <p:nvPr/>
        </p:nvSpPr>
        <p:spPr>
          <a:xfrm>
            <a:off x="1687070" y="5396518"/>
            <a:ext cx="2667000" cy="140335"/>
          </a:xfrm>
          <a:prstGeom prst="rect">
            <a:avLst/>
          </a:prstGeom>
        </p:spPr>
        <p:txBody>
          <a:bodyPr vert="horz" wrap="square" lIns="0" tIns="12700" rIns="0" bIns="0" rtlCol="0">
            <a:spAutoFit/>
          </a:bodyPr>
          <a:lstStyle/>
          <a:p>
            <a:pPr marL="12700">
              <a:lnSpc>
                <a:spcPct val="100000"/>
              </a:lnSpc>
              <a:spcBef>
                <a:spcPts val="100"/>
              </a:spcBef>
            </a:pPr>
            <a:r>
              <a:rPr sz="750" dirty="0">
                <a:solidFill>
                  <a:srgbClr val="757575"/>
                </a:solidFill>
                <a:latin typeface="Arial MT"/>
                <a:cs typeface="Arial MT"/>
              </a:rPr>
              <a:t>O2o2</a:t>
            </a:r>
            <a:r>
              <a:rPr sz="750" dirty="0">
                <a:solidFill>
                  <a:srgbClr val="898989"/>
                </a:solidFill>
                <a:latin typeface="Arial MT"/>
                <a:cs typeface="Arial MT"/>
              </a:rPr>
              <a:t>1</a:t>
            </a:r>
            <a:r>
              <a:rPr sz="750" spc="-25" dirty="0">
                <a:solidFill>
                  <a:srgbClr val="898989"/>
                </a:solidFill>
                <a:latin typeface="Arial MT"/>
                <a:cs typeface="Arial MT"/>
              </a:rPr>
              <a:t> </a:t>
            </a:r>
            <a:r>
              <a:rPr sz="750" spc="55" dirty="0">
                <a:solidFill>
                  <a:srgbClr val="8A8A8A"/>
                </a:solidFill>
                <a:latin typeface="Arial MT"/>
                <a:cs typeface="Arial MT"/>
              </a:rPr>
              <a:t>Arnam</a:t>
            </a:r>
            <a:r>
              <a:rPr sz="750" spc="-20" dirty="0">
                <a:solidFill>
                  <a:srgbClr val="8A8A8A"/>
                </a:solidFill>
                <a:latin typeface="Arial MT"/>
                <a:cs typeface="Arial MT"/>
              </a:rPr>
              <a:t> </a:t>
            </a:r>
            <a:r>
              <a:rPr sz="750" spc="-10" dirty="0">
                <a:solidFill>
                  <a:srgbClr val="4D4D4D"/>
                </a:solidFill>
                <a:latin typeface="Arial MT"/>
                <a:cs typeface="Arial MT"/>
              </a:rPr>
              <a:t>web</a:t>
            </a:r>
            <a:r>
              <a:rPr sz="750" spc="-35" dirty="0">
                <a:solidFill>
                  <a:srgbClr val="4D4D4D"/>
                </a:solidFill>
                <a:latin typeface="Arial MT"/>
                <a:cs typeface="Arial MT"/>
              </a:rPr>
              <a:t> </a:t>
            </a:r>
            <a:r>
              <a:rPr sz="750" spc="-55" dirty="0">
                <a:solidFill>
                  <a:srgbClr val="858585"/>
                </a:solidFill>
                <a:latin typeface="Arial MT"/>
                <a:cs typeface="Arial MT"/>
              </a:rPr>
              <a:t>Ser«toz&gt;</a:t>
            </a:r>
            <a:r>
              <a:rPr sz="750" spc="50" dirty="0">
                <a:solidFill>
                  <a:srgbClr val="858585"/>
                </a:solidFill>
                <a:latin typeface="Arial MT"/>
                <a:cs typeface="Arial MT"/>
              </a:rPr>
              <a:t> </a:t>
            </a:r>
            <a:r>
              <a:rPr sz="750" dirty="0">
                <a:solidFill>
                  <a:srgbClr val="8E8E8E"/>
                </a:solidFill>
                <a:latin typeface="Arial MT"/>
                <a:cs typeface="Arial MT"/>
              </a:rPr>
              <a:t>inc</a:t>
            </a:r>
            <a:r>
              <a:rPr sz="750" spc="65" dirty="0">
                <a:solidFill>
                  <a:srgbClr val="8E8E8E"/>
                </a:solidFill>
                <a:latin typeface="Arial MT"/>
                <a:cs typeface="Arial MT"/>
              </a:rPr>
              <a:t> </a:t>
            </a:r>
            <a:r>
              <a:rPr sz="750" spc="-30" dirty="0">
                <a:solidFill>
                  <a:srgbClr val="808080"/>
                </a:solidFill>
                <a:latin typeface="Arial MT"/>
                <a:cs typeface="Arial MT"/>
              </a:rPr>
              <a:t>or</a:t>
            </a:r>
            <a:r>
              <a:rPr sz="750" spc="-20" dirty="0">
                <a:solidFill>
                  <a:srgbClr val="808080"/>
                </a:solidFill>
                <a:latin typeface="Arial MT"/>
                <a:cs typeface="Arial MT"/>
              </a:rPr>
              <a:t> </a:t>
            </a:r>
            <a:r>
              <a:rPr sz="750" spc="-175" dirty="0">
                <a:solidFill>
                  <a:srgbClr val="4F4F4F"/>
                </a:solidFill>
                <a:latin typeface="Arial MT"/>
                <a:cs typeface="Arial MT"/>
              </a:rPr>
              <a:t>me</a:t>
            </a:r>
            <a:r>
              <a:rPr sz="750" spc="-70" dirty="0">
                <a:solidFill>
                  <a:srgbClr val="4F4F4F"/>
                </a:solidFill>
                <a:latin typeface="Arial MT"/>
                <a:cs typeface="Arial MT"/>
              </a:rPr>
              <a:t> </a:t>
            </a:r>
            <a:r>
              <a:rPr sz="750" spc="-35" dirty="0">
                <a:solidFill>
                  <a:srgbClr val="262626"/>
                </a:solidFill>
                <a:latin typeface="Arial MT"/>
                <a:cs typeface="Arial MT"/>
              </a:rPr>
              <a:t>aGliares.</a:t>
            </a:r>
            <a:r>
              <a:rPr sz="750" spc="5" dirty="0">
                <a:solidFill>
                  <a:srgbClr val="262626"/>
                </a:solidFill>
                <a:latin typeface="Arial MT"/>
                <a:cs typeface="Arial MT"/>
              </a:rPr>
              <a:t> </a:t>
            </a:r>
            <a:r>
              <a:rPr sz="750" spc="-25" dirty="0">
                <a:solidFill>
                  <a:srgbClr val="808080"/>
                </a:solidFill>
                <a:latin typeface="Arial MT"/>
                <a:cs typeface="Arial MT"/>
              </a:rPr>
              <a:t>All</a:t>
            </a:r>
            <a:r>
              <a:rPr sz="750" spc="-70" dirty="0">
                <a:solidFill>
                  <a:srgbClr val="808080"/>
                </a:solidFill>
                <a:latin typeface="Arial MT"/>
                <a:cs typeface="Arial MT"/>
              </a:rPr>
              <a:t> </a:t>
            </a:r>
            <a:r>
              <a:rPr sz="750" spc="-10" dirty="0">
                <a:solidFill>
                  <a:srgbClr val="757575"/>
                </a:solidFill>
                <a:latin typeface="Arial MT"/>
                <a:cs typeface="Arial MT"/>
              </a:rPr>
              <a:t>nghts</a:t>
            </a:r>
            <a:r>
              <a:rPr sz="750" spc="-25" dirty="0">
                <a:solidFill>
                  <a:srgbClr val="757575"/>
                </a:solidFill>
                <a:latin typeface="Arial MT"/>
                <a:cs typeface="Arial MT"/>
              </a:rPr>
              <a:t> </a:t>
            </a:r>
            <a:r>
              <a:rPr sz="750" spc="-30" dirty="0">
                <a:solidFill>
                  <a:srgbClr val="727272"/>
                </a:solidFill>
                <a:latin typeface="Arial MT"/>
                <a:cs typeface="Arial MT"/>
              </a:rPr>
              <a:t>rasen*ed</a:t>
            </a:r>
            <a:endParaRPr sz="750">
              <a:latin typeface="Arial MT"/>
              <a:cs typeface="Arial MT"/>
            </a:endParaRPr>
          </a:p>
        </p:txBody>
      </p:sp>
      <p:sp>
        <p:nvSpPr>
          <p:cNvPr id="4" name="object 4" descr="$PPTXTitle"/>
          <p:cNvSpPr txBox="1">
            <a:spLocks noGrp="1"/>
          </p:cNvSpPr>
          <p:nvPr>
            <p:ph type="title"/>
          </p:nvPr>
        </p:nvSpPr>
        <p:spPr>
          <a:xfrm>
            <a:off x="4796129" y="1374897"/>
            <a:ext cx="5611495" cy="1136650"/>
          </a:xfrm>
          <a:prstGeom prst="rect">
            <a:avLst/>
          </a:prstGeom>
        </p:spPr>
        <p:txBody>
          <a:bodyPr vert="horz" wrap="square" lIns="0" tIns="26034" rIns="0" bIns="0" rtlCol="0">
            <a:spAutoFit/>
          </a:bodyPr>
          <a:lstStyle/>
          <a:p>
            <a:pPr marL="12700" marR="5080" indent="9525">
              <a:lnSpc>
                <a:spcPts val="2180"/>
              </a:lnSpc>
              <a:spcBef>
                <a:spcPts val="204"/>
              </a:spcBef>
            </a:pPr>
            <a:r>
              <a:rPr sz="1850" spc="-220" dirty="0">
                <a:latin typeface="Arial MT"/>
                <a:cs typeface="Arial MT"/>
              </a:rPr>
              <a:t>You</a:t>
            </a:r>
            <a:r>
              <a:rPr sz="1850" dirty="0">
                <a:latin typeface="Arial MT"/>
                <a:cs typeface="Arial MT"/>
              </a:rPr>
              <a:t> </a:t>
            </a:r>
            <a:r>
              <a:rPr sz="1850" spc="-190" dirty="0">
                <a:latin typeface="Arial MT"/>
                <a:cs typeface="Arial MT"/>
              </a:rPr>
              <a:t>can</a:t>
            </a:r>
            <a:r>
              <a:rPr sz="1850" spc="15" dirty="0">
                <a:latin typeface="Arial MT"/>
                <a:cs typeface="Arial MT"/>
              </a:rPr>
              <a:t> </a:t>
            </a:r>
            <a:r>
              <a:rPr sz="1850" spc="-200" dirty="0">
                <a:solidFill>
                  <a:srgbClr val="0F0F0F"/>
                </a:solidFill>
                <a:latin typeface="Arial MT"/>
                <a:cs typeface="Arial MT"/>
              </a:rPr>
              <a:t>use</a:t>
            </a:r>
            <a:r>
              <a:rPr sz="1850" spc="70" dirty="0">
                <a:solidFill>
                  <a:srgbClr val="0F0F0F"/>
                </a:solidFill>
                <a:latin typeface="Arial MT"/>
                <a:cs typeface="Arial MT"/>
              </a:rPr>
              <a:t> </a:t>
            </a:r>
            <a:r>
              <a:rPr sz="1850" spc="-180" dirty="0">
                <a:latin typeface="Arial MT"/>
                <a:cs typeface="Arial MT"/>
              </a:rPr>
              <a:t>Amazon</a:t>
            </a:r>
            <a:r>
              <a:rPr sz="1850" spc="35" dirty="0">
                <a:latin typeface="Arial MT"/>
                <a:cs typeface="Arial MT"/>
              </a:rPr>
              <a:t> </a:t>
            </a:r>
            <a:r>
              <a:rPr sz="1850" spc="-310" dirty="0">
                <a:latin typeface="Arial MT"/>
                <a:cs typeface="Arial MT"/>
              </a:rPr>
              <a:t>SNS</a:t>
            </a:r>
            <a:r>
              <a:rPr sz="1850" spc="10" dirty="0">
                <a:latin typeface="Arial MT"/>
                <a:cs typeface="Arial MT"/>
              </a:rPr>
              <a:t> </a:t>
            </a:r>
            <a:r>
              <a:rPr sz="1850" dirty="0">
                <a:latin typeface="Arial MT"/>
                <a:cs typeface="Arial MT"/>
              </a:rPr>
              <a:t>to</a:t>
            </a:r>
            <a:r>
              <a:rPr sz="1850" spc="-85" dirty="0">
                <a:latin typeface="Arial MT"/>
                <a:cs typeface="Arial MT"/>
              </a:rPr>
              <a:t> </a:t>
            </a:r>
            <a:r>
              <a:rPr sz="1850" spc="-140" dirty="0">
                <a:latin typeface="Arial MT"/>
                <a:cs typeface="Arial MT"/>
              </a:rPr>
              <a:t>create</a:t>
            </a:r>
            <a:r>
              <a:rPr sz="1850" spc="-20" dirty="0">
                <a:latin typeface="Arial MT"/>
                <a:cs typeface="Arial MT"/>
              </a:rPr>
              <a:t> </a:t>
            </a:r>
            <a:r>
              <a:rPr sz="1850" spc="-110" dirty="0">
                <a:solidFill>
                  <a:srgbClr val="0F0F0F"/>
                </a:solidFill>
                <a:latin typeface="Arial MT"/>
                <a:cs typeface="Arial MT"/>
              </a:rPr>
              <a:t>topics.</a:t>
            </a:r>
            <a:r>
              <a:rPr sz="1850" spc="5" dirty="0">
                <a:solidFill>
                  <a:srgbClr val="0F0F0F"/>
                </a:solidFill>
                <a:latin typeface="Arial MT"/>
                <a:cs typeface="Arial MT"/>
              </a:rPr>
              <a:t> </a:t>
            </a:r>
            <a:r>
              <a:rPr sz="1850" spc="-229" dirty="0">
                <a:solidFill>
                  <a:srgbClr val="212121"/>
                </a:solidFill>
                <a:latin typeface="Arial MT"/>
                <a:cs typeface="Arial MT"/>
              </a:rPr>
              <a:t>A</a:t>
            </a:r>
            <a:r>
              <a:rPr sz="1850" spc="-55" dirty="0">
                <a:solidFill>
                  <a:srgbClr val="212121"/>
                </a:solidFill>
                <a:latin typeface="Arial MT"/>
                <a:cs typeface="Arial MT"/>
              </a:rPr>
              <a:t> </a:t>
            </a:r>
            <a:r>
              <a:rPr sz="1850" spc="-90" dirty="0">
                <a:latin typeface="Arial MT"/>
                <a:cs typeface="Arial MT"/>
              </a:rPr>
              <a:t>topic</a:t>
            </a:r>
            <a:r>
              <a:rPr sz="1850" spc="-5" dirty="0">
                <a:latin typeface="Arial MT"/>
                <a:cs typeface="Arial MT"/>
              </a:rPr>
              <a:t> </a:t>
            </a:r>
            <a:r>
              <a:rPr sz="1850" spc="-130" dirty="0">
                <a:solidFill>
                  <a:srgbClr val="262626"/>
                </a:solidFill>
                <a:latin typeface="Arial MT"/>
                <a:cs typeface="Arial MT"/>
              </a:rPr>
              <a:t>is</a:t>
            </a:r>
            <a:r>
              <a:rPr sz="1850" spc="-50" dirty="0">
                <a:solidFill>
                  <a:srgbClr val="262626"/>
                </a:solidFill>
                <a:latin typeface="Arial MT"/>
                <a:cs typeface="Arial MT"/>
              </a:rPr>
              <a:t> </a:t>
            </a:r>
            <a:r>
              <a:rPr sz="1850" spc="-25" dirty="0">
                <a:solidFill>
                  <a:srgbClr val="151515"/>
                </a:solidFill>
                <a:latin typeface="Arial MT"/>
                <a:cs typeface="Arial MT"/>
              </a:rPr>
              <a:t>an </a:t>
            </a:r>
            <a:r>
              <a:rPr sz="1850" spc="-229" dirty="0">
                <a:latin typeface="Arial MT"/>
                <a:cs typeface="Arial MT"/>
              </a:rPr>
              <a:t>access</a:t>
            </a:r>
            <a:r>
              <a:rPr sz="1850" spc="25" dirty="0">
                <a:latin typeface="Arial MT"/>
                <a:cs typeface="Arial MT"/>
              </a:rPr>
              <a:t> </a:t>
            </a:r>
            <a:r>
              <a:rPr sz="1850" spc="-70" dirty="0">
                <a:latin typeface="Arial MT"/>
                <a:cs typeface="Arial MT"/>
              </a:rPr>
              <a:t>point,</a:t>
            </a:r>
            <a:r>
              <a:rPr sz="1850" spc="-45" dirty="0">
                <a:latin typeface="Arial MT"/>
                <a:cs typeface="Arial MT"/>
              </a:rPr>
              <a:t> </a:t>
            </a:r>
            <a:r>
              <a:rPr sz="1850" spc="-125" dirty="0">
                <a:solidFill>
                  <a:srgbClr val="151515"/>
                </a:solidFill>
                <a:latin typeface="Arial MT"/>
                <a:cs typeface="Arial MT"/>
              </a:rPr>
              <a:t>which</a:t>
            </a:r>
            <a:r>
              <a:rPr sz="1850" spc="-65" dirty="0">
                <a:solidFill>
                  <a:srgbClr val="151515"/>
                </a:solidFill>
                <a:latin typeface="Arial MT"/>
                <a:cs typeface="Arial MT"/>
              </a:rPr>
              <a:t> </a:t>
            </a:r>
            <a:r>
              <a:rPr sz="1850" spc="-65" dirty="0">
                <a:latin typeface="Arial MT"/>
                <a:cs typeface="Arial MT"/>
              </a:rPr>
              <a:t>identifies</a:t>
            </a:r>
            <a:r>
              <a:rPr sz="1850" spc="30" dirty="0">
                <a:latin typeface="Arial MT"/>
                <a:cs typeface="Arial MT"/>
              </a:rPr>
              <a:t> </a:t>
            </a:r>
            <a:r>
              <a:rPr sz="1850" spc="-270" dirty="0">
                <a:solidFill>
                  <a:srgbClr val="2A2A2A"/>
                </a:solidFill>
                <a:latin typeface="Arial MT"/>
                <a:cs typeface="Arial MT"/>
              </a:rPr>
              <a:t>a</a:t>
            </a:r>
            <a:r>
              <a:rPr sz="1850" spc="10" dirty="0">
                <a:solidFill>
                  <a:srgbClr val="2A2A2A"/>
                </a:solidFill>
                <a:latin typeface="Arial MT"/>
                <a:cs typeface="Arial MT"/>
              </a:rPr>
              <a:t> </a:t>
            </a:r>
            <a:r>
              <a:rPr sz="1850" spc="-130" dirty="0">
                <a:latin typeface="Arial MT"/>
                <a:cs typeface="Arial MT"/>
              </a:rPr>
              <a:t>specific</a:t>
            </a:r>
            <a:r>
              <a:rPr sz="1850" spc="10" dirty="0">
                <a:latin typeface="Arial MT"/>
                <a:cs typeface="Arial MT"/>
              </a:rPr>
              <a:t> </a:t>
            </a:r>
            <a:r>
              <a:rPr sz="1850" spc="-114" dirty="0">
                <a:latin typeface="Arial MT"/>
                <a:cs typeface="Arial MT"/>
              </a:rPr>
              <a:t>subject</a:t>
            </a:r>
            <a:r>
              <a:rPr sz="1850" spc="80" dirty="0">
                <a:latin typeface="Arial MT"/>
                <a:cs typeface="Arial MT"/>
              </a:rPr>
              <a:t> </a:t>
            </a:r>
            <a:r>
              <a:rPr sz="1850" spc="-80" dirty="0">
                <a:latin typeface="Arial MT"/>
                <a:cs typeface="Arial MT"/>
              </a:rPr>
              <a:t>or</a:t>
            </a:r>
            <a:r>
              <a:rPr sz="1850" spc="-65" dirty="0">
                <a:latin typeface="Arial MT"/>
                <a:cs typeface="Arial MT"/>
              </a:rPr>
              <a:t> </a:t>
            </a:r>
            <a:r>
              <a:rPr sz="1850" spc="-120" dirty="0">
                <a:solidFill>
                  <a:srgbClr val="0E0E0E"/>
                </a:solidFill>
                <a:latin typeface="Arial MT"/>
                <a:cs typeface="Arial MT"/>
              </a:rPr>
              <a:t>event</a:t>
            </a:r>
            <a:r>
              <a:rPr sz="1850" spc="20" dirty="0">
                <a:solidFill>
                  <a:srgbClr val="0E0E0E"/>
                </a:solidFill>
                <a:latin typeface="Arial MT"/>
                <a:cs typeface="Arial MT"/>
              </a:rPr>
              <a:t> </a:t>
            </a:r>
            <a:r>
              <a:rPr sz="1850" spc="-45" dirty="0">
                <a:latin typeface="Arial MT"/>
                <a:cs typeface="Arial MT"/>
              </a:rPr>
              <a:t>type. </a:t>
            </a:r>
            <a:r>
              <a:rPr sz="1850" spc="-285" dirty="0">
                <a:latin typeface="Arial MT"/>
                <a:cs typeface="Arial MT"/>
              </a:rPr>
              <a:t>SNS</a:t>
            </a:r>
            <a:r>
              <a:rPr sz="1850" spc="-5" dirty="0">
                <a:latin typeface="Arial MT"/>
                <a:cs typeface="Arial MT"/>
              </a:rPr>
              <a:t> </a:t>
            </a:r>
            <a:r>
              <a:rPr sz="1850" spc="-110" dirty="0">
                <a:latin typeface="Arial MT"/>
                <a:cs typeface="Arial MT"/>
              </a:rPr>
              <a:t>topics</a:t>
            </a:r>
            <a:r>
              <a:rPr sz="1850" spc="-10" dirty="0">
                <a:latin typeface="Arial MT"/>
                <a:cs typeface="Arial MT"/>
              </a:rPr>
              <a:t> </a:t>
            </a:r>
            <a:r>
              <a:rPr sz="1850" spc="-155" dirty="0">
                <a:latin typeface="Arial MT"/>
                <a:cs typeface="Arial MT"/>
              </a:rPr>
              <a:t>are</a:t>
            </a:r>
            <a:r>
              <a:rPr sz="1850" spc="-45" dirty="0">
                <a:latin typeface="Arial MT"/>
                <a:cs typeface="Arial MT"/>
              </a:rPr>
              <a:t> </a:t>
            </a:r>
            <a:r>
              <a:rPr sz="1850" spc="-100" dirty="0">
                <a:latin typeface="Arial MT"/>
                <a:cs typeface="Arial MT"/>
              </a:rPr>
              <a:t>defined</a:t>
            </a:r>
            <a:r>
              <a:rPr sz="1850" spc="25" dirty="0">
                <a:latin typeface="Arial MT"/>
                <a:cs typeface="Arial MT"/>
              </a:rPr>
              <a:t> </a:t>
            </a:r>
            <a:r>
              <a:rPr sz="1850" spc="-195" dirty="0">
                <a:latin typeface="Arial MT"/>
                <a:cs typeface="Arial MT"/>
              </a:rPr>
              <a:t>as</a:t>
            </a:r>
            <a:r>
              <a:rPr sz="1850" spc="-125" dirty="0">
                <a:latin typeface="Arial MT"/>
                <a:cs typeface="Arial MT"/>
              </a:rPr>
              <a:t> </a:t>
            </a:r>
            <a:r>
              <a:rPr sz="1850" spc="-114" dirty="0">
                <a:latin typeface="Arial MT"/>
                <a:cs typeface="Arial MT"/>
              </a:rPr>
              <a:t>standard</a:t>
            </a:r>
            <a:r>
              <a:rPr sz="1850" spc="-60" dirty="0">
                <a:latin typeface="Arial MT"/>
                <a:cs typeface="Arial MT"/>
              </a:rPr>
              <a:t> </a:t>
            </a:r>
            <a:r>
              <a:rPr sz="1850" spc="-95" dirty="0">
                <a:solidFill>
                  <a:srgbClr val="0C0C0C"/>
                </a:solidFill>
                <a:latin typeface="Arial MT"/>
                <a:cs typeface="Arial MT"/>
              </a:rPr>
              <a:t>topics</a:t>
            </a:r>
            <a:r>
              <a:rPr sz="1850" spc="20" dirty="0">
                <a:solidFill>
                  <a:srgbClr val="0C0C0C"/>
                </a:solidFill>
                <a:latin typeface="Arial MT"/>
                <a:cs typeface="Arial MT"/>
              </a:rPr>
              <a:t> </a:t>
            </a:r>
            <a:r>
              <a:rPr sz="1850" spc="-80" dirty="0">
                <a:latin typeface="Arial MT"/>
                <a:cs typeface="Arial MT"/>
              </a:rPr>
              <a:t>or</a:t>
            </a:r>
            <a:r>
              <a:rPr sz="1850" spc="-65" dirty="0">
                <a:latin typeface="Arial MT"/>
                <a:cs typeface="Arial MT"/>
              </a:rPr>
              <a:t> </a:t>
            </a:r>
            <a:r>
              <a:rPr sz="1850" spc="-75" dirty="0">
                <a:latin typeface="Arial MT"/>
                <a:cs typeface="Arial MT"/>
              </a:rPr>
              <a:t>First-</a:t>
            </a:r>
            <a:r>
              <a:rPr sz="1850" spc="-80" dirty="0">
                <a:latin typeface="Arial MT"/>
                <a:cs typeface="Arial MT"/>
              </a:rPr>
              <a:t>in-</a:t>
            </a:r>
            <a:r>
              <a:rPr sz="1850" spc="-75" dirty="0">
                <a:latin typeface="Arial MT"/>
                <a:cs typeface="Arial MT"/>
              </a:rPr>
              <a:t>First-</a:t>
            </a:r>
            <a:r>
              <a:rPr sz="1850" spc="-25" dirty="0">
                <a:latin typeface="Arial MT"/>
                <a:cs typeface="Arial MT"/>
              </a:rPr>
              <a:t>out </a:t>
            </a:r>
            <a:r>
              <a:rPr sz="1850" spc="-235" dirty="0">
                <a:latin typeface="Arial MT"/>
                <a:cs typeface="Arial MT"/>
              </a:rPr>
              <a:t>(FIFO)</a:t>
            </a:r>
            <a:r>
              <a:rPr sz="1850" spc="75" dirty="0">
                <a:latin typeface="Arial MT"/>
                <a:cs typeface="Arial MT"/>
              </a:rPr>
              <a:t> </a:t>
            </a:r>
            <a:r>
              <a:rPr sz="1850" spc="-110" dirty="0">
                <a:latin typeface="Arial MT"/>
                <a:cs typeface="Arial MT"/>
              </a:rPr>
              <a:t>topics.</a:t>
            </a:r>
            <a:r>
              <a:rPr sz="1850" spc="-30" dirty="0">
                <a:latin typeface="Arial MT"/>
                <a:cs typeface="Arial MT"/>
              </a:rPr>
              <a:t> </a:t>
            </a:r>
            <a:r>
              <a:rPr sz="1850" spc="-190" dirty="0">
                <a:latin typeface="Arial MT"/>
                <a:cs typeface="Arial MT"/>
              </a:rPr>
              <a:t>Choose</a:t>
            </a:r>
            <a:r>
              <a:rPr sz="1850" spc="5" dirty="0">
                <a:latin typeface="Arial MT"/>
                <a:cs typeface="Arial MT"/>
              </a:rPr>
              <a:t> </a:t>
            </a:r>
            <a:r>
              <a:rPr sz="1850" spc="-190" dirty="0">
                <a:latin typeface="Arial MT"/>
                <a:cs typeface="Arial MT"/>
              </a:rPr>
              <a:t>each</a:t>
            </a:r>
            <a:r>
              <a:rPr sz="1850" spc="-5" dirty="0">
                <a:latin typeface="Arial MT"/>
                <a:cs typeface="Arial MT"/>
              </a:rPr>
              <a:t> </a:t>
            </a:r>
            <a:r>
              <a:rPr sz="1850" spc="-65" dirty="0">
                <a:latin typeface="Arial MT"/>
                <a:cs typeface="Arial MT"/>
              </a:rPr>
              <a:t>topic</a:t>
            </a:r>
            <a:r>
              <a:rPr sz="1850" spc="-5" dirty="0">
                <a:latin typeface="Arial MT"/>
                <a:cs typeface="Arial MT"/>
              </a:rPr>
              <a:t> </a:t>
            </a:r>
            <a:r>
              <a:rPr sz="1850" dirty="0">
                <a:latin typeface="Arial MT"/>
                <a:cs typeface="Arial MT"/>
              </a:rPr>
              <a:t>to</a:t>
            </a:r>
            <a:r>
              <a:rPr sz="1850" spc="-60" dirty="0">
                <a:latin typeface="Arial MT"/>
                <a:cs typeface="Arial MT"/>
              </a:rPr>
              <a:t> </a:t>
            </a:r>
            <a:r>
              <a:rPr sz="1850" spc="-120" dirty="0">
                <a:latin typeface="Arial MT"/>
                <a:cs typeface="Arial MT"/>
              </a:rPr>
              <a:t>learn</a:t>
            </a:r>
            <a:r>
              <a:rPr sz="1850" spc="-35" dirty="0">
                <a:latin typeface="Arial MT"/>
                <a:cs typeface="Arial MT"/>
              </a:rPr>
              <a:t> </a:t>
            </a:r>
            <a:r>
              <a:rPr sz="1850" spc="-10" dirty="0">
                <a:latin typeface="Arial MT"/>
                <a:cs typeface="Arial MT"/>
              </a:rPr>
              <a:t>more.</a:t>
            </a:r>
            <a:endParaRPr sz="1850">
              <a:latin typeface="Arial MT"/>
              <a:cs typeface="Arial MT"/>
            </a:endParaRPr>
          </a:p>
        </p:txBody>
      </p:sp>
      <p:sp>
        <p:nvSpPr>
          <p:cNvPr id="5" name="object 5"/>
          <p:cNvSpPr txBox="1"/>
          <p:nvPr/>
        </p:nvSpPr>
        <p:spPr>
          <a:xfrm>
            <a:off x="4798193" y="3191215"/>
            <a:ext cx="5622290" cy="1405255"/>
          </a:xfrm>
          <a:prstGeom prst="rect">
            <a:avLst/>
          </a:prstGeom>
        </p:spPr>
        <p:txBody>
          <a:bodyPr vert="horz" wrap="square" lIns="0" tIns="19685" rIns="0" bIns="0" rtlCol="0">
            <a:spAutoFit/>
          </a:bodyPr>
          <a:lstStyle/>
          <a:p>
            <a:pPr marL="12700" marR="5080" indent="7620">
              <a:lnSpc>
                <a:spcPts val="2180"/>
              </a:lnSpc>
              <a:spcBef>
                <a:spcPts val="155"/>
              </a:spcBef>
            </a:pPr>
            <a:r>
              <a:rPr sz="1800" spc="-105" dirty="0">
                <a:latin typeface="Arial MT"/>
                <a:cs typeface="Arial MT"/>
              </a:rPr>
              <a:t>Standard</a:t>
            </a:r>
            <a:r>
              <a:rPr sz="1800" spc="75" dirty="0">
                <a:latin typeface="Arial MT"/>
                <a:cs typeface="Arial MT"/>
              </a:rPr>
              <a:t> </a:t>
            </a:r>
            <a:r>
              <a:rPr sz="1800" spc="-85" dirty="0">
                <a:latin typeface="Arial MT"/>
                <a:cs typeface="Arial MT"/>
              </a:rPr>
              <a:t>topics</a:t>
            </a:r>
            <a:r>
              <a:rPr sz="1800" spc="-5" dirty="0">
                <a:latin typeface="Arial MT"/>
                <a:cs typeface="Arial MT"/>
              </a:rPr>
              <a:t> </a:t>
            </a:r>
            <a:r>
              <a:rPr sz="1800" spc="-135" dirty="0">
                <a:latin typeface="Arial MT"/>
                <a:cs typeface="Arial MT"/>
              </a:rPr>
              <a:t>can</a:t>
            </a:r>
            <a:r>
              <a:rPr sz="1800" spc="-75" dirty="0">
                <a:latin typeface="Arial MT"/>
                <a:cs typeface="Arial MT"/>
              </a:rPr>
              <a:t> be</a:t>
            </a:r>
            <a:r>
              <a:rPr sz="1800" spc="-110" dirty="0">
                <a:latin typeface="Arial MT"/>
                <a:cs typeface="Arial MT"/>
              </a:rPr>
              <a:t> </a:t>
            </a:r>
            <a:r>
              <a:rPr sz="1800" spc="-135" dirty="0">
                <a:latin typeface="Arial MT"/>
                <a:cs typeface="Arial MT"/>
              </a:rPr>
              <a:t>used</a:t>
            </a:r>
            <a:r>
              <a:rPr sz="1800" spc="30" dirty="0">
                <a:latin typeface="Arial MT"/>
                <a:cs typeface="Arial MT"/>
              </a:rPr>
              <a:t> </a:t>
            </a:r>
            <a:r>
              <a:rPr sz="1800" spc="-45" dirty="0">
                <a:solidFill>
                  <a:srgbClr val="363636"/>
                </a:solidFill>
                <a:latin typeface="Arial MT"/>
                <a:cs typeface="Arial MT"/>
              </a:rPr>
              <a:t>in</a:t>
            </a:r>
            <a:r>
              <a:rPr sz="1800" spc="-105" dirty="0">
                <a:solidFill>
                  <a:srgbClr val="363636"/>
                </a:solidFill>
                <a:latin typeface="Arial MT"/>
                <a:cs typeface="Arial MT"/>
              </a:rPr>
              <a:t> </a:t>
            </a:r>
            <a:r>
              <a:rPr sz="1800" spc="-105" dirty="0">
                <a:latin typeface="Arial MT"/>
                <a:cs typeface="Arial MT"/>
              </a:rPr>
              <a:t>many</a:t>
            </a:r>
            <a:r>
              <a:rPr sz="1800" spc="65" dirty="0">
                <a:latin typeface="Arial MT"/>
                <a:cs typeface="Arial MT"/>
              </a:rPr>
              <a:t> </a:t>
            </a:r>
            <a:r>
              <a:rPr sz="1800" spc="-135" dirty="0">
                <a:latin typeface="Arial MT"/>
                <a:cs typeface="Arial MT"/>
              </a:rPr>
              <a:t>scenarios</a:t>
            </a:r>
            <a:r>
              <a:rPr sz="1800" spc="10" dirty="0">
                <a:latin typeface="Arial MT"/>
                <a:cs typeface="Arial MT"/>
              </a:rPr>
              <a:t> </a:t>
            </a:r>
            <a:r>
              <a:rPr sz="1800" dirty="0">
                <a:solidFill>
                  <a:srgbClr val="363636"/>
                </a:solidFill>
                <a:latin typeface="Arial MT"/>
                <a:cs typeface="Arial MT"/>
              </a:rPr>
              <a:t>if</a:t>
            </a:r>
            <a:r>
              <a:rPr sz="1800" spc="-80" dirty="0">
                <a:solidFill>
                  <a:srgbClr val="363636"/>
                </a:solidFill>
                <a:latin typeface="Arial MT"/>
                <a:cs typeface="Arial MT"/>
              </a:rPr>
              <a:t> </a:t>
            </a:r>
            <a:r>
              <a:rPr sz="1800" spc="-20" dirty="0">
                <a:latin typeface="Arial MT"/>
                <a:cs typeface="Arial MT"/>
              </a:rPr>
              <a:t>your </a:t>
            </a:r>
            <a:r>
              <a:rPr sz="1850" spc="-90" dirty="0">
                <a:latin typeface="Arial MT"/>
                <a:cs typeface="Arial MT"/>
              </a:rPr>
              <a:t>application</a:t>
            </a:r>
            <a:r>
              <a:rPr sz="1850" spc="70" dirty="0">
                <a:latin typeface="Arial MT"/>
                <a:cs typeface="Arial MT"/>
              </a:rPr>
              <a:t> </a:t>
            </a:r>
            <a:r>
              <a:rPr sz="1850" spc="-190" dirty="0">
                <a:latin typeface="Arial MT"/>
                <a:cs typeface="Arial MT"/>
              </a:rPr>
              <a:t>can</a:t>
            </a:r>
            <a:r>
              <a:rPr sz="1850" spc="-10" dirty="0">
                <a:latin typeface="Arial MT"/>
                <a:cs typeface="Arial MT"/>
              </a:rPr>
              <a:t> </a:t>
            </a:r>
            <a:r>
              <a:rPr sz="1850" spc="-175" dirty="0">
                <a:latin typeface="Arial MT"/>
                <a:cs typeface="Arial MT"/>
              </a:rPr>
              <a:t>process</a:t>
            </a:r>
            <a:r>
              <a:rPr sz="1850" spc="20" dirty="0">
                <a:latin typeface="Arial MT"/>
                <a:cs typeface="Arial MT"/>
              </a:rPr>
              <a:t> </a:t>
            </a:r>
            <a:r>
              <a:rPr sz="1850" spc="-195" dirty="0">
                <a:latin typeface="Arial MT"/>
                <a:cs typeface="Arial MT"/>
              </a:rPr>
              <a:t>messages</a:t>
            </a:r>
            <a:r>
              <a:rPr sz="1850" spc="10" dirty="0">
                <a:latin typeface="Arial MT"/>
                <a:cs typeface="Arial MT"/>
              </a:rPr>
              <a:t> </a:t>
            </a:r>
            <a:r>
              <a:rPr sz="1850" dirty="0">
                <a:latin typeface="Arial MT"/>
                <a:cs typeface="Arial MT"/>
              </a:rPr>
              <a:t>that</a:t>
            </a:r>
            <a:r>
              <a:rPr sz="1850" spc="-15" dirty="0">
                <a:latin typeface="Arial MT"/>
                <a:cs typeface="Arial MT"/>
              </a:rPr>
              <a:t> </a:t>
            </a:r>
            <a:r>
              <a:rPr sz="1850" spc="-120" dirty="0">
                <a:latin typeface="Arial MT"/>
                <a:cs typeface="Arial MT"/>
              </a:rPr>
              <a:t>arrive</a:t>
            </a:r>
            <a:r>
              <a:rPr sz="1850" spc="-5" dirty="0">
                <a:latin typeface="Arial MT"/>
                <a:cs typeface="Arial MT"/>
              </a:rPr>
              <a:t> </a:t>
            </a:r>
            <a:r>
              <a:rPr sz="1850" spc="-110" dirty="0">
                <a:latin typeface="Arial MT"/>
                <a:cs typeface="Arial MT"/>
              </a:rPr>
              <a:t>more</a:t>
            </a:r>
            <a:r>
              <a:rPr sz="1850" spc="-95" dirty="0">
                <a:latin typeface="Arial MT"/>
                <a:cs typeface="Arial MT"/>
              </a:rPr>
              <a:t> </a:t>
            </a:r>
            <a:r>
              <a:rPr sz="1850" spc="-70" dirty="0">
                <a:latin typeface="Arial MT"/>
                <a:cs typeface="Arial MT"/>
              </a:rPr>
              <a:t>than</a:t>
            </a:r>
            <a:r>
              <a:rPr sz="1850" spc="-30" dirty="0">
                <a:latin typeface="Arial MT"/>
                <a:cs typeface="Arial MT"/>
              </a:rPr>
              <a:t> </a:t>
            </a:r>
            <a:r>
              <a:rPr sz="1850" spc="-105" dirty="0">
                <a:latin typeface="Arial MT"/>
                <a:cs typeface="Arial MT"/>
              </a:rPr>
              <a:t>once </a:t>
            </a:r>
            <a:r>
              <a:rPr sz="1800" spc="-80" dirty="0">
                <a:solidFill>
                  <a:srgbClr val="0E0E0E"/>
                </a:solidFill>
                <a:latin typeface="Arial MT"/>
                <a:cs typeface="Arial MT"/>
              </a:rPr>
              <a:t>and</a:t>
            </a:r>
            <a:r>
              <a:rPr sz="1800" spc="-25" dirty="0">
                <a:solidFill>
                  <a:srgbClr val="0E0E0E"/>
                </a:solidFill>
                <a:latin typeface="Arial MT"/>
                <a:cs typeface="Arial MT"/>
              </a:rPr>
              <a:t> </a:t>
            </a:r>
            <a:r>
              <a:rPr sz="1800" spc="-20" dirty="0">
                <a:latin typeface="Arial MT"/>
                <a:cs typeface="Arial MT"/>
              </a:rPr>
              <a:t>out</a:t>
            </a:r>
            <a:r>
              <a:rPr sz="1800" spc="-80" dirty="0">
                <a:latin typeface="Arial MT"/>
                <a:cs typeface="Arial MT"/>
              </a:rPr>
              <a:t> </a:t>
            </a:r>
            <a:r>
              <a:rPr sz="1800" dirty="0">
                <a:solidFill>
                  <a:srgbClr val="181818"/>
                </a:solidFill>
                <a:latin typeface="Arial MT"/>
                <a:cs typeface="Arial MT"/>
              </a:rPr>
              <a:t>of</a:t>
            </a:r>
            <a:r>
              <a:rPr sz="1800" spc="-25" dirty="0">
                <a:solidFill>
                  <a:srgbClr val="181818"/>
                </a:solidFill>
                <a:latin typeface="Arial MT"/>
                <a:cs typeface="Arial MT"/>
              </a:rPr>
              <a:t> </a:t>
            </a:r>
            <a:r>
              <a:rPr sz="1800" spc="-110" dirty="0">
                <a:latin typeface="Arial MT"/>
                <a:cs typeface="Arial MT"/>
              </a:rPr>
              <a:t>order.</a:t>
            </a:r>
            <a:r>
              <a:rPr sz="1800" spc="-20" dirty="0">
                <a:latin typeface="Arial MT"/>
                <a:cs typeface="Arial MT"/>
              </a:rPr>
              <a:t> </a:t>
            </a:r>
            <a:r>
              <a:rPr sz="1800" spc="-145" dirty="0">
                <a:latin typeface="Arial MT"/>
                <a:cs typeface="Arial MT"/>
              </a:rPr>
              <a:t>Examples</a:t>
            </a:r>
            <a:r>
              <a:rPr sz="1800" dirty="0">
                <a:latin typeface="Arial MT"/>
                <a:cs typeface="Arial MT"/>
              </a:rPr>
              <a:t> </a:t>
            </a:r>
            <a:r>
              <a:rPr sz="1800" spc="-85" dirty="0">
                <a:latin typeface="Arial MT"/>
                <a:cs typeface="Arial MT"/>
              </a:rPr>
              <a:t>include</a:t>
            </a:r>
            <a:r>
              <a:rPr sz="1800" spc="-40" dirty="0">
                <a:latin typeface="Arial MT"/>
                <a:cs typeface="Arial MT"/>
              </a:rPr>
              <a:t> </a:t>
            </a:r>
            <a:r>
              <a:rPr sz="1800" spc="-55" dirty="0">
                <a:latin typeface="Arial MT"/>
                <a:cs typeface="Arial MT"/>
              </a:rPr>
              <a:t>fanning</a:t>
            </a:r>
            <a:r>
              <a:rPr sz="1800" spc="40" dirty="0">
                <a:latin typeface="Arial MT"/>
                <a:cs typeface="Arial MT"/>
              </a:rPr>
              <a:t> </a:t>
            </a:r>
            <a:r>
              <a:rPr sz="1800" spc="-10" dirty="0">
                <a:latin typeface="Arial MT"/>
                <a:cs typeface="Arial MT"/>
              </a:rPr>
              <a:t>out</a:t>
            </a:r>
            <a:r>
              <a:rPr sz="1800" spc="-65" dirty="0">
                <a:latin typeface="Arial MT"/>
                <a:cs typeface="Arial MT"/>
              </a:rPr>
              <a:t> </a:t>
            </a:r>
            <a:r>
              <a:rPr sz="1800" spc="-160" dirty="0">
                <a:latin typeface="Arial MT"/>
                <a:cs typeface="Arial MT"/>
              </a:rPr>
              <a:t>messages</a:t>
            </a:r>
            <a:r>
              <a:rPr sz="1800" spc="-40" dirty="0">
                <a:latin typeface="Arial MT"/>
                <a:cs typeface="Arial MT"/>
              </a:rPr>
              <a:t> </a:t>
            </a:r>
            <a:r>
              <a:rPr sz="1800" spc="-25" dirty="0">
                <a:solidFill>
                  <a:srgbClr val="111111"/>
                </a:solidFill>
                <a:latin typeface="Arial MT"/>
                <a:cs typeface="Arial MT"/>
              </a:rPr>
              <a:t>to </a:t>
            </a:r>
            <a:r>
              <a:rPr sz="1800" spc="-95" dirty="0">
                <a:latin typeface="Arial MT"/>
                <a:cs typeface="Arial MT"/>
              </a:rPr>
              <a:t>media</a:t>
            </a:r>
            <a:r>
              <a:rPr sz="1800" spc="10" dirty="0">
                <a:latin typeface="Arial MT"/>
                <a:cs typeface="Arial MT"/>
              </a:rPr>
              <a:t> </a:t>
            </a:r>
            <a:r>
              <a:rPr sz="1800" spc="-100" dirty="0">
                <a:latin typeface="Arial MT"/>
                <a:cs typeface="Arial MT"/>
              </a:rPr>
              <a:t>encoding,</a:t>
            </a:r>
            <a:r>
              <a:rPr sz="1800" spc="55" dirty="0">
                <a:latin typeface="Arial MT"/>
                <a:cs typeface="Arial MT"/>
              </a:rPr>
              <a:t> </a:t>
            </a:r>
            <a:r>
              <a:rPr sz="1800" spc="-55" dirty="0">
                <a:latin typeface="Arial MT"/>
                <a:cs typeface="Arial MT"/>
              </a:rPr>
              <a:t>fraud </a:t>
            </a:r>
            <a:r>
              <a:rPr sz="1800" spc="-85" dirty="0">
                <a:latin typeface="Arial MT"/>
                <a:cs typeface="Arial MT"/>
              </a:rPr>
              <a:t>detection,</a:t>
            </a:r>
            <a:r>
              <a:rPr sz="1800" spc="-35" dirty="0">
                <a:latin typeface="Arial MT"/>
                <a:cs typeface="Arial MT"/>
              </a:rPr>
              <a:t> </a:t>
            </a:r>
            <a:r>
              <a:rPr sz="1800" spc="-30" dirty="0">
                <a:latin typeface="Arial MT"/>
                <a:cs typeface="Arial MT"/>
              </a:rPr>
              <a:t>tax</a:t>
            </a:r>
            <a:r>
              <a:rPr sz="1800" spc="-70" dirty="0">
                <a:latin typeface="Arial MT"/>
                <a:cs typeface="Arial MT"/>
              </a:rPr>
              <a:t> </a:t>
            </a:r>
            <a:r>
              <a:rPr sz="1800" spc="-80" dirty="0">
                <a:latin typeface="Arial MT"/>
                <a:cs typeface="Arial MT"/>
              </a:rPr>
              <a:t>calculation,</a:t>
            </a:r>
            <a:r>
              <a:rPr sz="1800" spc="5" dirty="0">
                <a:latin typeface="Arial MT"/>
                <a:cs typeface="Arial MT"/>
              </a:rPr>
              <a:t> </a:t>
            </a:r>
            <a:r>
              <a:rPr sz="1800" spc="-10" dirty="0">
                <a:latin typeface="Arial MT"/>
                <a:cs typeface="Arial MT"/>
              </a:rPr>
              <a:t>search </a:t>
            </a:r>
            <a:r>
              <a:rPr sz="1800" spc="-105" dirty="0">
                <a:latin typeface="Arial MT"/>
                <a:cs typeface="Arial MT"/>
              </a:rPr>
              <a:t>index,</a:t>
            </a:r>
            <a:r>
              <a:rPr sz="1800" spc="-20" dirty="0">
                <a:latin typeface="Arial MT"/>
                <a:cs typeface="Arial MT"/>
              </a:rPr>
              <a:t> </a:t>
            </a:r>
            <a:r>
              <a:rPr sz="1800" spc="-114" dirty="0">
                <a:latin typeface="Arial MT"/>
                <a:cs typeface="Arial MT"/>
              </a:rPr>
              <a:t>and</a:t>
            </a:r>
            <a:r>
              <a:rPr sz="1800" spc="-30" dirty="0">
                <a:latin typeface="Arial MT"/>
                <a:cs typeface="Arial MT"/>
              </a:rPr>
              <a:t> </a:t>
            </a:r>
            <a:r>
              <a:rPr sz="1800" spc="-60" dirty="0">
                <a:latin typeface="Arial MT"/>
                <a:cs typeface="Arial MT"/>
              </a:rPr>
              <a:t>critical</a:t>
            </a:r>
            <a:r>
              <a:rPr sz="1800" spc="-65" dirty="0">
                <a:latin typeface="Arial MT"/>
                <a:cs typeface="Arial MT"/>
              </a:rPr>
              <a:t> </a:t>
            </a:r>
            <a:r>
              <a:rPr sz="1800" spc="-45" dirty="0">
                <a:latin typeface="Arial MT"/>
                <a:cs typeface="Arial MT"/>
              </a:rPr>
              <a:t>alerting</a:t>
            </a:r>
            <a:r>
              <a:rPr sz="1800" spc="-20" dirty="0">
                <a:latin typeface="Arial MT"/>
                <a:cs typeface="Arial MT"/>
              </a:rPr>
              <a:t> </a:t>
            </a:r>
            <a:r>
              <a:rPr sz="1800" spc="-25" dirty="0">
                <a:latin typeface="Arial MT"/>
                <a:cs typeface="Arial MT"/>
              </a:rPr>
              <a:t>systems.</a:t>
            </a:r>
            <a:endParaRPr sz="1800">
              <a:latin typeface="Arial MT"/>
              <a:cs typeface="Arial MT"/>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384935" y="1374895"/>
            <a:ext cx="3134062" cy="3915242"/>
          </a:xfrm>
          <a:prstGeom prst="rect">
            <a:avLst/>
          </a:prstGeom>
        </p:spPr>
      </p:pic>
      <p:sp>
        <p:nvSpPr>
          <p:cNvPr id="3" name="object 3"/>
          <p:cNvSpPr/>
          <p:nvPr/>
        </p:nvSpPr>
        <p:spPr>
          <a:xfrm>
            <a:off x="1384935" y="365125"/>
            <a:ext cx="9411970" cy="886460"/>
          </a:xfrm>
          <a:custGeom>
            <a:avLst/>
            <a:gdLst/>
            <a:ahLst/>
            <a:cxnLst/>
            <a:rect l="l" t="t" r="r" b="b"/>
            <a:pathLst>
              <a:path w="9411970" h="886460">
                <a:moveTo>
                  <a:pt x="9410700" y="885825"/>
                </a:moveTo>
                <a:lnTo>
                  <a:pt x="0" y="885825"/>
                </a:lnTo>
                <a:lnTo>
                  <a:pt x="0" y="0"/>
                </a:lnTo>
                <a:lnTo>
                  <a:pt x="9410700" y="0"/>
                </a:lnTo>
                <a:lnTo>
                  <a:pt x="9410700" y="885825"/>
                </a:lnTo>
                <a:close/>
              </a:path>
            </a:pathLst>
          </a:custGeom>
          <a:solidFill>
            <a:srgbClr val="3A8C82"/>
          </a:solidFill>
        </p:spPr>
        <p:txBody>
          <a:bodyPr wrap="square" lIns="0" tIns="0" rIns="0" bIns="0" rtlCol="0"/>
          <a:lstStyle/>
          <a:p>
            <a:endParaRPr/>
          </a:p>
        </p:txBody>
      </p:sp>
      <p:sp>
        <p:nvSpPr>
          <p:cNvPr id="4" name="object 4" descr="$PPTXTitle"/>
          <p:cNvSpPr txBox="1">
            <a:spLocks noGrp="1"/>
          </p:cNvSpPr>
          <p:nvPr>
            <p:ph type="title"/>
          </p:nvPr>
        </p:nvSpPr>
        <p:spPr>
          <a:prstGeom prst="rect">
            <a:avLst/>
          </a:prstGeom>
        </p:spPr>
        <p:txBody>
          <a:bodyPr vert="horz" wrap="square" lIns="0" tIns="12700" rIns="0" bIns="0" rtlCol="0">
            <a:spAutoFit/>
          </a:bodyPr>
          <a:lstStyle/>
          <a:p>
            <a:pPr>
              <a:lnSpc>
                <a:spcPct val="100000"/>
              </a:lnSpc>
              <a:spcBef>
                <a:spcPts val="100"/>
              </a:spcBef>
            </a:pPr>
            <a:r>
              <a:rPr sz="3150" spc="-295" dirty="0">
                <a:solidFill>
                  <a:srgbClr val="64A59C"/>
                </a:solidFill>
                <a:latin typeface="Arial MT"/>
                <a:cs typeface="Arial MT"/>
              </a:rPr>
              <a:t>Amazon</a:t>
            </a:r>
            <a:r>
              <a:rPr sz="3150" spc="85" dirty="0">
                <a:solidFill>
                  <a:srgbClr val="64A59C"/>
                </a:solidFill>
                <a:latin typeface="Arial MT"/>
                <a:cs typeface="Arial MT"/>
              </a:rPr>
              <a:t> </a:t>
            </a:r>
            <a:r>
              <a:rPr sz="3150" spc="-250" dirty="0">
                <a:solidFill>
                  <a:srgbClr val="338283"/>
                </a:solidFill>
                <a:latin typeface="Arial MT"/>
                <a:cs typeface="Arial MT"/>
              </a:rPr>
              <a:t>Simple</a:t>
            </a:r>
            <a:r>
              <a:rPr sz="3150" spc="-10" dirty="0">
                <a:solidFill>
                  <a:srgbClr val="338283"/>
                </a:solidFill>
                <a:latin typeface="Arial MT"/>
                <a:cs typeface="Arial MT"/>
              </a:rPr>
              <a:t> </a:t>
            </a:r>
            <a:r>
              <a:rPr sz="3150" spc="-125" dirty="0">
                <a:solidFill>
                  <a:srgbClr val="248E89"/>
                </a:solidFill>
                <a:latin typeface="Arial MT"/>
                <a:cs typeface="Arial MT"/>
              </a:rPr>
              <a:t>Notification</a:t>
            </a:r>
            <a:r>
              <a:rPr sz="3150" spc="120" dirty="0">
                <a:solidFill>
                  <a:srgbClr val="248E89"/>
                </a:solidFill>
                <a:latin typeface="Arial MT"/>
                <a:cs typeface="Arial MT"/>
              </a:rPr>
              <a:t> </a:t>
            </a:r>
            <a:r>
              <a:rPr sz="3150" spc="-290" dirty="0">
                <a:solidFill>
                  <a:srgbClr val="28798E"/>
                </a:solidFill>
                <a:latin typeface="Arial MT"/>
                <a:cs typeface="Arial MT"/>
              </a:rPr>
              <a:t>Service</a:t>
            </a:r>
            <a:r>
              <a:rPr sz="3150" spc="35" dirty="0">
                <a:solidFill>
                  <a:srgbClr val="28798E"/>
                </a:solidFill>
                <a:latin typeface="Arial MT"/>
                <a:cs typeface="Arial MT"/>
              </a:rPr>
              <a:t> </a:t>
            </a:r>
            <a:r>
              <a:rPr sz="3150" dirty="0">
                <a:solidFill>
                  <a:srgbClr val="3F899A"/>
                </a:solidFill>
                <a:latin typeface="Arial MT"/>
                <a:cs typeface="Arial MT"/>
              </a:rPr>
              <a:t>-</a:t>
            </a:r>
            <a:r>
              <a:rPr sz="3150" spc="-145" dirty="0">
                <a:solidFill>
                  <a:srgbClr val="3F899A"/>
                </a:solidFill>
                <a:latin typeface="Arial MT"/>
                <a:cs typeface="Arial MT"/>
              </a:rPr>
              <a:t> </a:t>
            </a:r>
            <a:r>
              <a:rPr sz="3150" spc="-570" dirty="0">
                <a:solidFill>
                  <a:srgbClr val="347989"/>
                </a:solidFill>
                <a:latin typeface="Arial MT"/>
                <a:cs typeface="Arial MT"/>
              </a:rPr>
              <a:t>SNS</a:t>
            </a:r>
            <a:endParaRPr sz="3150">
              <a:latin typeface="Arial MT"/>
              <a:cs typeface="Arial MT"/>
            </a:endParaRPr>
          </a:p>
        </p:txBody>
      </p:sp>
      <p:sp>
        <p:nvSpPr>
          <p:cNvPr id="5" name="object 5"/>
          <p:cNvSpPr txBox="1"/>
          <p:nvPr/>
        </p:nvSpPr>
        <p:spPr>
          <a:xfrm>
            <a:off x="9043940" y="517544"/>
            <a:ext cx="870585" cy="376555"/>
          </a:xfrm>
          <a:prstGeom prst="rect">
            <a:avLst/>
          </a:prstGeom>
        </p:spPr>
        <p:txBody>
          <a:bodyPr vert="horz" wrap="square" lIns="0" tIns="12700" rIns="0" bIns="0" rtlCol="0">
            <a:spAutoFit/>
          </a:bodyPr>
          <a:lstStyle/>
          <a:p>
            <a:pPr marL="25400">
              <a:lnSpc>
                <a:spcPct val="100000"/>
              </a:lnSpc>
              <a:spcBef>
                <a:spcPts val="100"/>
              </a:spcBef>
            </a:pPr>
            <a:r>
              <a:rPr sz="1850" spc="-140" dirty="0">
                <a:solidFill>
                  <a:srgbClr val="2A757E"/>
                </a:solidFill>
                <a:latin typeface="Arial MT"/>
                <a:cs typeface="Arial MT"/>
              </a:rPr>
              <a:t>£t</a:t>
            </a:r>
            <a:r>
              <a:rPr sz="2000" spc="-140" dirty="0">
                <a:solidFill>
                  <a:srgbClr val="2A757E"/>
                </a:solidFill>
                <a:latin typeface="Arial MT"/>
                <a:cs typeface="Arial MT"/>
              </a:rPr>
              <a:t>W</a:t>
            </a:r>
            <a:r>
              <a:rPr sz="2775" spc="-209" baseline="-34534" dirty="0">
                <a:solidFill>
                  <a:srgbClr val="2A757E"/>
                </a:solidFill>
                <a:latin typeface="Arial MT"/>
                <a:cs typeface="Arial MT"/>
              </a:rPr>
              <a:t>S</a:t>
            </a:r>
            <a:r>
              <a:rPr sz="2775" spc="-82" baseline="-34534" dirty="0">
                <a:solidFill>
                  <a:srgbClr val="2A757E"/>
                </a:solidFill>
                <a:latin typeface="Arial MT"/>
                <a:cs typeface="Arial MT"/>
              </a:rPr>
              <a:t> </a:t>
            </a:r>
            <a:r>
              <a:rPr sz="3450" spc="-150" baseline="2415" dirty="0">
                <a:solidFill>
                  <a:srgbClr val="1D7789"/>
                </a:solidFill>
                <a:latin typeface="Arial MT"/>
                <a:cs typeface="Arial MT"/>
              </a:rPr>
              <a:t>e</a:t>
            </a:r>
            <a:r>
              <a:rPr sz="2550" spc="-150" baseline="3267" dirty="0">
                <a:solidFill>
                  <a:srgbClr val="1D7789"/>
                </a:solidFill>
                <a:latin typeface="Arial MT"/>
                <a:cs typeface="Arial MT"/>
              </a:rPr>
              <a:t>d</a:t>
            </a:r>
            <a:endParaRPr sz="2550" baseline="3267">
              <a:latin typeface="Arial MT"/>
              <a:cs typeface="Arial MT"/>
            </a:endParaRPr>
          </a:p>
        </p:txBody>
      </p:sp>
      <p:sp>
        <p:nvSpPr>
          <p:cNvPr id="6" name="object 6"/>
          <p:cNvSpPr txBox="1"/>
          <p:nvPr/>
        </p:nvSpPr>
        <p:spPr>
          <a:xfrm>
            <a:off x="5595439" y="2670450"/>
            <a:ext cx="1505585" cy="381635"/>
          </a:xfrm>
          <a:prstGeom prst="rect">
            <a:avLst/>
          </a:prstGeom>
          <a:solidFill>
            <a:srgbClr val="93BCDD"/>
          </a:solidFill>
        </p:spPr>
        <p:txBody>
          <a:bodyPr vert="horz" wrap="square" lIns="0" tIns="0" rIns="0" bIns="0" rtlCol="0">
            <a:spAutoFit/>
          </a:bodyPr>
          <a:lstStyle/>
          <a:p>
            <a:pPr marL="243204">
              <a:lnSpc>
                <a:spcPts val="2655"/>
              </a:lnSpc>
            </a:pPr>
            <a:r>
              <a:rPr sz="2400" spc="-125" dirty="0">
                <a:solidFill>
                  <a:srgbClr val="4187BA"/>
                </a:solidFill>
                <a:latin typeface="Arial MT"/>
                <a:cs typeface="Arial MT"/>
              </a:rPr>
              <a:t>Standard</a:t>
            </a:r>
            <a:endParaRPr sz="2400">
              <a:latin typeface="Arial MT"/>
              <a:cs typeface="Arial MT"/>
            </a:endParaRPr>
          </a:p>
        </p:txBody>
      </p:sp>
      <p:sp>
        <p:nvSpPr>
          <p:cNvPr id="7" name="object 7"/>
          <p:cNvSpPr txBox="1"/>
          <p:nvPr/>
        </p:nvSpPr>
        <p:spPr>
          <a:xfrm>
            <a:off x="7797103" y="2413245"/>
            <a:ext cx="99060" cy="376555"/>
          </a:xfrm>
          <a:prstGeom prst="rect">
            <a:avLst/>
          </a:prstGeom>
        </p:spPr>
        <p:txBody>
          <a:bodyPr vert="horz" wrap="square" lIns="0" tIns="12700" rIns="0" bIns="0" rtlCol="0">
            <a:spAutoFit/>
          </a:bodyPr>
          <a:lstStyle/>
          <a:p>
            <a:pPr marL="12700">
              <a:lnSpc>
                <a:spcPct val="100000"/>
              </a:lnSpc>
              <a:spcBef>
                <a:spcPts val="100"/>
              </a:spcBef>
            </a:pPr>
            <a:r>
              <a:rPr sz="2300" spc="-50" dirty="0">
                <a:solidFill>
                  <a:srgbClr val="FFB8F9"/>
                </a:solidFill>
                <a:latin typeface="Arial MT"/>
                <a:cs typeface="Arial MT"/>
              </a:rPr>
              <a:t>,</a:t>
            </a:r>
            <a:endParaRPr sz="2300">
              <a:latin typeface="Arial MT"/>
              <a:cs typeface="Arial MT"/>
            </a:endParaRPr>
          </a:p>
        </p:txBody>
      </p:sp>
      <p:sp>
        <p:nvSpPr>
          <p:cNvPr id="8" name="object 8"/>
          <p:cNvSpPr txBox="1"/>
          <p:nvPr/>
        </p:nvSpPr>
        <p:spPr>
          <a:xfrm>
            <a:off x="7834054" y="2670450"/>
            <a:ext cx="1505585" cy="381635"/>
          </a:xfrm>
          <a:prstGeom prst="rect">
            <a:avLst/>
          </a:prstGeom>
          <a:solidFill>
            <a:srgbClr val="F4A8ED"/>
          </a:solidFill>
        </p:spPr>
        <p:txBody>
          <a:bodyPr vert="horz" wrap="square" lIns="0" tIns="0" rIns="0" bIns="0" rtlCol="0">
            <a:spAutoFit/>
          </a:bodyPr>
          <a:lstStyle/>
          <a:p>
            <a:pPr marL="490220">
              <a:lnSpc>
                <a:spcPts val="2635"/>
              </a:lnSpc>
            </a:pPr>
            <a:r>
              <a:rPr sz="2300" spc="-355" dirty="0">
                <a:solidFill>
                  <a:srgbClr val="B64FAE"/>
                </a:solidFill>
                <a:latin typeface="Arial MT"/>
                <a:cs typeface="Arial MT"/>
              </a:rPr>
              <a:t>FIFO</a:t>
            </a:r>
            <a:endParaRPr sz="2300">
              <a:latin typeface="Arial MT"/>
              <a:cs typeface="Arial MT"/>
            </a:endParaRPr>
          </a:p>
        </p:txBody>
      </p:sp>
      <p:pic>
        <p:nvPicPr>
          <p:cNvPr id="9" name="object 9"/>
          <p:cNvPicPr/>
          <p:nvPr/>
        </p:nvPicPr>
        <p:blipFill>
          <a:blip r:embed="rId3" cstate="print"/>
          <a:stretch>
            <a:fillRect/>
          </a:stretch>
        </p:blipFill>
        <p:spPr>
          <a:xfrm>
            <a:off x="1689767" y="5442556"/>
            <a:ext cx="2667287" cy="104787"/>
          </a:xfrm>
          <a:prstGeom prst="rect">
            <a:avLst/>
          </a:prstGeom>
        </p:spPr>
      </p:pic>
      <p:sp>
        <p:nvSpPr>
          <p:cNvPr id="10" name="object 10"/>
          <p:cNvSpPr txBox="1"/>
          <p:nvPr/>
        </p:nvSpPr>
        <p:spPr>
          <a:xfrm>
            <a:off x="4789300" y="1379025"/>
            <a:ext cx="5605780" cy="1130935"/>
          </a:xfrm>
          <a:prstGeom prst="rect">
            <a:avLst/>
          </a:prstGeom>
        </p:spPr>
        <p:txBody>
          <a:bodyPr vert="horz" wrap="square" lIns="0" tIns="12700" rIns="0" bIns="0" rtlCol="0">
            <a:spAutoFit/>
          </a:bodyPr>
          <a:lstStyle/>
          <a:p>
            <a:pPr marL="12700" marR="5080" indent="1905">
              <a:lnSpc>
                <a:spcPct val="113300"/>
              </a:lnSpc>
              <a:spcBef>
                <a:spcPts val="100"/>
              </a:spcBef>
            </a:pPr>
            <a:r>
              <a:rPr sz="1600" spc="-20" dirty="0">
                <a:latin typeface="Arial MT"/>
                <a:cs typeface="Arial MT"/>
              </a:rPr>
              <a:t>You</a:t>
            </a:r>
            <a:r>
              <a:rPr sz="1600" spc="-95" dirty="0">
                <a:latin typeface="Arial MT"/>
                <a:cs typeface="Arial MT"/>
              </a:rPr>
              <a:t> </a:t>
            </a:r>
            <a:r>
              <a:rPr sz="1600" dirty="0">
                <a:latin typeface="Arial MT"/>
                <a:cs typeface="Arial MT"/>
              </a:rPr>
              <a:t>can</a:t>
            </a:r>
            <a:r>
              <a:rPr sz="1600" spc="-110" dirty="0">
                <a:latin typeface="Arial MT"/>
                <a:cs typeface="Arial MT"/>
              </a:rPr>
              <a:t> </a:t>
            </a:r>
            <a:r>
              <a:rPr sz="1600" spc="-10" dirty="0">
                <a:latin typeface="Arial MT"/>
                <a:cs typeface="Arial MT"/>
              </a:rPr>
              <a:t>use</a:t>
            </a:r>
            <a:r>
              <a:rPr sz="1600" spc="40" dirty="0">
                <a:latin typeface="Arial MT"/>
                <a:cs typeface="Arial MT"/>
              </a:rPr>
              <a:t> </a:t>
            </a:r>
            <a:r>
              <a:rPr sz="1600" dirty="0">
                <a:latin typeface="Arial MT"/>
                <a:cs typeface="Arial MT"/>
              </a:rPr>
              <a:t>Amazon</a:t>
            </a:r>
            <a:r>
              <a:rPr sz="1600" spc="80" dirty="0">
                <a:latin typeface="Arial MT"/>
                <a:cs typeface="Arial MT"/>
              </a:rPr>
              <a:t> </a:t>
            </a:r>
            <a:r>
              <a:rPr sz="1600" spc="-145" dirty="0">
                <a:latin typeface="Arial MT"/>
                <a:cs typeface="Arial MT"/>
              </a:rPr>
              <a:t>SNS</a:t>
            </a:r>
            <a:r>
              <a:rPr sz="1600" spc="30" dirty="0">
                <a:latin typeface="Arial MT"/>
                <a:cs typeface="Arial MT"/>
              </a:rPr>
              <a:t> </a:t>
            </a:r>
            <a:r>
              <a:rPr sz="1600" dirty="0">
                <a:solidFill>
                  <a:srgbClr val="444444"/>
                </a:solidFill>
                <a:latin typeface="Arial MT"/>
                <a:cs typeface="Arial MT"/>
              </a:rPr>
              <a:t>to</a:t>
            </a:r>
            <a:r>
              <a:rPr sz="1600" spc="315" dirty="0">
                <a:solidFill>
                  <a:srgbClr val="444444"/>
                </a:solidFill>
                <a:latin typeface="Arial MT"/>
                <a:cs typeface="Arial MT"/>
              </a:rPr>
              <a:t> </a:t>
            </a:r>
            <a:r>
              <a:rPr sz="1600" spc="-20" dirty="0">
                <a:latin typeface="Arial MT"/>
                <a:cs typeface="Arial MT"/>
              </a:rPr>
              <a:t>create</a:t>
            </a:r>
            <a:r>
              <a:rPr sz="1600" spc="65" dirty="0">
                <a:latin typeface="Arial MT"/>
                <a:cs typeface="Arial MT"/>
              </a:rPr>
              <a:t> </a:t>
            </a:r>
            <a:r>
              <a:rPr sz="1600" dirty="0">
                <a:latin typeface="Arial MT"/>
                <a:cs typeface="Arial MT"/>
              </a:rPr>
              <a:t>topics.</a:t>
            </a:r>
            <a:r>
              <a:rPr sz="1600" spc="20" dirty="0">
                <a:latin typeface="Arial MT"/>
                <a:cs typeface="Arial MT"/>
              </a:rPr>
              <a:t> </a:t>
            </a:r>
            <a:r>
              <a:rPr sz="1600" spc="-200" dirty="0">
                <a:latin typeface="Arial MT"/>
                <a:cs typeface="Arial MT"/>
              </a:rPr>
              <a:t>A</a:t>
            </a:r>
            <a:r>
              <a:rPr sz="1600" spc="75" dirty="0">
                <a:latin typeface="Arial MT"/>
                <a:cs typeface="Arial MT"/>
              </a:rPr>
              <a:t> </a:t>
            </a:r>
            <a:r>
              <a:rPr sz="1600" dirty="0">
                <a:latin typeface="Arial MT"/>
                <a:cs typeface="Arial MT"/>
              </a:rPr>
              <a:t>topic </a:t>
            </a:r>
            <a:r>
              <a:rPr sz="1600" spc="-20" dirty="0">
                <a:solidFill>
                  <a:srgbClr val="2D2D2D"/>
                </a:solidFill>
                <a:latin typeface="Arial MT"/>
                <a:cs typeface="Arial MT"/>
              </a:rPr>
              <a:t>is</a:t>
            </a:r>
            <a:r>
              <a:rPr sz="1600" spc="-75" dirty="0">
                <a:solidFill>
                  <a:srgbClr val="2D2D2D"/>
                </a:solidFill>
                <a:latin typeface="Arial MT"/>
                <a:cs typeface="Arial MT"/>
              </a:rPr>
              <a:t> </a:t>
            </a:r>
            <a:r>
              <a:rPr sz="1600" spc="-25" dirty="0">
                <a:solidFill>
                  <a:srgbClr val="3B3B3B"/>
                </a:solidFill>
                <a:latin typeface="Arial MT"/>
                <a:cs typeface="Arial MT"/>
              </a:rPr>
              <a:t>an </a:t>
            </a:r>
            <a:r>
              <a:rPr sz="1600" spc="-75" dirty="0">
                <a:latin typeface="Arial MT"/>
                <a:cs typeface="Arial MT"/>
              </a:rPr>
              <a:t>access</a:t>
            </a:r>
            <a:r>
              <a:rPr sz="1600" spc="75" dirty="0">
                <a:latin typeface="Arial MT"/>
                <a:cs typeface="Arial MT"/>
              </a:rPr>
              <a:t> </a:t>
            </a:r>
            <a:r>
              <a:rPr sz="1600" dirty="0">
                <a:latin typeface="Arial MT"/>
                <a:cs typeface="Arial MT"/>
              </a:rPr>
              <a:t>ooi</a:t>
            </a:r>
            <a:r>
              <a:rPr sz="1600" dirty="0">
                <a:solidFill>
                  <a:srgbClr val="1A1A1A"/>
                </a:solidFill>
                <a:latin typeface="Arial MT"/>
                <a:cs typeface="Arial MT"/>
              </a:rPr>
              <a:t>nt,</a:t>
            </a:r>
            <a:r>
              <a:rPr sz="1600" spc="-5" dirty="0">
                <a:solidFill>
                  <a:srgbClr val="1A1A1A"/>
                </a:solidFill>
                <a:latin typeface="Arial MT"/>
                <a:cs typeface="Arial MT"/>
              </a:rPr>
              <a:t> </a:t>
            </a:r>
            <a:r>
              <a:rPr sz="1600" dirty="0">
                <a:latin typeface="Arial MT"/>
                <a:cs typeface="Arial MT"/>
              </a:rPr>
              <a:t>which</a:t>
            </a:r>
            <a:r>
              <a:rPr sz="1600" spc="35" dirty="0">
                <a:latin typeface="Arial MT"/>
                <a:cs typeface="Arial MT"/>
              </a:rPr>
              <a:t> </a:t>
            </a:r>
            <a:r>
              <a:rPr sz="1600" dirty="0">
                <a:latin typeface="Arial MT"/>
                <a:cs typeface="Arial MT"/>
              </a:rPr>
              <a:t>identifies</a:t>
            </a:r>
            <a:r>
              <a:rPr sz="1600" spc="85" dirty="0">
                <a:latin typeface="Arial MT"/>
                <a:cs typeface="Arial MT"/>
              </a:rPr>
              <a:t> </a:t>
            </a:r>
            <a:r>
              <a:rPr sz="1600" dirty="0">
                <a:latin typeface="Arial MT"/>
                <a:cs typeface="Arial MT"/>
              </a:rPr>
              <a:t>a</a:t>
            </a:r>
            <a:r>
              <a:rPr sz="1600" spc="30" dirty="0">
                <a:latin typeface="Arial MT"/>
                <a:cs typeface="Arial MT"/>
              </a:rPr>
              <a:t> </a:t>
            </a:r>
            <a:r>
              <a:rPr sz="1600" spc="-65" dirty="0">
                <a:solidFill>
                  <a:srgbClr val="0C0C0C"/>
                </a:solidFill>
                <a:latin typeface="Arial MT"/>
                <a:cs typeface="Arial MT"/>
              </a:rPr>
              <a:t>speciGc</a:t>
            </a:r>
            <a:r>
              <a:rPr sz="1600" spc="130" dirty="0">
                <a:solidFill>
                  <a:srgbClr val="0C0C0C"/>
                </a:solidFill>
                <a:latin typeface="Arial MT"/>
                <a:cs typeface="Arial MT"/>
              </a:rPr>
              <a:t> </a:t>
            </a:r>
            <a:r>
              <a:rPr sz="1600" dirty="0">
                <a:latin typeface="Arial MT"/>
                <a:cs typeface="Arial MT"/>
              </a:rPr>
              <a:t>subject</a:t>
            </a:r>
            <a:r>
              <a:rPr sz="1600" spc="160" dirty="0">
                <a:latin typeface="Arial MT"/>
                <a:cs typeface="Arial MT"/>
              </a:rPr>
              <a:t> </a:t>
            </a:r>
            <a:r>
              <a:rPr sz="1600" dirty="0">
                <a:solidFill>
                  <a:srgbClr val="333333"/>
                </a:solidFill>
                <a:latin typeface="Arial MT"/>
                <a:cs typeface="Arial MT"/>
              </a:rPr>
              <a:t>or</a:t>
            </a:r>
            <a:r>
              <a:rPr sz="1600" spc="95" dirty="0">
                <a:solidFill>
                  <a:srgbClr val="333333"/>
                </a:solidFill>
                <a:latin typeface="Arial MT"/>
                <a:cs typeface="Arial MT"/>
              </a:rPr>
              <a:t> </a:t>
            </a:r>
            <a:r>
              <a:rPr sz="1600" dirty="0">
                <a:latin typeface="Arial MT"/>
                <a:cs typeface="Arial MT"/>
              </a:rPr>
              <a:t>event</a:t>
            </a:r>
            <a:r>
              <a:rPr sz="1600" spc="25" dirty="0">
                <a:latin typeface="Arial MT"/>
                <a:cs typeface="Arial MT"/>
              </a:rPr>
              <a:t> </a:t>
            </a:r>
            <a:r>
              <a:rPr sz="1600" spc="-10" dirty="0">
                <a:latin typeface="Arial MT"/>
                <a:cs typeface="Arial MT"/>
              </a:rPr>
              <a:t>type. </a:t>
            </a:r>
            <a:r>
              <a:rPr sz="1600" spc="-155" dirty="0">
                <a:latin typeface="Arial MT"/>
                <a:cs typeface="Arial MT"/>
              </a:rPr>
              <a:t>SN</a:t>
            </a:r>
            <a:r>
              <a:rPr sz="1600" spc="-280" dirty="0">
                <a:latin typeface="Arial MT"/>
                <a:cs typeface="Arial MT"/>
              </a:rPr>
              <a:t> </a:t>
            </a:r>
            <a:r>
              <a:rPr sz="1600" spc="-300" dirty="0">
                <a:solidFill>
                  <a:srgbClr val="0F0F0F"/>
                </a:solidFill>
                <a:latin typeface="Arial MT"/>
                <a:cs typeface="Arial MT"/>
              </a:rPr>
              <a:t>S</a:t>
            </a:r>
            <a:r>
              <a:rPr sz="1600" spc="105" dirty="0">
                <a:solidFill>
                  <a:srgbClr val="0F0F0F"/>
                </a:solidFill>
                <a:latin typeface="Arial MT"/>
                <a:cs typeface="Arial MT"/>
              </a:rPr>
              <a:t> </a:t>
            </a:r>
            <a:r>
              <a:rPr sz="1600" dirty="0">
                <a:latin typeface="Arial MT"/>
                <a:cs typeface="Arial MT"/>
              </a:rPr>
              <a:t>topics</a:t>
            </a:r>
            <a:r>
              <a:rPr sz="1600" spc="25" dirty="0">
                <a:latin typeface="Arial MT"/>
                <a:cs typeface="Arial MT"/>
              </a:rPr>
              <a:t> </a:t>
            </a:r>
            <a:r>
              <a:rPr sz="1600" dirty="0">
                <a:latin typeface="Arial MT"/>
                <a:cs typeface="Arial MT"/>
              </a:rPr>
              <a:t>are</a:t>
            </a:r>
            <a:r>
              <a:rPr sz="1600" spc="90" dirty="0">
                <a:latin typeface="Arial MT"/>
                <a:cs typeface="Arial MT"/>
              </a:rPr>
              <a:t> </a:t>
            </a:r>
            <a:r>
              <a:rPr sz="1600" dirty="0">
                <a:solidFill>
                  <a:srgbClr val="161616"/>
                </a:solidFill>
                <a:latin typeface="Arial MT"/>
                <a:cs typeface="Arial MT"/>
              </a:rPr>
              <a:t>defined</a:t>
            </a:r>
            <a:r>
              <a:rPr sz="1600" spc="145" dirty="0">
                <a:solidFill>
                  <a:srgbClr val="161616"/>
                </a:solidFill>
                <a:latin typeface="Arial MT"/>
                <a:cs typeface="Arial MT"/>
              </a:rPr>
              <a:t> </a:t>
            </a:r>
            <a:r>
              <a:rPr sz="1600" spc="-70" dirty="0">
                <a:latin typeface="Arial MT"/>
                <a:cs typeface="Arial MT"/>
              </a:rPr>
              <a:t>as</a:t>
            </a:r>
            <a:r>
              <a:rPr sz="1600" spc="90" dirty="0">
                <a:latin typeface="Arial MT"/>
                <a:cs typeface="Arial MT"/>
              </a:rPr>
              <a:t> </a:t>
            </a:r>
            <a:r>
              <a:rPr sz="1600" dirty="0">
                <a:latin typeface="Arial MT"/>
                <a:cs typeface="Arial MT"/>
              </a:rPr>
              <a:t>standard</a:t>
            </a:r>
            <a:r>
              <a:rPr sz="1600" spc="165" dirty="0">
                <a:latin typeface="Arial MT"/>
                <a:cs typeface="Arial MT"/>
              </a:rPr>
              <a:t> </a:t>
            </a:r>
            <a:r>
              <a:rPr sz="1600" dirty="0">
                <a:latin typeface="Arial MT"/>
                <a:cs typeface="Arial MT"/>
              </a:rPr>
              <a:t>topics</a:t>
            </a:r>
            <a:r>
              <a:rPr sz="1600" spc="105" dirty="0">
                <a:latin typeface="Arial MT"/>
                <a:cs typeface="Arial MT"/>
              </a:rPr>
              <a:t> </a:t>
            </a:r>
            <a:r>
              <a:rPr sz="1600" dirty="0">
                <a:latin typeface="Arial MT"/>
                <a:cs typeface="Arial MT"/>
              </a:rPr>
              <a:t>or First-in-First-</a:t>
            </a:r>
            <a:r>
              <a:rPr sz="1600" spc="-25" dirty="0">
                <a:latin typeface="Arial MT"/>
                <a:cs typeface="Arial MT"/>
              </a:rPr>
              <a:t>out </a:t>
            </a:r>
            <a:r>
              <a:rPr sz="1600" spc="-100" dirty="0">
                <a:latin typeface="Arial MT"/>
                <a:cs typeface="Arial MT"/>
              </a:rPr>
              <a:t>(FIFO)</a:t>
            </a:r>
            <a:r>
              <a:rPr sz="1600" spc="-15" dirty="0">
                <a:latin typeface="Arial MT"/>
                <a:cs typeface="Arial MT"/>
              </a:rPr>
              <a:t> </a:t>
            </a:r>
            <a:r>
              <a:rPr sz="1600" dirty="0">
                <a:latin typeface="Arial MT"/>
                <a:cs typeface="Arial MT"/>
              </a:rPr>
              <a:t>topics.</a:t>
            </a:r>
            <a:r>
              <a:rPr sz="1600" spc="15" dirty="0">
                <a:latin typeface="Arial MT"/>
                <a:cs typeface="Arial MT"/>
              </a:rPr>
              <a:t> </a:t>
            </a:r>
            <a:r>
              <a:rPr sz="1600" spc="-30" dirty="0">
                <a:latin typeface="Arial MT"/>
                <a:cs typeface="Arial MT"/>
              </a:rPr>
              <a:t>Choose</a:t>
            </a:r>
            <a:r>
              <a:rPr sz="1600" spc="80" dirty="0">
                <a:latin typeface="Arial MT"/>
                <a:cs typeface="Arial MT"/>
              </a:rPr>
              <a:t> </a:t>
            </a:r>
            <a:r>
              <a:rPr sz="1600" spc="-25" dirty="0">
                <a:solidFill>
                  <a:srgbClr val="1A1A1A"/>
                </a:solidFill>
                <a:latin typeface="Arial MT"/>
                <a:cs typeface="Arial MT"/>
              </a:rPr>
              <a:t>each</a:t>
            </a:r>
            <a:r>
              <a:rPr sz="1600" spc="30" dirty="0">
                <a:solidFill>
                  <a:srgbClr val="1A1A1A"/>
                </a:solidFill>
                <a:latin typeface="Arial MT"/>
                <a:cs typeface="Arial MT"/>
              </a:rPr>
              <a:t> </a:t>
            </a:r>
            <a:r>
              <a:rPr sz="1600" dirty="0">
                <a:latin typeface="Arial MT"/>
                <a:cs typeface="Arial MT"/>
              </a:rPr>
              <a:t>topic</a:t>
            </a:r>
            <a:r>
              <a:rPr sz="1600" spc="-90" dirty="0">
                <a:latin typeface="Arial MT"/>
                <a:cs typeface="Arial MT"/>
              </a:rPr>
              <a:t> </a:t>
            </a:r>
            <a:r>
              <a:rPr sz="1600" dirty="0">
                <a:latin typeface="Arial MT"/>
                <a:cs typeface="Arial MT"/>
              </a:rPr>
              <a:t>IO</a:t>
            </a:r>
            <a:r>
              <a:rPr sz="1600" spc="-50" dirty="0">
                <a:latin typeface="Arial MT"/>
                <a:cs typeface="Arial MT"/>
              </a:rPr>
              <a:t> </a:t>
            </a:r>
            <a:r>
              <a:rPr sz="1600" spc="-65" dirty="0">
                <a:latin typeface="Arial MT"/>
                <a:cs typeface="Arial MT"/>
              </a:rPr>
              <a:t>lRarr!</a:t>
            </a:r>
            <a:r>
              <a:rPr sz="1600" spc="-85" dirty="0">
                <a:latin typeface="Arial MT"/>
                <a:cs typeface="Arial MT"/>
              </a:rPr>
              <a:t> </a:t>
            </a:r>
            <a:r>
              <a:rPr sz="1600" i="1" spc="-10" dirty="0">
                <a:solidFill>
                  <a:srgbClr val="161616"/>
                </a:solidFill>
                <a:latin typeface="Arial"/>
                <a:cs typeface="Arial"/>
              </a:rPr>
              <a:t>TORQ.</a:t>
            </a:r>
            <a:endParaRPr sz="1600">
              <a:latin typeface="Arial"/>
              <a:cs typeface="Arial"/>
            </a:endParaRPr>
          </a:p>
        </p:txBody>
      </p:sp>
      <p:sp>
        <p:nvSpPr>
          <p:cNvPr id="11" name="object 11"/>
          <p:cNvSpPr txBox="1"/>
          <p:nvPr/>
        </p:nvSpPr>
        <p:spPr>
          <a:xfrm>
            <a:off x="4784934" y="3188991"/>
            <a:ext cx="5400675" cy="1692910"/>
          </a:xfrm>
          <a:prstGeom prst="rect">
            <a:avLst/>
          </a:prstGeom>
        </p:spPr>
        <p:txBody>
          <a:bodyPr vert="horz" wrap="square" lIns="0" tIns="10795" rIns="0" bIns="0" rtlCol="0">
            <a:spAutoFit/>
          </a:bodyPr>
          <a:lstStyle/>
          <a:p>
            <a:pPr marL="15875" marR="5080" indent="-3175">
              <a:lnSpc>
                <a:spcPct val="114100"/>
              </a:lnSpc>
              <a:spcBef>
                <a:spcPts val="85"/>
              </a:spcBef>
            </a:pPr>
            <a:r>
              <a:rPr sz="1600" spc="-85" dirty="0">
                <a:latin typeface="Arial MT"/>
                <a:cs typeface="Arial MT"/>
              </a:rPr>
              <a:t>FIFO</a:t>
            </a:r>
            <a:r>
              <a:rPr sz="1600" spc="-25" dirty="0">
                <a:latin typeface="Arial MT"/>
                <a:cs typeface="Arial MT"/>
              </a:rPr>
              <a:t> </a:t>
            </a:r>
            <a:r>
              <a:rPr sz="1600" dirty="0">
                <a:solidFill>
                  <a:srgbClr val="0A0A0A"/>
                </a:solidFill>
                <a:latin typeface="Arial MT"/>
                <a:cs typeface="Arial MT"/>
              </a:rPr>
              <a:t>topics</a:t>
            </a:r>
            <a:r>
              <a:rPr sz="1600" spc="20" dirty="0">
                <a:solidFill>
                  <a:srgbClr val="0A0A0A"/>
                </a:solidFill>
                <a:latin typeface="Arial MT"/>
                <a:cs typeface="Arial MT"/>
              </a:rPr>
              <a:t> </a:t>
            </a:r>
            <a:r>
              <a:rPr sz="1600" dirty="0">
                <a:solidFill>
                  <a:srgbClr val="131313"/>
                </a:solidFill>
                <a:latin typeface="Arial MT"/>
                <a:cs typeface="Arial MT"/>
              </a:rPr>
              <a:t>are</a:t>
            </a:r>
            <a:r>
              <a:rPr sz="1600" spc="5" dirty="0">
                <a:solidFill>
                  <a:srgbClr val="131313"/>
                </a:solidFill>
                <a:latin typeface="Arial MT"/>
                <a:cs typeface="Arial MT"/>
              </a:rPr>
              <a:t> </a:t>
            </a:r>
            <a:r>
              <a:rPr sz="1600" dirty="0">
                <a:latin typeface="Arial MT"/>
                <a:cs typeface="Arial MT"/>
              </a:rPr>
              <a:t>designed</a:t>
            </a:r>
            <a:r>
              <a:rPr sz="1600" spc="35" dirty="0">
                <a:latin typeface="Arial MT"/>
                <a:cs typeface="Arial MT"/>
              </a:rPr>
              <a:t> </a:t>
            </a:r>
            <a:r>
              <a:rPr sz="1600" dirty="0">
                <a:solidFill>
                  <a:srgbClr val="212121"/>
                </a:solidFill>
                <a:latin typeface="Arial MT"/>
                <a:cs typeface="Arial MT"/>
              </a:rPr>
              <a:t>to</a:t>
            </a:r>
            <a:r>
              <a:rPr sz="1600" spc="50" dirty="0">
                <a:solidFill>
                  <a:srgbClr val="212121"/>
                </a:solidFill>
                <a:latin typeface="Arial MT"/>
                <a:cs typeface="Arial MT"/>
              </a:rPr>
              <a:t> </a:t>
            </a:r>
            <a:r>
              <a:rPr sz="1600" spc="-10" dirty="0">
                <a:latin typeface="Arial MT"/>
                <a:cs typeface="Arial MT"/>
              </a:rPr>
              <a:t>enhance</a:t>
            </a:r>
            <a:r>
              <a:rPr sz="1600" dirty="0">
                <a:latin typeface="Arial MT"/>
                <a:cs typeface="Arial MT"/>
              </a:rPr>
              <a:t> messaging</a:t>
            </a:r>
            <a:r>
              <a:rPr sz="1600" spc="60" dirty="0">
                <a:latin typeface="Arial MT"/>
                <a:cs typeface="Arial MT"/>
              </a:rPr>
              <a:t> </a:t>
            </a:r>
            <a:r>
              <a:rPr sz="1600" spc="-10" dirty="0">
                <a:solidFill>
                  <a:srgbClr val="0C0C0C"/>
                </a:solidFill>
                <a:latin typeface="Arial MT"/>
                <a:cs typeface="Arial MT"/>
              </a:rPr>
              <a:t>between </a:t>
            </a:r>
            <a:r>
              <a:rPr sz="1600" dirty="0">
                <a:latin typeface="Arial MT"/>
                <a:cs typeface="Arial MT"/>
              </a:rPr>
              <a:t>applications</a:t>
            </a:r>
            <a:r>
              <a:rPr sz="1600" spc="235" dirty="0">
                <a:latin typeface="Arial MT"/>
                <a:cs typeface="Arial MT"/>
              </a:rPr>
              <a:t> </a:t>
            </a:r>
            <a:r>
              <a:rPr sz="1600" dirty="0">
                <a:solidFill>
                  <a:srgbClr val="1D1D1D"/>
                </a:solidFill>
                <a:latin typeface="Arial MT"/>
                <a:cs typeface="Arial MT"/>
              </a:rPr>
              <a:t>when</a:t>
            </a:r>
            <a:r>
              <a:rPr sz="1600" spc="95" dirty="0">
                <a:solidFill>
                  <a:srgbClr val="1D1D1D"/>
                </a:solidFill>
                <a:latin typeface="Arial MT"/>
                <a:cs typeface="Arial MT"/>
              </a:rPr>
              <a:t> </a:t>
            </a:r>
            <a:r>
              <a:rPr sz="1600" dirty="0">
                <a:latin typeface="Arial MT"/>
                <a:cs typeface="Arial MT"/>
              </a:rPr>
              <a:t>the</a:t>
            </a:r>
            <a:r>
              <a:rPr sz="1600" spc="75" dirty="0">
                <a:latin typeface="Arial MT"/>
                <a:cs typeface="Arial MT"/>
              </a:rPr>
              <a:t> </a:t>
            </a:r>
            <a:r>
              <a:rPr sz="1600" dirty="0">
                <a:solidFill>
                  <a:srgbClr val="0A0A0A"/>
                </a:solidFill>
                <a:latin typeface="Arial MT"/>
                <a:cs typeface="Arial MT"/>
              </a:rPr>
              <a:t>order</a:t>
            </a:r>
            <a:r>
              <a:rPr sz="1600" spc="135" dirty="0">
                <a:solidFill>
                  <a:srgbClr val="0A0A0A"/>
                </a:solidFill>
                <a:latin typeface="Arial MT"/>
                <a:cs typeface="Arial MT"/>
              </a:rPr>
              <a:t> </a:t>
            </a:r>
            <a:r>
              <a:rPr sz="1600" dirty="0">
                <a:solidFill>
                  <a:srgbClr val="444444"/>
                </a:solidFill>
                <a:latin typeface="Arial MT"/>
                <a:cs typeface="Arial MT"/>
              </a:rPr>
              <a:t>of</a:t>
            </a:r>
            <a:r>
              <a:rPr sz="1600" spc="180" dirty="0">
                <a:solidFill>
                  <a:srgbClr val="444444"/>
                </a:solidFill>
                <a:latin typeface="Arial MT"/>
                <a:cs typeface="Arial MT"/>
              </a:rPr>
              <a:t> </a:t>
            </a:r>
            <a:r>
              <a:rPr sz="1600" dirty="0">
                <a:latin typeface="Arial MT"/>
                <a:cs typeface="Arial MT"/>
              </a:rPr>
              <a:t>ooerations</a:t>
            </a:r>
            <a:r>
              <a:rPr sz="1600" spc="175" dirty="0">
                <a:latin typeface="Arial MT"/>
                <a:cs typeface="Arial MT"/>
              </a:rPr>
              <a:t> </a:t>
            </a:r>
            <a:r>
              <a:rPr sz="1600" dirty="0">
                <a:latin typeface="Arial MT"/>
                <a:cs typeface="Arial MT"/>
              </a:rPr>
              <a:t>and</a:t>
            </a:r>
            <a:r>
              <a:rPr sz="1600" spc="114" dirty="0">
                <a:latin typeface="Arial MT"/>
                <a:cs typeface="Arial MT"/>
              </a:rPr>
              <a:t> </a:t>
            </a:r>
            <a:r>
              <a:rPr sz="1600" spc="-195" dirty="0">
                <a:latin typeface="Arial MT"/>
                <a:cs typeface="Arial MT"/>
              </a:rPr>
              <a:t>e'VPOt5</a:t>
            </a:r>
            <a:r>
              <a:rPr sz="1600" spc="130" dirty="0">
                <a:latin typeface="Arial MT"/>
                <a:cs typeface="Arial MT"/>
              </a:rPr>
              <a:t> </a:t>
            </a:r>
            <a:r>
              <a:rPr sz="1600" spc="-25" dirty="0">
                <a:latin typeface="Arial MT"/>
                <a:cs typeface="Arial MT"/>
              </a:rPr>
              <a:t>is </a:t>
            </a:r>
            <a:r>
              <a:rPr sz="1600" dirty="0">
                <a:latin typeface="Arial MT"/>
                <a:cs typeface="Arial MT"/>
              </a:rPr>
              <a:t>critical,</a:t>
            </a:r>
            <a:r>
              <a:rPr sz="1600" spc="90" dirty="0">
                <a:latin typeface="Arial MT"/>
                <a:cs typeface="Arial MT"/>
              </a:rPr>
              <a:t> </a:t>
            </a:r>
            <a:r>
              <a:rPr sz="1600" dirty="0">
                <a:solidFill>
                  <a:srgbClr val="1C1C1C"/>
                </a:solidFill>
                <a:latin typeface="Arial MT"/>
                <a:cs typeface="Arial MT"/>
              </a:rPr>
              <a:t>or</a:t>
            </a:r>
            <a:r>
              <a:rPr sz="1600" spc="95" dirty="0">
                <a:solidFill>
                  <a:srgbClr val="1C1C1C"/>
                </a:solidFill>
                <a:latin typeface="Arial MT"/>
                <a:cs typeface="Arial MT"/>
              </a:rPr>
              <a:t> </a:t>
            </a:r>
            <a:r>
              <a:rPr sz="1600" dirty="0">
                <a:latin typeface="Arial MT"/>
                <a:cs typeface="Arial MT"/>
              </a:rPr>
              <a:t>where</a:t>
            </a:r>
            <a:r>
              <a:rPr sz="1600" spc="110" dirty="0">
                <a:latin typeface="Arial MT"/>
                <a:cs typeface="Arial MT"/>
              </a:rPr>
              <a:t> </a:t>
            </a:r>
            <a:r>
              <a:rPr sz="1600" dirty="0">
                <a:latin typeface="Arial MT"/>
                <a:cs typeface="Arial MT"/>
              </a:rPr>
              <a:t>duplicates</a:t>
            </a:r>
            <a:r>
              <a:rPr sz="1600" spc="40" dirty="0">
                <a:latin typeface="Arial MT"/>
                <a:cs typeface="Arial MT"/>
              </a:rPr>
              <a:t> </a:t>
            </a:r>
            <a:r>
              <a:rPr sz="1600" dirty="0">
                <a:latin typeface="Arial MT"/>
                <a:cs typeface="Arial MT"/>
              </a:rPr>
              <a:t>can't</a:t>
            </a:r>
            <a:r>
              <a:rPr sz="1600" spc="90" dirty="0">
                <a:latin typeface="Arial MT"/>
                <a:cs typeface="Arial MT"/>
              </a:rPr>
              <a:t> </a:t>
            </a:r>
            <a:r>
              <a:rPr sz="1600" dirty="0">
                <a:solidFill>
                  <a:srgbClr val="0C0C0C"/>
                </a:solidFill>
                <a:latin typeface="Arial MT"/>
                <a:cs typeface="Arial MT"/>
              </a:rPr>
              <a:t>be</a:t>
            </a:r>
            <a:r>
              <a:rPr sz="1600" spc="-15" dirty="0">
                <a:solidFill>
                  <a:srgbClr val="0C0C0C"/>
                </a:solidFill>
                <a:latin typeface="Arial MT"/>
                <a:cs typeface="Arial MT"/>
              </a:rPr>
              <a:t> </a:t>
            </a:r>
            <a:r>
              <a:rPr sz="1600" dirty="0">
                <a:latin typeface="Arial MT"/>
                <a:cs typeface="Arial MT"/>
              </a:rPr>
              <a:t>tolerated.</a:t>
            </a:r>
            <a:r>
              <a:rPr sz="1600" spc="65" dirty="0">
                <a:latin typeface="Arial MT"/>
                <a:cs typeface="Arial MT"/>
              </a:rPr>
              <a:t> </a:t>
            </a:r>
            <a:r>
              <a:rPr sz="1600" spc="-10" dirty="0">
                <a:latin typeface="Arial MT"/>
                <a:cs typeface="Arial MT"/>
              </a:rPr>
              <a:t>Examples </a:t>
            </a:r>
            <a:r>
              <a:rPr sz="1600" dirty="0">
                <a:latin typeface="Arial MT"/>
                <a:cs typeface="Arial MT"/>
              </a:rPr>
              <a:t>include</a:t>
            </a:r>
            <a:r>
              <a:rPr sz="1600" spc="65" dirty="0">
                <a:latin typeface="Arial MT"/>
                <a:cs typeface="Arial MT"/>
              </a:rPr>
              <a:t> </a:t>
            </a:r>
            <a:r>
              <a:rPr sz="1600" dirty="0">
                <a:latin typeface="Arial MT"/>
                <a:cs typeface="Arial MT"/>
              </a:rPr>
              <a:t>fann</a:t>
            </a:r>
            <a:r>
              <a:rPr sz="1600" spc="-295" dirty="0">
                <a:latin typeface="Arial MT"/>
                <a:cs typeface="Arial MT"/>
              </a:rPr>
              <a:t> </a:t>
            </a:r>
            <a:r>
              <a:rPr sz="1600" dirty="0">
                <a:solidFill>
                  <a:srgbClr val="131313"/>
                </a:solidFill>
                <a:latin typeface="Arial MT"/>
                <a:cs typeface="Arial MT"/>
              </a:rPr>
              <a:t>ing</a:t>
            </a:r>
            <a:r>
              <a:rPr sz="1600" spc="114" dirty="0">
                <a:solidFill>
                  <a:srgbClr val="131313"/>
                </a:solidFill>
                <a:latin typeface="Arial MT"/>
                <a:cs typeface="Arial MT"/>
              </a:rPr>
              <a:t> </a:t>
            </a:r>
            <a:r>
              <a:rPr sz="1600" dirty="0">
                <a:latin typeface="Arial MT"/>
                <a:cs typeface="Arial MT"/>
              </a:rPr>
              <a:t>out</a:t>
            </a:r>
            <a:r>
              <a:rPr sz="1600" spc="65" dirty="0">
                <a:latin typeface="Arial MT"/>
                <a:cs typeface="Arial MT"/>
              </a:rPr>
              <a:t> </a:t>
            </a:r>
            <a:r>
              <a:rPr sz="1600" spc="-30" dirty="0">
                <a:latin typeface="Arial MT"/>
                <a:cs typeface="Arial MT"/>
              </a:rPr>
              <a:t>messages</a:t>
            </a:r>
            <a:r>
              <a:rPr sz="1600" spc="120" dirty="0">
                <a:latin typeface="Arial MT"/>
                <a:cs typeface="Arial MT"/>
              </a:rPr>
              <a:t> </a:t>
            </a:r>
            <a:r>
              <a:rPr sz="1600" dirty="0">
                <a:solidFill>
                  <a:srgbClr val="0E0E0E"/>
                </a:solidFill>
                <a:latin typeface="Arial MT"/>
                <a:cs typeface="Arial MT"/>
              </a:rPr>
              <a:t>to</a:t>
            </a:r>
            <a:r>
              <a:rPr sz="1600" spc="235" dirty="0">
                <a:solidFill>
                  <a:srgbClr val="0E0E0E"/>
                </a:solidFill>
                <a:latin typeface="Arial MT"/>
                <a:cs typeface="Arial MT"/>
              </a:rPr>
              <a:t> </a:t>
            </a:r>
            <a:r>
              <a:rPr sz="1600" dirty="0">
                <a:latin typeface="Arial MT"/>
                <a:cs typeface="Arial MT"/>
              </a:rPr>
              <a:t>bank</a:t>
            </a:r>
            <a:r>
              <a:rPr sz="1600" spc="90" dirty="0">
                <a:latin typeface="Arial MT"/>
                <a:cs typeface="Arial MT"/>
              </a:rPr>
              <a:t> </a:t>
            </a:r>
            <a:r>
              <a:rPr sz="1600" dirty="0">
                <a:latin typeface="Arial MT"/>
                <a:cs typeface="Arial MT"/>
              </a:rPr>
              <a:t>transaction</a:t>
            </a:r>
            <a:r>
              <a:rPr sz="1600" spc="190" dirty="0">
                <a:latin typeface="Arial MT"/>
                <a:cs typeface="Arial MT"/>
              </a:rPr>
              <a:t> </a:t>
            </a:r>
            <a:r>
              <a:rPr sz="1600" spc="-10" dirty="0">
                <a:latin typeface="Arial MT"/>
                <a:cs typeface="Arial MT"/>
              </a:rPr>
              <a:t>logging, </a:t>
            </a:r>
            <a:r>
              <a:rPr sz="1600" dirty="0">
                <a:latin typeface="Arial MT"/>
                <a:cs typeface="Arial MT"/>
              </a:rPr>
              <a:t>stock</a:t>
            </a:r>
            <a:r>
              <a:rPr sz="1600" spc="165" dirty="0">
                <a:latin typeface="Arial MT"/>
                <a:cs typeface="Arial MT"/>
              </a:rPr>
              <a:t> </a:t>
            </a:r>
            <a:r>
              <a:rPr sz="1600" dirty="0">
                <a:latin typeface="Arial MT"/>
                <a:cs typeface="Arial MT"/>
              </a:rPr>
              <a:t>monitoring,</a:t>
            </a:r>
            <a:r>
              <a:rPr sz="1600" spc="175" dirty="0">
                <a:latin typeface="Arial MT"/>
                <a:cs typeface="Arial MT"/>
              </a:rPr>
              <a:t> </a:t>
            </a:r>
            <a:r>
              <a:rPr sz="1600" spc="60" dirty="0">
                <a:solidFill>
                  <a:srgbClr val="161616"/>
                </a:solidFill>
                <a:latin typeface="Arial MT"/>
                <a:cs typeface="Arial MT"/>
              </a:rPr>
              <a:t>flight</a:t>
            </a:r>
            <a:r>
              <a:rPr sz="1600" spc="85" dirty="0">
                <a:solidFill>
                  <a:srgbClr val="161616"/>
                </a:solidFill>
                <a:latin typeface="Arial MT"/>
                <a:cs typeface="Arial MT"/>
              </a:rPr>
              <a:t> </a:t>
            </a:r>
            <a:r>
              <a:rPr sz="1600" dirty="0">
                <a:latin typeface="Arial MT"/>
                <a:cs typeface="Arial MT"/>
              </a:rPr>
              <a:t>tracking,</a:t>
            </a:r>
            <a:r>
              <a:rPr sz="1600" spc="190" dirty="0">
                <a:latin typeface="Arial MT"/>
                <a:cs typeface="Arial MT"/>
              </a:rPr>
              <a:t> </a:t>
            </a:r>
            <a:r>
              <a:rPr sz="1600" dirty="0">
                <a:latin typeface="Arial MT"/>
                <a:cs typeface="Arial MT"/>
              </a:rPr>
              <a:t>inventory</a:t>
            </a:r>
            <a:r>
              <a:rPr sz="1600" spc="190" dirty="0">
                <a:latin typeface="Arial MT"/>
                <a:cs typeface="Arial MT"/>
              </a:rPr>
              <a:t> </a:t>
            </a:r>
            <a:r>
              <a:rPr sz="1600" spc="-10" dirty="0">
                <a:latin typeface="Arial MT"/>
                <a:cs typeface="Arial MT"/>
              </a:rPr>
              <a:t>management, </a:t>
            </a:r>
            <a:r>
              <a:rPr sz="1600" dirty="0">
                <a:latin typeface="Arial MT"/>
                <a:cs typeface="Arial MT"/>
              </a:rPr>
              <a:t>and</a:t>
            </a:r>
            <a:r>
              <a:rPr sz="1600" spc="45" dirty="0">
                <a:latin typeface="Arial MT"/>
                <a:cs typeface="Arial MT"/>
              </a:rPr>
              <a:t> </a:t>
            </a:r>
            <a:r>
              <a:rPr sz="1600" dirty="0">
                <a:latin typeface="Arial MT"/>
                <a:cs typeface="Arial MT"/>
              </a:rPr>
              <a:t>price</a:t>
            </a:r>
            <a:r>
              <a:rPr sz="1600" spc="40" dirty="0">
                <a:latin typeface="Arial MT"/>
                <a:cs typeface="Arial MT"/>
              </a:rPr>
              <a:t> </a:t>
            </a:r>
            <a:r>
              <a:rPr sz="1600" dirty="0">
                <a:latin typeface="Arial MT"/>
                <a:cs typeface="Arial MT"/>
              </a:rPr>
              <a:t>update</a:t>
            </a:r>
            <a:r>
              <a:rPr sz="1600" spc="95" dirty="0">
                <a:latin typeface="Arial MT"/>
                <a:cs typeface="Arial MT"/>
              </a:rPr>
              <a:t> </a:t>
            </a:r>
            <a:r>
              <a:rPr sz="1600" spc="-10" dirty="0">
                <a:latin typeface="Arial MT"/>
                <a:cs typeface="Arial MT"/>
              </a:rPr>
              <a:t>systems.</a:t>
            </a:r>
            <a:endParaRPr sz="1600">
              <a:latin typeface="Arial MT"/>
              <a:cs typeface="Arial MT"/>
            </a:endParaRPr>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742478" y="1022428"/>
            <a:ext cx="8325747" cy="4258182"/>
          </a:xfrm>
          <a:prstGeom prst="rect">
            <a:avLst/>
          </a:prstGeom>
        </p:spPr>
      </p:pic>
      <p:sp>
        <p:nvSpPr>
          <p:cNvPr id="3" name="object 3"/>
          <p:cNvSpPr txBox="1"/>
          <p:nvPr/>
        </p:nvSpPr>
        <p:spPr>
          <a:xfrm>
            <a:off x="4489231" y="593754"/>
            <a:ext cx="3186430" cy="193675"/>
          </a:xfrm>
          <a:prstGeom prst="rect">
            <a:avLst/>
          </a:prstGeom>
        </p:spPr>
        <p:txBody>
          <a:bodyPr vert="horz" wrap="square" lIns="0" tIns="12700" rIns="0" bIns="0" rtlCol="0">
            <a:spAutoFit/>
          </a:bodyPr>
          <a:lstStyle/>
          <a:p>
            <a:pPr marL="12700">
              <a:lnSpc>
                <a:spcPct val="100000"/>
              </a:lnSpc>
              <a:spcBef>
                <a:spcPts val="100"/>
              </a:spcBef>
            </a:pPr>
            <a:r>
              <a:rPr sz="1100" spc="-220" dirty="0">
                <a:latin typeface="Courier New"/>
                <a:cs typeface="Courier New"/>
              </a:rPr>
              <a:t>S</a:t>
            </a:r>
            <a:r>
              <a:rPr sz="1100" spc="-350" dirty="0">
                <a:latin typeface="Courier New"/>
                <a:cs typeface="Courier New"/>
              </a:rPr>
              <a:t>召』召</a:t>
            </a:r>
            <a:r>
              <a:rPr sz="1100" spc="-220" dirty="0">
                <a:latin typeface="Courier New"/>
                <a:cs typeface="Courier New"/>
              </a:rPr>
              <a:t>C</a:t>
            </a:r>
            <a:r>
              <a:rPr sz="1100" spc="-280" dirty="0">
                <a:latin typeface="Courier New"/>
                <a:cs typeface="Courier New"/>
              </a:rPr>
              <a:t>亡 召口</a:t>
            </a:r>
            <a:r>
              <a:rPr sz="1100" spc="-160" dirty="0">
                <a:latin typeface="Courier New"/>
                <a:cs typeface="Courier New"/>
              </a:rPr>
              <a:t>C</a:t>
            </a:r>
            <a:r>
              <a:rPr sz="1100" spc="-280" dirty="0">
                <a:latin typeface="Courier New"/>
                <a:cs typeface="Courier New"/>
              </a:rPr>
              <a:t>獅 </a:t>
            </a:r>
            <a:r>
              <a:rPr sz="1100" b="1" spc="-100" dirty="0">
                <a:latin typeface="Malgun Gothic"/>
                <a:cs typeface="Malgun Gothic"/>
              </a:rPr>
              <a:t>S</a:t>
            </a:r>
            <a:r>
              <a:rPr sz="1100" b="1" spc="-145" dirty="0">
                <a:latin typeface="Malgun Gothic"/>
                <a:cs typeface="Malgun Gothic"/>
              </a:rPr>
              <a:t>召印『</a:t>
            </a:r>
            <a:r>
              <a:rPr sz="1100" b="1" spc="-105" dirty="0">
                <a:latin typeface="Malgun Gothic"/>
                <a:cs typeface="Malgun Gothic"/>
              </a:rPr>
              <a:t>C</a:t>
            </a:r>
            <a:r>
              <a:rPr sz="1100" b="1" spc="-100" dirty="0">
                <a:latin typeface="Malgun Gothic"/>
                <a:cs typeface="Malgun Gothic"/>
              </a:rPr>
              <a:t>召 </a:t>
            </a:r>
            <a:r>
              <a:rPr sz="1100" spc="-380" dirty="0">
                <a:latin typeface="Courier New"/>
                <a:cs typeface="Courier New"/>
              </a:rPr>
              <a:t>『</a:t>
            </a:r>
            <a:r>
              <a:rPr sz="1100" spc="-240" dirty="0">
                <a:latin typeface="Courier New"/>
                <a:cs typeface="Courier New"/>
              </a:rPr>
              <a:t>C</a:t>
            </a:r>
            <a:r>
              <a:rPr sz="1100" spc="-345" dirty="0">
                <a:latin typeface="Courier New"/>
                <a:cs typeface="Courier New"/>
              </a:rPr>
              <a:t>〇打 〔。 </a:t>
            </a:r>
            <a:r>
              <a:rPr sz="1100" spc="160" dirty="0">
                <a:latin typeface="Courier New"/>
                <a:cs typeface="Courier New"/>
              </a:rPr>
              <a:t>team</a:t>
            </a:r>
            <a:r>
              <a:rPr sz="1100" spc="-295" dirty="0">
                <a:latin typeface="Courier New"/>
                <a:cs typeface="Courier New"/>
              </a:rPr>
              <a:t> </a:t>
            </a:r>
            <a:r>
              <a:rPr sz="1100" b="1" spc="-105" dirty="0">
                <a:latin typeface="Malgun Gothic"/>
                <a:cs typeface="Malgun Gothic"/>
              </a:rPr>
              <a:t>m0</a:t>
            </a:r>
            <a:r>
              <a:rPr sz="1100" b="1" spc="-110" dirty="0">
                <a:latin typeface="Malgun Gothic"/>
                <a:cs typeface="Malgun Gothic"/>
              </a:rPr>
              <a:t>「召</a:t>
            </a:r>
            <a:r>
              <a:rPr sz="1100" b="1" spc="-50" dirty="0">
                <a:latin typeface="Malgun Gothic"/>
                <a:cs typeface="Malgun Gothic"/>
              </a:rPr>
              <a:t>^</a:t>
            </a:r>
            <a:endParaRPr sz="1100">
              <a:latin typeface="Malgun Gothic"/>
              <a:cs typeface="Malgun Gothic"/>
            </a:endParaRPr>
          </a:p>
        </p:txBody>
      </p:sp>
      <p:sp>
        <p:nvSpPr>
          <p:cNvPr id="4" name="object 4"/>
          <p:cNvSpPr txBox="1"/>
          <p:nvPr/>
        </p:nvSpPr>
        <p:spPr>
          <a:xfrm>
            <a:off x="3576984" y="1089113"/>
            <a:ext cx="589280" cy="147955"/>
          </a:xfrm>
          <a:prstGeom prst="rect">
            <a:avLst/>
          </a:prstGeom>
        </p:spPr>
        <p:txBody>
          <a:bodyPr vert="horz" wrap="square" lIns="0" tIns="12700" rIns="0" bIns="0" rtlCol="0">
            <a:spAutoFit/>
          </a:bodyPr>
          <a:lstStyle/>
          <a:p>
            <a:pPr marL="12700">
              <a:lnSpc>
                <a:spcPct val="100000"/>
              </a:lnSpc>
              <a:spcBef>
                <a:spcPts val="100"/>
              </a:spcBef>
            </a:pPr>
            <a:r>
              <a:rPr sz="800" dirty="0">
                <a:latin typeface="Courier New"/>
                <a:cs typeface="Courier New"/>
              </a:rPr>
              <a:t>AWS</a:t>
            </a:r>
            <a:r>
              <a:rPr sz="800" spc="195" dirty="0">
                <a:latin typeface="Courier New"/>
                <a:cs typeface="Courier New"/>
              </a:rPr>
              <a:t> </a:t>
            </a:r>
            <a:r>
              <a:rPr sz="800" spc="-10" dirty="0">
                <a:latin typeface="Courier New"/>
                <a:cs typeface="Courier New"/>
              </a:rPr>
              <a:t>Cluud</a:t>
            </a:r>
            <a:endParaRPr sz="800">
              <a:latin typeface="Courier New"/>
              <a:cs typeface="Courier New"/>
            </a:endParaRPr>
          </a:p>
        </p:txBody>
      </p:sp>
      <p:sp>
        <p:nvSpPr>
          <p:cNvPr id="5" name="object 5"/>
          <p:cNvSpPr txBox="1"/>
          <p:nvPr/>
        </p:nvSpPr>
        <p:spPr>
          <a:xfrm>
            <a:off x="1754038" y="2270354"/>
            <a:ext cx="508000" cy="147955"/>
          </a:xfrm>
          <a:prstGeom prst="rect">
            <a:avLst/>
          </a:prstGeom>
        </p:spPr>
        <p:txBody>
          <a:bodyPr vert="horz" wrap="square" lIns="0" tIns="12700" rIns="0" bIns="0" rtlCol="0">
            <a:spAutoFit/>
          </a:bodyPr>
          <a:lstStyle/>
          <a:p>
            <a:pPr marL="12700">
              <a:lnSpc>
                <a:spcPct val="100000"/>
              </a:lnSpc>
              <a:spcBef>
                <a:spcPts val="100"/>
              </a:spcBef>
            </a:pPr>
            <a:r>
              <a:rPr sz="800" spc="50" dirty="0">
                <a:latin typeface="Courier New"/>
                <a:cs typeface="Courier New"/>
              </a:rPr>
              <a:t>Browser</a:t>
            </a:r>
            <a:endParaRPr sz="800">
              <a:latin typeface="Courier New"/>
              <a:cs typeface="Courier New"/>
            </a:endParaRPr>
          </a:p>
        </p:txBody>
      </p:sp>
      <p:sp>
        <p:nvSpPr>
          <p:cNvPr id="6" name="object 6"/>
          <p:cNvSpPr txBox="1"/>
          <p:nvPr/>
        </p:nvSpPr>
        <p:spPr>
          <a:xfrm>
            <a:off x="7158770" y="2414458"/>
            <a:ext cx="581660" cy="335280"/>
          </a:xfrm>
          <a:prstGeom prst="rect">
            <a:avLst/>
          </a:prstGeom>
        </p:spPr>
        <p:txBody>
          <a:bodyPr vert="horz" wrap="square" lIns="0" tIns="20955" rIns="0" bIns="0" rtlCol="0">
            <a:spAutoFit/>
          </a:bodyPr>
          <a:lstStyle/>
          <a:p>
            <a:pPr marL="12700">
              <a:lnSpc>
                <a:spcPct val="100000"/>
              </a:lnSpc>
              <a:spcBef>
                <a:spcPts val="165"/>
              </a:spcBef>
            </a:pPr>
            <a:r>
              <a:rPr sz="800" spc="-80" dirty="0">
                <a:latin typeface="Courier New"/>
                <a:cs typeface="Courier New"/>
              </a:rPr>
              <a:t>AmrJZlel’l\</a:t>
            </a:r>
            <a:endParaRPr sz="800">
              <a:latin typeface="Courier New"/>
              <a:cs typeface="Courier New"/>
            </a:endParaRPr>
          </a:p>
          <a:p>
            <a:pPr marL="140335">
              <a:lnSpc>
                <a:spcPct val="100000"/>
              </a:lnSpc>
              <a:spcBef>
                <a:spcPts val="90"/>
              </a:spcBef>
            </a:pPr>
            <a:r>
              <a:rPr sz="1100" spc="-10" dirty="0">
                <a:latin typeface="Courier New"/>
                <a:cs typeface="Courier New"/>
              </a:rPr>
              <a:t>RDSKQ</a:t>
            </a:r>
            <a:endParaRPr sz="1100">
              <a:latin typeface="Courier New"/>
              <a:cs typeface="Courier New"/>
            </a:endParaRPr>
          </a:p>
        </p:txBody>
      </p:sp>
      <p:sp>
        <p:nvSpPr>
          <p:cNvPr id="7" name="object 7"/>
          <p:cNvSpPr txBox="1"/>
          <p:nvPr/>
        </p:nvSpPr>
        <p:spPr>
          <a:xfrm>
            <a:off x="9201706" y="3508750"/>
            <a:ext cx="967740" cy="331470"/>
          </a:xfrm>
          <a:prstGeom prst="rect">
            <a:avLst/>
          </a:prstGeom>
        </p:spPr>
        <p:txBody>
          <a:bodyPr vert="horz" wrap="square" lIns="0" tIns="41275" rIns="0" bIns="0" rtlCol="0">
            <a:spAutoFit/>
          </a:bodyPr>
          <a:lstStyle/>
          <a:p>
            <a:pPr marL="123189" marR="5080" indent="-111125">
              <a:lnSpc>
                <a:spcPts val="1090"/>
              </a:lnSpc>
              <a:spcBef>
                <a:spcPts val="325"/>
              </a:spcBef>
            </a:pPr>
            <a:r>
              <a:rPr sz="1100" spc="-245" dirty="0">
                <a:latin typeface="Courier New"/>
                <a:cs typeface="Courier New"/>
              </a:rPr>
              <a:t>Email</a:t>
            </a:r>
            <a:r>
              <a:rPr sz="1100" spc="-370" dirty="0">
                <a:latin typeface="Courier New"/>
                <a:cs typeface="Courier New"/>
              </a:rPr>
              <a:t> </a:t>
            </a:r>
            <a:r>
              <a:rPr sz="1650" spc="-405" baseline="2525" dirty="0">
                <a:latin typeface="Courier New"/>
                <a:cs typeface="Courier New"/>
              </a:rPr>
              <a:t>and-“or</a:t>
            </a:r>
            <a:r>
              <a:rPr sz="1650" spc="-607" baseline="2525" dirty="0">
                <a:latin typeface="Courier New"/>
                <a:cs typeface="Courier New"/>
              </a:rPr>
              <a:t> </a:t>
            </a:r>
            <a:r>
              <a:rPr sz="1650" spc="-37" baseline="2525" dirty="0">
                <a:latin typeface="Courier New"/>
                <a:cs typeface="Courier New"/>
              </a:rPr>
              <a:t>SMS </a:t>
            </a:r>
            <a:r>
              <a:rPr sz="1100" spc="-260" dirty="0">
                <a:latin typeface="Courier New"/>
                <a:cs typeface="Courier New"/>
              </a:rPr>
              <a:t>Text</a:t>
            </a:r>
            <a:r>
              <a:rPr sz="1100" spc="-370" dirty="0">
                <a:latin typeface="Courier New"/>
                <a:cs typeface="Courier New"/>
              </a:rPr>
              <a:t> </a:t>
            </a:r>
            <a:r>
              <a:rPr sz="1100" spc="-25" dirty="0">
                <a:latin typeface="Courier New"/>
                <a:cs typeface="Courier New"/>
              </a:rPr>
              <a:t>mes</a:t>
            </a:r>
            <a:endParaRPr sz="1100">
              <a:latin typeface="Courier New"/>
              <a:cs typeface="Courier New"/>
            </a:endParaRPr>
          </a:p>
        </p:txBody>
      </p:sp>
      <p:sp>
        <p:nvSpPr>
          <p:cNvPr id="8" name="object 8"/>
          <p:cNvSpPr txBox="1"/>
          <p:nvPr/>
        </p:nvSpPr>
        <p:spPr>
          <a:xfrm>
            <a:off x="6131664" y="3818351"/>
            <a:ext cx="738505" cy="193675"/>
          </a:xfrm>
          <a:prstGeom prst="rect">
            <a:avLst/>
          </a:prstGeom>
        </p:spPr>
        <p:txBody>
          <a:bodyPr vert="horz" wrap="square" lIns="0" tIns="12700" rIns="0" bIns="0" rtlCol="0">
            <a:spAutoFit/>
          </a:bodyPr>
          <a:lstStyle/>
          <a:p>
            <a:pPr marL="12700">
              <a:lnSpc>
                <a:spcPct val="100000"/>
              </a:lnSpc>
              <a:spcBef>
                <a:spcPts val="100"/>
              </a:spcBef>
            </a:pPr>
            <a:r>
              <a:rPr sz="1100" spc="-105" dirty="0">
                <a:latin typeface="Courier New"/>
                <a:cs typeface="Courier New"/>
              </a:rPr>
              <a:t>CloudWatch</a:t>
            </a:r>
            <a:endParaRPr sz="1100">
              <a:latin typeface="Courier New"/>
              <a:cs typeface="Courier New"/>
            </a:endParaRPr>
          </a:p>
        </p:txBody>
      </p:sp>
      <p:sp>
        <p:nvSpPr>
          <p:cNvPr id="9" name="object 9"/>
          <p:cNvSpPr txBox="1"/>
          <p:nvPr/>
        </p:nvSpPr>
        <p:spPr>
          <a:xfrm>
            <a:off x="7463491" y="3651643"/>
            <a:ext cx="558800" cy="365125"/>
          </a:xfrm>
          <a:prstGeom prst="rect">
            <a:avLst/>
          </a:prstGeom>
        </p:spPr>
        <p:txBody>
          <a:bodyPr vert="horz" wrap="square" lIns="0" tIns="8890" rIns="0" bIns="0" rtlCol="0">
            <a:spAutoFit/>
          </a:bodyPr>
          <a:lstStyle/>
          <a:p>
            <a:pPr marL="124460" marR="5080" indent="-112395">
              <a:lnSpc>
                <a:spcPct val="102299"/>
              </a:lnSpc>
              <a:spcBef>
                <a:spcPts val="70"/>
              </a:spcBef>
            </a:pPr>
            <a:r>
              <a:rPr sz="1100" spc="-325" dirty="0">
                <a:latin typeface="Courier New"/>
                <a:cs typeface="Courier New"/>
              </a:rPr>
              <a:t>ﬁ-</a:t>
            </a:r>
            <a:r>
              <a:rPr sz="1100" spc="-335" dirty="0">
                <a:latin typeface="Courier New"/>
                <a:cs typeface="Courier New"/>
              </a:rPr>
              <a:t>‘ﬁrﬂachzla </a:t>
            </a:r>
            <a:r>
              <a:rPr sz="1100" spc="-125" dirty="0">
                <a:latin typeface="Courier New"/>
                <a:cs typeface="Courier New"/>
              </a:rPr>
              <a:t>SNSK‘?</a:t>
            </a:r>
            <a:endParaRPr sz="1100">
              <a:latin typeface="Courier New"/>
              <a:cs typeface="Courier New"/>
            </a:endParaRPr>
          </a:p>
        </p:txBody>
      </p:sp>
      <p:sp>
        <p:nvSpPr>
          <p:cNvPr id="10" name="object 10"/>
          <p:cNvSpPr txBox="1"/>
          <p:nvPr/>
        </p:nvSpPr>
        <p:spPr>
          <a:xfrm>
            <a:off x="5072254" y="4890041"/>
            <a:ext cx="720090" cy="193675"/>
          </a:xfrm>
          <a:prstGeom prst="rect">
            <a:avLst/>
          </a:prstGeom>
        </p:spPr>
        <p:txBody>
          <a:bodyPr vert="horz" wrap="square" lIns="0" tIns="12700" rIns="0" bIns="0" rtlCol="0">
            <a:spAutoFit/>
          </a:bodyPr>
          <a:lstStyle/>
          <a:p>
            <a:pPr marL="12700">
              <a:lnSpc>
                <a:spcPct val="100000"/>
              </a:lnSpc>
              <a:spcBef>
                <a:spcPts val="100"/>
              </a:spcBef>
            </a:pPr>
            <a:r>
              <a:rPr sz="1100" spc="-50" dirty="0">
                <a:latin typeface="Courier New"/>
                <a:cs typeface="Courier New"/>
              </a:rPr>
              <a:t>Amazon</a:t>
            </a:r>
            <a:r>
              <a:rPr sz="1100" spc="-280" dirty="0">
                <a:latin typeface="Courier New"/>
                <a:cs typeface="Courier New"/>
              </a:rPr>
              <a:t> </a:t>
            </a:r>
            <a:r>
              <a:rPr sz="1100" spc="-25" dirty="0">
                <a:latin typeface="Courier New"/>
                <a:cs typeface="Courier New"/>
              </a:rPr>
              <a:t>S3</a:t>
            </a:r>
            <a:endParaRPr sz="1100">
              <a:latin typeface="Courier New"/>
              <a:cs typeface="Courier New"/>
            </a:endParaRPr>
          </a:p>
        </p:txBody>
      </p:sp>
      <p:sp>
        <p:nvSpPr>
          <p:cNvPr id="11" name="object 11"/>
          <p:cNvSpPr txBox="1"/>
          <p:nvPr/>
        </p:nvSpPr>
        <p:spPr>
          <a:xfrm>
            <a:off x="6522319" y="4890041"/>
            <a:ext cx="284480" cy="193675"/>
          </a:xfrm>
          <a:prstGeom prst="rect">
            <a:avLst/>
          </a:prstGeom>
        </p:spPr>
        <p:txBody>
          <a:bodyPr vert="horz" wrap="square" lIns="0" tIns="12700" rIns="0" bIns="0" rtlCol="0">
            <a:spAutoFit/>
          </a:bodyPr>
          <a:lstStyle/>
          <a:p>
            <a:pPr marL="12700">
              <a:lnSpc>
                <a:spcPct val="100000"/>
              </a:lnSpc>
              <a:spcBef>
                <a:spcPts val="100"/>
              </a:spcBef>
            </a:pPr>
            <a:r>
              <a:rPr sz="1100" spc="-25" dirty="0">
                <a:latin typeface="Courier New"/>
                <a:cs typeface="Courier New"/>
              </a:rPr>
              <a:t>{WS</a:t>
            </a:r>
            <a:endParaRPr sz="1100">
              <a:latin typeface="Courier New"/>
              <a:cs typeface="Courier New"/>
            </a:endParaRPr>
          </a:p>
        </p:txBody>
      </p:sp>
      <p:sp>
        <p:nvSpPr>
          <p:cNvPr id="12" name="object 12"/>
          <p:cNvSpPr txBox="1"/>
          <p:nvPr/>
        </p:nvSpPr>
        <p:spPr>
          <a:xfrm>
            <a:off x="7587032" y="5061511"/>
            <a:ext cx="696595" cy="193675"/>
          </a:xfrm>
          <a:prstGeom prst="rect">
            <a:avLst/>
          </a:prstGeom>
        </p:spPr>
        <p:txBody>
          <a:bodyPr vert="horz" wrap="square" lIns="0" tIns="12700" rIns="0" bIns="0" rtlCol="0">
            <a:spAutoFit/>
          </a:bodyPr>
          <a:lstStyle/>
          <a:p>
            <a:pPr marL="12700">
              <a:lnSpc>
                <a:spcPct val="100000"/>
              </a:lnSpc>
              <a:spcBef>
                <a:spcPts val="100"/>
              </a:spcBef>
            </a:pPr>
            <a:r>
              <a:rPr sz="1100" spc="-10" dirty="0">
                <a:latin typeface="Courier New"/>
                <a:cs typeface="Courier New"/>
              </a:rPr>
              <a:t>DynamoDB</a:t>
            </a:r>
            <a:endParaRPr sz="1100">
              <a:latin typeface="Courier New"/>
              <a:cs typeface="Courier New"/>
            </a:endParaRPr>
          </a:p>
        </p:txBody>
      </p:sp>
      <p:sp>
        <p:nvSpPr>
          <p:cNvPr id="13" name="object 13"/>
          <p:cNvSpPr txBox="1"/>
          <p:nvPr/>
        </p:nvSpPr>
        <p:spPr>
          <a:xfrm>
            <a:off x="1680975" y="5391751"/>
            <a:ext cx="2669540" cy="163195"/>
          </a:xfrm>
          <a:prstGeom prst="rect">
            <a:avLst/>
          </a:prstGeom>
        </p:spPr>
        <p:txBody>
          <a:bodyPr vert="horz" wrap="square" lIns="0" tIns="12700" rIns="0" bIns="0" rtlCol="0">
            <a:spAutoFit/>
          </a:bodyPr>
          <a:lstStyle/>
          <a:p>
            <a:pPr marL="12700">
              <a:lnSpc>
                <a:spcPct val="100000"/>
              </a:lnSpc>
              <a:spcBef>
                <a:spcPts val="100"/>
              </a:spcBef>
            </a:pPr>
            <a:r>
              <a:rPr sz="900" dirty="0">
                <a:latin typeface="Courier New"/>
                <a:cs typeface="Courier New"/>
              </a:rPr>
              <a:t>man</a:t>
            </a:r>
            <a:r>
              <a:rPr sz="900" spc="280" dirty="0">
                <a:latin typeface="Courier New"/>
                <a:cs typeface="Courier New"/>
              </a:rPr>
              <a:t> </a:t>
            </a:r>
            <a:r>
              <a:rPr sz="900" b="1" spc="-155" dirty="0">
                <a:latin typeface="Malgun Gothic"/>
                <a:cs typeface="Malgun Gothic"/>
              </a:rPr>
              <a:t>Amazm</a:t>
            </a:r>
            <a:r>
              <a:rPr sz="900" b="1" spc="-120" dirty="0">
                <a:latin typeface="Malgun Gothic"/>
                <a:cs typeface="Malgun Gothic"/>
              </a:rPr>
              <a:t> </a:t>
            </a:r>
            <a:r>
              <a:rPr sz="900" spc="-130" dirty="0">
                <a:latin typeface="Courier New"/>
                <a:cs typeface="Courier New"/>
              </a:rPr>
              <a:t>waszemces</a:t>
            </a:r>
            <a:r>
              <a:rPr sz="900" spc="-330" dirty="0">
                <a:latin typeface="Courier New"/>
                <a:cs typeface="Courier New"/>
              </a:rPr>
              <a:t>. ー</a:t>
            </a:r>
            <a:r>
              <a:rPr sz="900" spc="-260" dirty="0">
                <a:latin typeface="Courier New"/>
                <a:cs typeface="Courier New"/>
              </a:rPr>
              <a:t>nf.nr</a:t>
            </a:r>
            <a:r>
              <a:rPr sz="900" spc="-265" dirty="0">
                <a:latin typeface="Courier New"/>
                <a:cs typeface="Courier New"/>
              </a:rPr>
              <a:t> </a:t>
            </a:r>
            <a:r>
              <a:rPr sz="900" spc="-220" dirty="0">
                <a:latin typeface="Courier New"/>
                <a:cs typeface="Courier New"/>
              </a:rPr>
              <a:t>usafﬁnares</a:t>
            </a:r>
            <a:r>
              <a:rPr sz="900" spc="-290" dirty="0">
                <a:latin typeface="Courier New"/>
                <a:cs typeface="Courier New"/>
              </a:rPr>
              <a:t>. </a:t>
            </a:r>
            <a:r>
              <a:rPr sz="900" spc="-160" dirty="0">
                <a:latin typeface="Courier New"/>
                <a:cs typeface="Courier New"/>
              </a:rPr>
              <a:t>m.nghTs</a:t>
            </a:r>
            <a:r>
              <a:rPr sz="900" spc="-400" dirty="0">
                <a:latin typeface="Courier New"/>
                <a:cs typeface="Courier New"/>
              </a:rPr>
              <a:t> </a:t>
            </a:r>
            <a:r>
              <a:rPr sz="900" b="1" spc="-105" dirty="0">
                <a:latin typeface="Malgun Gothic"/>
                <a:cs typeface="Malgun Gothic"/>
              </a:rPr>
              <a:t>reserved.</a:t>
            </a:r>
            <a:endParaRPr sz="900">
              <a:latin typeface="Malgun Gothic"/>
              <a:cs typeface="Malgun Gothic"/>
            </a:endParaRPr>
          </a:p>
        </p:txBody>
      </p:sp>
      <p:sp>
        <p:nvSpPr>
          <p:cNvPr id="14" name="object 14"/>
          <p:cNvSpPr txBox="1"/>
          <p:nvPr/>
        </p:nvSpPr>
        <p:spPr>
          <a:xfrm>
            <a:off x="9418772" y="5377462"/>
            <a:ext cx="576580" cy="163195"/>
          </a:xfrm>
          <a:prstGeom prst="rect">
            <a:avLst/>
          </a:prstGeom>
        </p:spPr>
        <p:txBody>
          <a:bodyPr vert="horz" wrap="square" lIns="0" tIns="12700" rIns="0" bIns="0" rtlCol="0">
            <a:spAutoFit/>
          </a:bodyPr>
          <a:lstStyle/>
          <a:p>
            <a:pPr marL="12700">
              <a:lnSpc>
                <a:spcPct val="100000"/>
              </a:lnSpc>
              <a:spcBef>
                <a:spcPts val="100"/>
              </a:spcBef>
            </a:pPr>
            <a:r>
              <a:rPr sz="900" spc="-60" dirty="0">
                <a:latin typeface="Courier New"/>
                <a:cs typeface="Courier New"/>
              </a:rPr>
              <a:t>aws</a:t>
            </a:r>
            <a:r>
              <a:rPr sz="900" spc="120" dirty="0">
                <a:latin typeface="Courier New"/>
                <a:cs typeface="Courier New"/>
              </a:rPr>
              <a:t> </a:t>
            </a:r>
            <a:r>
              <a:rPr sz="1350" b="1" spc="-37" baseline="3086" dirty="0">
                <a:latin typeface="Malgun Gothic"/>
                <a:cs typeface="Malgun Gothic"/>
              </a:rPr>
              <a:t>m</a:t>
            </a:r>
            <a:r>
              <a:rPr sz="1350" b="1" spc="-322" baseline="3086" dirty="0">
                <a:latin typeface="Malgun Gothic"/>
                <a:cs typeface="Malgun Gothic"/>
              </a:rPr>
              <a:t> </a:t>
            </a:r>
            <a:r>
              <a:rPr sz="1350" spc="-397" baseline="3086" dirty="0">
                <a:latin typeface="Courier New"/>
                <a:cs typeface="Courier New"/>
              </a:rPr>
              <a:t>=_</a:t>
            </a:r>
            <a:r>
              <a:rPr sz="1350" spc="-569" baseline="3086" dirty="0">
                <a:latin typeface="Courier New"/>
                <a:cs typeface="Courier New"/>
              </a:rPr>
              <a:t>ー=</a:t>
            </a:r>
            <a:endParaRPr sz="1350" baseline="3086">
              <a:latin typeface="Courier New"/>
              <a:cs typeface="Courier New"/>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342389" y="365759"/>
            <a:ext cx="9506966" cy="5353050"/>
          </a:xfrm>
          <a:prstGeom prst="rect">
            <a:avLst/>
          </a:prstGeom>
        </p:spPr>
      </p:pic>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02919" y="1384421"/>
            <a:ext cx="3153115" cy="3924767"/>
          </a:xfrm>
          <a:prstGeom prst="rect">
            <a:avLst/>
          </a:prstGeom>
        </p:spPr>
      </p:pic>
      <p:sp>
        <p:nvSpPr>
          <p:cNvPr id="3" name="object 3"/>
          <p:cNvSpPr/>
          <p:nvPr/>
        </p:nvSpPr>
        <p:spPr>
          <a:xfrm>
            <a:off x="502919" y="365125"/>
            <a:ext cx="9411970" cy="905510"/>
          </a:xfrm>
          <a:custGeom>
            <a:avLst/>
            <a:gdLst/>
            <a:ahLst/>
            <a:cxnLst/>
            <a:rect l="l" t="t" r="r" b="b"/>
            <a:pathLst>
              <a:path w="9411970" h="905510">
                <a:moveTo>
                  <a:pt x="9410700" y="904875"/>
                </a:moveTo>
                <a:lnTo>
                  <a:pt x="0" y="904875"/>
                </a:lnTo>
                <a:lnTo>
                  <a:pt x="0" y="0"/>
                </a:lnTo>
                <a:lnTo>
                  <a:pt x="9410700" y="0"/>
                </a:lnTo>
                <a:lnTo>
                  <a:pt x="9410700" y="904875"/>
                </a:lnTo>
                <a:close/>
              </a:path>
            </a:pathLst>
          </a:custGeom>
          <a:solidFill>
            <a:srgbClr val="489991"/>
          </a:solidFill>
        </p:spPr>
        <p:txBody>
          <a:bodyPr wrap="square" lIns="0" tIns="0" rIns="0" bIns="0" rtlCol="0"/>
          <a:lstStyle/>
          <a:p>
            <a:endParaRPr/>
          </a:p>
        </p:txBody>
      </p:sp>
      <p:sp>
        <p:nvSpPr>
          <p:cNvPr id="4" name="object 4" descr="$PPTXTitle"/>
          <p:cNvSpPr txBox="1">
            <a:spLocks noGrp="1"/>
          </p:cNvSpPr>
          <p:nvPr>
            <p:ph type="title"/>
          </p:nvPr>
        </p:nvSpPr>
        <p:spPr>
          <a:xfrm>
            <a:off x="8180976" y="428634"/>
            <a:ext cx="848360" cy="506095"/>
          </a:xfrm>
          <a:prstGeom prst="rect">
            <a:avLst/>
          </a:prstGeom>
        </p:spPr>
        <p:txBody>
          <a:bodyPr vert="horz" wrap="square" lIns="0" tIns="12700" rIns="0" bIns="0" rtlCol="0">
            <a:spAutoFit/>
          </a:bodyPr>
          <a:lstStyle/>
          <a:p>
            <a:pPr marL="25400">
              <a:lnSpc>
                <a:spcPct val="100000"/>
              </a:lnSpc>
              <a:spcBef>
                <a:spcPts val="100"/>
              </a:spcBef>
            </a:pPr>
            <a:r>
              <a:rPr sz="1850" spc="-330" dirty="0">
                <a:solidFill>
                  <a:srgbClr val="5D9575"/>
                </a:solidFill>
                <a:latin typeface="Arial MT"/>
                <a:cs typeface="Arial MT"/>
              </a:rPr>
              <a:t>£I</a:t>
            </a:r>
            <a:r>
              <a:rPr sz="2150" spc="-330" dirty="0">
                <a:solidFill>
                  <a:srgbClr val="5D9575"/>
                </a:solidFill>
                <a:latin typeface="Arial MT"/>
                <a:cs typeface="Arial MT"/>
              </a:rPr>
              <a:t>WS</a:t>
            </a:r>
            <a:r>
              <a:rPr sz="4725" spc="-494" baseline="-18518" dirty="0">
                <a:solidFill>
                  <a:srgbClr val="5D9575"/>
                </a:solidFill>
                <a:latin typeface="Arial MT"/>
                <a:cs typeface="Arial MT"/>
              </a:rPr>
              <a:t>•</a:t>
            </a:r>
            <a:r>
              <a:rPr sz="4725" spc="22" baseline="-18518" dirty="0">
                <a:solidFill>
                  <a:srgbClr val="5D9575"/>
                </a:solidFill>
                <a:latin typeface="Arial MT"/>
                <a:cs typeface="Arial MT"/>
              </a:rPr>
              <a:t> </a:t>
            </a:r>
            <a:r>
              <a:rPr sz="2550" spc="-75" baseline="3267" dirty="0">
                <a:solidFill>
                  <a:srgbClr val="246D85"/>
                </a:solidFill>
                <a:latin typeface="Arial MT"/>
                <a:cs typeface="Arial MT"/>
              </a:rPr>
              <a:t>d</a:t>
            </a:r>
            <a:endParaRPr sz="2550" baseline="3267">
              <a:latin typeface="Arial MT"/>
              <a:cs typeface="Arial MT"/>
            </a:endParaRPr>
          </a:p>
        </p:txBody>
      </p:sp>
      <p:sp>
        <p:nvSpPr>
          <p:cNvPr id="5" name="object 5"/>
          <p:cNvSpPr txBox="1"/>
          <p:nvPr/>
        </p:nvSpPr>
        <p:spPr>
          <a:xfrm>
            <a:off x="903600" y="561999"/>
            <a:ext cx="8521065" cy="506095"/>
          </a:xfrm>
          <a:prstGeom prst="rect">
            <a:avLst/>
          </a:prstGeom>
        </p:spPr>
        <p:txBody>
          <a:bodyPr vert="horz" wrap="square" lIns="0" tIns="12700" rIns="0" bIns="0" rtlCol="0">
            <a:spAutoFit/>
          </a:bodyPr>
          <a:lstStyle/>
          <a:p>
            <a:pPr>
              <a:lnSpc>
                <a:spcPct val="100000"/>
              </a:lnSpc>
              <a:spcBef>
                <a:spcPts val="100"/>
              </a:spcBef>
              <a:tabLst>
                <a:tab pos="8242934" algn="l"/>
              </a:tabLst>
            </a:pPr>
            <a:r>
              <a:rPr sz="3150" spc="-555" dirty="0">
                <a:solidFill>
                  <a:srgbClr val="3F8A89"/>
                </a:solidFill>
                <a:latin typeface="Arial MT"/>
                <a:cs typeface="Arial MT"/>
              </a:rPr>
              <a:t>AWS</a:t>
            </a:r>
            <a:r>
              <a:rPr sz="3150" spc="-30" dirty="0">
                <a:solidFill>
                  <a:srgbClr val="3F8A89"/>
                </a:solidFill>
                <a:latin typeface="Arial MT"/>
                <a:cs typeface="Arial MT"/>
              </a:rPr>
              <a:t> </a:t>
            </a:r>
            <a:r>
              <a:rPr sz="3150" spc="-110" dirty="0">
                <a:solidFill>
                  <a:srgbClr val="B5F9F6"/>
                </a:solidFill>
                <a:latin typeface="Arial MT"/>
                <a:cs typeface="Arial MT"/>
              </a:rPr>
              <a:t>Identity</a:t>
            </a:r>
            <a:r>
              <a:rPr sz="3150" spc="-65" dirty="0">
                <a:solidFill>
                  <a:srgbClr val="B5F9F6"/>
                </a:solidFill>
                <a:latin typeface="Arial MT"/>
                <a:cs typeface="Arial MT"/>
              </a:rPr>
              <a:t> </a:t>
            </a:r>
            <a:r>
              <a:rPr sz="3150" spc="-240" dirty="0">
                <a:solidFill>
                  <a:srgbClr val="3B758C"/>
                </a:solidFill>
                <a:latin typeface="Arial MT"/>
                <a:cs typeface="Arial MT"/>
              </a:rPr>
              <a:t>and</a:t>
            </a:r>
            <a:r>
              <a:rPr sz="3150" spc="-80" dirty="0">
                <a:solidFill>
                  <a:srgbClr val="3B758C"/>
                </a:solidFill>
                <a:latin typeface="Arial MT"/>
                <a:cs typeface="Arial MT"/>
              </a:rPr>
              <a:t> </a:t>
            </a:r>
            <a:r>
              <a:rPr sz="3150" spc="-409" dirty="0">
                <a:solidFill>
                  <a:srgbClr val="2B8293"/>
                </a:solidFill>
                <a:latin typeface="Arial MT"/>
                <a:cs typeface="Arial MT"/>
              </a:rPr>
              <a:t>Access</a:t>
            </a:r>
            <a:r>
              <a:rPr sz="3150" spc="20" dirty="0">
                <a:solidFill>
                  <a:srgbClr val="2B8293"/>
                </a:solidFill>
                <a:latin typeface="Arial MT"/>
                <a:cs typeface="Arial MT"/>
              </a:rPr>
              <a:t> </a:t>
            </a:r>
            <a:r>
              <a:rPr sz="3150" spc="-235" dirty="0">
                <a:solidFill>
                  <a:srgbClr val="3F7C82"/>
                </a:solidFill>
                <a:latin typeface="Arial MT"/>
                <a:cs typeface="Arial MT"/>
              </a:rPr>
              <a:t>Management</a:t>
            </a:r>
            <a:r>
              <a:rPr sz="3150" spc="105" dirty="0">
                <a:solidFill>
                  <a:srgbClr val="3F7C82"/>
                </a:solidFill>
                <a:latin typeface="Arial MT"/>
                <a:cs typeface="Arial MT"/>
              </a:rPr>
              <a:t> </a:t>
            </a:r>
            <a:r>
              <a:rPr sz="3150" spc="-340" dirty="0">
                <a:solidFill>
                  <a:srgbClr val="9AC6D8"/>
                </a:solidFill>
                <a:latin typeface="Arial MT"/>
                <a:cs typeface="Arial MT"/>
              </a:rPr>
              <a:t>(IAM)</a:t>
            </a:r>
            <a:r>
              <a:rPr sz="3150" dirty="0">
                <a:solidFill>
                  <a:srgbClr val="9AC6D8"/>
                </a:solidFill>
                <a:latin typeface="Arial MT"/>
                <a:cs typeface="Arial MT"/>
              </a:rPr>
              <a:t>	</a:t>
            </a:r>
            <a:r>
              <a:rPr sz="3150" spc="-385" dirty="0">
                <a:solidFill>
                  <a:srgbClr val="246D85"/>
                </a:solidFill>
                <a:latin typeface="Arial MT"/>
                <a:cs typeface="Arial MT"/>
              </a:rPr>
              <a:t>°'°</a:t>
            </a:r>
            <a:endParaRPr sz="3150">
              <a:latin typeface="Arial MT"/>
              <a:cs typeface="Arial MT"/>
            </a:endParaRPr>
          </a:p>
        </p:txBody>
      </p:sp>
      <p:sp>
        <p:nvSpPr>
          <p:cNvPr id="6" name="object 6"/>
          <p:cNvSpPr txBox="1"/>
          <p:nvPr/>
        </p:nvSpPr>
        <p:spPr>
          <a:xfrm>
            <a:off x="4618163" y="3794533"/>
            <a:ext cx="1134110" cy="457834"/>
          </a:xfrm>
          <a:prstGeom prst="rect">
            <a:avLst/>
          </a:prstGeom>
          <a:solidFill>
            <a:srgbClr val="CDF2FF"/>
          </a:solidFill>
        </p:spPr>
        <p:txBody>
          <a:bodyPr vert="horz" wrap="square" lIns="0" tIns="22225" rIns="0" bIns="0" rtlCol="0">
            <a:spAutoFit/>
          </a:bodyPr>
          <a:lstStyle/>
          <a:p>
            <a:pPr marL="309880">
              <a:lnSpc>
                <a:spcPct val="100000"/>
              </a:lnSpc>
              <a:spcBef>
                <a:spcPts val="175"/>
              </a:spcBef>
            </a:pPr>
            <a:r>
              <a:rPr sz="2300" spc="-275" dirty="0">
                <a:solidFill>
                  <a:srgbClr val="66A8DD"/>
                </a:solidFill>
                <a:latin typeface="Arial MT"/>
                <a:cs typeface="Arial MT"/>
              </a:rPr>
              <a:t>User</a:t>
            </a:r>
            <a:endParaRPr sz="2300">
              <a:latin typeface="Arial MT"/>
              <a:cs typeface="Arial MT"/>
            </a:endParaRPr>
          </a:p>
        </p:txBody>
      </p:sp>
      <p:sp>
        <p:nvSpPr>
          <p:cNvPr id="7" name="object 7"/>
          <p:cNvSpPr txBox="1"/>
          <p:nvPr/>
        </p:nvSpPr>
        <p:spPr>
          <a:xfrm>
            <a:off x="6294744" y="3794533"/>
            <a:ext cx="1134110" cy="457834"/>
          </a:xfrm>
          <a:prstGeom prst="rect">
            <a:avLst/>
          </a:prstGeom>
          <a:solidFill>
            <a:srgbClr val="99C6DB"/>
          </a:solidFill>
        </p:spPr>
        <p:txBody>
          <a:bodyPr vert="horz" wrap="square" lIns="0" tIns="28575" rIns="0" bIns="0" rtlCol="0">
            <a:spAutoFit/>
          </a:bodyPr>
          <a:lstStyle/>
          <a:p>
            <a:pPr marL="222885">
              <a:lnSpc>
                <a:spcPct val="100000"/>
              </a:lnSpc>
              <a:spcBef>
                <a:spcPts val="225"/>
              </a:spcBef>
            </a:pPr>
            <a:r>
              <a:rPr sz="2250" spc="-10" dirty="0">
                <a:solidFill>
                  <a:srgbClr val="7B99BA"/>
                </a:solidFill>
                <a:latin typeface="Arial MT"/>
                <a:cs typeface="Arial MT"/>
              </a:rPr>
              <a:t>Group</a:t>
            </a:r>
            <a:endParaRPr sz="2250">
              <a:latin typeface="Arial MT"/>
              <a:cs typeface="Arial MT"/>
            </a:endParaRPr>
          </a:p>
        </p:txBody>
      </p:sp>
      <p:sp>
        <p:nvSpPr>
          <p:cNvPr id="8" name="object 8"/>
          <p:cNvSpPr txBox="1"/>
          <p:nvPr/>
        </p:nvSpPr>
        <p:spPr>
          <a:xfrm>
            <a:off x="7847487" y="3794533"/>
            <a:ext cx="1134110" cy="457834"/>
          </a:xfrm>
          <a:prstGeom prst="rect">
            <a:avLst/>
          </a:prstGeom>
          <a:solidFill>
            <a:srgbClr val="BAE1FF"/>
          </a:solidFill>
        </p:spPr>
        <p:txBody>
          <a:bodyPr vert="horz" wrap="square" lIns="0" tIns="34925" rIns="0" bIns="0" rtlCol="0">
            <a:spAutoFit/>
          </a:bodyPr>
          <a:lstStyle/>
          <a:p>
            <a:pPr marL="306070">
              <a:lnSpc>
                <a:spcPct val="100000"/>
              </a:lnSpc>
              <a:spcBef>
                <a:spcPts val="275"/>
              </a:spcBef>
            </a:pPr>
            <a:r>
              <a:rPr sz="2200" spc="-20" dirty="0">
                <a:solidFill>
                  <a:srgbClr val="3D7CAC"/>
                </a:solidFill>
                <a:latin typeface="Verdana"/>
                <a:cs typeface="Verdana"/>
              </a:rPr>
              <a:t>Role</a:t>
            </a:r>
            <a:endParaRPr sz="2200">
              <a:latin typeface="Verdana"/>
              <a:cs typeface="Verdana"/>
            </a:endParaRPr>
          </a:p>
        </p:txBody>
      </p:sp>
      <p:pic>
        <p:nvPicPr>
          <p:cNvPr id="9" name="object 9"/>
          <p:cNvPicPr/>
          <p:nvPr/>
        </p:nvPicPr>
        <p:blipFill>
          <a:blip r:embed="rId3" cstate="print"/>
          <a:stretch>
            <a:fillRect/>
          </a:stretch>
        </p:blipFill>
        <p:spPr>
          <a:xfrm>
            <a:off x="502919" y="5461606"/>
            <a:ext cx="2991172" cy="104787"/>
          </a:xfrm>
          <a:prstGeom prst="rect">
            <a:avLst/>
          </a:prstGeom>
        </p:spPr>
      </p:pic>
      <p:sp>
        <p:nvSpPr>
          <p:cNvPr id="10" name="object 10"/>
          <p:cNvSpPr txBox="1"/>
          <p:nvPr/>
        </p:nvSpPr>
        <p:spPr>
          <a:xfrm>
            <a:off x="3918925" y="1398076"/>
            <a:ext cx="5824855" cy="2162175"/>
          </a:xfrm>
          <a:prstGeom prst="rect">
            <a:avLst/>
          </a:prstGeom>
        </p:spPr>
        <p:txBody>
          <a:bodyPr vert="horz" wrap="square" lIns="0" tIns="14604" rIns="0" bIns="0" rtlCol="0">
            <a:spAutoFit/>
          </a:bodyPr>
          <a:lstStyle/>
          <a:p>
            <a:pPr marL="14604" marR="5080" indent="3175">
              <a:lnSpc>
                <a:spcPct val="108400"/>
              </a:lnSpc>
              <a:spcBef>
                <a:spcPts val="114"/>
              </a:spcBef>
            </a:pPr>
            <a:r>
              <a:rPr sz="1600" spc="-155" dirty="0">
                <a:latin typeface="Verdana"/>
                <a:cs typeface="Verdana"/>
              </a:rPr>
              <a:t>IAM</a:t>
            </a:r>
            <a:r>
              <a:rPr sz="1600" spc="-70" dirty="0">
                <a:latin typeface="Verdana"/>
                <a:cs typeface="Verdana"/>
              </a:rPr>
              <a:t> </a:t>
            </a:r>
            <a:r>
              <a:rPr sz="1600" spc="-125" dirty="0">
                <a:latin typeface="Verdana"/>
                <a:cs typeface="Verdana"/>
              </a:rPr>
              <a:t>is</a:t>
            </a:r>
            <a:r>
              <a:rPr sz="1600" spc="-114" dirty="0">
                <a:latin typeface="Verdana"/>
                <a:cs typeface="Verdana"/>
              </a:rPr>
              <a:t> </a:t>
            </a:r>
            <a:r>
              <a:rPr sz="1600" spc="-125" dirty="0">
                <a:latin typeface="Verdana"/>
                <a:cs typeface="Verdana"/>
              </a:rPr>
              <a:t>a</a:t>
            </a:r>
            <a:r>
              <a:rPr sz="1600" spc="-60" dirty="0">
                <a:latin typeface="Verdana"/>
                <a:cs typeface="Verdana"/>
              </a:rPr>
              <a:t> </a:t>
            </a:r>
            <a:r>
              <a:rPr sz="1600" spc="-105" dirty="0">
                <a:latin typeface="Verdana"/>
                <a:cs typeface="Verdana"/>
              </a:rPr>
              <a:t>centralized</a:t>
            </a:r>
            <a:r>
              <a:rPr sz="1600" spc="5" dirty="0">
                <a:latin typeface="Verdana"/>
                <a:cs typeface="Verdana"/>
              </a:rPr>
              <a:t> </a:t>
            </a:r>
            <a:r>
              <a:rPr sz="1600" spc="-125" dirty="0">
                <a:latin typeface="Verdana"/>
                <a:cs typeface="Verdana"/>
              </a:rPr>
              <a:t>security</a:t>
            </a:r>
            <a:r>
              <a:rPr sz="1600" spc="25" dirty="0">
                <a:latin typeface="Verdana"/>
                <a:cs typeface="Verdana"/>
              </a:rPr>
              <a:t> </a:t>
            </a:r>
            <a:r>
              <a:rPr sz="1600" spc="-114" dirty="0">
                <a:latin typeface="Verdana"/>
                <a:cs typeface="Verdana"/>
              </a:rPr>
              <a:t>management</a:t>
            </a:r>
            <a:r>
              <a:rPr sz="1600" spc="100" dirty="0">
                <a:latin typeface="Verdana"/>
                <a:cs typeface="Verdana"/>
              </a:rPr>
              <a:t> </a:t>
            </a:r>
            <a:r>
              <a:rPr sz="1600" spc="-165" dirty="0">
                <a:latin typeface="Verdana"/>
                <a:cs typeface="Verdana"/>
              </a:rPr>
              <a:t>system</a:t>
            </a:r>
            <a:r>
              <a:rPr sz="1600" dirty="0">
                <a:latin typeface="Verdana"/>
                <a:cs typeface="Verdana"/>
              </a:rPr>
              <a:t> </a:t>
            </a:r>
            <a:r>
              <a:rPr sz="1600" spc="-80" dirty="0">
                <a:latin typeface="Verdana"/>
                <a:cs typeface="Verdana"/>
              </a:rPr>
              <a:t>tnat</a:t>
            </a:r>
            <a:r>
              <a:rPr sz="1600" spc="-60" dirty="0">
                <a:latin typeface="Verdana"/>
                <a:cs typeface="Verdana"/>
              </a:rPr>
              <a:t> </a:t>
            </a:r>
            <a:r>
              <a:rPr sz="1600" spc="-25" dirty="0">
                <a:latin typeface="Verdana"/>
                <a:cs typeface="Verdana"/>
              </a:rPr>
              <a:t>is </a:t>
            </a:r>
            <a:r>
              <a:rPr sz="1600" spc="-95" dirty="0">
                <a:latin typeface="Verdana"/>
                <a:cs typeface="Verdana"/>
              </a:rPr>
              <a:t>included</a:t>
            </a:r>
            <a:r>
              <a:rPr sz="1600" spc="-30" dirty="0">
                <a:latin typeface="Verdana"/>
                <a:cs typeface="Verdana"/>
              </a:rPr>
              <a:t> </a:t>
            </a:r>
            <a:r>
              <a:rPr sz="1600" spc="-95" dirty="0">
                <a:solidFill>
                  <a:srgbClr val="111111"/>
                </a:solidFill>
                <a:latin typeface="Verdana"/>
                <a:cs typeface="Verdana"/>
              </a:rPr>
              <a:t>i</a:t>
            </a:r>
            <a:r>
              <a:rPr sz="1600" spc="-95" dirty="0">
                <a:solidFill>
                  <a:srgbClr val="242424"/>
                </a:solidFill>
                <a:latin typeface="Verdana"/>
                <a:cs typeface="Verdana"/>
              </a:rPr>
              <a:t>n</a:t>
            </a:r>
            <a:r>
              <a:rPr sz="1600" spc="-140" dirty="0">
                <a:solidFill>
                  <a:srgbClr val="242424"/>
                </a:solidFill>
                <a:latin typeface="Verdana"/>
                <a:cs typeface="Verdana"/>
              </a:rPr>
              <a:t> </a:t>
            </a:r>
            <a:r>
              <a:rPr sz="1600" spc="-130" dirty="0">
                <a:latin typeface="Verdana"/>
                <a:cs typeface="Verdana"/>
              </a:rPr>
              <a:t>every</a:t>
            </a:r>
            <a:r>
              <a:rPr sz="1600" spc="-80" dirty="0">
                <a:latin typeface="Verdana"/>
                <a:cs typeface="Verdana"/>
              </a:rPr>
              <a:t> </a:t>
            </a:r>
            <a:r>
              <a:rPr sz="1600" spc="-200" dirty="0">
                <a:latin typeface="Verdana"/>
                <a:cs typeface="Verdana"/>
              </a:rPr>
              <a:t>AWS</a:t>
            </a:r>
            <a:r>
              <a:rPr sz="1600" spc="55" dirty="0">
                <a:latin typeface="Verdana"/>
                <a:cs typeface="Verdana"/>
              </a:rPr>
              <a:t> </a:t>
            </a:r>
            <a:r>
              <a:rPr sz="1600" spc="-130" dirty="0">
                <a:latin typeface="Verdana"/>
                <a:cs typeface="Verdana"/>
              </a:rPr>
              <a:t>account</a:t>
            </a:r>
            <a:r>
              <a:rPr sz="1600" spc="45" dirty="0">
                <a:latin typeface="Verdana"/>
                <a:cs typeface="Verdana"/>
              </a:rPr>
              <a:t> </a:t>
            </a:r>
            <a:r>
              <a:rPr sz="1600" spc="-45" dirty="0">
                <a:solidFill>
                  <a:srgbClr val="181818"/>
                </a:solidFill>
                <a:latin typeface="Verdana"/>
                <a:cs typeface="Verdana"/>
              </a:rPr>
              <a:t>to</a:t>
            </a:r>
            <a:r>
              <a:rPr sz="1600" spc="-85" dirty="0">
                <a:solidFill>
                  <a:srgbClr val="181818"/>
                </a:solidFill>
                <a:latin typeface="Verdana"/>
                <a:cs typeface="Verdana"/>
              </a:rPr>
              <a:t> </a:t>
            </a:r>
            <a:r>
              <a:rPr sz="1600" spc="-85" dirty="0">
                <a:latin typeface="Verdana"/>
                <a:cs typeface="Verdana"/>
              </a:rPr>
              <a:t>control</a:t>
            </a:r>
            <a:r>
              <a:rPr sz="1600" spc="-95" dirty="0">
                <a:latin typeface="Verdana"/>
                <a:cs typeface="Verdana"/>
              </a:rPr>
              <a:t> </a:t>
            </a:r>
            <a:r>
              <a:rPr sz="1600" spc="-80" dirty="0">
                <a:latin typeface="Verdana"/>
                <a:cs typeface="Verdana"/>
              </a:rPr>
              <a:t>identity</a:t>
            </a:r>
            <a:r>
              <a:rPr sz="1600" spc="60" dirty="0">
                <a:latin typeface="Verdana"/>
                <a:cs typeface="Verdana"/>
              </a:rPr>
              <a:t> </a:t>
            </a:r>
            <a:r>
              <a:rPr sz="1600" spc="-170" dirty="0">
                <a:latin typeface="Verdana"/>
                <a:cs typeface="Verdana"/>
              </a:rPr>
              <a:t>access</a:t>
            </a:r>
            <a:r>
              <a:rPr sz="1600" spc="10" dirty="0">
                <a:latin typeface="Verdana"/>
                <a:cs typeface="Verdana"/>
              </a:rPr>
              <a:t> </a:t>
            </a:r>
            <a:r>
              <a:rPr sz="1600" spc="-25" dirty="0">
                <a:latin typeface="Verdana"/>
                <a:cs typeface="Verdana"/>
              </a:rPr>
              <a:t>to</a:t>
            </a:r>
            <a:r>
              <a:rPr sz="1600" spc="500" dirty="0">
                <a:latin typeface="Verdana"/>
                <a:cs typeface="Verdana"/>
              </a:rPr>
              <a:t> </a:t>
            </a:r>
            <a:r>
              <a:rPr sz="1600" spc="-200" dirty="0">
                <a:latin typeface="Verdana"/>
                <a:cs typeface="Verdana"/>
              </a:rPr>
              <a:t>AWS</a:t>
            </a:r>
            <a:r>
              <a:rPr sz="1600" spc="-5" dirty="0">
                <a:latin typeface="Verdana"/>
                <a:cs typeface="Verdana"/>
              </a:rPr>
              <a:t> </a:t>
            </a:r>
            <a:r>
              <a:rPr sz="1600" spc="-155" dirty="0">
                <a:latin typeface="Verdana"/>
                <a:cs typeface="Verdana"/>
              </a:rPr>
              <a:t>services.</a:t>
            </a:r>
            <a:r>
              <a:rPr sz="1600" spc="5" dirty="0">
                <a:latin typeface="Verdana"/>
                <a:cs typeface="Verdana"/>
              </a:rPr>
              <a:t> </a:t>
            </a:r>
            <a:r>
              <a:rPr sz="1600" spc="-145" dirty="0">
                <a:latin typeface="Verdana"/>
                <a:cs typeface="Verdana"/>
              </a:rPr>
              <a:t>By</a:t>
            </a:r>
            <a:r>
              <a:rPr sz="1600" spc="-75" dirty="0">
                <a:latin typeface="Verdana"/>
                <a:cs typeface="Verdana"/>
              </a:rPr>
              <a:t> </a:t>
            </a:r>
            <a:r>
              <a:rPr sz="1600" spc="-95" dirty="0">
                <a:latin typeface="Verdana"/>
                <a:cs typeface="Verdana"/>
              </a:rPr>
              <a:t>attaching</a:t>
            </a:r>
            <a:r>
              <a:rPr sz="1600" spc="-25" dirty="0">
                <a:latin typeface="Verdana"/>
                <a:cs typeface="Verdana"/>
              </a:rPr>
              <a:t> </a:t>
            </a:r>
            <a:r>
              <a:rPr sz="1600" spc="-155" dirty="0">
                <a:latin typeface="Verdana"/>
                <a:cs typeface="Verdana"/>
              </a:rPr>
              <a:t>IAM</a:t>
            </a:r>
            <a:r>
              <a:rPr sz="1600" spc="-45" dirty="0">
                <a:latin typeface="Verdana"/>
                <a:cs typeface="Verdana"/>
              </a:rPr>
              <a:t> </a:t>
            </a:r>
            <a:r>
              <a:rPr sz="1600" spc="-120" dirty="0">
                <a:latin typeface="Verdana"/>
                <a:cs typeface="Verdana"/>
              </a:rPr>
              <a:t>permission</a:t>
            </a:r>
            <a:r>
              <a:rPr sz="1600" spc="70" dirty="0">
                <a:latin typeface="Verdana"/>
                <a:cs typeface="Verdana"/>
              </a:rPr>
              <a:t> </a:t>
            </a:r>
            <a:r>
              <a:rPr sz="1600" spc="-95" dirty="0">
                <a:latin typeface="Verdana"/>
                <a:cs typeface="Verdana"/>
              </a:rPr>
              <a:t>policies</a:t>
            </a:r>
            <a:r>
              <a:rPr sz="1600" spc="-35" dirty="0">
                <a:latin typeface="Verdana"/>
                <a:cs typeface="Verdana"/>
              </a:rPr>
              <a:t> </a:t>
            </a:r>
            <a:r>
              <a:rPr sz="1600" spc="-50" dirty="0">
                <a:solidFill>
                  <a:srgbClr val="212121"/>
                </a:solidFill>
                <a:latin typeface="Verdana"/>
                <a:cs typeface="Verdana"/>
              </a:rPr>
              <a:t>to</a:t>
            </a:r>
            <a:r>
              <a:rPr sz="1600" spc="-114" dirty="0">
                <a:solidFill>
                  <a:srgbClr val="212121"/>
                </a:solidFill>
                <a:latin typeface="Verdana"/>
                <a:cs typeface="Verdana"/>
              </a:rPr>
              <a:t> </a:t>
            </a:r>
            <a:r>
              <a:rPr sz="1600" spc="-70" dirty="0">
                <a:latin typeface="Verdana"/>
                <a:cs typeface="Verdana"/>
              </a:rPr>
              <a:t>identities, </a:t>
            </a:r>
            <a:r>
              <a:rPr sz="1600" spc="-140" dirty="0">
                <a:solidFill>
                  <a:srgbClr val="181818"/>
                </a:solidFill>
                <a:latin typeface="Verdana"/>
                <a:cs typeface="Verdana"/>
              </a:rPr>
              <a:t>you</a:t>
            </a:r>
            <a:r>
              <a:rPr sz="1600" spc="-5" dirty="0">
                <a:solidFill>
                  <a:srgbClr val="181818"/>
                </a:solidFill>
                <a:latin typeface="Verdana"/>
                <a:cs typeface="Verdana"/>
              </a:rPr>
              <a:t> </a:t>
            </a:r>
            <a:r>
              <a:rPr sz="1600" spc="-135" dirty="0">
                <a:latin typeface="Verdana"/>
                <a:cs typeface="Verdana"/>
              </a:rPr>
              <a:t>can</a:t>
            </a:r>
            <a:r>
              <a:rPr sz="1600" spc="-75" dirty="0">
                <a:latin typeface="Verdana"/>
                <a:cs typeface="Verdana"/>
              </a:rPr>
              <a:t> </a:t>
            </a:r>
            <a:r>
              <a:rPr sz="1600" spc="-135" dirty="0">
                <a:latin typeface="Verdana"/>
                <a:cs typeface="Verdana"/>
              </a:rPr>
              <a:t>manage</a:t>
            </a:r>
            <a:r>
              <a:rPr sz="1600" spc="35" dirty="0">
                <a:latin typeface="Verdana"/>
                <a:cs typeface="Verdana"/>
              </a:rPr>
              <a:t> </a:t>
            </a:r>
            <a:r>
              <a:rPr sz="1600" spc="-100" dirty="0">
                <a:latin typeface="Verdana"/>
                <a:cs typeface="Verdana"/>
              </a:rPr>
              <a:t>which</a:t>
            </a:r>
            <a:r>
              <a:rPr sz="1600" spc="25" dirty="0">
                <a:latin typeface="Verdana"/>
                <a:cs typeface="Verdana"/>
              </a:rPr>
              <a:t> </a:t>
            </a:r>
            <a:r>
              <a:rPr sz="1600" spc="-140" dirty="0">
                <a:latin typeface="Verdana"/>
                <a:cs typeface="Verdana"/>
              </a:rPr>
              <a:t>services</a:t>
            </a:r>
            <a:r>
              <a:rPr sz="1600" spc="-30" dirty="0">
                <a:latin typeface="Verdana"/>
                <a:cs typeface="Verdana"/>
              </a:rPr>
              <a:t> </a:t>
            </a:r>
            <a:r>
              <a:rPr sz="1600" spc="-125" dirty="0">
                <a:latin typeface="Verdana"/>
                <a:cs typeface="Verdana"/>
              </a:rPr>
              <a:t>each</a:t>
            </a:r>
            <a:r>
              <a:rPr sz="1600" spc="-40" dirty="0">
                <a:latin typeface="Verdana"/>
                <a:cs typeface="Verdana"/>
              </a:rPr>
              <a:t> </a:t>
            </a:r>
            <a:r>
              <a:rPr sz="1600" spc="-90" dirty="0">
                <a:latin typeface="Verdana"/>
                <a:cs typeface="Verdana"/>
              </a:rPr>
              <a:t>identity</a:t>
            </a:r>
            <a:r>
              <a:rPr sz="1600" spc="-10" dirty="0">
                <a:latin typeface="Verdana"/>
                <a:cs typeface="Verdana"/>
              </a:rPr>
              <a:t> </a:t>
            </a:r>
            <a:r>
              <a:rPr sz="1600" spc="-135" dirty="0">
                <a:latin typeface="Verdana"/>
                <a:cs typeface="Verdana"/>
              </a:rPr>
              <a:t>can</a:t>
            </a:r>
            <a:r>
              <a:rPr sz="1600" spc="-85" dirty="0">
                <a:latin typeface="Verdana"/>
                <a:cs typeface="Verdana"/>
              </a:rPr>
              <a:t> </a:t>
            </a:r>
            <a:r>
              <a:rPr sz="1600" spc="-150" dirty="0">
                <a:latin typeface="Verdana"/>
                <a:cs typeface="Verdana"/>
              </a:rPr>
              <a:t>access</a:t>
            </a:r>
            <a:r>
              <a:rPr sz="1600" spc="25" dirty="0">
                <a:latin typeface="Verdana"/>
                <a:cs typeface="Verdana"/>
              </a:rPr>
              <a:t> </a:t>
            </a:r>
            <a:r>
              <a:rPr sz="1600" spc="-25" dirty="0">
                <a:latin typeface="Verdana"/>
                <a:cs typeface="Verdana"/>
              </a:rPr>
              <a:t>and </a:t>
            </a:r>
            <a:r>
              <a:rPr sz="1600" spc="-75" dirty="0">
                <a:latin typeface="Verdana"/>
                <a:cs typeface="Verdana"/>
              </a:rPr>
              <a:t>the</a:t>
            </a:r>
            <a:r>
              <a:rPr sz="1600" spc="-130" dirty="0">
                <a:latin typeface="Verdana"/>
                <a:cs typeface="Verdana"/>
              </a:rPr>
              <a:t> </a:t>
            </a:r>
            <a:r>
              <a:rPr sz="1600" spc="-114" dirty="0">
                <a:latin typeface="Verdana"/>
                <a:cs typeface="Verdana"/>
              </a:rPr>
              <a:t>kind</a:t>
            </a:r>
            <a:r>
              <a:rPr sz="1600" spc="-35" dirty="0">
                <a:latin typeface="Verdana"/>
                <a:cs typeface="Verdana"/>
              </a:rPr>
              <a:t> </a:t>
            </a:r>
            <a:r>
              <a:rPr sz="1600" spc="-30" dirty="0">
                <a:latin typeface="Verdana"/>
                <a:cs typeface="Verdana"/>
              </a:rPr>
              <a:t>of</a:t>
            </a:r>
            <a:r>
              <a:rPr sz="1600" spc="-60" dirty="0">
                <a:latin typeface="Verdana"/>
                <a:cs typeface="Verdana"/>
              </a:rPr>
              <a:t> </a:t>
            </a:r>
            <a:r>
              <a:rPr sz="1600" spc="-114" dirty="0">
                <a:latin typeface="Verdana"/>
                <a:cs typeface="Verdana"/>
              </a:rPr>
              <a:t>actions</a:t>
            </a:r>
            <a:r>
              <a:rPr sz="1600" spc="-50" dirty="0">
                <a:latin typeface="Verdana"/>
                <a:cs typeface="Verdana"/>
              </a:rPr>
              <a:t> </a:t>
            </a:r>
            <a:r>
              <a:rPr sz="1600" spc="-80" dirty="0">
                <a:solidFill>
                  <a:srgbClr val="2B2B2B"/>
                </a:solidFill>
                <a:latin typeface="Verdana"/>
                <a:cs typeface="Verdana"/>
              </a:rPr>
              <a:t>the</a:t>
            </a:r>
            <a:r>
              <a:rPr sz="1600" spc="-114" dirty="0">
                <a:solidFill>
                  <a:srgbClr val="2B2B2B"/>
                </a:solidFill>
                <a:latin typeface="Verdana"/>
                <a:cs typeface="Verdana"/>
              </a:rPr>
              <a:t> </a:t>
            </a:r>
            <a:r>
              <a:rPr sz="1600" spc="-80" dirty="0">
                <a:latin typeface="Verdana"/>
                <a:cs typeface="Verdana"/>
              </a:rPr>
              <a:t>identity</a:t>
            </a:r>
            <a:r>
              <a:rPr sz="1600" spc="25" dirty="0">
                <a:latin typeface="Verdana"/>
                <a:cs typeface="Verdana"/>
              </a:rPr>
              <a:t> </a:t>
            </a:r>
            <a:r>
              <a:rPr sz="1600" spc="-160" dirty="0">
                <a:latin typeface="Verdana"/>
                <a:cs typeface="Verdana"/>
              </a:rPr>
              <a:t>can</a:t>
            </a:r>
            <a:r>
              <a:rPr sz="1600" spc="-10" dirty="0">
                <a:latin typeface="Verdana"/>
                <a:cs typeface="Verdana"/>
              </a:rPr>
              <a:t> perform.</a:t>
            </a:r>
            <a:endParaRPr sz="1600">
              <a:latin typeface="Verdana"/>
              <a:cs typeface="Verdana"/>
            </a:endParaRPr>
          </a:p>
          <a:p>
            <a:pPr>
              <a:lnSpc>
                <a:spcPct val="100000"/>
              </a:lnSpc>
              <a:spcBef>
                <a:spcPts val="285"/>
              </a:spcBef>
            </a:pPr>
            <a:endParaRPr sz="1600">
              <a:latin typeface="Verdana"/>
              <a:cs typeface="Verdana"/>
            </a:endParaRPr>
          </a:p>
          <a:p>
            <a:pPr marL="17780">
              <a:lnSpc>
                <a:spcPct val="100000"/>
              </a:lnSpc>
              <a:spcBef>
                <a:spcPts val="5"/>
              </a:spcBef>
            </a:pPr>
            <a:r>
              <a:rPr sz="1650" spc="-155" dirty="0">
                <a:latin typeface="Verdana"/>
                <a:cs typeface="Verdana"/>
              </a:rPr>
              <a:t>Identities</a:t>
            </a:r>
            <a:r>
              <a:rPr sz="1650" dirty="0">
                <a:latin typeface="Verdana"/>
                <a:cs typeface="Verdana"/>
              </a:rPr>
              <a:t> </a:t>
            </a:r>
            <a:r>
              <a:rPr sz="1650" spc="-85" dirty="0">
                <a:solidFill>
                  <a:srgbClr val="232323"/>
                </a:solidFill>
                <a:latin typeface="Verdana"/>
                <a:cs typeface="Verdana"/>
              </a:rPr>
              <a:t>in</a:t>
            </a:r>
            <a:r>
              <a:rPr sz="1650" spc="-90" dirty="0">
                <a:solidFill>
                  <a:srgbClr val="232323"/>
                </a:solidFill>
                <a:latin typeface="Verdana"/>
                <a:cs typeface="Verdana"/>
              </a:rPr>
              <a:t> </a:t>
            </a:r>
            <a:r>
              <a:rPr sz="1650" spc="-204" dirty="0">
                <a:solidFill>
                  <a:srgbClr val="0C0C0C"/>
                </a:solidFill>
                <a:latin typeface="Verdana"/>
                <a:cs typeface="Verdana"/>
              </a:rPr>
              <a:t>IAM</a:t>
            </a:r>
            <a:r>
              <a:rPr sz="1650" spc="-10" dirty="0">
                <a:solidFill>
                  <a:srgbClr val="0C0C0C"/>
                </a:solidFill>
                <a:latin typeface="Verdana"/>
                <a:cs typeface="Verdana"/>
              </a:rPr>
              <a:t> </a:t>
            </a:r>
            <a:r>
              <a:rPr sz="1650" spc="-170" dirty="0">
                <a:latin typeface="Verdana"/>
                <a:cs typeface="Verdana"/>
              </a:rPr>
              <a:t>are</a:t>
            </a:r>
            <a:r>
              <a:rPr sz="1650" spc="-114" dirty="0">
                <a:latin typeface="Verdana"/>
                <a:cs typeface="Verdana"/>
              </a:rPr>
              <a:t> </a:t>
            </a:r>
            <a:r>
              <a:rPr sz="1650" spc="-204" dirty="0">
                <a:latin typeface="Verdana"/>
                <a:cs typeface="Verdana"/>
              </a:rPr>
              <a:t>users,</a:t>
            </a:r>
            <a:r>
              <a:rPr sz="1650" spc="75" dirty="0">
                <a:latin typeface="Verdana"/>
                <a:cs typeface="Verdana"/>
              </a:rPr>
              <a:t> </a:t>
            </a:r>
            <a:r>
              <a:rPr sz="1650" spc="-125" dirty="0">
                <a:latin typeface="Verdana"/>
                <a:cs typeface="Verdana"/>
              </a:rPr>
              <a:t>grouos</a:t>
            </a:r>
            <a:r>
              <a:rPr sz="1650" spc="25" dirty="0">
                <a:latin typeface="Verdana"/>
                <a:cs typeface="Verdana"/>
              </a:rPr>
              <a:t> </a:t>
            </a:r>
            <a:r>
              <a:rPr sz="1650" spc="-150" dirty="0">
                <a:solidFill>
                  <a:srgbClr val="0C0C0C"/>
                </a:solidFill>
                <a:latin typeface="Verdana"/>
                <a:cs typeface="Verdana"/>
              </a:rPr>
              <a:t>and</a:t>
            </a:r>
            <a:r>
              <a:rPr sz="1650" spc="-105" dirty="0">
                <a:solidFill>
                  <a:srgbClr val="0C0C0C"/>
                </a:solidFill>
                <a:latin typeface="Verdana"/>
                <a:cs typeface="Verdana"/>
              </a:rPr>
              <a:t> </a:t>
            </a:r>
            <a:r>
              <a:rPr sz="1650" spc="-140" dirty="0">
                <a:latin typeface="Verdana"/>
                <a:cs typeface="Verdana"/>
              </a:rPr>
              <a:t>roles.</a:t>
            </a:r>
            <a:r>
              <a:rPr sz="1650" spc="-55" dirty="0">
                <a:latin typeface="Verdana"/>
                <a:cs typeface="Verdana"/>
              </a:rPr>
              <a:t> </a:t>
            </a:r>
            <a:r>
              <a:rPr sz="1650" spc="-150" dirty="0">
                <a:latin typeface="Verdana"/>
                <a:cs typeface="Verdana"/>
              </a:rPr>
              <a:t>Select</a:t>
            </a:r>
            <a:r>
              <a:rPr sz="1650" spc="25" dirty="0">
                <a:latin typeface="Verdana"/>
                <a:cs typeface="Verdana"/>
              </a:rPr>
              <a:t> </a:t>
            </a:r>
            <a:r>
              <a:rPr sz="1650" spc="-175" dirty="0">
                <a:latin typeface="Verdana"/>
                <a:cs typeface="Verdana"/>
              </a:rPr>
              <a:t>each</a:t>
            </a:r>
            <a:r>
              <a:rPr sz="1650" spc="-25" dirty="0">
                <a:latin typeface="Verdana"/>
                <a:cs typeface="Verdana"/>
              </a:rPr>
              <a:t> </a:t>
            </a:r>
            <a:r>
              <a:rPr sz="1650" spc="-25" dirty="0">
                <a:solidFill>
                  <a:srgbClr val="0A0A0A"/>
                </a:solidFill>
                <a:latin typeface="Verdana"/>
                <a:cs typeface="Verdana"/>
              </a:rPr>
              <a:t>to</a:t>
            </a:r>
            <a:endParaRPr sz="1650">
              <a:latin typeface="Verdana"/>
              <a:cs typeface="Verdana"/>
            </a:endParaRPr>
          </a:p>
          <a:p>
            <a:pPr marL="12700">
              <a:lnSpc>
                <a:spcPct val="100000"/>
              </a:lnSpc>
              <a:spcBef>
                <a:spcPts val="145"/>
              </a:spcBef>
            </a:pPr>
            <a:r>
              <a:rPr sz="1700" spc="-160" dirty="0">
                <a:latin typeface="Verdana"/>
                <a:cs typeface="Verdana"/>
              </a:rPr>
              <a:t>learn</a:t>
            </a:r>
            <a:r>
              <a:rPr sz="1700" spc="20" dirty="0">
                <a:latin typeface="Verdana"/>
                <a:cs typeface="Verdana"/>
              </a:rPr>
              <a:t> </a:t>
            </a:r>
            <a:r>
              <a:rPr sz="1700" spc="-145" dirty="0">
                <a:solidFill>
                  <a:srgbClr val="282828"/>
                </a:solidFill>
                <a:latin typeface="Verdana"/>
                <a:cs typeface="Verdana"/>
              </a:rPr>
              <a:t>wore</a:t>
            </a:r>
            <a:r>
              <a:rPr sz="1700" spc="-65" dirty="0">
                <a:solidFill>
                  <a:srgbClr val="282828"/>
                </a:solidFill>
                <a:latin typeface="Verdana"/>
                <a:cs typeface="Verdana"/>
              </a:rPr>
              <a:t> </a:t>
            </a:r>
            <a:r>
              <a:rPr sz="1700" spc="-160" dirty="0">
                <a:latin typeface="Verdana"/>
                <a:cs typeface="Verdana"/>
              </a:rPr>
              <a:t>about</a:t>
            </a:r>
            <a:r>
              <a:rPr sz="1700" spc="-40" dirty="0">
                <a:latin typeface="Verdana"/>
                <a:cs typeface="Verdana"/>
              </a:rPr>
              <a:t> </a:t>
            </a:r>
            <a:r>
              <a:rPr sz="1700" spc="-10" dirty="0">
                <a:latin typeface="Verdana"/>
                <a:cs typeface="Verdana"/>
              </a:rPr>
              <a:t>them.</a:t>
            </a:r>
            <a:endParaRPr sz="1700">
              <a:latin typeface="Verdana"/>
              <a:cs typeface="Verdana"/>
            </a:endParaRPr>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1384935" y="1346318"/>
            <a:ext cx="3134360" cy="3934460"/>
            <a:chOff x="1384935" y="1346318"/>
            <a:chExt cx="3134360" cy="3934460"/>
          </a:xfrm>
        </p:grpSpPr>
        <p:pic>
          <p:nvPicPr>
            <p:cNvPr id="3" name="object 3"/>
            <p:cNvPicPr/>
            <p:nvPr/>
          </p:nvPicPr>
          <p:blipFill>
            <a:blip r:embed="rId2" cstate="print"/>
            <a:stretch>
              <a:fillRect/>
            </a:stretch>
          </p:blipFill>
          <p:spPr>
            <a:xfrm>
              <a:off x="1384935" y="3594488"/>
              <a:ext cx="3134062" cy="1686128"/>
            </a:xfrm>
            <a:prstGeom prst="rect">
              <a:avLst/>
            </a:prstGeom>
          </p:spPr>
        </p:pic>
        <p:pic>
          <p:nvPicPr>
            <p:cNvPr id="4" name="object 4"/>
            <p:cNvPicPr/>
            <p:nvPr/>
          </p:nvPicPr>
          <p:blipFill>
            <a:blip r:embed="rId3" cstate="print"/>
            <a:stretch>
              <a:fillRect/>
            </a:stretch>
          </p:blipFill>
          <p:spPr>
            <a:xfrm>
              <a:off x="1384935" y="1346318"/>
              <a:ext cx="3134062" cy="2229118"/>
            </a:xfrm>
            <a:prstGeom prst="rect">
              <a:avLst/>
            </a:prstGeom>
          </p:spPr>
        </p:pic>
      </p:grpSp>
      <p:sp>
        <p:nvSpPr>
          <p:cNvPr id="5" name="object 5"/>
          <p:cNvSpPr/>
          <p:nvPr/>
        </p:nvSpPr>
        <p:spPr>
          <a:xfrm>
            <a:off x="1384935" y="365125"/>
            <a:ext cx="9411970" cy="867410"/>
          </a:xfrm>
          <a:custGeom>
            <a:avLst/>
            <a:gdLst/>
            <a:ahLst/>
            <a:cxnLst/>
            <a:rect l="l" t="t" r="r" b="b"/>
            <a:pathLst>
              <a:path w="9411970" h="867410">
                <a:moveTo>
                  <a:pt x="9410700" y="866775"/>
                </a:moveTo>
                <a:lnTo>
                  <a:pt x="0" y="866775"/>
                </a:lnTo>
                <a:lnTo>
                  <a:pt x="0" y="0"/>
                </a:lnTo>
                <a:lnTo>
                  <a:pt x="9410700" y="0"/>
                </a:lnTo>
                <a:lnTo>
                  <a:pt x="9410700" y="866775"/>
                </a:lnTo>
                <a:close/>
              </a:path>
            </a:pathLst>
          </a:custGeom>
          <a:solidFill>
            <a:srgbClr val="369387"/>
          </a:solidFill>
        </p:spPr>
        <p:txBody>
          <a:bodyPr wrap="square" lIns="0" tIns="0" rIns="0" bIns="0" rtlCol="0"/>
          <a:lstStyle/>
          <a:p>
            <a:endParaRPr/>
          </a:p>
        </p:txBody>
      </p:sp>
      <p:sp>
        <p:nvSpPr>
          <p:cNvPr id="6" name="object 6"/>
          <p:cNvSpPr txBox="1"/>
          <p:nvPr/>
        </p:nvSpPr>
        <p:spPr>
          <a:xfrm>
            <a:off x="1766535" y="542947"/>
            <a:ext cx="6811009" cy="483234"/>
          </a:xfrm>
          <a:prstGeom prst="rect">
            <a:avLst/>
          </a:prstGeom>
        </p:spPr>
        <p:txBody>
          <a:bodyPr vert="horz" wrap="square" lIns="0" tIns="12700" rIns="0" bIns="0" rtlCol="0">
            <a:spAutoFit/>
          </a:bodyPr>
          <a:lstStyle/>
          <a:p>
            <a:pPr>
              <a:lnSpc>
                <a:spcPct val="100000"/>
              </a:lnSpc>
              <a:spcBef>
                <a:spcPts val="100"/>
              </a:spcBef>
            </a:pPr>
            <a:r>
              <a:rPr sz="3000" spc="-459" dirty="0">
                <a:solidFill>
                  <a:srgbClr val="317C75"/>
                </a:solidFill>
                <a:latin typeface="Arial MT"/>
                <a:cs typeface="Arial MT"/>
              </a:rPr>
              <a:t>AWS</a:t>
            </a:r>
            <a:r>
              <a:rPr sz="3000" spc="25" dirty="0">
                <a:solidFill>
                  <a:srgbClr val="317C75"/>
                </a:solidFill>
                <a:latin typeface="Arial MT"/>
                <a:cs typeface="Arial MT"/>
              </a:rPr>
              <a:t> </a:t>
            </a:r>
            <a:r>
              <a:rPr sz="3000" spc="-35" dirty="0">
                <a:solidFill>
                  <a:srgbClr val="A8EBF2"/>
                </a:solidFill>
                <a:latin typeface="Arial MT"/>
                <a:cs typeface="Arial MT"/>
              </a:rPr>
              <a:t>Identity</a:t>
            </a:r>
            <a:r>
              <a:rPr sz="3000" spc="-175" dirty="0">
                <a:solidFill>
                  <a:srgbClr val="A8EBF2"/>
                </a:solidFill>
                <a:latin typeface="Arial MT"/>
                <a:cs typeface="Arial MT"/>
              </a:rPr>
              <a:t> </a:t>
            </a:r>
            <a:r>
              <a:rPr sz="3000" spc="-140" dirty="0">
                <a:solidFill>
                  <a:srgbClr val="2F7E79"/>
                </a:solidFill>
                <a:latin typeface="Arial MT"/>
                <a:cs typeface="Arial MT"/>
              </a:rPr>
              <a:t>and</a:t>
            </a:r>
            <a:r>
              <a:rPr sz="3000" spc="-70" dirty="0">
                <a:solidFill>
                  <a:srgbClr val="2F7E79"/>
                </a:solidFill>
                <a:latin typeface="Arial MT"/>
                <a:cs typeface="Arial MT"/>
              </a:rPr>
              <a:t> </a:t>
            </a:r>
            <a:r>
              <a:rPr sz="3000" spc="-325" dirty="0">
                <a:solidFill>
                  <a:srgbClr val="3B8090"/>
                </a:solidFill>
                <a:latin typeface="Arial MT"/>
                <a:cs typeface="Arial MT"/>
              </a:rPr>
              <a:t>Access</a:t>
            </a:r>
            <a:r>
              <a:rPr sz="3000" spc="50" dirty="0">
                <a:solidFill>
                  <a:srgbClr val="3B8090"/>
                </a:solidFill>
                <a:latin typeface="Arial MT"/>
                <a:cs typeface="Arial MT"/>
              </a:rPr>
              <a:t> </a:t>
            </a:r>
            <a:r>
              <a:rPr sz="3000" spc="-130" dirty="0">
                <a:solidFill>
                  <a:srgbClr val="387980"/>
                </a:solidFill>
                <a:latin typeface="Arial MT"/>
                <a:cs typeface="Arial MT"/>
              </a:rPr>
              <a:t>Management</a:t>
            </a:r>
            <a:r>
              <a:rPr sz="3000" spc="-35" dirty="0">
                <a:solidFill>
                  <a:srgbClr val="387980"/>
                </a:solidFill>
                <a:latin typeface="Arial MT"/>
                <a:cs typeface="Arial MT"/>
              </a:rPr>
              <a:t> </a:t>
            </a:r>
            <a:r>
              <a:rPr sz="3000" spc="-285" dirty="0">
                <a:solidFill>
                  <a:srgbClr val="97D1DB"/>
                </a:solidFill>
                <a:latin typeface="Arial MT"/>
                <a:cs typeface="Arial MT"/>
              </a:rPr>
              <a:t>(IAM)</a:t>
            </a:r>
            <a:endParaRPr sz="3000">
              <a:latin typeface="Arial MT"/>
              <a:cs typeface="Arial MT"/>
            </a:endParaRPr>
          </a:p>
        </p:txBody>
      </p:sp>
      <p:sp>
        <p:nvSpPr>
          <p:cNvPr id="7" name="object 7" descr="$PPTXTitle"/>
          <p:cNvSpPr txBox="1">
            <a:spLocks noGrp="1"/>
          </p:cNvSpPr>
          <p:nvPr>
            <p:ph type="title"/>
          </p:nvPr>
        </p:nvSpPr>
        <p:spPr>
          <a:xfrm>
            <a:off x="9044024" y="409580"/>
            <a:ext cx="1269365" cy="483234"/>
          </a:xfrm>
          <a:prstGeom prst="rect">
            <a:avLst/>
          </a:prstGeom>
        </p:spPr>
        <p:txBody>
          <a:bodyPr vert="horz" wrap="square" lIns="0" tIns="12700" rIns="0" bIns="0" rtlCol="0">
            <a:spAutoFit/>
          </a:bodyPr>
          <a:lstStyle/>
          <a:p>
            <a:pPr marL="25400">
              <a:lnSpc>
                <a:spcPct val="100000"/>
              </a:lnSpc>
              <a:spcBef>
                <a:spcPts val="100"/>
              </a:spcBef>
            </a:pPr>
            <a:r>
              <a:rPr sz="1800" spc="-340" dirty="0">
                <a:solidFill>
                  <a:srgbClr val="809979"/>
                </a:solidFill>
                <a:latin typeface="Arial MT"/>
                <a:cs typeface="Arial MT"/>
              </a:rPr>
              <a:t>£</a:t>
            </a:r>
            <a:r>
              <a:rPr sz="1800" spc="-320" dirty="0">
                <a:solidFill>
                  <a:srgbClr val="809979"/>
                </a:solidFill>
                <a:latin typeface="Arial MT"/>
                <a:cs typeface="Arial MT"/>
              </a:rPr>
              <a:t>\</a:t>
            </a:r>
            <a:r>
              <a:rPr sz="2150" spc="-315" dirty="0">
                <a:solidFill>
                  <a:srgbClr val="809979"/>
                </a:solidFill>
                <a:latin typeface="Arial MT"/>
                <a:cs typeface="Arial MT"/>
              </a:rPr>
              <a:t>W</a:t>
            </a:r>
            <a:r>
              <a:rPr sz="2150" spc="-320" dirty="0">
                <a:solidFill>
                  <a:srgbClr val="809979"/>
                </a:solidFill>
                <a:latin typeface="Arial MT"/>
                <a:cs typeface="Arial MT"/>
              </a:rPr>
              <a:t>S</a:t>
            </a:r>
            <a:r>
              <a:rPr sz="4500" spc="-2617" baseline="-19444" dirty="0">
                <a:solidFill>
                  <a:srgbClr val="809979"/>
                </a:solidFill>
                <a:latin typeface="Arial MT"/>
                <a:cs typeface="Arial MT"/>
              </a:rPr>
              <a:t>G</a:t>
            </a:r>
            <a:r>
              <a:rPr sz="3450" spc="-494" baseline="1207" dirty="0">
                <a:solidFill>
                  <a:srgbClr val="2A798A"/>
                </a:solidFill>
                <a:latin typeface="Arial MT"/>
                <a:cs typeface="Arial MT"/>
              </a:rPr>
              <a:t>e</a:t>
            </a:r>
            <a:r>
              <a:rPr sz="3450" spc="300" baseline="1207" dirty="0">
                <a:solidFill>
                  <a:srgbClr val="2A798A"/>
                </a:solidFill>
                <a:latin typeface="Arial MT"/>
                <a:cs typeface="Arial MT"/>
              </a:rPr>
              <a:t> </a:t>
            </a:r>
            <a:r>
              <a:rPr sz="3450" spc="-765" baseline="1207" dirty="0">
                <a:solidFill>
                  <a:srgbClr val="2B748C"/>
                </a:solidFill>
                <a:latin typeface="Arial MT"/>
                <a:cs typeface="Arial MT"/>
              </a:rPr>
              <a:t>u</a:t>
            </a:r>
            <a:r>
              <a:rPr sz="3450" spc="-150" baseline="1207" dirty="0">
                <a:solidFill>
                  <a:srgbClr val="2B748C"/>
                </a:solidFill>
                <a:latin typeface="Arial MT"/>
                <a:cs typeface="Arial MT"/>
              </a:rPr>
              <a:t> </a:t>
            </a:r>
            <a:r>
              <a:rPr sz="4500" spc="-540" baseline="-19444" dirty="0">
                <a:solidFill>
                  <a:srgbClr val="2B748C"/>
                </a:solidFill>
                <a:latin typeface="Arial MT"/>
                <a:cs typeface="Arial MT"/>
              </a:rPr>
              <a:t>°’°</a:t>
            </a:r>
            <a:endParaRPr sz="4500" baseline="-19444">
              <a:latin typeface="Arial MT"/>
              <a:cs typeface="Arial MT"/>
            </a:endParaRPr>
          </a:p>
        </p:txBody>
      </p:sp>
      <p:sp>
        <p:nvSpPr>
          <p:cNvPr id="8" name="object 8"/>
          <p:cNvSpPr txBox="1"/>
          <p:nvPr/>
        </p:nvSpPr>
        <p:spPr>
          <a:xfrm>
            <a:off x="5481127" y="3756433"/>
            <a:ext cx="1134110" cy="457834"/>
          </a:xfrm>
          <a:prstGeom prst="rect">
            <a:avLst/>
          </a:prstGeom>
          <a:solidFill>
            <a:srgbClr val="DB7CDD"/>
          </a:solidFill>
        </p:spPr>
        <p:txBody>
          <a:bodyPr vert="horz" wrap="square" lIns="0" tIns="41275" rIns="0" bIns="0" rtlCol="0">
            <a:spAutoFit/>
          </a:bodyPr>
          <a:lstStyle/>
          <a:p>
            <a:pPr marL="311785">
              <a:lnSpc>
                <a:spcPct val="100000"/>
              </a:lnSpc>
              <a:spcBef>
                <a:spcPts val="325"/>
              </a:spcBef>
            </a:pPr>
            <a:r>
              <a:rPr sz="2150" spc="-20" dirty="0">
                <a:solidFill>
                  <a:srgbClr val="C15BBD"/>
                </a:solidFill>
                <a:latin typeface="Arial MT"/>
                <a:cs typeface="Arial MT"/>
              </a:rPr>
              <a:t>User</a:t>
            </a:r>
            <a:endParaRPr sz="2150">
              <a:latin typeface="Arial MT"/>
              <a:cs typeface="Arial MT"/>
            </a:endParaRPr>
          </a:p>
        </p:txBody>
      </p:sp>
      <p:sp>
        <p:nvSpPr>
          <p:cNvPr id="9" name="object 9"/>
          <p:cNvSpPr txBox="1"/>
          <p:nvPr/>
        </p:nvSpPr>
        <p:spPr>
          <a:xfrm>
            <a:off x="7157707" y="3756433"/>
            <a:ext cx="1134110" cy="457834"/>
          </a:xfrm>
          <a:prstGeom prst="rect">
            <a:avLst/>
          </a:prstGeom>
          <a:solidFill>
            <a:srgbClr val="85B5DB"/>
          </a:solidFill>
        </p:spPr>
        <p:txBody>
          <a:bodyPr vert="horz" wrap="square" lIns="0" tIns="41275" rIns="0" bIns="0" rtlCol="0">
            <a:spAutoFit/>
          </a:bodyPr>
          <a:lstStyle/>
          <a:p>
            <a:pPr marL="223520">
              <a:lnSpc>
                <a:spcPct val="100000"/>
              </a:lnSpc>
              <a:spcBef>
                <a:spcPts val="325"/>
              </a:spcBef>
            </a:pPr>
            <a:r>
              <a:rPr sz="2150" spc="-10" dirty="0">
                <a:solidFill>
                  <a:srgbClr val="75AAD1"/>
                </a:solidFill>
                <a:latin typeface="Arial MT"/>
                <a:cs typeface="Arial MT"/>
              </a:rPr>
              <a:t>Group</a:t>
            </a:r>
            <a:endParaRPr sz="2150">
              <a:latin typeface="Arial MT"/>
              <a:cs typeface="Arial MT"/>
            </a:endParaRPr>
          </a:p>
        </p:txBody>
      </p:sp>
      <p:sp>
        <p:nvSpPr>
          <p:cNvPr id="10" name="object 10"/>
          <p:cNvSpPr txBox="1"/>
          <p:nvPr/>
        </p:nvSpPr>
        <p:spPr>
          <a:xfrm>
            <a:off x="8710449" y="3756433"/>
            <a:ext cx="1134110" cy="457834"/>
          </a:xfrm>
          <a:prstGeom prst="rect">
            <a:avLst/>
          </a:prstGeom>
          <a:solidFill>
            <a:srgbClr val="8EB3CD"/>
          </a:solidFill>
        </p:spPr>
        <p:txBody>
          <a:bodyPr vert="horz" wrap="square" lIns="0" tIns="34925" rIns="0" bIns="0" rtlCol="0">
            <a:spAutoFit/>
          </a:bodyPr>
          <a:lstStyle/>
          <a:p>
            <a:pPr marL="306070">
              <a:lnSpc>
                <a:spcPct val="100000"/>
              </a:lnSpc>
              <a:spcBef>
                <a:spcPts val="275"/>
              </a:spcBef>
            </a:pPr>
            <a:r>
              <a:rPr sz="2200" spc="-20" dirty="0">
                <a:solidFill>
                  <a:srgbClr val="54829E"/>
                </a:solidFill>
                <a:latin typeface="Verdana"/>
                <a:cs typeface="Verdana"/>
              </a:rPr>
              <a:t>Role</a:t>
            </a:r>
            <a:endParaRPr sz="2200">
              <a:latin typeface="Verdana"/>
              <a:cs typeface="Verdana"/>
            </a:endParaRPr>
          </a:p>
        </p:txBody>
      </p:sp>
      <p:pic>
        <p:nvPicPr>
          <p:cNvPr id="11" name="object 11"/>
          <p:cNvPicPr/>
          <p:nvPr/>
        </p:nvPicPr>
        <p:blipFill>
          <a:blip r:embed="rId4" cstate="print"/>
          <a:stretch>
            <a:fillRect/>
          </a:stretch>
        </p:blipFill>
        <p:spPr>
          <a:xfrm>
            <a:off x="1689767" y="5423510"/>
            <a:ext cx="2657761" cy="104787"/>
          </a:xfrm>
          <a:prstGeom prst="rect">
            <a:avLst/>
          </a:prstGeom>
        </p:spPr>
      </p:pic>
      <p:sp>
        <p:nvSpPr>
          <p:cNvPr id="12" name="object 12"/>
          <p:cNvSpPr txBox="1"/>
          <p:nvPr/>
        </p:nvSpPr>
        <p:spPr>
          <a:xfrm>
            <a:off x="4782651" y="1359972"/>
            <a:ext cx="5834380" cy="2159635"/>
          </a:xfrm>
          <a:prstGeom prst="rect">
            <a:avLst/>
          </a:prstGeom>
        </p:spPr>
        <p:txBody>
          <a:bodyPr vert="horz" wrap="square" lIns="0" tIns="14604" rIns="0" bIns="0" rtlCol="0">
            <a:spAutoFit/>
          </a:bodyPr>
          <a:lstStyle/>
          <a:p>
            <a:pPr marL="17780" marR="5080" indent="-2540">
              <a:lnSpc>
                <a:spcPct val="108400"/>
              </a:lnSpc>
              <a:spcBef>
                <a:spcPts val="114"/>
              </a:spcBef>
            </a:pPr>
            <a:r>
              <a:rPr sz="1600" spc="-300" dirty="0">
                <a:latin typeface="Arial MT"/>
                <a:cs typeface="Arial MT"/>
              </a:rPr>
              <a:t>RAM</a:t>
            </a:r>
            <a:r>
              <a:rPr sz="1600" spc="130" dirty="0">
                <a:latin typeface="Arial MT"/>
                <a:cs typeface="Arial MT"/>
              </a:rPr>
              <a:t> </a:t>
            </a:r>
            <a:r>
              <a:rPr sz="1600" dirty="0">
                <a:latin typeface="Arial MT"/>
                <a:cs typeface="Arial MT"/>
              </a:rPr>
              <a:t>is</a:t>
            </a:r>
            <a:r>
              <a:rPr sz="1600" spc="-35" dirty="0">
                <a:latin typeface="Arial MT"/>
                <a:cs typeface="Arial MT"/>
              </a:rPr>
              <a:t> </a:t>
            </a:r>
            <a:r>
              <a:rPr sz="1600" dirty="0">
                <a:latin typeface="Arial MT"/>
                <a:cs typeface="Arial MT"/>
              </a:rPr>
              <a:t>a</a:t>
            </a:r>
            <a:r>
              <a:rPr sz="1600" spc="80" dirty="0">
                <a:latin typeface="Arial MT"/>
                <a:cs typeface="Arial MT"/>
              </a:rPr>
              <a:t> </a:t>
            </a:r>
            <a:r>
              <a:rPr sz="1600" dirty="0">
                <a:latin typeface="Arial MT"/>
                <a:cs typeface="Arial MT"/>
              </a:rPr>
              <a:t>centralized</a:t>
            </a:r>
            <a:r>
              <a:rPr sz="1600" spc="105" dirty="0">
                <a:latin typeface="Arial MT"/>
                <a:cs typeface="Arial MT"/>
              </a:rPr>
              <a:t> </a:t>
            </a:r>
            <a:r>
              <a:rPr sz="1600" dirty="0">
                <a:latin typeface="Arial MT"/>
                <a:cs typeface="Arial MT"/>
              </a:rPr>
              <a:t>security</a:t>
            </a:r>
            <a:r>
              <a:rPr sz="1600" spc="55" dirty="0">
                <a:latin typeface="Arial MT"/>
                <a:cs typeface="Arial MT"/>
              </a:rPr>
              <a:t> </a:t>
            </a:r>
            <a:r>
              <a:rPr sz="1600" dirty="0">
                <a:latin typeface="Arial MT"/>
                <a:cs typeface="Arial MT"/>
              </a:rPr>
              <a:t>management</a:t>
            </a:r>
            <a:r>
              <a:rPr sz="1600" spc="180" dirty="0">
                <a:latin typeface="Arial MT"/>
                <a:cs typeface="Arial MT"/>
              </a:rPr>
              <a:t> </a:t>
            </a:r>
            <a:r>
              <a:rPr sz="1600" spc="-55" dirty="0">
                <a:latin typeface="Arial MT"/>
                <a:cs typeface="Arial MT"/>
              </a:rPr>
              <a:t>syste'm</a:t>
            </a:r>
            <a:r>
              <a:rPr sz="1600" spc="100" dirty="0">
                <a:latin typeface="Arial MT"/>
                <a:cs typeface="Arial MT"/>
              </a:rPr>
              <a:t> </a:t>
            </a:r>
            <a:r>
              <a:rPr sz="1600" dirty="0">
                <a:latin typeface="Arial MT"/>
                <a:cs typeface="Arial MT"/>
              </a:rPr>
              <a:t>that</a:t>
            </a:r>
            <a:r>
              <a:rPr sz="1600" spc="40" dirty="0">
                <a:latin typeface="Arial MT"/>
                <a:cs typeface="Arial MT"/>
              </a:rPr>
              <a:t> </a:t>
            </a:r>
            <a:r>
              <a:rPr sz="1600" spc="-25" dirty="0">
                <a:solidFill>
                  <a:srgbClr val="181818"/>
                </a:solidFill>
                <a:latin typeface="Arial MT"/>
                <a:cs typeface="Arial MT"/>
              </a:rPr>
              <a:t>is </a:t>
            </a:r>
            <a:r>
              <a:rPr sz="1600" dirty="0">
                <a:latin typeface="Arial MT"/>
                <a:cs typeface="Arial MT"/>
              </a:rPr>
              <a:t>included</a:t>
            </a:r>
            <a:r>
              <a:rPr sz="1600" spc="150" dirty="0">
                <a:latin typeface="Arial MT"/>
                <a:cs typeface="Arial MT"/>
              </a:rPr>
              <a:t> </a:t>
            </a:r>
            <a:r>
              <a:rPr sz="1600" dirty="0">
                <a:solidFill>
                  <a:srgbClr val="1A1A1A"/>
                </a:solidFill>
                <a:latin typeface="Arial MT"/>
                <a:cs typeface="Arial MT"/>
              </a:rPr>
              <a:t>i</a:t>
            </a:r>
            <a:r>
              <a:rPr sz="1600" dirty="0">
                <a:solidFill>
                  <a:srgbClr val="3A3A3A"/>
                </a:solidFill>
                <a:latin typeface="Arial MT"/>
                <a:cs typeface="Arial MT"/>
              </a:rPr>
              <a:t>n</a:t>
            </a:r>
            <a:r>
              <a:rPr sz="1600" spc="20" dirty="0">
                <a:solidFill>
                  <a:srgbClr val="3A3A3A"/>
                </a:solidFill>
                <a:latin typeface="Arial MT"/>
                <a:cs typeface="Arial MT"/>
              </a:rPr>
              <a:t> </a:t>
            </a:r>
            <a:r>
              <a:rPr sz="1600" dirty="0">
                <a:latin typeface="Arial MT"/>
                <a:cs typeface="Arial MT"/>
              </a:rPr>
              <a:t>every</a:t>
            </a:r>
            <a:r>
              <a:rPr sz="1600" spc="150" dirty="0">
                <a:latin typeface="Arial MT"/>
                <a:cs typeface="Arial MT"/>
              </a:rPr>
              <a:t> </a:t>
            </a:r>
            <a:r>
              <a:rPr sz="1600" spc="-114" dirty="0">
                <a:latin typeface="Arial MT"/>
                <a:cs typeface="Arial MT"/>
              </a:rPr>
              <a:t>AWS</a:t>
            </a:r>
            <a:r>
              <a:rPr sz="1600" spc="15" dirty="0">
                <a:latin typeface="Arial MT"/>
                <a:cs typeface="Arial MT"/>
              </a:rPr>
              <a:t> </a:t>
            </a:r>
            <a:r>
              <a:rPr sz="1600" dirty="0">
                <a:latin typeface="Arial MT"/>
                <a:cs typeface="Arial MT"/>
              </a:rPr>
              <a:t>account</a:t>
            </a:r>
            <a:r>
              <a:rPr sz="1600" spc="195" dirty="0">
                <a:latin typeface="Arial MT"/>
                <a:cs typeface="Arial MT"/>
              </a:rPr>
              <a:t> </a:t>
            </a:r>
            <a:r>
              <a:rPr sz="1600" dirty="0">
                <a:solidFill>
                  <a:srgbClr val="181818"/>
                </a:solidFill>
                <a:latin typeface="Arial MT"/>
                <a:cs typeface="Arial MT"/>
              </a:rPr>
              <a:t>to</a:t>
            </a:r>
            <a:r>
              <a:rPr sz="1600" spc="265" dirty="0">
                <a:solidFill>
                  <a:srgbClr val="181818"/>
                </a:solidFill>
                <a:latin typeface="Arial MT"/>
                <a:cs typeface="Arial MT"/>
              </a:rPr>
              <a:t> </a:t>
            </a:r>
            <a:r>
              <a:rPr sz="1600" dirty="0">
                <a:solidFill>
                  <a:srgbClr val="0A0A0A"/>
                </a:solidFill>
                <a:latin typeface="Arial MT"/>
                <a:cs typeface="Arial MT"/>
              </a:rPr>
              <a:t>control</a:t>
            </a:r>
            <a:r>
              <a:rPr sz="1600" spc="30" dirty="0">
                <a:solidFill>
                  <a:srgbClr val="0A0A0A"/>
                </a:solidFill>
                <a:latin typeface="Arial MT"/>
                <a:cs typeface="Arial MT"/>
              </a:rPr>
              <a:t> </a:t>
            </a:r>
            <a:r>
              <a:rPr sz="1600" dirty="0">
                <a:latin typeface="Arial MT"/>
                <a:cs typeface="Arial MT"/>
              </a:rPr>
              <a:t>identity</a:t>
            </a:r>
            <a:r>
              <a:rPr sz="1600" spc="175" dirty="0">
                <a:latin typeface="Arial MT"/>
                <a:cs typeface="Arial MT"/>
              </a:rPr>
              <a:t> </a:t>
            </a:r>
            <a:r>
              <a:rPr sz="1600" spc="-85" dirty="0">
                <a:latin typeface="Arial MT"/>
                <a:cs typeface="Arial MT"/>
              </a:rPr>
              <a:t>access</a:t>
            </a:r>
            <a:r>
              <a:rPr sz="1600" spc="95" dirty="0">
                <a:latin typeface="Arial MT"/>
                <a:cs typeface="Arial MT"/>
              </a:rPr>
              <a:t> </a:t>
            </a:r>
            <a:r>
              <a:rPr sz="1600" spc="-25" dirty="0">
                <a:solidFill>
                  <a:srgbClr val="0C0C0C"/>
                </a:solidFill>
                <a:latin typeface="Arial MT"/>
                <a:cs typeface="Arial MT"/>
              </a:rPr>
              <a:t>to </a:t>
            </a:r>
            <a:r>
              <a:rPr sz="1600" spc="-75" dirty="0">
                <a:solidFill>
                  <a:srgbClr val="0F0F0F"/>
                </a:solidFill>
                <a:latin typeface="Arial MT"/>
                <a:cs typeface="Arial MT"/>
              </a:rPr>
              <a:t>AWS</a:t>
            </a:r>
            <a:r>
              <a:rPr sz="1600" spc="10" dirty="0">
                <a:solidFill>
                  <a:srgbClr val="0F0F0F"/>
                </a:solidFill>
                <a:latin typeface="Arial MT"/>
                <a:cs typeface="Arial MT"/>
              </a:rPr>
              <a:t> </a:t>
            </a:r>
            <a:r>
              <a:rPr sz="1600" spc="-60" dirty="0">
                <a:latin typeface="Arial MT"/>
                <a:cs typeface="Arial MT"/>
              </a:rPr>
              <a:t>services.</a:t>
            </a:r>
            <a:r>
              <a:rPr sz="1600" spc="15" dirty="0">
                <a:latin typeface="Arial MT"/>
                <a:cs typeface="Arial MT"/>
              </a:rPr>
              <a:t> </a:t>
            </a:r>
            <a:r>
              <a:rPr sz="1600" dirty="0">
                <a:solidFill>
                  <a:srgbClr val="2A2A2A"/>
                </a:solidFill>
                <a:latin typeface="Arial MT"/>
                <a:cs typeface="Arial MT"/>
              </a:rPr>
              <a:t>By</a:t>
            </a:r>
            <a:r>
              <a:rPr sz="1600" spc="-45" dirty="0">
                <a:solidFill>
                  <a:srgbClr val="2A2A2A"/>
                </a:solidFill>
                <a:latin typeface="Arial MT"/>
                <a:cs typeface="Arial MT"/>
              </a:rPr>
              <a:t> </a:t>
            </a:r>
            <a:r>
              <a:rPr sz="1600" dirty="0">
                <a:latin typeface="Arial MT"/>
                <a:cs typeface="Arial MT"/>
              </a:rPr>
              <a:t>attach</a:t>
            </a:r>
            <a:r>
              <a:rPr sz="1600" spc="-290" dirty="0">
                <a:latin typeface="Arial MT"/>
                <a:cs typeface="Arial MT"/>
              </a:rPr>
              <a:t> </a:t>
            </a:r>
            <a:r>
              <a:rPr sz="1600" dirty="0">
                <a:latin typeface="Arial MT"/>
                <a:cs typeface="Arial MT"/>
              </a:rPr>
              <a:t>ing</a:t>
            </a:r>
            <a:r>
              <a:rPr sz="1600" spc="-10" dirty="0">
                <a:latin typeface="Arial MT"/>
                <a:cs typeface="Arial MT"/>
              </a:rPr>
              <a:t> IAM</a:t>
            </a:r>
            <a:r>
              <a:rPr sz="1600" spc="-25" dirty="0">
                <a:latin typeface="Arial MT"/>
                <a:cs typeface="Arial MT"/>
              </a:rPr>
              <a:t> </a:t>
            </a:r>
            <a:r>
              <a:rPr sz="1600" dirty="0">
                <a:latin typeface="Arial MT"/>
                <a:cs typeface="Arial MT"/>
              </a:rPr>
              <a:t>permission</a:t>
            </a:r>
            <a:r>
              <a:rPr sz="1600" spc="30" dirty="0">
                <a:latin typeface="Arial MT"/>
                <a:cs typeface="Arial MT"/>
              </a:rPr>
              <a:t> </a:t>
            </a:r>
            <a:r>
              <a:rPr sz="1600" dirty="0">
                <a:latin typeface="Arial MT"/>
                <a:cs typeface="Arial MT"/>
              </a:rPr>
              <a:t>policies</a:t>
            </a:r>
            <a:r>
              <a:rPr sz="1600" spc="-5" dirty="0">
                <a:latin typeface="Arial MT"/>
                <a:cs typeface="Arial MT"/>
              </a:rPr>
              <a:t> </a:t>
            </a:r>
            <a:r>
              <a:rPr sz="1600" dirty="0">
                <a:latin typeface="Arial MT"/>
                <a:cs typeface="Arial MT"/>
              </a:rPr>
              <a:t>to</a:t>
            </a:r>
            <a:r>
              <a:rPr sz="1600" spc="70" dirty="0">
                <a:latin typeface="Arial MT"/>
                <a:cs typeface="Arial MT"/>
              </a:rPr>
              <a:t> </a:t>
            </a:r>
            <a:r>
              <a:rPr sz="1600" spc="-10" dirty="0">
                <a:latin typeface="Arial MT"/>
                <a:cs typeface="Arial MT"/>
              </a:rPr>
              <a:t>ide'ntities, </a:t>
            </a:r>
            <a:r>
              <a:rPr sz="1600" dirty="0">
                <a:latin typeface="Arial MT"/>
                <a:cs typeface="Arial MT"/>
              </a:rPr>
              <a:t>you</a:t>
            </a:r>
            <a:r>
              <a:rPr sz="1600" spc="55" dirty="0">
                <a:latin typeface="Arial MT"/>
                <a:cs typeface="Arial MT"/>
              </a:rPr>
              <a:t> </a:t>
            </a:r>
            <a:r>
              <a:rPr sz="1600" dirty="0">
                <a:latin typeface="Arial MT"/>
                <a:cs typeface="Arial MT"/>
              </a:rPr>
              <a:t>can</a:t>
            </a:r>
            <a:r>
              <a:rPr sz="1600" spc="10" dirty="0">
                <a:latin typeface="Arial MT"/>
                <a:cs typeface="Arial MT"/>
              </a:rPr>
              <a:t> </a:t>
            </a:r>
            <a:r>
              <a:rPr sz="1600" dirty="0">
                <a:latin typeface="Arial MT"/>
                <a:cs typeface="Arial MT"/>
              </a:rPr>
              <a:t>manage</a:t>
            </a:r>
            <a:r>
              <a:rPr sz="1600" spc="45" dirty="0">
                <a:latin typeface="Arial MT"/>
                <a:cs typeface="Arial MT"/>
              </a:rPr>
              <a:t> </a:t>
            </a:r>
            <a:r>
              <a:rPr sz="1600" dirty="0">
                <a:latin typeface="Arial MT"/>
                <a:cs typeface="Arial MT"/>
              </a:rPr>
              <a:t>which</a:t>
            </a:r>
            <a:r>
              <a:rPr sz="1600" spc="80" dirty="0">
                <a:latin typeface="Arial MT"/>
                <a:cs typeface="Arial MT"/>
              </a:rPr>
              <a:t> </a:t>
            </a:r>
            <a:r>
              <a:rPr sz="1600" spc="-35" dirty="0">
                <a:latin typeface="Arial MT"/>
                <a:cs typeface="Arial MT"/>
              </a:rPr>
              <a:t>services</a:t>
            </a:r>
            <a:r>
              <a:rPr sz="1600" spc="35" dirty="0">
                <a:latin typeface="Arial MT"/>
                <a:cs typeface="Arial MT"/>
              </a:rPr>
              <a:t> </a:t>
            </a:r>
            <a:r>
              <a:rPr sz="1600" dirty="0">
                <a:latin typeface="Arial MT"/>
                <a:cs typeface="Arial MT"/>
              </a:rPr>
              <a:t>each</a:t>
            </a:r>
            <a:r>
              <a:rPr sz="1600" spc="20" dirty="0">
                <a:latin typeface="Arial MT"/>
                <a:cs typeface="Arial MT"/>
              </a:rPr>
              <a:t> </a:t>
            </a:r>
            <a:r>
              <a:rPr sz="1600" dirty="0">
                <a:latin typeface="Arial MT"/>
                <a:cs typeface="Arial MT"/>
              </a:rPr>
              <a:t>identity</a:t>
            </a:r>
            <a:r>
              <a:rPr sz="1600" spc="20" dirty="0">
                <a:latin typeface="Arial MT"/>
                <a:cs typeface="Arial MT"/>
              </a:rPr>
              <a:t> </a:t>
            </a:r>
            <a:r>
              <a:rPr sz="1600" dirty="0">
                <a:latin typeface="Arial MT"/>
                <a:cs typeface="Arial MT"/>
              </a:rPr>
              <a:t>can</a:t>
            </a:r>
            <a:r>
              <a:rPr sz="1600" spc="-15" dirty="0">
                <a:latin typeface="Arial MT"/>
                <a:cs typeface="Arial MT"/>
              </a:rPr>
              <a:t> </a:t>
            </a:r>
            <a:r>
              <a:rPr sz="1600" spc="-65" dirty="0">
                <a:latin typeface="Arial MT"/>
                <a:cs typeface="Arial MT"/>
              </a:rPr>
              <a:t>access</a:t>
            </a:r>
            <a:r>
              <a:rPr sz="1600" spc="85" dirty="0">
                <a:latin typeface="Arial MT"/>
                <a:cs typeface="Arial MT"/>
              </a:rPr>
              <a:t> </a:t>
            </a:r>
            <a:r>
              <a:rPr sz="1600" spc="-25" dirty="0">
                <a:latin typeface="Arial MT"/>
                <a:cs typeface="Arial MT"/>
              </a:rPr>
              <a:t>and</a:t>
            </a:r>
            <a:r>
              <a:rPr sz="1600" dirty="0">
                <a:latin typeface="Arial MT"/>
                <a:cs typeface="Arial MT"/>
              </a:rPr>
              <a:t> the</a:t>
            </a:r>
            <a:r>
              <a:rPr sz="1600" spc="125" dirty="0">
                <a:latin typeface="Arial MT"/>
                <a:cs typeface="Arial MT"/>
              </a:rPr>
              <a:t> </a:t>
            </a:r>
            <a:r>
              <a:rPr sz="1600" dirty="0">
                <a:latin typeface="Arial MT"/>
                <a:cs typeface="Arial MT"/>
              </a:rPr>
              <a:t>kind</a:t>
            </a:r>
            <a:r>
              <a:rPr sz="1600" spc="165" dirty="0">
                <a:latin typeface="Arial MT"/>
                <a:cs typeface="Arial MT"/>
              </a:rPr>
              <a:t> </a:t>
            </a:r>
            <a:r>
              <a:rPr sz="1600" dirty="0">
                <a:solidFill>
                  <a:srgbClr val="363636"/>
                </a:solidFill>
                <a:latin typeface="Arial MT"/>
                <a:cs typeface="Arial MT"/>
              </a:rPr>
              <a:t>of</a:t>
            </a:r>
            <a:r>
              <a:rPr sz="1600" spc="65" dirty="0">
                <a:solidFill>
                  <a:srgbClr val="363636"/>
                </a:solidFill>
                <a:latin typeface="Arial MT"/>
                <a:cs typeface="Arial MT"/>
              </a:rPr>
              <a:t> </a:t>
            </a:r>
            <a:r>
              <a:rPr sz="1600" dirty="0">
                <a:latin typeface="Arial MT"/>
                <a:cs typeface="Arial MT"/>
              </a:rPr>
              <a:t>actions</a:t>
            </a:r>
            <a:r>
              <a:rPr sz="1600" spc="105" dirty="0">
                <a:latin typeface="Arial MT"/>
                <a:cs typeface="Arial MT"/>
              </a:rPr>
              <a:t> </a:t>
            </a:r>
            <a:r>
              <a:rPr sz="1600" dirty="0">
                <a:solidFill>
                  <a:srgbClr val="111111"/>
                </a:solidFill>
                <a:latin typeface="Arial MT"/>
                <a:cs typeface="Arial MT"/>
              </a:rPr>
              <a:t>the</a:t>
            </a:r>
            <a:r>
              <a:rPr sz="1600" spc="60" dirty="0">
                <a:solidFill>
                  <a:srgbClr val="111111"/>
                </a:solidFill>
                <a:latin typeface="Arial MT"/>
                <a:cs typeface="Arial MT"/>
              </a:rPr>
              <a:t> </a:t>
            </a:r>
            <a:r>
              <a:rPr sz="1600" dirty="0">
                <a:latin typeface="Arial MT"/>
                <a:cs typeface="Arial MT"/>
              </a:rPr>
              <a:t>identity</a:t>
            </a:r>
            <a:r>
              <a:rPr sz="1600" spc="200" dirty="0">
                <a:latin typeface="Arial MT"/>
                <a:cs typeface="Arial MT"/>
              </a:rPr>
              <a:t> </a:t>
            </a:r>
            <a:r>
              <a:rPr sz="1600" spc="-10" dirty="0">
                <a:latin typeface="Arial MT"/>
                <a:cs typeface="Arial MT"/>
              </a:rPr>
              <a:t>can</a:t>
            </a:r>
            <a:r>
              <a:rPr sz="1600" spc="215" dirty="0">
                <a:latin typeface="Arial MT"/>
                <a:cs typeface="Arial MT"/>
              </a:rPr>
              <a:t> </a:t>
            </a:r>
            <a:r>
              <a:rPr sz="1600" spc="-10" dirty="0">
                <a:latin typeface="Arial MT"/>
                <a:cs typeface="Arial MT"/>
              </a:rPr>
              <a:t>perform.</a:t>
            </a:r>
            <a:endParaRPr sz="1600">
              <a:latin typeface="Arial MT"/>
              <a:cs typeface="Arial MT"/>
            </a:endParaRPr>
          </a:p>
          <a:p>
            <a:pPr>
              <a:lnSpc>
                <a:spcPct val="100000"/>
              </a:lnSpc>
              <a:spcBef>
                <a:spcPts val="185"/>
              </a:spcBef>
            </a:pPr>
            <a:endParaRPr sz="1600">
              <a:latin typeface="Arial MT"/>
              <a:cs typeface="Arial MT"/>
            </a:endParaRPr>
          </a:p>
          <a:p>
            <a:pPr marL="18415" marR="476884" indent="-6350">
              <a:lnSpc>
                <a:spcPct val="113300"/>
              </a:lnSpc>
              <a:spcBef>
                <a:spcPts val="5"/>
              </a:spcBef>
            </a:pPr>
            <a:r>
              <a:rPr sz="1600" dirty="0">
                <a:latin typeface="Arial MT"/>
                <a:cs typeface="Arial MT"/>
              </a:rPr>
              <a:t>Identities</a:t>
            </a:r>
            <a:r>
              <a:rPr sz="1600" spc="10" dirty="0">
                <a:latin typeface="Arial MT"/>
                <a:cs typeface="Arial MT"/>
              </a:rPr>
              <a:t> </a:t>
            </a:r>
            <a:r>
              <a:rPr sz="1600" dirty="0">
                <a:solidFill>
                  <a:srgbClr val="2A2A2A"/>
                </a:solidFill>
                <a:latin typeface="Arial MT"/>
                <a:cs typeface="Arial MT"/>
              </a:rPr>
              <a:t>in</a:t>
            </a:r>
            <a:r>
              <a:rPr sz="1600" spc="-35" dirty="0">
                <a:solidFill>
                  <a:srgbClr val="2A2A2A"/>
                </a:solidFill>
                <a:latin typeface="Arial MT"/>
                <a:cs typeface="Arial MT"/>
              </a:rPr>
              <a:t> </a:t>
            </a:r>
            <a:r>
              <a:rPr sz="1600" dirty="0">
                <a:solidFill>
                  <a:srgbClr val="111111"/>
                </a:solidFill>
                <a:latin typeface="Arial MT"/>
                <a:cs typeface="Arial MT"/>
              </a:rPr>
              <a:t>IAM</a:t>
            </a:r>
            <a:r>
              <a:rPr sz="1600" spc="15" dirty="0">
                <a:solidFill>
                  <a:srgbClr val="111111"/>
                </a:solidFill>
                <a:latin typeface="Arial MT"/>
                <a:cs typeface="Arial MT"/>
              </a:rPr>
              <a:t> </a:t>
            </a:r>
            <a:r>
              <a:rPr sz="1600" spc="-20" dirty="0">
                <a:latin typeface="Arial MT"/>
                <a:cs typeface="Arial MT"/>
              </a:rPr>
              <a:t>are</a:t>
            </a:r>
            <a:r>
              <a:rPr sz="1600" spc="-55" dirty="0">
                <a:latin typeface="Arial MT"/>
                <a:cs typeface="Arial MT"/>
              </a:rPr>
              <a:t> </a:t>
            </a:r>
            <a:r>
              <a:rPr sz="1600" spc="-45" dirty="0">
                <a:solidFill>
                  <a:srgbClr val="1C1C1C"/>
                </a:solidFill>
                <a:latin typeface="Arial MT"/>
                <a:cs typeface="Arial MT"/>
              </a:rPr>
              <a:t>users,</a:t>
            </a:r>
            <a:r>
              <a:rPr sz="1600" spc="100" dirty="0">
                <a:solidFill>
                  <a:srgbClr val="1C1C1C"/>
                </a:solidFill>
                <a:latin typeface="Arial MT"/>
                <a:cs typeface="Arial MT"/>
              </a:rPr>
              <a:t> </a:t>
            </a:r>
            <a:r>
              <a:rPr sz="1600" dirty="0">
                <a:latin typeface="Arial MT"/>
                <a:cs typeface="Arial MT"/>
              </a:rPr>
              <a:t>groups</a:t>
            </a:r>
            <a:r>
              <a:rPr sz="1600" spc="40" dirty="0">
                <a:latin typeface="Arial MT"/>
                <a:cs typeface="Arial MT"/>
              </a:rPr>
              <a:t> </a:t>
            </a:r>
            <a:r>
              <a:rPr sz="1600" dirty="0">
                <a:latin typeface="Arial MT"/>
                <a:cs typeface="Arial MT"/>
              </a:rPr>
              <a:t>and</a:t>
            </a:r>
            <a:r>
              <a:rPr sz="1600" spc="-25" dirty="0">
                <a:latin typeface="Arial MT"/>
                <a:cs typeface="Arial MT"/>
              </a:rPr>
              <a:t> </a:t>
            </a:r>
            <a:r>
              <a:rPr sz="1600" spc="-10" dirty="0">
                <a:latin typeface="Arial MT"/>
                <a:cs typeface="Arial MT"/>
              </a:rPr>
              <a:t>roles.</a:t>
            </a:r>
            <a:r>
              <a:rPr sz="1600" spc="5" dirty="0">
                <a:latin typeface="Arial MT"/>
                <a:cs typeface="Arial MT"/>
              </a:rPr>
              <a:t> </a:t>
            </a:r>
            <a:r>
              <a:rPr sz="1600" spc="-20" dirty="0">
                <a:latin typeface="Arial MT"/>
                <a:cs typeface="Arial MT"/>
              </a:rPr>
              <a:t>Select</a:t>
            </a:r>
            <a:r>
              <a:rPr sz="1600" spc="75" dirty="0">
                <a:latin typeface="Arial MT"/>
                <a:cs typeface="Arial MT"/>
              </a:rPr>
              <a:t> </a:t>
            </a:r>
            <a:r>
              <a:rPr sz="1600" spc="-25" dirty="0">
                <a:latin typeface="Arial MT"/>
                <a:cs typeface="Arial MT"/>
              </a:rPr>
              <a:t>each</a:t>
            </a:r>
            <a:r>
              <a:rPr sz="1600" spc="5" dirty="0">
                <a:latin typeface="Arial MT"/>
                <a:cs typeface="Arial MT"/>
              </a:rPr>
              <a:t> </a:t>
            </a:r>
            <a:r>
              <a:rPr sz="1600" spc="-25" dirty="0">
                <a:solidFill>
                  <a:srgbClr val="1D1D1D"/>
                </a:solidFill>
                <a:latin typeface="Arial MT"/>
                <a:cs typeface="Arial MT"/>
              </a:rPr>
              <a:t>to </a:t>
            </a:r>
            <a:r>
              <a:rPr sz="1600" dirty="0">
                <a:latin typeface="Arial MT"/>
                <a:cs typeface="Arial MT"/>
              </a:rPr>
              <a:t>learn</a:t>
            </a:r>
            <a:r>
              <a:rPr sz="1600" spc="35" dirty="0">
                <a:latin typeface="Arial MT"/>
                <a:cs typeface="Arial MT"/>
              </a:rPr>
              <a:t> </a:t>
            </a:r>
            <a:r>
              <a:rPr sz="1600" spc="-50" dirty="0">
                <a:solidFill>
                  <a:srgbClr val="131313"/>
                </a:solidFill>
                <a:latin typeface="Arial MT"/>
                <a:cs typeface="Arial MT"/>
              </a:rPr>
              <a:t>mOre</a:t>
            </a:r>
            <a:r>
              <a:rPr sz="1600" spc="75" dirty="0">
                <a:solidFill>
                  <a:srgbClr val="131313"/>
                </a:solidFill>
                <a:latin typeface="Arial MT"/>
                <a:cs typeface="Arial MT"/>
              </a:rPr>
              <a:t> </a:t>
            </a:r>
            <a:r>
              <a:rPr sz="1600" dirty="0">
                <a:latin typeface="Arial MT"/>
                <a:cs typeface="Arial MT"/>
              </a:rPr>
              <a:t>about</a:t>
            </a:r>
            <a:r>
              <a:rPr sz="1600" spc="70" dirty="0">
                <a:latin typeface="Arial MT"/>
                <a:cs typeface="Arial MT"/>
              </a:rPr>
              <a:t> </a:t>
            </a:r>
            <a:r>
              <a:rPr sz="1600" spc="-10" dirty="0">
                <a:latin typeface="Arial MT"/>
                <a:cs typeface="Arial MT"/>
              </a:rPr>
              <a:t>them.</a:t>
            </a:r>
            <a:endParaRPr sz="1600">
              <a:latin typeface="Arial MT"/>
              <a:cs typeface="Arial MT"/>
            </a:endParaRPr>
          </a:p>
        </p:txBody>
      </p:sp>
      <p:sp>
        <p:nvSpPr>
          <p:cNvPr id="13" name="object 13"/>
          <p:cNvSpPr txBox="1"/>
          <p:nvPr/>
        </p:nvSpPr>
        <p:spPr>
          <a:xfrm>
            <a:off x="4788109" y="4303552"/>
            <a:ext cx="5627370" cy="854710"/>
          </a:xfrm>
          <a:prstGeom prst="rect">
            <a:avLst/>
          </a:prstGeom>
        </p:spPr>
        <p:txBody>
          <a:bodyPr vert="horz" wrap="square" lIns="0" tIns="12700" rIns="0" bIns="0" rtlCol="0">
            <a:spAutoFit/>
          </a:bodyPr>
          <a:lstStyle/>
          <a:p>
            <a:pPr marL="12700" marR="5080" indent="3810">
              <a:lnSpc>
                <a:spcPct val="113300"/>
              </a:lnSpc>
              <a:spcBef>
                <a:spcPts val="100"/>
              </a:spcBef>
            </a:pPr>
            <a:r>
              <a:rPr sz="1600" dirty="0">
                <a:latin typeface="Arial MT"/>
                <a:cs typeface="Arial MT"/>
              </a:rPr>
              <a:t>An</a:t>
            </a:r>
            <a:r>
              <a:rPr sz="1600" spc="35" dirty="0">
                <a:latin typeface="Arial MT"/>
                <a:cs typeface="Arial MT"/>
              </a:rPr>
              <a:t> </a:t>
            </a:r>
            <a:r>
              <a:rPr sz="1600" spc="-10" dirty="0">
                <a:latin typeface="Arial MT"/>
                <a:cs typeface="Arial MT"/>
              </a:rPr>
              <a:t>IAM</a:t>
            </a:r>
            <a:r>
              <a:rPr sz="1600" spc="25" dirty="0">
                <a:latin typeface="Arial MT"/>
                <a:cs typeface="Arial MT"/>
              </a:rPr>
              <a:t> </a:t>
            </a:r>
            <a:r>
              <a:rPr sz="1600" spc="-10" dirty="0">
                <a:latin typeface="Arial MT"/>
                <a:cs typeface="Arial MT"/>
              </a:rPr>
              <a:t>user</a:t>
            </a:r>
            <a:r>
              <a:rPr sz="1600" spc="90" dirty="0">
                <a:latin typeface="Arial MT"/>
                <a:cs typeface="Arial MT"/>
              </a:rPr>
              <a:t> </a:t>
            </a:r>
            <a:r>
              <a:rPr sz="1600" spc="-20" dirty="0">
                <a:solidFill>
                  <a:srgbClr val="111111"/>
                </a:solidFill>
                <a:latin typeface="Arial MT"/>
                <a:cs typeface="Arial MT"/>
              </a:rPr>
              <a:t>is</a:t>
            </a:r>
            <a:r>
              <a:rPr sz="1600" spc="-50" dirty="0">
                <a:solidFill>
                  <a:srgbClr val="111111"/>
                </a:solidFill>
                <a:latin typeface="Arial MT"/>
                <a:cs typeface="Arial MT"/>
              </a:rPr>
              <a:t> </a:t>
            </a:r>
            <a:r>
              <a:rPr sz="1600" dirty="0">
                <a:solidFill>
                  <a:srgbClr val="232323"/>
                </a:solidFill>
                <a:latin typeface="Arial MT"/>
                <a:cs typeface="Arial MT"/>
              </a:rPr>
              <a:t>an</a:t>
            </a:r>
            <a:r>
              <a:rPr sz="1600" spc="40" dirty="0">
                <a:solidFill>
                  <a:srgbClr val="232323"/>
                </a:solidFill>
                <a:latin typeface="Arial MT"/>
                <a:cs typeface="Arial MT"/>
              </a:rPr>
              <a:t> </a:t>
            </a:r>
            <a:r>
              <a:rPr sz="1600" dirty="0">
                <a:solidFill>
                  <a:srgbClr val="0E0E0E"/>
                </a:solidFill>
                <a:latin typeface="Arial MT"/>
                <a:cs typeface="Arial MT"/>
              </a:rPr>
              <a:t>entity</a:t>
            </a:r>
            <a:r>
              <a:rPr sz="1600" spc="50" dirty="0">
                <a:solidFill>
                  <a:srgbClr val="0E0E0E"/>
                </a:solidFill>
                <a:latin typeface="Arial MT"/>
                <a:cs typeface="Arial MT"/>
              </a:rPr>
              <a:t> </a:t>
            </a:r>
            <a:r>
              <a:rPr sz="1600" dirty="0">
                <a:latin typeface="Arial MT"/>
                <a:cs typeface="Arial MT"/>
              </a:rPr>
              <a:t>that</a:t>
            </a:r>
            <a:r>
              <a:rPr sz="1600" spc="45" dirty="0">
                <a:latin typeface="Arial MT"/>
                <a:cs typeface="Arial MT"/>
              </a:rPr>
              <a:t> </a:t>
            </a:r>
            <a:r>
              <a:rPr sz="1600" dirty="0">
                <a:latin typeface="Arial MT"/>
                <a:cs typeface="Arial MT"/>
              </a:rPr>
              <a:t>you</a:t>
            </a:r>
            <a:r>
              <a:rPr sz="1600" spc="55" dirty="0">
                <a:latin typeface="Arial MT"/>
                <a:cs typeface="Arial MT"/>
              </a:rPr>
              <a:t> </a:t>
            </a:r>
            <a:r>
              <a:rPr sz="1600" spc="-10" dirty="0">
                <a:latin typeface="Arial MT"/>
                <a:cs typeface="Arial MT"/>
              </a:rPr>
              <a:t>create</a:t>
            </a:r>
            <a:r>
              <a:rPr sz="1600" spc="20" dirty="0">
                <a:latin typeface="Arial MT"/>
                <a:cs typeface="Arial MT"/>
              </a:rPr>
              <a:t> </a:t>
            </a:r>
            <a:r>
              <a:rPr sz="1600" dirty="0">
                <a:solidFill>
                  <a:srgbClr val="2D2D2D"/>
                </a:solidFill>
                <a:latin typeface="Arial MT"/>
                <a:cs typeface="Arial MT"/>
              </a:rPr>
              <a:t>in</a:t>
            </a:r>
            <a:r>
              <a:rPr sz="1600" spc="80" dirty="0">
                <a:solidFill>
                  <a:srgbClr val="2D2D2D"/>
                </a:solidFill>
                <a:latin typeface="Arial MT"/>
                <a:cs typeface="Arial MT"/>
              </a:rPr>
              <a:t> </a:t>
            </a:r>
            <a:r>
              <a:rPr sz="1600" spc="-125" dirty="0">
                <a:latin typeface="Arial MT"/>
                <a:cs typeface="Arial MT"/>
              </a:rPr>
              <a:t>AWS.</a:t>
            </a:r>
            <a:r>
              <a:rPr sz="1600" spc="30" dirty="0">
                <a:latin typeface="Arial MT"/>
                <a:cs typeface="Arial MT"/>
              </a:rPr>
              <a:t> </a:t>
            </a:r>
            <a:r>
              <a:rPr sz="1600" dirty="0">
                <a:solidFill>
                  <a:srgbClr val="0C0C0C"/>
                </a:solidFill>
                <a:latin typeface="Arial MT"/>
                <a:cs typeface="Arial MT"/>
              </a:rPr>
              <a:t>The</a:t>
            </a:r>
            <a:r>
              <a:rPr sz="1600" spc="15" dirty="0">
                <a:solidFill>
                  <a:srgbClr val="0C0C0C"/>
                </a:solidFill>
                <a:latin typeface="Arial MT"/>
                <a:cs typeface="Arial MT"/>
              </a:rPr>
              <a:t> </a:t>
            </a:r>
            <a:r>
              <a:rPr sz="1600" spc="-10" dirty="0">
                <a:solidFill>
                  <a:srgbClr val="0F0F0F"/>
                </a:solidFill>
                <a:latin typeface="Arial MT"/>
                <a:cs typeface="Arial MT"/>
              </a:rPr>
              <a:t>IAM</a:t>
            </a:r>
            <a:r>
              <a:rPr sz="1600" spc="25" dirty="0">
                <a:solidFill>
                  <a:srgbClr val="0F0F0F"/>
                </a:solidFill>
                <a:latin typeface="Arial MT"/>
                <a:cs typeface="Arial MT"/>
              </a:rPr>
              <a:t> </a:t>
            </a:r>
            <a:r>
              <a:rPr sz="1600" spc="-20" dirty="0">
                <a:solidFill>
                  <a:srgbClr val="111111"/>
                </a:solidFill>
                <a:latin typeface="Arial MT"/>
                <a:cs typeface="Arial MT"/>
              </a:rPr>
              <a:t>user </a:t>
            </a:r>
            <a:r>
              <a:rPr sz="1600" spc="-10" dirty="0">
                <a:latin typeface="Arial MT"/>
                <a:cs typeface="Arial MT"/>
              </a:rPr>
              <a:t>represents</a:t>
            </a:r>
            <a:r>
              <a:rPr sz="1600" spc="110" dirty="0">
                <a:latin typeface="Arial MT"/>
                <a:cs typeface="Arial MT"/>
              </a:rPr>
              <a:t> </a:t>
            </a:r>
            <a:r>
              <a:rPr sz="1600" dirty="0">
                <a:latin typeface="Arial MT"/>
                <a:cs typeface="Arial MT"/>
              </a:rPr>
              <a:t>the</a:t>
            </a:r>
            <a:r>
              <a:rPr sz="1600" spc="40" dirty="0">
                <a:latin typeface="Arial MT"/>
                <a:cs typeface="Arial MT"/>
              </a:rPr>
              <a:t> </a:t>
            </a:r>
            <a:r>
              <a:rPr sz="1600" dirty="0">
                <a:latin typeface="Arial MT"/>
                <a:cs typeface="Arial MT"/>
              </a:rPr>
              <a:t>person</a:t>
            </a:r>
            <a:r>
              <a:rPr sz="1600" spc="110" dirty="0">
                <a:latin typeface="Arial MT"/>
                <a:cs typeface="Arial MT"/>
              </a:rPr>
              <a:t> </a:t>
            </a:r>
            <a:r>
              <a:rPr sz="1600" dirty="0">
                <a:latin typeface="Arial MT"/>
                <a:cs typeface="Arial MT"/>
              </a:rPr>
              <a:t>or</a:t>
            </a:r>
            <a:r>
              <a:rPr sz="1600" spc="-35" dirty="0">
                <a:latin typeface="Arial MT"/>
                <a:cs typeface="Arial MT"/>
              </a:rPr>
              <a:t> </a:t>
            </a:r>
            <a:r>
              <a:rPr sz="1600" spc="-20" dirty="0">
                <a:latin typeface="Arial MT"/>
                <a:cs typeface="Arial MT"/>
              </a:rPr>
              <a:t>service</a:t>
            </a:r>
            <a:r>
              <a:rPr sz="1600" spc="60" dirty="0">
                <a:latin typeface="Arial MT"/>
                <a:cs typeface="Arial MT"/>
              </a:rPr>
              <a:t> </a:t>
            </a:r>
            <a:r>
              <a:rPr sz="1600" dirty="0">
                <a:latin typeface="Arial MT"/>
                <a:cs typeface="Arial MT"/>
              </a:rPr>
              <a:t>who</a:t>
            </a:r>
            <a:r>
              <a:rPr sz="1600" spc="55" dirty="0">
                <a:latin typeface="Arial MT"/>
                <a:cs typeface="Arial MT"/>
              </a:rPr>
              <a:t> </a:t>
            </a:r>
            <a:r>
              <a:rPr sz="1600" spc="-40" dirty="0">
                <a:latin typeface="Arial MT"/>
                <a:cs typeface="Arial MT"/>
              </a:rPr>
              <a:t>uses</a:t>
            </a:r>
            <a:r>
              <a:rPr sz="1600" spc="30" dirty="0">
                <a:latin typeface="Arial MT"/>
                <a:cs typeface="Arial MT"/>
              </a:rPr>
              <a:t> </a:t>
            </a:r>
            <a:r>
              <a:rPr sz="1600" dirty="0">
                <a:latin typeface="Arial MT"/>
                <a:cs typeface="Arial MT"/>
              </a:rPr>
              <a:t>the</a:t>
            </a:r>
            <a:r>
              <a:rPr sz="1600" spc="-60" dirty="0">
                <a:latin typeface="Arial MT"/>
                <a:cs typeface="Arial MT"/>
              </a:rPr>
              <a:t> </a:t>
            </a:r>
            <a:r>
              <a:rPr sz="1600" dirty="0">
                <a:solidFill>
                  <a:srgbClr val="0F0F0F"/>
                </a:solidFill>
                <a:latin typeface="Arial MT"/>
                <a:cs typeface="Arial MT"/>
              </a:rPr>
              <a:t>IAM</a:t>
            </a:r>
            <a:r>
              <a:rPr sz="1600" spc="15" dirty="0">
                <a:solidFill>
                  <a:srgbClr val="0F0F0F"/>
                </a:solidFill>
                <a:latin typeface="Arial MT"/>
                <a:cs typeface="Arial MT"/>
              </a:rPr>
              <a:t> </a:t>
            </a:r>
            <a:r>
              <a:rPr sz="1600" spc="-20" dirty="0">
                <a:solidFill>
                  <a:srgbClr val="0E0E0E"/>
                </a:solidFill>
                <a:latin typeface="Arial MT"/>
                <a:cs typeface="Arial MT"/>
              </a:rPr>
              <a:t>user</a:t>
            </a:r>
            <a:r>
              <a:rPr sz="1600" spc="25" dirty="0">
                <a:solidFill>
                  <a:srgbClr val="0E0E0E"/>
                </a:solidFill>
                <a:latin typeface="Arial MT"/>
                <a:cs typeface="Arial MT"/>
              </a:rPr>
              <a:t> </a:t>
            </a:r>
            <a:r>
              <a:rPr sz="1600" spc="-25" dirty="0">
                <a:solidFill>
                  <a:srgbClr val="2D2D2D"/>
                </a:solidFill>
                <a:latin typeface="Arial MT"/>
                <a:cs typeface="Arial MT"/>
              </a:rPr>
              <a:t>to </a:t>
            </a:r>
            <a:r>
              <a:rPr sz="1600" dirty="0">
                <a:latin typeface="Arial MT"/>
                <a:cs typeface="Arial MT"/>
              </a:rPr>
              <a:t>interact</a:t>
            </a:r>
            <a:r>
              <a:rPr sz="1600" spc="280" dirty="0">
                <a:latin typeface="Arial MT"/>
                <a:cs typeface="Arial MT"/>
              </a:rPr>
              <a:t> </a:t>
            </a:r>
            <a:r>
              <a:rPr sz="1600" dirty="0">
                <a:latin typeface="Arial MT"/>
                <a:cs typeface="Arial MT"/>
              </a:rPr>
              <a:t>with</a:t>
            </a:r>
            <a:r>
              <a:rPr sz="1600" spc="275" dirty="0">
                <a:latin typeface="Arial MT"/>
                <a:cs typeface="Arial MT"/>
              </a:rPr>
              <a:t> </a:t>
            </a:r>
            <a:r>
              <a:rPr sz="1600" spc="-20" dirty="0">
                <a:latin typeface="Arial MT"/>
                <a:cs typeface="Arial MT"/>
              </a:rPr>
              <a:t>AWS.</a:t>
            </a:r>
            <a:endParaRPr sz="1600">
              <a:latin typeface="Arial MT"/>
              <a:cs typeface="Arial MT"/>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356360" y="365125"/>
            <a:ext cx="9468864" cy="5287009"/>
          </a:xfrm>
          <a:prstGeom prst="rect">
            <a:avLst/>
          </a:prstGeom>
        </p:spPr>
      </p:pic>
      <p:sp>
        <p:nvSpPr>
          <p:cNvPr id="3" name="object 3"/>
          <p:cNvSpPr txBox="1"/>
          <p:nvPr/>
        </p:nvSpPr>
        <p:spPr>
          <a:xfrm>
            <a:off x="4791415" y="1359974"/>
            <a:ext cx="5824855" cy="2162175"/>
          </a:xfrm>
          <a:prstGeom prst="rect">
            <a:avLst/>
          </a:prstGeom>
        </p:spPr>
        <p:txBody>
          <a:bodyPr vert="horz" wrap="square" lIns="0" tIns="14604" rIns="0" bIns="0" rtlCol="0">
            <a:spAutoFit/>
          </a:bodyPr>
          <a:lstStyle/>
          <a:p>
            <a:pPr marL="14604" marR="5080" indent="3175">
              <a:lnSpc>
                <a:spcPct val="108400"/>
              </a:lnSpc>
              <a:spcBef>
                <a:spcPts val="114"/>
              </a:spcBef>
            </a:pPr>
            <a:r>
              <a:rPr sz="1600" spc="-155" dirty="0">
                <a:latin typeface="Verdana"/>
                <a:cs typeface="Verdana"/>
              </a:rPr>
              <a:t>IAM</a:t>
            </a:r>
            <a:r>
              <a:rPr sz="1600" spc="-75" dirty="0">
                <a:latin typeface="Verdana"/>
                <a:cs typeface="Verdana"/>
              </a:rPr>
              <a:t> </a:t>
            </a:r>
            <a:r>
              <a:rPr sz="1600" spc="-125" dirty="0">
                <a:latin typeface="Verdana"/>
                <a:cs typeface="Verdana"/>
              </a:rPr>
              <a:t>is</a:t>
            </a:r>
            <a:r>
              <a:rPr sz="1600" spc="-114" dirty="0">
                <a:latin typeface="Verdana"/>
                <a:cs typeface="Verdana"/>
              </a:rPr>
              <a:t> </a:t>
            </a:r>
            <a:r>
              <a:rPr sz="1600" spc="-125" dirty="0">
                <a:solidFill>
                  <a:srgbClr val="111111"/>
                </a:solidFill>
                <a:latin typeface="Verdana"/>
                <a:cs typeface="Verdana"/>
              </a:rPr>
              <a:t>a</a:t>
            </a:r>
            <a:r>
              <a:rPr sz="1600" spc="-60" dirty="0">
                <a:solidFill>
                  <a:srgbClr val="111111"/>
                </a:solidFill>
                <a:latin typeface="Verdana"/>
                <a:cs typeface="Verdana"/>
              </a:rPr>
              <a:t> </a:t>
            </a:r>
            <a:r>
              <a:rPr sz="1600" spc="-105" dirty="0">
                <a:latin typeface="Verdana"/>
                <a:cs typeface="Verdana"/>
              </a:rPr>
              <a:t>centralized</a:t>
            </a:r>
            <a:r>
              <a:rPr sz="1600" spc="85" dirty="0">
                <a:latin typeface="Verdana"/>
                <a:cs typeface="Verdana"/>
              </a:rPr>
              <a:t> </a:t>
            </a:r>
            <a:r>
              <a:rPr sz="1600" spc="-125" dirty="0">
                <a:solidFill>
                  <a:srgbClr val="0C0C0C"/>
                </a:solidFill>
                <a:latin typeface="Verdana"/>
                <a:cs typeface="Verdana"/>
              </a:rPr>
              <a:t>security</a:t>
            </a:r>
            <a:r>
              <a:rPr sz="1600" spc="25" dirty="0">
                <a:solidFill>
                  <a:srgbClr val="0C0C0C"/>
                </a:solidFill>
                <a:latin typeface="Verdana"/>
                <a:cs typeface="Verdana"/>
              </a:rPr>
              <a:t> </a:t>
            </a:r>
            <a:r>
              <a:rPr sz="1600" spc="-125" dirty="0">
                <a:latin typeface="Verdana"/>
                <a:cs typeface="Verdana"/>
              </a:rPr>
              <a:t>management</a:t>
            </a:r>
            <a:r>
              <a:rPr sz="1600" spc="20" dirty="0">
                <a:latin typeface="Verdana"/>
                <a:cs typeface="Verdana"/>
              </a:rPr>
              <a:t> </a:t>
            </a:r>
            <a:r>
              <a:rPr sz="1600" spc="-150" dirty="0">
                <a:solidFill>
                  <a:srgbClr val="0F0F0F"/>
                </a:solidFill>
                <a:latin typeface="Verdana"/>
                <a:cs typeface="Verdana"/>
              </a:rPr>
              <a:t>system</a:t>
            </a:r>
            <a:r>
              <a:rPr sz="1600" spc="15" dirty="0">
                <a:solidFill>
                  <a:srgbClr val="0F0F0F"/>
                </a:solidFill>
                <a:latin typeface="Verdana"/>
                <a:cs typeface="Verdana"/>
              </a:rPr>
              <a:t> </a:t>
            </a:r>
            <a:r>
              <a:rPr sz="1600" spc="-80" dirty="0">
                <a:solidFill>
                  <a:srgbClr val="181818"/>
                </a:solidFill>
                <a:latin typeface="Verdana"/>
                <a:cs typeface="Verdana"/>
              </a:rPr>
              <a:t>that</a:t>
            </a:r>
            <a:r>
              <a:rPr sz="1600" spc="-60" dirty="0">
                <a:solidFill>
                  <a:srgbClr val="181818"/>
                </a:solidFill>
                <a:latin typeface="Verdana"/>
                <a:cs typeface="Verdana"/>
              </a:rPr>
              <a:t> </a:t>
            </a:r>
            <a:r>
              <a:rPr sz="1600" spc="-25" dirty="0">
                <a:latin typeface="Verdana"/>
                <a:cs typeface="Verdana"/>
              </a:rPr>
              <a:t>is </a:t>
            </a:r>
            <a:r>
              <a:rPr sz="1600" spc="-95" dirty="0">
                <a:solidFill>
                  <a:srgbClr val="0C0C0C"/>
                </a:solidFill>
                <a:latin typeface="Verdana"/>
                <a:cs typeface="Verdana"/>
              </a:rPr>
              <a:t>included</a:t>
            </a:r>
            <a:r>
              <a:rPr sz="1600" spc="-25" dirty="0">
                <a:solidFill>
                  <a:srgbClr val="0C0C0C"/>
                </a:solidFill>
                <a:latin typeface="Verdana"/>
                <a:cs typeface="Verdana"/>
              </a:rPr>
              <a:t> </a:t>
            </a:r>
            <a:r>
              <a:rPr sz="1600" spc="-95" dirty="0">
                <a:solidFill>
                  <a:srgbClr val="0E0E0E"/>
                </a:solidFill>
                <a:latin typeface="Verdana"/>
                <a:cs typeface="Verdana"/>
              </a:rPr>
              <a:t>i</a:t>
            </a:r>
            <a:r>
              <a:rPr sz="1600" spc="-95" dirty="0">
                <a:solidFill>
                  <a:srgbClr val="212121"/>
                </a:solidFill>
                <a:latin typeface="Verdana"/>
                <a:cs typeface="Verdana"/>
              </a:rPr>
              <a:t>n</a:t>
            </a:r>
            <a:r>
              <a:rPr sz="1600" spc="-135" dirty="0">
                <a:solidFill>
                  <a:srgbClr val="212121"/>
                </a:solidFill>
                <a:latin typeface="Verdana"/>
                <a:cs typeface="Verdana"/>
              </a:rPr>
              <a:t> </a:t>
            </a:r>
            <a:r>
              <a:rPr sz="1600" spc="-140" dirty="0">
                <a:latin typeface="Verdana"/>
                <a:cs typeface="Verdana"/>
              </a:rPr>
              <a:t>every</a:t>
            </a:r>
            <a:r>
              <a:rPr sz="1600" spc="20" dirty="0">
                <a:latin typeface="Verdana"/>
                <a:cs typeface="Verdana"/>
              </a:rPr>
              <a:t> </a:t>
            </a:r>
            <a:r>
              <a:rPr sz="1600" spc="-200" dirty="0">
                <a:solidFill>
                  <a:srgbClr val="0C0C0C"/>
                </a:solidFill>
                <a:latin typeface="Verdana"/>
                <a:cs typeface="Verdana"/>
              </a:rPr>
              <a:t>AWS</a:t>
            </a:r>
            <a:r>
              <a:rPr sz="1600" spc="60" dirty="0">
                <a:solidFill>
                  <a:srgbClr val="0C0C0C"/>
                </a:solidFill>
                <a:latin typeface="Verdana"/>
                <a:cs typeface="Verdana"/>
              </a:rPr>
              <a:t> </a:t>
            </a:r>
            <a:r>
              <a:rPr sz="1600" spc="-114" dirty="0">
                <a:latin typeface="Verdana"/>
                <a:cs typeface="Verdana"/>
              </a:rPr>
              <a:t>account</a:t>
            </a:r>
            <a:r>
              <a:rPr sz="1600" spc="-80" dirty="0">
                <a:latin typeface="Verdana"/>
                <a:cs typeface="Verdana"/>
              </a:rPr>
              <a:t> </a:t>
            </a:r>
            <a:r>
              <a:rPr sz="1600" spc="-45" dirty="0">
                <a:solidFill>
                  <a:srgbClr val="131313"/>
                </a:solidFill>
                <a:latin typeface="Verdana"/>
                <a:cs typeface="Verdana"/>
              </a:rPr>
              <a:t>to</a:t>
            </a:r>
            <a:r>
              <a:rPr sz="1600" spc="-75" dirty="0">
                <a:solidFill>
                  <a:srgbClr val="131313"/>
                </a:solidFill>
                <a:latin typeface="Verdana"/>
                <a:cs typeface="Verdana"/>
              </a:rPr>
              <a:t> </a:t>
            </a:r>
            <a:r>
              <a:rPr sz="1600" spc="-85" dirty="0">
                <a:latin typeface="Verdana"/>
                <a:cs typeface="Verdana"/>
              </a:rPr>
              <a:t>control</a:t>
            </a:r>
            <a:r>
              <a:rPr sz="1600" spc="-90" dirty="0">
                <a:latin typeface="Verdana"/>
                <a:cs typeface="Verdana"/>
              </a:rPr>
              <a:t> identity</a:t>
            </a:r>
            <a:r>
              <a:rPr sz="1600" spc="-15" dirty="0">
                <a:latin typeface="Verdana"/>
                <a:cs typeface="Verdana"/>
              </a:rPr>
              <a:t> </a:t>
            </a:r>
            <a:r>
              <a:rPr sz="1600" spc="-150" dirty="0">
                <a:latin typeface="Verdana"/>
                <a:cs typeface="Verdana"/>
              </a:rPr>
              <a:t>access</a:t>
            </a:r>
            <a:r>
              <a:rPr sz="1600" spc="-10" dirty="0">
                <a:latin typeface="Verdana"/>
                <a:cs typeface="Verdana"/>
              </a:rPr>
              <a:t> </a:t>
            </a:r>
            <a:r>
              <a:rPr sz="1600" spc="-25" dirty="0">
                <a:latin typeface="Verdana"/>
                <a:cs typeface="Verdana"/>
              </a:rPr>
              <a:t>to</a:t>
            </a:r>
            <a:r>
              <a:rPr sz="1600" spc="500" dirty="0">
                <a:latin typeface="Verdana"/>
                <a:cs typeface="Verdana"/>
              </a:rPr>
              <a:t> </a:t>
            </a:r>
            <a:r>
              <a:rPr sz="1600" spc="-200" dirty="0">
                <a:latin typeface="Verdana"/>
                <a:cs typeface="Verdana"/>
              </a:rPr>
              <a:t>AWS</a:t>
            </a:r>
            <a:r>
              <a:rPr sz="1600" spc="-20" dirty="0">
                <a:latin typeface="Verdana"/>
                <a:cs typeface="Verdana"/>
              </a:rPr>
              <a:t> </a:t>
            </a:r>
            <a:r>
              <a:rPr sz="1600" spc="-155" dirty="0">
                <a:latin typeface="Verdana"/>
                <a:cs typeface="Verdana"/>
              </a:rPr>
              <a:t>services.</a:t>
            </a:r>
            <a:r>
              <a:rPr sz="1600" spc="-10" dirty="0">
                <a:latin typeface="Verdana"/>
                <a:cs typeface="Verdana"/>
              </a:rPr>
              <a:t> </a:t>
            </a:r>
            <a:r>
              <a:rPr sz="1600" spc="-145" dirty="0">
                <a:solidFill>
                  <a:srgbClr val="1D1D1D"/>
                </a:solidFill>
                <a:latin typeface="Verdana"/>
                <a:cs typeface="Verdana"/>
              </a:rPr>
              <a:t>By</a:t>
            </a:r>
            <a:r>
              <a:rPr sz="1600" spc="-85" dirty="0">
                <a:solidFill>
                  <a:srgbClr val="1D1D1D"/>
                </a:solidFill>
                <a:latin typeface="Verdana"/>
                <a:cs typeface="Verdana"/>
              </a:rPr>
              <a:t> </a:t>
            </a:r>
            <a:r>
              <a:rPr sz="1600" spc="-90" dirty="0">
                <a:latin typeface="Verdana"/>
                <a:cs typeface="Verdana"/>
              </a:rPr>
              <a:t>attach</a:t>
            </a:r>
            <a:r>
              <a:rPr sz="1600" spc="-90" dirty="0">
                <a:solidFill>
                  <a:srgbClr val="1A1A1A"/>
                </a:solidFill>
                <a:latin typeface="Verdana"/>
                <a:cs typeface="Verdana"/>
              </a:rPr>
              <a:t>ing</a:t>
            </a:r>
            <a:r>
              <a:rPr sz="1600" spc="-95" dirty="0">
                <a:solidFill>
                  <a:srgbClr val="1A1A1A"/>
                </a:solidFill>
                <a:latin typeface="Verdana"/>
                <a:cs typeface="Verdana"/>
              </a:rPr>
              <a:t> </a:t>
            </a:r>
            <a:r>
              <a:rPr sz="1600" spc="-290" dirty="0">
                <a:latin typeface="Verdana"/>
                <a:cs typeface="Verdana"/>
              </a:rPr>
              <a:t>RAM</a:t>
            </a:r>
            <a:r>
              <a:rPr sz="1600" spc="-40" dirty="0">
                <a:latin typeface="Verdana"/>
                <a:cs typeface="Verdana"/>
              </a:rPr>
              <a:t> </a:t>
            </a:r>
            <a:r>
              <a:rPr sz="1600" spc="-120" dirty="0">
                <a:latin typeface="Verdana"/>
                <a:cs typeface="Verdana"/>
              </a:rPr>
              <a:t>permission</a:t>
            </a:r>
            <a:r>
              <a:rPr sz="1600" spc="55" dirty="0">
                <a:latin typeface="Verdana"/>
                <a:cs typeface="Verdana"/>
              </a:rPr>
              <a:t> </a:t>
            </a:r>
            <a:r>
              <a:rPr sz="1600" spc="-95" dirty="0">
                <a:latin typeface="Verdana"/>
                <a:cs typeface="Verdana"/>
              </a:rPr>
              <a:t>policies</a:t>
            </a:r>
            <a:r>
              <a:rPr sz="1600" spc="10" dirty="0">
                <a:latin typeface="Verdana"/>
                <a:cs typeface="Verdana"/>
              </a:rPr>
              <a:t> </a:t>
            </a:r>
            <a:r>
              <a:rPr sz="1600" spc="-50" dirty="0">
                <a:solidFill>
                  <a:srgbClr val="2F2F2F"/>
                </a:solidFill>
                <a:latin typeface="Verdana"/>
                <a:cs typeface="Verdana"/>
              </a:rPr>
              <a:t>to</a:t>
            </a:r>
            <a:r>
              <a:rPr sz="1600" spc="-125" dirty="0">
                <a:solidFill>
                  <a:srgbClr val="2F2F2F"/>
                </a:solidFill>
                <a:latin typeface="Verdana"/>
                <a:cs typeface="Verdana"/>
              </a:rPr>
              <a:t> </a:t>
            </a:r>
            <a:r>
              <a:rPr sz="1600" spc="-65" dirty="0">
                <a:latin typeface="Verdana"/>
                <a:cs typeface="Verdana"/>
              </a:rPr>
              <a:t>identities, </a:t>
            </a:r>
            <a:r>
              <a:rPr sz="1600" spc="-110" dirty="0">
                <a:solidFill>
                  <a:srgbClr val="111111"/>
                </a:solidFill>
                <a:latin typeface="Verdana"/>
                <a:cs typeface="Verdana"/>
              </a:rPr>
              <a:t>you</a:t>
            </a:r>
            <a:r>
              <a:rPr sz="1600" spc="-95" dirty="0">
                <a:solidFill>
                  <a:srgbClr val="111111"/>
                </a:solidFill>
                <a:latin typeface="Verdana"/>
                <a:cs typeface="Verdana"/>
              </a:rPr>
              <a:t> </a:t>
            </a:r>
            <a:r>
              <a:rPr sz="1600" spc="-135" dirty="0">
                <a:latin typeface="Verdana"/>
                <a:cs typeface="Verdana"/>
              </a:rPr>
              <a:t>can</a:t>
            </a:r>
            <a:r>
              <a:rPr sz="1600" spc="-75" dirty="0">
                <a:latin typeface="Verdana"/>
                <a:cs typeface="Verdana"/>
              </a:rPr>
              <a:t> </a:t>
            </a:r>
            <a:r>
              <a:rPr sz="1600" spc="-135" dirty="0">
                <a:latin typeface="Verdana"/>
                <a:cs typeface="Verdana"/>
              </a:rPr>
              <a:t>manage</a:t>
            </a:r>
            <a:r>
              <a:rPr sz="1600" spc="40" dirty="0">
                <a:latin typeface="Verdana"/>
                <a:cs typeface="Verdana"/>
              </a:rPr>
              <a:t> </a:t>
            </a:r>
            <a:r>
              <a:rPr sz="1600" spc="-114" dirty="0">
                <a:latin typeface="Verdana"/>
                <a:cs typeface="Verdana"/>
              </a:rPr>
              <a:t>which</a:t>
            </a:r>
            <a:r>
              <a:rPr sz="1600" spc="-50" dirty="0">
                <a:latin typeface="Verdana"/>
                <a:cs typeface="Verdana"/>
              </a:rPr>
              <a:t> </a:t>
            </a:r>
            <a:r>
              <a:rPr sz="1600" spc="-135" dirty="0">
                <a:latin typeface="Verdana"/>
                <a:cs typeface="Verdana"/>
              </a:rPr>
              <a:t>services</a:t>
            </a:r>
            <a:r>
              <a:rPr sz="1600" spc="-20" dirty="0">
                <a:latin typeface="Verdana"/>
                <a:cs typeface="Verdana"/>
              </a:rPr>
              <a:t> </a:t>
            </a:r>
            <a:r>
              <a:rPr sz="1600" spc="-125" dirty="0">
                <a:latin typeface="Verdana"/>
                <a:cs typeface="Verdana"/>
              </a:rPr>
              <a:t>each</a:t>
            </a:r>
            <a:r>
              <a:rPr sz="1600" spc="-114" dirty="0">
                <a:latin typeface="Verdana"/>
                <a:cs typeface="Verdana"/>
              </a:rPr>
              <a:t> </a:t>
            </a:r>
            <a:r>
              <a:rPr sz="1600" spc="-80" dirty="0">
                <a:latin typeface="Verdana"/>
                <a:cs typeface="Verdana"/>
              </a:rPr>
              <a:t>identity</a:t>
            </a:r>
            <a:r>
              <a:rPr sz="1600" spc="70" dirty="0">
                <a:latin typeface="Verdana"/>
                <a:cs typeface="Verdana"/>
              </a:rPr>
              <a:t> </a:t>
            </a:r>
            <a:r>
              <a:rPr sz="1600" spc="-135" dirty="0">
                <a:latin typeface="Verdana"/>
                <a:cs typeface="Verdana"/>
              </a:rPr>
              <a:t>can</a:t>
            </a:r>
            <a:r>
              <a:rPr sz="1600" spc="-80" dirty="0">
                <a:latin typeface="Verdana"/>
                <a:cs typeface="Verdana"/>
              </a:rPr>
              <a:t> </a:t>
            </a:r>
            <a:r>
              <a:rPr sz="1600" spc="-150" dirty="0">
                <a:latin typeface="Verdana"/>
                <a:cs typeface="Verdana"/>
              </a:rPr>
              <a:t>access</a:t>
            </a:r>
            <a:r>
              <a:rPr sz="1600" spc="30" dirty="0">
                <a:latin typeface="Verdana"/>
                <a:cs typeface="Verdana"/>
              </a:rPr>
              <a:t> </a:t>
            </a:r>
            <a:r>
              <a:rPr sz="1600" spc="-25" dirty="0">
                <a:solidFill>
                  <a:srgbClr val="0C0C0C"/>
                </a:solidFill>
                <a:latin typeface="Verdana"/>
                <a:cs typeface="Verdana"/>
              </a:rPr>
              <a:t>and </a:t>
            </a:r>
            <a:r>
              <a:rPr sz="1600" spc="-105" dirty="0">
                <a:latin typeface="Verdana"/>
                <a:cs typeface="Verdana"/>
              </a:rPr>
              <a:t>the</a:t>
            </a:r>
            <a:r>
              <a:rPr sz="1600" spc="-50" dirty="0">
                <a:latin typeface="Verdana"/>
                <a:cs typeface="Verdana"/>
              </a:rPr>
              <a:t> </a:t>
            </a:r>
            <a:r>
              <a:rPr sz="1600" spc="-260" dirty="0">
                <a:latin typeface="Verdana"/>
                <a:cs typeface="Verdana"/>
              </a:rPr>
              <a:t>k</a:t>
            </a:r>
            <a:r>
              <a:rPr sz="1600" spc="-60" dirty="0">
                <a:latin typeface="Verdana"/>
                <a:cs typeface="Verdana"/>
              </a:rPr>
              <a:t> </a:t>
            </a:r>
            <a:r>
              <a:rPr sz="1600" spc="-120" dirty="0">
                <a:latin typeface="Verdana"/>
                <a:cs typeface="Verdana"/>
              </a:rPr>
              <a:t>no</a:t>
            </a:r>
            <a:r>
              <a:rPr sz="1600" spc="-25" dirty="0">
                <a:latin typeface="Verdana"/>
                <a:cs typeface="Verdana"/>
              </a:rPr>
              <a:t> </a:t>
            </a:r>
            <a:r>
              <a:rPr sz="1600" spc="-30" dirty="0">
                <a:solidFill>
                  <a:srgbClr val="282828"/>
                </a:solidFill>
                <a:latin typeface="Verdana"/>
                <a:cs typeface="Verdana"/>
              </a:rPr>
              <a:t>of</a:t>
            </a:r>
            <a:r>
              <a:rPr sz="1600" spc="-55" dirty="0">
                <a:solidFill>
                  <a:srgbClr val="282828"/>
                </a:solidFill>
                <a:latin typeface="Verdana"/>
                <a:cs typeface="Verdana"/>
              </a:rPr>
              <a:t> </a:t>
            </a:r>
            <a:r>
              <a:rPr sz="1600" spc="-114" dirty="0">
                <a:latin typeface="Verdana"/>
                <a:cs typeface="Verdana"/>
              </a:rPr>
              <a:t>actions</a:t>
            </a:r>
            <a:r>
              <a:rPr sz="1600" spc="-50" dirty="0">
                <a:latin typeface="Verdana"/>
                <a:cs typeface="Verdana"/>
              </a:rPr>
              <a:t> </a:t>
            </a:r>
            <a:r>
              <a:rPr sz="1600" spc="-80" dirty="0">
                <a:solidFill>
                  <a:srgbClr val="414141"/>
                </a:solidFill>
                <a:latin typeface="Verdana"/>
                <a:cs typeface="Verdana"/>
              </a:rPr>
              <a:t>the</a:t>
            </a:r>
            <a:r>
              <a:rPr sz="1600" spc="-114" dirty="0">
                <a:solidFill>
                  <a:srgbClr val="414141"/>
                </a:solidFill>
                <a:latin typeface="Verdana"/>
                <a:cs typeface="Verdana"/>
              </a:rPr>
              <a:t> </a:t>
            </a:r>
            <a:r>
              <a:rPr sz="1600" spc="-80" dirty="0">
                <a:latin typeface="Verdana"/>
                <a:cs typeface="Verdana"/>
              </a:rPr>
              <a:t>identity</a:t>
            </a:r>
            <a:r>
              <a:rPr sz="1600" spc="35" dirty="0">
                <a:latin typeface="Verdana"/>
                <a:cs typeface="Verdana"/>
              </a:rPr>
              <a:t> </a:t>
            </a:r>
            <a:r>
              <a:rPr sz="1600" spc="-160" dirty="0">
                <a:latin typeface="Verdana"/>
                <a:cs typeface="Verdana"/>
              </a:rPr>
              <a:t>can</a:t>
            </a:r>
            <a:r>
              <a:rPr sz="1600" spc="-10" dirty="0">
                <a:latin typeface="Verdana"/>
                <a:cs typeface="Verdana"/>
              </a:rPr>
              <a:t> perform</a:t>
            </a:r>
            <a:endParaRPr sz="1600">
              <a:latin typeface="Verdana"/>
              <a:cs typeface="Verdana"/>
            </a:endParaRPr>
          </a:p>
          <a:p>
            <a:pPr>
              <a:lnSpc>
                <a:spcPct val="100000"/>
              </a:lnSpc>
              <a:spcBef>
                <a:spcPts val="285"/>
              </a:spcBef>
            </a:pPr>
            <a:endParaRPr sz="1600">
              <a:latin typeface="Verdana"/>
              <a:cs typeface="Verdana"/>
            </a:endParaRPr>
          </a:p>
          <a:p>
            <a:pPr marL="17780">
              <a:lnSpc>
                <a:spcPct val="100000"/>
              </a:lnSpc>
              <a:spcBef>
                <a:spcPts val="5"/>
              </a:spcBef>
            </a:pPr>
            <a:r>
              <a:rPr sz="1650" spc="-200" dirty="0">
                <a:latin typeface="Verdana"/>
                <a:cs typeface="Verdana"/>
              </a:rPr>
              <a:t>IdentitlE'S</a:t>
            </a:r>
            <a:r>
              <a:rPr sz="1650" spc="155" dirty="0">
                <a:latin typeface="Verdana"/>
                <a:cs typeface="Verdana"/>
              </a:rPr>
              <a:t> </a:t>
            </a:r>
            <a:r>
              <a:rPr sz="1650" spc="-480" dirty="0">
                <a:solidFill>
                  <a:srgbClr val="262626"/>
                </a:solidFill>
                <a:latin typeface="Verdana"/>
                <a:cs typeface="Verdana"/>
              </a:rPr>
              <a:t>ID</a:t>
            </a:r>
            <a:r>
              <a:rPr sz="1650" spc="130" dirty="0">
                <a:solidFill>
                  <a:srgbClr val="262626"/>
                </a:solidFill>
                <a:latin typeface="Verdana"/>
                <a:cs typeface="Verdana"/>
              </a:rPr>
              <a:t> </a:t>
            </a:r>
            <a:r>
              <a:rPr sz="1650" spc="-204" dirty="0">
                <a:latin typeface="Verdana"/>
                <a:cs typeface="Verdana"/>
              </a:rPr>
              <a:t>IAM</a:t>
            </a:r>
            <a:r>
              <a:rPr sz="1650" spc="-15" dirty="0">
                <a:latin typeface="Verdana"/>
                <a:cs typeface="Verdana"/>
              </a:rPr>
              <a:t> </a:t>
            </a:r>
            <a:r>
              <a:rPr sz="1650" spc="-170" dirty="0">
                <a:latin typeface="Verdana"/>
                <a:cs typeface="Verdana"/>
              </a:rPr>
              <a:t>are</a:t>
            </a:r>
            <a:r>
              <a:rPr sz="1650" spc="-120" dirty="0">
                <a:latin typeface="Verdana"/>
                <a:cs typeface="Verdana"/>
              </a:rPr>
              <a:t> </a:t>
            </a:r>
            <a:r>
              <a:rPr sz="1650" spc="-190" dirty="0">
                <a:latin typeface="Verdana"/>
                <a:cs typeface="Verdana"/>
              </a:rPr>
              <a:t>users,</a:t>
            </a:r>
            <a:r>
              <a:rPr sz="1650" spc="-35" dirty="0">
                <a:latin typeface="Verdana"/>
                <a:cs typeface="Verdana"/>
              </a:rPr>
              <a:t> </a:t>
            </a:r>
            <a:r>
              <a:rPr sz="1650" spc="-135" dirty="0">
                <a:latin typeface="Verdana"/>
                <a:cs typeface="Verdana"/>
              </a:rPr>
              <a:t>groups</a:t>
            </a:r>
            <a:r>
              <a:rPr sz="1650" spc="-80" dirty="0">
                <a:latin typeface="Verdana"/>
                <a:cs typeface="Verdana"/>
              </a:rPr>
              <a:t> </a:t>
            </a:r>
            <a:r>
              <a:rPr sz="1650" spc="-130" dirty="0">
                <a:latin typeface="Verdana"/>
                <a:cs typeface="Verdana"/>
              </a:rPr>
              <a:t>and</a:t>
            </a:r>
            <a:r>
              <a:rPr sz="1650" spc="-20" dirty="0">
                <a:latin typeface="Verdana"/>
                <a:cs typeface="Verdana"/>
              </a:rPr>
              <a:t> </a:t>
            </a:r>
            <a:r>
              <a:rPr sz="1650" spc="-155" dirty="0">
                <a:latin typeface="Verdana"/>
                <a:cs typeface="Verdana"/>
              </a:rPr>
              <a:t>roles.</a:t>
            </a:r>
            <a:r>
              <a:rPr sz="1650" spc="-40" dirty="0">
                <a:latin typeface="Verdana"/>
                <a:cs typeface="Verdana"/>
              </a:rPr>
              <a:t> </a:t>
            </a:r>
            <a:r>
              <a:rPr sz="1650" spc="-150" dirty="0">
                <a:latin typeface="Verdana"/>
                <a:cs typeface="Verdana"/>
              </a:rPr>
              <a:t>Select</a:t>
            </a:r>
            <a:r>
              <a:rPr sz="1650" spc="20" dirty="0">
                <a:latin typeface="Verdana"/>
                <a:cs typeface="Verdana"/>
              </a:rPr>
              <a:t> </a:t>
            </a:r>
            <a:r>
              <a:rPr sz="1650" spc="-175" dirty="0">
                <a:latin typeface="Verdana"/>
                <a:cs typeface="Verdana"/>
              </a:rPr>
              <a:t>each</a:t>
            </a:r>
            <a:r>
              <a:rPr sz="1650" spc="-30" dirty="0">
                <a:latin typeface="Verdana"/>
                <a:cs typeface="Verdana"/>
              </a:rPr>
              <a:t> </a:t>
            </a:r>
            <a:r>
              <a:rPr sz="1650" spc="-25" dirty="0">
                <a:solidFill>
                  <a:srgbClr val="313131"/>
                </a:solidFill>
                <a:latin typeface="Verdana"/>
                <a:cs typeface="Verdana"/>
              </a:rPr>
              <a:t>to</a:t>
            </a:r>
            <a:endParaRPr sz="1650">
              <a:latin typeface="Verdana"/>
              <a:cs typeface="Verdana"/>
            </a:endParaRPr>
          </a:p>
          <a:p>
            <a:pPr marL="12700">
              <a:lnSpc>
                <a:spcPct val="100000"/>
              </a:lnSpc>
              <a:spcBef>
                <a:spcPts val="145"/>
              </a:spcBef>
            </a:pPr>
            <a:r>
              <a:rPr sz="1700" spc="-165" dirty="0">
                <a:latin typeface="Verdana"/>
                <a:cs typeface="Verdana"/>
              </a:rPr>
              <a:t>learn</a:t>
            </a:r>
            <a:r>
              <a:rPr sz="1700" spc="-50" dirty="0">
                <a:latin typeface="Verdana"/>
                <a:cs typeface="Verdana"/>
              </a:rPr>
              <a:t> </a:t>
            </a:r>
            <a:r>
              <a:rPr sz="1700" spc="-200" dirty="0">
                <a:solidFill>
                  <a:srgbClr val="2F2F2F"/>
                </a:solidFill>
                <a:latin typeface="Verdana"/>
                <a:cs typeface="Verdana"/>
              </a:rPr>
              <a:t>more</a:t>
            </a:r>
            <a:r>
              <a:rPr sz="1700" spc="-25" dirty="0">
                <a:solidFill>
                  <a:srgbClr val="2F2F2F"/>
                </a:solidFill>
                <a:latin typeface="Verdana"/>
                <a:cs typeface="Verdana"/>
              </a:rPr>
              <a:t> </a:t>
            </a:r>
            <a:r>
              <a:rPr sz="1700" spc="-160" dirty="0">
                <a:solidFill>
                  <a:srgbClr val="111111"/>
                </a:solidFill>
                <a:latin typeface="Verdana"/>
                <a:cs typeface="Verdana"/>
              </a:rPr>
              <a:t>about</a:t>
            </a:r>
            <a:r>
              <a:rPr sz="1700" spc="-25" dirty="0">
                <a:solidFill>
                  <a:srgbClr val="111111"/>
                </a:solidFill>
                <a:latin typeface="Verdana"/>
                <a:cs typeface="Verdana"/>
              </a:rPr>
              <a:t> </a:t>
            </a:r>
            <a:r>
              <a:rPr sz="1700" spc="-10" dirty="0">
                <a:latin typeface="Verdana"/>
                <a:cs typeface="Verdana"/>
              </a:rPr>
              <a:t>them.</a:t>
            </a:r>
            <a:endParaRPr sz="1700">
              <a:latin typeface="Verdana"/>
              <a:cs typeface="Verdana"/>
            </a:endParaRPr>
          </a:p>
        </p:txBody>
      </p:sp>
      <p:sp>
        <p:nvSpPr>
          <p:cNvPr id="4" name="object 4"/>
          <p:cNvSpPr txBox="1"/>
          <p:nvPr/>
        </p:nvSpPr>
        <p:spPr>
          <a:xfrm>
            <a:off x="4798943" y="4229832"/>
            <a:ext cx="5836920" cy="930910"/>
          </a:xfrm>
          <a:prstGeom prst="rect">
            <a:avLst/>
          </a:prstGeom>
        </p:spPr>
        <p:txBody>
          <a:bodyPr vert="horz" wrap="square" lIns="0" tIns="112395" rIns="0" bIns="0" rtlCol="0">
            <a:spAutoFit/>
          </a:bodyPr>
          <a:lstStyle/>
          <a:p>
            <a:pPr marL="12700">
              <a:lnSpc>
                <a:spcPct val="100000"/>
              </a:lnSpc>
              <a:spcBef>
                <a:spcPts val="885"/>
              </a:spcBef>
            </a:pPr>
            <a:r>
              <a:rPr sz="1650" dirty="0">
                <a:solidFill>
                  <a:srgbClr val="0C0C0C"/>
                </a:solidFill>
                <a:latin typeface="Verdana"/>
                <a:cs typeface="Verdana"/>
              </a:rPr>
              <a:t>An</a:t>
            </a:r>
            <a:r>
              <a:rPr sz="1650" spc="270" dirty="0">
                <a:solidFill>
                  <a:srgbClr val="0C0C0C"/>
                </a:solidFill>
                <a:latin typeface="Verdana"/>
                <a:cs typeface="Verdana"/>
              </a:rPr>
              <a:t> </a:t>
            </a:r>
            <a:r>
              <a:rPr sz="1650" spc="-125" dirty="0">
                <a:latin typeface="Verdana"/>
                <a:cs typeface="Verdana"/>
              </a:rPr>
              <a:t>AM</a:t>
            </a:r>
            <a:r>
              <a:rPr sz="1650" spc="-145" dirty="0">
                <a:latin typeface="Verdana"/>
                <a:cs typeface="Verdana"/>
              </a:rPr>
              <a:t> </a:t>
            </a:r>
            <a:r>
              <a:rPr sz="1650" spc="-170" dirty="0">
                <a:latin typeface="Verdana"/>
                <a:cs typeface="Verdana"/>
              </a:rPr>
              <a:t>user</a:t>
            </a:r>
            <a:r>
              <a:rPr sz="1650" spc="20" dirty="0">
                <a:latin typeface="Verdana"/>
                <a:cs typeface="Verdana"/>
              </a:rPr>
              <a:t> </a:t>
            </a:r>
            <a:r>
              <a:rPr sz="1650" spc="-135" dirty="0">
                <a:solidFill>
                  <a:srgbClr val="2A2A2A"/>
                </a:solidFill>
                <a:latin typeface="Verdana"/>
                <a:cs typeface="Verdana"/>
              </a:rPr>
              <a:t>group</a:t>
            </a:r>
            <a:r>
              <a:rPr sz="1650" spc="-90" dirty="0">
                <a:solidFill>
                  <a:srgbClr val="2A2A2A"/>
                </a:solidFill>
                <a:latin typeface="Verdana"/>
                <a:cs typeface="Verdana"/>
              </a:rPr>
              <a:t> </a:t>
            </a:r>
            <a:r>
              <a:rPr sz="1650" spc="-150" dirty="0">
                <a:latin typeface="Verdana"/>
                <a:cs typeface="Verdana"/>
              </a:rPr>
              <a:t>is</a:t>
            </a:r>
            <a:r>
              <a:rPr sz="1650" spc="-75" dirty="0">
                <a:latin typeface="Verdana"/>
                <a:cs typeface="Verdana"/>
              </a:rPr>
              <a:t> </a:t>
            </a:r>
            <a:r>
              <a:rPr sz="1650" spc="-245" dirty="0">
                <a:latin typeface="Verdana"/>
                <a:cs typeface="Verdana"/>
              </a:rPr>
              <a:t>a</a:t>
            </a:r>
            <a:r>
              <a:rPr sz="1650" spc="-60" dirty="0">
                <a:latin typeface="Verdana"/>
                <a:cs typeface="Verdana"/>
              </a:rPr>
              <a:t> </a:t>
            </a:r>
            <a:r>
              <a:rPr sz="1650" spc="-114" dirty="0">
                <a:latin typeface="Verdana"/>
                <a:cs typeface="Verdana"/>
              </a:rPr>
              <a:t>collection</a:t>
            </a:r>
            <a:r>
              <a:rPr sz="1650" spc="-50" dirty="0">
                <a:latin typeface="Verdana"/>
                <a:cs typeface="Verdana"/>
              </a:rPr>
              <a:t> </a:t>
            </a:r>
            <a:r>
              <a:rPr sz="1650" spc="-30" dirty="0">
                <a:solidFill>
                  <a:srgbClr val="3D3D3D"/>
                </a:solidFill>
                <a:latin typeface="Verdana"/>
                <a:cs typeface="Verdana"/>
              </a:rPr>
              <a:t>of</a:t>
            </a:r>
            <a:r>
              <a:rPr sz="1650" spc="-15" dirty="0">
                <a:solidFill>
                  <a:srgbClr val="3D3D3D"/>
                </a:solidFill>
                <a:latin typeface="Verdana"/>
                <a:cs typeface="Verdana"/>
              </a:rPr>
              <a:t> </a:t>
            </a:r>
            <a:r>
              <a:rPr sz="1650" spc="-165" dirty="0">
                <a:latin typeface="Verdana"/>
                <a:cs typeface="Verdana"/>
              </a:rPr>
              <a:t>IAM</a:t>
            </a:r>
            <a:r>
              <a:rPr sz="1650" spc="-120" dirty="0">
                <a:latin typeface="Verdana"/>
                <a:cs typeface="Verdana"/>
              </a:rPr>
              <a:t> </a:t>
            </a:r>
            <a:r>
              <a:rPr sz="1650" spc="-180" dirty="0">
                <a:latin typeface="Verdana"/>
                <a:cs typeface="Verdana"/>
              </a:rPr>
              <a:t>users.</a:t>
            </a:r>
            <a:r>
              <a:rPr sz="1650" spc="-30" dirty="0">
                <a:latin typeface="Verdana"/>
                <a:cs typeface="Verdana"/>
              </a:rPr>
              <a:t> </a:t>
            </a:r>
            <a:r>
              <a:rPr sz="1650" spc="-165" dirty="0">
                <a:latin typeface="Verdana"/>
                <a:cs typeface="Verdana"/>
              </a:rPr>
              <a:t>You</a:t>
            </a:r>
            <a:r>
              <a:rPr sz="1650" spc="-140" dirty="0">
                <a:latin typeface="Verdana"/>
                <a:cs typeface="Verdana"/>
              </a:rPr>
              <a:t> </a:t>
            </a:r>
            <a:r>
              <a:rPr sz="1650" spc="-165" dirty="0">
                <a:latin typeface="Verdana"/>
                <a:cs typeface="Verdana"/>
              </a:rPr>
              <a:t>can</a:t>
            </a:r>
            <a:r>
              <a:rPr sz="1650" spc="-100" dirty="0">
                <a:latin typeface="Verdana"/>
                <a:cs typeface="Verdana"/>
              </a:rPr>
              <a:t> </a:t>
            </a:r>
            <a:r>
              <a:rPr sz="1650" spc="-165" dirty="0">
                <a:latin typeface="Verdana"/>
                <a:cs typeface="Verdana"/>
              </a:rPr>
              <a:t>use</a:t>
            </a:r>
            <a:r>
              <a:rPr sz="1650" spc="-110" dirty="0">
                <a:latin typeface="Verdana"/>
                <a:cs typeface="Verdana"/>
              </a:rPr>
              <a:t> </a:t>
            </a:r>
            <a:r>
              <a:rPr sz="1650" spc="-25" dirty="0">
                <a:latin typeface="Verdana"/>
                <a:cs typeface="Verdana"/>
              </a:rPr>
              <a:t>user</a:t>
            </a:r>
            <a:endParaRPr sz="1650">
              <a:latin typeface="Verdana"/>
              <a:cs typeface="Verdana"/>
            </a:endParaRPr>
          </a:p>
          <a:p>
            <a:pPr marL="16510">
              <a:lnSpc>
                <a:spcPct val="100000"/>
              </a:lnSpc>
              <a:spcBef>
                <a:spcPts val="595"/>
              </a:spcBef>
            </a:pPr>
            <a:r>
              <a:rPr sz="1250" spc="-140" dirty="0">
                <a:solidFill>
                  <a:srgbClr val="0E0E0E"/>
                </a:solidFill>
                <a:latin typeface="Verdana"/>
                <a:cs typeface="Verdana"/>
              </a:rPr>
              <a:t>g</a:t>
            </a:r>
            <a:r>
              <a:rPr sz="1250" spc="-170" dirty="0">
                <a:solidFill>
                  <a:srgbClr val="0E0E0E"/>
                </a:solidFill>
                <a:latin typeface="Verdana"/>
                <a:cs typeface="Verdana"/>
              </a:rPr>
              <a:t> </a:t>
            </a:r>
            <a:r>
              <a:rPr sz="1250" spc="-65" dirty="0">
                <a:latin typeface="Verdana"/>
                <a:cs typeface="Verdana"/>
              </a:rPr>
              <a:t>FOMpS</a:t>
            </a:r>
            <a:r>
              <a:rPr sz="1250" spc="35" dirty="0">
                <a:latin typeface="Verdana"/>
                <a:cs typeface="Verdana"/>
              </a:rPr>
              <a:t> </a:t>
            </a:r>
            <a:r>
              <a:rPr sz="1250" dirty="0">
                <a:solidFill>
                  <a:srgbClr val="232323"/>
                </a:solidFill>
                <a:latin typeface="Verdana"/>
                <a:cs typeface="Verdana"/>
              </a:rPr>
              <a:t>tO</a:t>
            </a:r>
            <a:r>
              <a:rPr sz="1250" spc="25" dirty="0">
                <a:solidFill>
                  <a:srgbClr val="232323"/>
                </a:solidFill>
                <a:latin typeface="Verdana"/>
                <a:cs typeface="Verdana"/>
              </a:rPr>
              <a:t> </a:t>
            </a:r>
            <a:r>
              <a:rPr sz="1250" dirty="0">
                <a:latin typeface="Verdana"/>
                <a:cs typeface="Verdana"/>
              </a:rPr>
              <a:t>Sp</a:t>
            </a:r>
            <a:r>
              <a:rPr sz="1250" spc="160" dirty="0">
                <a:latin typeface="Verdana"/>
                <a:cs typeface="Verdana"/>
              </a:rPr>
              <a:t> </a:t>
            </a:r>
            <a:r>
              <a:rPr sz="1250" dirty="0">
                <a:latin typeface="Verdana"/>
                <a:cs typeface="Verdana"/>
              </a:rPr>
              <a:t>'Cify</a:t>
            </a:r>
            <a:r>
              <a:rPr sz="1250" spc="55" dirty="0">
                <a:latin typeface="Verdana"/>
                <a:cs typeface="Verdana"/>
              </a:rPr>
              <a:t> </a:t>
            </a:r>
            <a:r>
              <a:rPr sz="1250" dirty="0">
                <a:solidFill>
                  <a:srgbClr val="313131"/>
                </a:solidFill>
                <a:latin typeface="Verdana"/>
                <a:cs typeface="Verdana"/>
              </a:rPr>
              <a:t>p</a:t>
            </a:r>
            <a:r>
              <a:rPr sz="1250" spc="260" dirty="0">
                <a:solidFill>
                  <a:srgbClr val="313131"/>
                </a:solidFill>
                <a:latin typeface="Verdana"/>
                <a:cs typeface="Verdana"/>
              </a:rPr>
              <a:t> </a:t>
            </a:r>
            <a:r>
              <a:rPr sz="1250" spc="-10" dirty="0">
                <a:solidFill>
                  <a:srgbClr val="313131"/>
                </a:solidFill>
                <a:latin typeface="Verdana"/>
                <a:cs typeface="Verdana"/>
              </a:rPr>
              <a:t>'rm</a:t>
            </a:r>
            <a:r>
              <a:rPr sz="1250" spc="-10" dirty="0">
                <a:solidFill>
                  <a:srgbClr val="606060"/>
                </a:solidFill>
                <a:latin typeface="Verdana"/>
                <a:cs typeface="Verdana"/>
              </a:rPr>
              <a:t>i</a:t>
            </a:r>
            <a:r>
              <a:rPr sz="1250" spc="-10" dirty="0">
                <a:latin typeface="Verdana"/>
                <a:cs typeface="Verdana"/>
              </a:rPr>
              <a:t>sSi</a:t>
            </a:r>
            <a:r>
              <a:rPr sz="1250" spc="-10" dirty="0">
                <a:solidFill>
                  <a:srgbClr val="3B3B3B"/>
                </a:solidFill>
                <a:latin typeface="Verdana"/>
                <a:cs typeface="Verdana"/>
              </a:rPr>
              <a:t>O</a:t>
            </a:r>
            <a:r>
              <a:rPr sz="1250" spc="-10" dirty="0">
                <a:solidFill>
                  <a:srgbClr val="2F2F2F"/>
                </a:solidFill>
                <a:latin typeface="Verdana"/>
                <a:cs typeface="Verdana"/>
              </a:rPr>
              <a:t>n</a:t>
            </a:r>
            <a:r>
              <a:rPr sz="1250" spc="-200" dirty="0">
                <a:solidFill>
                  <a:srgbClr val="2F2F2F"/>
                </a:solidFill>
                <a:latin typeface="Verdana"/>
                <a:cs typeface="Verdana"/>
              </a:rPr>
              <a:t> </a:t>
            </a:r>
            <a:r>
              <a:rPr sz="1250" spc="-145" dirty="0">
                <a:solidFill>
                  <a:srgbClr val="5B5B5B"/>
                </a:solidFill>
                <a:latin typeface="Verdana"/>
                <a:cs typeface="Verdana"/>
              </a:rPr>
              <a:t>S</a:t>
            </a:r>
            <a:r>
              <a:rPr sz="1250" spc="5" dirty="0">
                <a:solidFill>
                  <a:srgbClr val="5B5B5B"/>
                </a:solidFill>
                <a:latin typeface="Verdana"/>
                <a:cs typeface="Verdana"/>
              </a:rPr>
              <a:t> </a:t>
            </a:r>
            <a:r>
              <a:rPr sz="1250" spc="-10" dirty="0">
                <a:latin typeface="Verdana"/>
                <a:cs typeface="Verdana"/>
              </a:rPr>
              <a:t>fOF</a:t>
            </a:r>
            <a:r>
              <a:rPr sz="1250" spc="-15" dirty="0">
                <a:latin typeface="Verdana"/>
                <a:cs typeface="Verdana"/>
              </a:rPr>
              <a:t> </a:t>
            </a:r>
            <a:r>
              <a:rPr sz="1250" dirty="0">
                <a:solidFill>
                  <a:srgbClr val="1A1A1A"/>
                </a:solidFill>
                <a:latin typeface="Verdana"/>
                <a:cs typeface="Verdana"/>
              </a:rPr>
              <a:t>B</a:t>
            </a:r>
            <a:r>
              <a:rPr sz="1250" spc="50" dirty="0">
                <a:solidFill>
                  <a:srgbClr val="1A1A1A"/>
                </a:solidFill>
                <a:latin typeface="Verdana"/>
                <a:cs typeface="Verdana"/>
              </a:rPr>
              <a:t> </a:t>
            </a:r>
            <a:r>
              <a:rPr sz="1250" spc="-50" dirty="0">
                <a:latin typeface="Verdana"/>
                <a:cs typeface="Verdana"/>
              </a:rPr>
              <a:t>COllQCti</a:t>
            </a:r>
            <a:r>
              <a:rPr sz="1250" spc="-254" dirty="0">
                <a:latin typeface="Verdana"/>
                <a:cs typeface="Verdana"/>
              </a:rPr>
              <a:t> </a:t>
            </a:r>
            <a:r>
              <a:rPr sz="1250" spc="-60" dirty="0">
                <a:solidFill>
                  <a:srgbClr val="363636"/>
                </a:solidFill>
                <a:latin typeface="Verdana"/>
                <a:cs typeface="Verdana"/>
              </a:rPr>
              <a:t>o</a:t>
            </a:r>
            <a:r>
              <a:rPr sz="1250" spc="-229" dirty="0">
                <a:solidFill>
                  <a:srgbClr val="363636"/>
                </a:solidFill>
                <a:latin typeface="Verdana"/>
                <a:cs typeface="Verdana"/>
              </a:rPr>
              <a:t> </a:t>
            </a:r>
            <a:r>
              <a:rPr sz="1250" dirty="0">
                <a:solidFill>
                  <a:srgbClr val="3B3B3B"/>
                </a:solidFill>
                <a:latin typeface="Verdana"/>
                <a:cs typeface="Verdana"/>
              </a:rPr>
              <a:t>n</a:t>
            </a:r>
            <a:r>
              <a:rPr sz="1250" spc="120" dirty="0">
                <a:solidFill>
                  <a:srgbClr val="3B3B3B"/>
                </a:solidFill>
                <a:latin typeface="Verdana"/>
                <a:cs typeface="Verdana"/>
              </a:rPr>
              <a:t> </a:t>
            </a:r>
            <a:r>
              <a:rPr sz="1250" dirty="0">
                <a:solidFill>
                  <a:srgbClr val="3A3A3A"/>
                </a:solidFill>
                <a:latin typeface="Verdana"/>
                <a:cs typeface="Verdana"/>
              </a:rPr>
              <a:t>Of</a:t>
            </a:r>
            <a:r>
              <a:rPr sz="1250" spc="15" dirty="0">
                <a:solidFill>
                  <a:srgbClr val="3A3A3A"/>
                </a:solidFill>
                <a:latin typeface="Verdana"/>
                <a:cs typeface="Verdana"/>
              </a:rPr>
              <a:t> </a:t>
            </a:r>
            <a:r>
              <a:rPr sz="1250" spc="-130" dirty="0">
                <a:latin typeface="Verdana"/>
                <a:cs typeface="Verdana"/>
              </a:rPr>
              <a:t>LJSe</a:t>
            </a:r>
            <a:r>
              <a:rPr sz="1250" spc="-130" dirty="0">
                <a:solidFill>
                  <a:srgbClr val="111111"/>
                </a:solidFill>
                <a:latin typeface="Verdana"/>
                <a:cs typeface="Verdana"/>
              </a:rPr>
              <a:t>FS,</a:t>
            </a:r>
            <a:r>
              <a:rPr sz="1250" spc="85" dirty="0">
                <a:solidFill>
                  <a:srgbClr val="111111"/>
                </a:solidFill>
                <a:latin typeface="Verdana"/>
                <a:cs typeface="Verdana"/>
              </a:rPr>
              <a:t> </a:t>
            </a:r>
            <a:r>
              <a:rPr sz="1250" spc="-10" dirty="0">
                <a:latin typeface="Verdana"/>
                <a:cs typeface="Verdana"/>
              </a:rPr>
              <a:t>WhiCrl</a:t>
            </a:r>
            <a:endParaRPr sz="1250">
              <a:latin typeface="Verdana"/>
              <a:cs typeface="Verdana"/>
            </a:endParaRPr>
          </a:p>
          <a:p>
            <a:pPr marL="13335">
              <a:lnSpc>
                <a:spcPct val="100000"/>
              </a:lnSpc>
              <a:spcBef>
                <a:spcPts val="225"/>
              </a:spcBef>
            </a:pPr>
            <a:r>
              <a:rPr sz="1700" spc="-185" dirty="0">
                <a:latin typeface="Verdana"/>
                <a:cs typeface="Verdana"/>
              </a:rPr>
              <a:t>can</a:t>
            </a:r>
            <a:r>
              <a:rPr sz="1700" spc="-125" dirty="0">
                <a:latin typeface="Verdana"/>
                <a:cs typeface="Verdana"/>
              </a:rPr>
              <a:t> </a:t>
            </a:r>
            <a:r>
              <a:rPr sz="1700" spc="-220" dirty="0">
                <a:latin typeface="Verdana"/>
                <a:cs typeface="Verdana"/>
              </a:rPr>
              <a:t>make</a:t>
            </a:r>
            <a:r>
              <a:rPr sz="1700" spc="-50" dirty="0">
                <a:latin typeface="Verdana"/>
                <a:cs typeface="Verdana"/>
              </a:rPr>
              <a:t> </a:t>
            </a:r>
            <a:r>
              <a:rPr sz="1700" spc="-170" dirty="0">
                <a:latin typeface="Verdana"/>
                <a:cs typeface="Verdana"/>
              </a:rPr>
              <a:t>those</a:t>
            </a:r>
            <a:r>
              <a:rPr sz="1700" spc="-25" dirty="0">
                <a:latin typeface="Verdana"/>
                <a:cs typeface="Verdana"/>
              </a:rPr>
              <a:t> </a:t>
            </a:r>
            <a:r>
              <a:rPr sz="1700" spc="-180" dirty="0">
                <a:latin typeface="Verdana"/>
                <a:cs typeface="Verdana"/>
              </a:rPr>
              <a:t>permissions</a:t>
            </a:r>
            <a:r>
              <a:rPr sz="1700" spc="110" dirty="0">
                <a:latin typeface="Verdana"/>
                <a:cs typeface="Verdana"/>
              </a:rPr>
              <a:t> </a:t>
            </a:r>
            <a:r>
              <a:rPr sz="1700" spc="-190" dirty="0">
                <a:latin typeface="Verdana"/>
                <a:cs typeface="Verdana"/>
              </a:rPr>
              <a:t>easier</a:t>
            </a:r>
            <a:r>
              <a:rPr sz="1700" spc="-65" dirty="0">
                <a:latin typeface="Verdana"/>
                <a:cs typeface="Verdana"/>
              </a:rPr>
              <a:t> </a:t>
            </a:r>
            <a:r>
              <a:rPr sz="1700" spc="-114" dirty="0">
                <a:solidFill>
                  <a:srgbClr val="282828"/>
                </a:solidFill>
                <a:latin typeface="Verdana"/>
                <a:cs typeface="Verdana"/>
              </a:rPr>
              <a:t>to</a:t>
            </a:r>
            <a:r>
              <a:rPr sz="1700" spc="-95" dirty="0">
                <a:solidFill>
                  <a:srgbClr val="282828"/>
                </a:solidFill>
                <a:latin typeface="Verdana"/>
                <a:cs typeface="Verdana"/>
              </a:rPr>
              <a:t> </a:t>
            </a:r>
            <a:r>
              <a:rPr sz="1700" spc="-215" dirty="0">
                <a:latin typeface="Verdana"/>
                <a:cs typeface="Verdana"/>
              </a:rPr>
              <a:t>manage</a:t>
            </a:r>
            <a:r>
              <a:rPr sz="1700" spc="70" dirty="0">
                <a:latin typeface="Verdana"/>
                <a:cs typeface="Verdana"/>
              </a:rPr>
              <a:t> </a:t>
            </a:r>
            <a:r>
              <a:rPr sz="1700" spc="-125" dirty="0">
                <a:latin typeface="Verdana"/>
                <a:cs typeface="Verdana"/>
              </a:rPr>
              <a:t>for </a:t>
            </a:r>
            <a:r>
              <a:rPr sz="1700" spc="-150" dirty="0">
                <a:latin typeface="Verdana"/>
                <a:cs typeface="Verdana"/>
              </a:rPr>
              <a:t>those</a:t>
            </a:r>
            <a:r>
              <a:rPr sz="1700" spc="-120" dirty="0">
                <a:latin typeface="Verdana"/>
                <a:cs typeface="Verdana"/>
              </a:rPr>
              <a:t> </a:t>
            </a:r>
            <a:r>
              <a:rPr sz="1700" spc="-10" dirty="0">
                <a:latin typeface="Verdana"/>
                <a:cs typeface="Verdana"/>
              </a:rPr>
              <a:t>users.</a:t>
            </a:r>
            <a:endParaRPr sz="1700">
              <a:latin typeface="Verdana"/>
              <a:cs typeface="Verdana"/>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361439" y="365125"/>
            <a:ext cx="9468866" cy="5306059"/>
          </a:xfrm>
          <a:prstGeom prst="rect">
            <a:avLst/>
          </a:prstGeom>
        </p:spPr>
      </p:pic>
      <p:sp>
        <p:nvSpPr>
          <p:cNvPr id="3" name="object 3"/>
          <p:cNvSpPr txBox="1"/>
          <p:nvPr/>
        </p:nvSpPr>
        <p:spPr>
          <a:xfrm>
            <a:off x="1686857" y="5412392"/>
            <a:ext cx="1028065" cy="132715"/>
          </a:xfrm>
          <a:prstGeom prst="rect">
            <a:avLst/>
          </a:prstGeom>
        </p:spPr>
        <p:txBody>
          <a:bodyPr vert="horz" wrap="square" lIns="0" tIns="12700" rIns="0" bIns="0" rtlCol="0">
            <a:spAutoFit/>
          </a:bodyPr>
          <a:lstStyle/>
          <a:p>
            <a:pPr marL="12700">
              <a:lnSpc>
                <a:spcPct val="100000"/>
              </a:lnSpc>
              <a:spcBef>
                <a:spcPts val="100"/>
              </a:spcBef>
            </a:pPr>
            <a:r>
              <a:rPr sz="700" dirty="0">
                <a:solidFill>
                  <a:srgbClr val="727272"/>
                </a:solidFill>
                <a:latin typeface="Arial MT"/>
                <a:cs typeface="Arial MT"/>
              </a:rPr>
              <a:t>@2gJ</a:t>
            </a:r>
            <a:r>
              <a:rPr sz="700" dirty="0">
                <a:solidFill>
                  <a:srgbClr val="828282"/>
                </a:solidFill>
                <a:latin typeface="Arial MT"/>
                <a:cs typeface="Arial MT"/>
              </a:rPr>
              <a:t>1</a:t>
            </a:r>
            <a:r>
              <a:rPr sz="700" spc="-5" dirty="0">
                <a:solidFill>
                  <a:srgbClr val="828282"/>
                </a:solidFill>
                <a:latin typeface="Arial MT"/>
                <a:cs typeface="Arial MT"/>
              </a:rPr>
              <a:t> </a:t>
            </a:r>
            <a:r>
              <a:rPr sz="700" spc="-10" dirty="0">
                <a:solidFill>
                  <a:srgbClr val="5D5D5D"/>
                </a:solidFill>
                <a:latin typeface="Arial MT"/>
                <a:cs typeface="Arial MT"/>
              </a:rPr>
              <a:t>Amazan</a:t>
            </a:r>
            <a:r>
              <a:rPr sz="700" spc="10" dirty="0">
                <a:solidFill>
                  <a:srgbClr val="5D5D5D"/>
                </a:solidFill>
                <a:latin typeface="Arial MT"/>
                <a:cs typeface="Arial MT"/>
              </a:rPr>
              <a:t> </a:t>
            </a:r>
            <a:r>
              <a:rPr sz="700" spc="-35" dirty="0">
                <a:solidFill>
                  <a:srgbClr val="838383"/>
                </a:solidFill>
                <a:latin typeface="Arial MT"/>
                <a:cs typeface="Arial MT"/>
              </a:rPr>
              <a:t>Web</a:t>
            </a:r>
            <a:r>
              <a:rPr sz="700" spc="-15" dirty="0">
                <a:solidFill>
                  <a:srgbClr val="838383"/>
                </a:solidFill>
                <a:latin typeface="Arial MT"/>
                <a:cs typeface="Arial MT"/>
              </a:rPr>
              <a:t> </a:t>
            </a:r>
            <a:r>
              <a:rPr sz="700" spc="-40" dirty="0">
                <a:solidFill>
                  <a:srgbClr val="7C7C7C"/>
                </a:solidFill>
                <a:latin typeface="Arial MT"/>
                <a:cs typeface="Arial MT"/>
              </a:rPr>
              <a:t>@-</a:t>
            </a:r>
            <a:r>
              <a:rPr sz="700" spc="-50" dirty="0">
                <a:solidFill>
                  <a:srgbClr val="7C7C7C"/>
                </a:solidFill>
                <a:latin typeface="Arial MT"/>
                <a:cs typeface="Arial MT"/>
              </a:rPr>
              <a:t>s</a:t>
            </a:r>
            <a:endParaRPr sz="700">
              <a:latin typeface="Arial MT"/>
              <a:cs typeface="Arial MT"/>
            </a:endParaRPr>
          </a:p>
        </p:txBody>
      </p:sp>
      <p:sp>
        <p:nvSpPr>
          <p:cNvPr id="4" name="object 4"/>
          <p:cNvSpPr txBox="1"/>
          <p:nvPr/>
        </p:nvSpPr>
        <p:spPr>
          <a:xfrm>
            <a:off x="2883663" y="5412392"/>
            <a:ext cx="1475740" cy="132715"/>
          </a:xfrm>
          <a:prstGeom prst="rect">
            <a:avLst/>
          </a:prstGeom>
        </p:spPr>
        <p:txBody>
          <a:bodyPr vert="horz" wrap="square" lIns="0" tIns="12700" rIns="0" bIns="0" rtlCol="0">
            <a:spAutoFit/>
          </a:bodyPr>
          <a:lstStyle/>
          <a:p>
            <a:pPr marL="12700">
              <a:lnSpc>
                <a:spcPct val="100000"/>
              </a:lnSpc>
              <a:spcBef>
                <a:spcPts val="100"/>
              </a:spcBef>
            </a:pPr>
            <a:r>
              <a:rPr sz="700" dirty="0">
                <a:solidFill>
                  <a:srgbClr val="7E7E7E"/>
                </a:solidFill>
                <a:latin typeface="Arial MT"/>
                <a:cs typeface="Arial MT"/>
              </a:rPr>
              <a:t>Inc</a:t>
            </a:r>
            <a:r>
              <a:rPr sz="700" spc="260" dirty="0">
                <a:solidFill>
                  <a:srgbClr val="7E7E7E"/>
                </a:solidFill>
                <a:latin typeface="Arial MT"/>
                <a:cs typeface="Arial MT"/>
              </a:rPr>
              <a:t> </a:t>
            </a:r>
            <a:r>
              <a:rPr sz="700" dirty="0">
                <a:solidFill>
                  <a:srgbClr val="828282"/>
                </a:solidFill>
                <a:latin typeface="Arial MT"/>
                <a:cs typeface="Arial MT"/>
              </a:rPr>
              <a:t>or</a:t>
            </a:r>
            <a:r>
              <a:rPr sz="700" spc="10" dirty="0">
                <a:solidFill>
                  <a:srgbClr val="828282"/>
                </a:solidFill>
                <a:latin typeface="Arial MT"/>
                <a:cs typeface="Arial MT"/>
              </a:rPr>
              <a:t> </a:t>
            </a:r>
            <a:r>
              <a:rPr sz="700" spc="-145" dirty="0">
                <a:solidFill>
                  <a:srgbClr val="505050"/>
                </a:solidFill>
                <a:latin typeface="Arial MT"/>
                <a:cs typeface="Arial MT"/>
              </a:rPr>
              <a:t>me</a:t>
            </a:r>
            <a:r>
              <a:rPr sz="700" spc="-55" dirty="0">
                <a:solidFill>
                  <a:srgbClr val="505050"/>
                </a:solidFill>
                <a:latin typeface="Arial MT"/>
                <a:cs typeface="Arial MT"/>
              </a:rPr>
              <a:t> </a:t>
            </a:r>
            <a:r>
              <a:rPr sz="700" spc="-10" dirty="0">
                <a:solidFill>
                  <a:srgbClr val="626262"/>
                </a:solidFill>
                <a:latin typeface="Arial MT"/>
                <a:cs typeface="Arial MT"/>
              </a:rPr>
              <a:t>affiIiaas..Ah</a:t>
            </a:r>
            <a:r>
              <a:rPr sz="700" spc="-5" dirty="0">
                <a:solidFill>
                  <a:srgbClr val="626262"/>
                </a:solidFill>
                <a:latin typeface="Arial MT"/>
                <a:cs typeface="Arial MT"/>
              </a:rPr>
              <a:t> </a:t>
            </a:r>
            <a:r>
              <a:rPr sz="700" spc="60" dirty="0">
                <a:solidFill>
                  <a:srgbClr val="8C8C8C"/>
                </a:solidFill>
                <a:latin typeface="Arial MT"/>
                <a:cs typeface="Arial MT"/>
              </a:rPr>
              <a:t>nghs</a:t>
            </a:r>
            <a:r>
              <a:rPr sz="700" spc="-15" dirty="0">
                <a:solidFill>
                  <a:srgbClr val="8C8C8C"/>
                </a:solidFill>
                <a:latin typeface="Arial MT"/>
                <a:cs typeface="Arial MT"/>
              </a:rPr>
              <a:t> </a:t>
            </a:r>
            <a:r>
              <a:rPr sz="700" spc="-45" dirty="0">
                <a:solidFill>
                  <a:srgbClr val="858585"/>
                </a:solidFill>
                <a:latin typeface="Arial MT"/>
                <a:cs typeface="Arial MT"/>
              </a:rPr>
              <a:t>reser</a:t>
            </a:r>
            <a:r>
              <a:rPr sz="700" spc="-75" dirty="0">
                <a:solidFill>
                  <a:srgbClr val="858585"/>
                </a:solidFill>
                <a:latin typeface="Arial MT"/>
                <a:cs typeface="Arial MT"/>
              </a:rPr>
              <a:t> </a:t>
            </a:r>
            <a:r>
              <a:rPr sz="700" spc="-25" dirty="0">
                <a:solidFill>
                  <a:srgbClr val="575757"/>
                </a:solidFill>
                <a:latin typeface="Arial MT"/>
                <a:cs typeface="Arial MT"/>
              </a:rPr>
              <a:t>ved</a:t>
            </a:r>
            <a:endParaRPr sz="700">
              <a:latin typeface="Arial MT"/>
              <a:cs typeface="Arial MT"/>
            </a:endParaRPr>
          </a:p>
        </p:txBody>
      </p:sp>
      <p:sp>
        <p:nvSpPr>
          <p:cNvPr id="5" name="object 5"/>
          <p:cNvSpPr txBox="1"/>
          <p:nvPr/>
        </p:nvSpPr>
        <p:spPr>
          <a:xfrm>
            <a:off x="4796073" y="1393949"/>
            <a:ext cx="5840095" cy="2152015"/>
          </a:xfrm>
          <a:prstGeom prst="rect">
            <a:avLst/>
          </a:prstGeom>
        </p:spPr>
        <p:txBody>
          <a:bodyPr vert="horz" wrap="square" lIns="0" tIns="7620" rIns="0" bIns="0" rtlCol="0">
            <a:spAutoFit/>
          </a:bodyPr>
          <a:lstStyle/>
          <a:p>
            <a:pPr marL="18415" marR="5080" indent="-6350">
              <a:lnSpc>
                <a:spcPct val="102000"/>
              </a:lnSpc>
              <a:spcBef>
                <a:spcPts val="60"/>
              </a:spcBef>
              <a:tabLst>
                <a:tab pos="4185285" algn="l"/>
              </a:tabLst>
            </a:pPr>
            <a:r>
              <a:rPr sz="1700" spc="-170" dirty="0">
                <a:solidFill>
                  <a:srgbClr val="0F0F0F"/>
                </a:solidFill>
                <a:latin typeface="Arial MT"/>
                <a:cs typeface="Arial MT"/>
              </a:rPr>
              <a:t>IAW</a:t>
            </a:r>
            <a:r>
              <a:rPr sz="1700" spc="50" dirty="0">
                <a:solidFill>
                  <a:srgbClr val="0F0F0F"/>
                </a:solidFill>
                <a:latin typeface="Arial MT"/>
                <a:cs typeface="Arial MT"/>
              </a:rPr>
              <a:t> </a:t>
            </a:r>
            <a:r>
              <a:rPr sz="1700" spc="-100" dirty="0">
                <a:solidFill>
                  <a:srgbClr val="2F2F2F"/>
                </a:solidFill>
                <a:latin typeface="Arial MT"/>
                <a:cs typeface="Arial MT"/>
              </a:rPr>
              <a:t>is</a:t>
            </a:r>
            <a:r>
              <a:rPr sz="1700" spc="-30" dirty="0">
                <a:solidFill>
                  <a:srgbClr val="2F2F2F"/>
                </a:solidFill>
                <a:latin typeface="Arial MT"/>
                <a:cs typeface="Arial MT"/>
              </a:rPr>
              <a:t> </a:t>
            </a:r>
            <a:r>
              <a:rPr sz="1700" spc="-110" dirty="0">
                <a:solidFill>
                  <a:srgbClr val="181818"/>
                </a:solidFill>
                <a:latin typeface="Arial MT"/>
                <a:cs typeface="Arial MT"/>
              </a:rPr>
              <a:t>a</a:t>
            </a:r>
            <a:r>
              <a:rPr sz="1700" spc="-55" dirty="0">
                <a:solidFill>
                  <a:srgbClr val="181818"/>
                </a:solidFill>
                <a:latin typeface="Arial MT"/>
                <a:cs typeface="Arial MT"/>
              </a:rPr>
              <a:t> </a:t>
            </a:r>
            <a:r>
              <a:rPr sz="1700" spc="-45" dirty="0">
                <a:latin typeface="Arial MT"/>
                <a:cs typeface="Arial MT"/>
              </a:rPr>
              <a:t>centralized</a:t>
            </a:r>
            <a:r>
              <a:rPr sz="1700" spc="10" dirty="0">
                <a:latin typeface="Arial MT"/>
                <a:cs typeface="Arial MT"/>
              </a:rPr>
              <a:t> </a:t>
            </a:r>
            <a:r>
              <a:rPr sz="1700" spc="-50" dirty="0">
                <a:latin typeface="Arial MT"/>
                <a:cs typeface="Arial MT"/>
              </a:rPr>
              <a:t>security</a:t>
            </a:r>
            <a:r>
              <a:rPr sz="1700" spc="-15" dirty="0">
                <a:latin typeface="Arial MT"/>
                <a:cs typeface="Arial MT"/>
              </a:rPr>
              <a:t> </a:t>
            </a:r>
            <a:r>
              <a:rPr sz="1700" spc="-30" dirty="0">
                <a:latin typeface="Arial MT"/>
                <a:cs typeface="Arial MT"/>
              </a:rPr>
              <a:t>management</a:t>
            </a:r>
            <a:r>
              <a:rPr sz="1700" spc="50" dirty="0">
                <a:latin typeface="Arial MT"/>
                <a:cs typeface="Arial MT"/>
              </a:rPr>
              <a:t> </a:t>
            </a:r>
            <a:r>
              <a:rPr sz="1700" spc="-65" dirty="0">
                <a:solidFill>
                  <a:srgbClr val="0F0F0F"/>
                </a:solidFill>
                <a:latin typeface="Arial MT"/>
                <a:cs typeface="Arial MT"/>
              </a:rPr>
              <a:t>system</a:t>
            </a:r>
            <a:r>
              <a:rPr sz="1700" spc="-20" dirty="0">
                <a:solidFill>
                  <a:srgbClr val="0F0F0F"/>
                </a:solidFill>
                <a:latin typeface="Arial MT"/>
                <a:cs typeface="Arial MT"/>
              </a:rPr>
              <a:t> </a:t>
            </a:r>
            <a:r>
              <a:rPr sz="1700" dirty="0">
                <a:latin typeface="Arial MT"/>
                <a:cs typeface="Arial MT"/>
              </a:rPr>
              <a:t>that</a:t>
            </a:r>
            <a:r>
              <a:rPr sz="1700" spc="-110" dirty="0">
                <a:latin typeface="Arial MT"/>
                <a:cs typeface="Arial MT"/>
              </a:rPr>
              <a:t> </a:t>
            </a:r>
            <a:r>
              <a:rPr sz="1700" spc="-25" dirty="0">
                <a:solidFill>
                  <a:srgbClr val="131313"/>
                </a:solidFill>
                <a:latin typeface="Arial MT"/>
                <a:cs typeface="Arial MT"/>
              </a:rPr>
              <a:t>is </a:t>
            </a:r>
            <a:r>
              <a:rPr sz="1700" spc="-40" dirty="0">
                <a:latin typeface="Arial MT"/>
                <a:cs typeface="Arial MT"/>
              </a:rPr>
              <a:t>included</a:t>
            </a:r>
            <a:r>
              <a:rPr sz="1700" spc="-80" dirty="0">
                <a:latin typeface="Arial MT"/>
                <a:cs typeface="Arial MT"/>
              </a:rPr>
              <a:t> </a:t>
            </a:r>
            <a:r>
              <a:rPr sz="1700" dirty="0">
                <a:solidFill>
                  <a:srgbClr val="0C0C0C"/>
                </a:solidFill>
                <a:latin typeface="Arial MT"/>
                <a:cs typeface="Arial MT"/>
              </a:rPr>
              <a:t>in</a:t>
            </a:r>
            <a:r>
              <a:rPr sz="1700" spc="-75" dirty="0">
                <a:solidFill>
                  <a:srgbClr val="0C0C0C"/>
                </a:solidFill>
                <a:latin typeface="Arial MT"/>
                <a:cs typeface="Arial MT"/>
              </a:rPr>
              <a:t> </a:t>
            </a:r>
            <a:r>
              <a:rPr sz="1700" spc="-40" dirty="0">
                <a:latin typeface="Arial MT"/>
                <a:cs typeface="Arial MT"/>
              </a:rPr>
              <a:t>every</a:t>
            </a:r>
            <a:r>
              <a:rPr sz="1700" spc="70" dirty="0">
                <a:latin typeface="Arial MT"/>
                <a:cs typeface="Arial MT"/>
              </a:rPr>
              <a:t> </a:t>
            </a:r>
            <a:r>
              <a:rPr sz="1700" spc="-210" dirty="0">
                <a:latin typeface="Arial MT"/>
                <a:cs typeface="Arial MT"/>
              </a:rPr>
              <a:t>AWS</a:t>
            </a:r>
            <a:r>
              <a:rPr sz="1700" dirty="0">
                <a:latin typeface="Arial MT"/>
                <a:cs typeface="Arial MT"/>
              </a:rPr>
              <a:t> </a:t>
            </a:r>
            <a:r>
              <a:rPr sz="1700" spc="-50" dirty="0">
                <a:latin typeface="Arial MT"/>
                <a:cs typeface="Arial MT"/>
              </a:rPr>
              <a:t>account</a:t>
            </a:r>
            <a:r>
              <a:rPr sz="1700" spc="5" dirty="0">
                <a:latin typeface="Arial MT"/>
                <a:cs typeface="Arial MT"/>
              </a:rPr>
              <a:t> </a:t>
            </a:r>
            <a:r>
              <a:rPr sz="1700" dirty="0">
                <a:solidFill>
                  <a:srgbClr val="0C0C0C"/>
                </a:solidFill>
                <a:latin typeface="Arial MT"/>
                <a:cs typeface="Arial MT"/>
              </a:rPr>
              <a:t>to</a:t>
            </a:r>
            <a:r>
              <a:rPr sz="1700" spc="-30" dirty="0">
                <a:solidFill>
                  <a:srgbClr val="0C0C0C"/>
                </a:solidFill>
                <a:latin typeface="Arial MT"/>
                <a:cs typeface="Arial MT"/>
              </a:rPr>
              <a:t> </a:t>
            </a:r>
            <a:r>
              <a:rPr sz="1700" spc="-10" dirty="0">
                <a:latin typeface="Arial MT"/>
                <a:cs typeface="Arial MT"/>
              </a:rPr>
              <a:t>control</a:t>
            </a:r>
            <a:r>
              <a:rPr sz="1700" spc="-55" dirty="0">
                <a:latin typeface="Arial MT"/>
                <a:cs typeface="Arial MT"/>
              </a:rPr>
              <a:t> </a:t>
            </a:r>
            <a:r>
              <a:rPr sz="1700" dirty="0">
                <a:latin typeface="Arial MT"/>
                <a:cs typeface="Arial MT"/>
              </a:rPr>
              <a:t>identity</a:t>
            </a:r>
            <a:r>
              <a:rPr sz="1700" spc="-50" dirty="0">
                <a:latin typeface="Arial MT"/>
                <a:cs typeface="Arial MT"/>
              </a:rPr>
              <a:t> </a:t>
            </a:r>
            <a:r>
              <a:rPr sz="1700" spc="-145" dirty="0">
                <a:latin typeface="Arial MT"/>
                <a:cs typeface="Arial MT"/>
              </a:rPr>
              <a:t>access</a:t>
            </a:r>
            <a:r>
              <a:rPr sz="1700" spc="10" dirty="0">
                <a:latin typeface="Arial MT"/>
                <a:cs typeface="Arial MT"/>
              </a:rPr>
              <a:t> </a:t>
            </a:r>
            <a:r>
              <a:rPr sz="1700" spc="-25" dirty="0">
                <a:latin typeface="Arial MT"/>
                <a:cs typeface="Arial MT"/>
              </a:rPr>
              <a:t>to</a:t>
            </a:r>
            <a:r>
              <a:rPr sz="1700" spc="500" dirty="0">
                <a:latin typeface="Arial MT"/>
                <a:cs typeface="Arial MT"/>
              </a:rPr>
              <a:t> </a:t>
            </a:r>
            <a:r>
              <a:rPr sz="1700" spc="-210" dirty="0">
                <a:latin typeface="Arial MT"/>
                <a:cs typeface="Arial MT"/>
              </a:rPr>
              <a:t>AWS</a:t>
            </a:r>
            <a:r>
              <a:rPr sz="1700" spc="5" dirty="0">
                <a:latin typeface="Arial MT"/>
                <a:cs typeface="Arial MT"/>
              </a:rPr>
              <a:t> </a:t>
            </a:r>
            <a:r>
              <a:rPr sz="1700" spc="-105" dirty="0">
                <a:latin typeface="Arial MT"/>
                <a:cs typeface="Arial MT"/>
              </a:rPr>
              <a:t>services.</a:t>
            </a:r>
            <a:r>
              <a:rPr sz="1700" spc="-15" dirty="0">
                <a:latin typeface="Arial MT"/>
                <a:cs typeface="Arial MT"/>
              </a:rPr>
              <a:t> </a:t>
            </a:r>
            <a:r>
              <a:rPr sz="1700" spc="-120" dirty="0">
                <a:solidFill>
                  <a:srgbClr val="1A1A1A"/>
                </a:solidFill>
                <a:latin typeface="Arial MT"/>
                <a:cs typeface="Arial MT"/>
              </a:rPr>
              <a:t>By</a:t>
            </a:r>
            <a:r>
              <a:rPr sz="1700" dirty="0">
                <a:solidFill>
                  <a:srgbClr val="1A1A1A"/>
                </a:solidFill>
                <a:latin typeface="Arial MT"/>
                <a:cs typeface="Arial MT"/>
              </a:rPr>
              <a:t> </a:t>
            </a:r>
            <a:r>
              <a:rPr sz="1700" spc="-30" dirty="0">
                <a:latin typeface="Arial MT"/>
                <a:cs typeface="Arial MT"/>
              </a:rPr>
              <a:t>attaching</a:t>
            </a:r>
            <a:r>
              <a:rPr sz="1700" spc="-25" dirty="0">
                <a:latin typeface="Arial MT"/>
                <a:cs typeface="Arial MT"/>
              </a:rPr>
              <a:t> </a:t>
            </a:r>
            <a:r>
              <a:rPr sz="1700" spc="-70" dirty="0">
                <a:solidFill>
                  <a:srgbClr val="131313"/>
                </a:solidFill>
                <a:latin typeface="Arial MT"/>
                <a:cs typeface="Arial MT"/>
              </a:rPr>
              <a:t>IAM</a:t>
            </a:r>
            <a:r>
              <a:rPr sz="1700" spc="20" dirty="0">
                <a:solidFill>
                  <a:srgbClr val="131313"/>
                </a:solidFill>
                <a:latin typeface="Arial MT"/>
                <a:cs typeface="Arial MT"/>
              </a:rPr>
              <a:t> </a:t>
            </a:r>
            <a:r>
              <a:rPr sz="1700" spc="-55" dirty="0">
                <a:latin typeface="Arial MT"/>
                <a:cs typeface="Arial MT"/>
              </a:rPr>
              <a:t>permission</a:t>
            </a:r>
            <a:r>
              <a:rPr sz="1700" spc="30" dirty="0">
                <a:latin typeface="Arial MT"/>
                <a:cs typeface="Arial MT"/>
              </a:rPr>
              <a:t> </a:t>
            </a:r>
            <a:r>
              <a:rPr sz="1700" spc="-45" dirty="0">
                <a:latin typeface="Arial MT"/>
                <a:cs typeface="Arial MT"/>
              </a:rPr>
              <a:t>policies</a:t>
            </a:r>
            <a:r>
              <a:rPr sz="1700" spc="-40" dirty="0">
                <a:latin typeface="Arial MT"/>
                <a:cs typeface="Arial MT"/>
              </a:rPr>
              <a:t> </a:t>
            </a:r>
            <a:r>
              <a:rPr sz="1700" dirty="0">
                <a:solidFill>
                  <a:srgbClr val="181818"/>
                </a:solidFill>
                <a:latin typeface="Arial MT"/>
                <a:cs typeface="Arial MT"/>
              </a:rPr>
              <a:t>to</a:t>
            </a:r>
            <a:r>
              <a:rPr sz="1700" spc="-55" dirty="0">
                <a:solidFill>
                  <a:srgbClr val="181818"/>
                </a:solidFill>
                <a:latin typeface="Arial MT"/>
                <a:cs typeface="Arial MT"/>
              </a:rPr>
              <a:t> </a:t>
            </a:r>
            <a:r>
              <a:rPr sz="1700" spc="-10" dirty="0">
                <a:latin typeface="Arial MT"/>
                <a:cs typeface="Arial MT"/>
              </a:rPr>
              <a:t>identities, </a:t>
            </a:r>
            <a:r>
              <a:rPr sz="1700" spc="-20" dirty="0">
                <a:latin typeface="Arial MT"/>
                <a:cs typeface="Arial MT"/>
              </a:rPr>
              <a:t>you</a:t>
            </a:r>
            <a:r>
              <a:rPr sz="1700" spc="-85" dirty="0">
                <a:latin typeface="Arial MT"/>
                <a:cs typeface="Arial MT"/>
              </a:rPr>
              <a:t> </a:t>
            </a:r>
            <a:r>
              <a:rPr sz="1700" spc="-100" dirty="0">
                <a:latin typeface="Arial MT"/>
                <a:cs typeface="Arial MT"/>
              </a:rPr>
              <a:t>can</a:t>
            </a:r>
            <a:r>
              <a:rPr sz="1700" spc="-10" dirty="0">
                <a:latin typeface="Arial MT"/>
                <a:cs typeface="Arial MT"/>
              </a:rPr>
              <a:t> </a:t>
            </a:r>
            <a:r>
              <a:rPr sz="1700" spc="-60" dirty="0">
                <a:latin typeface="Arial MT"/>
                <a:cs typeface="Arial MT"/>
              </a:rPr>
              <a:t>manage</a:t>
            </a:r>
            <a:r>
              <a:rPr sz="1700" spc="30" dirty="0">
                <a:latin typeface="Arial MT"/>
                <a:cs typeface="Arial MT"/>
              </a:rPr>
              <a:t> </a:t>
            </a:r>
            <a:r>
              <a:rPr sz="1700" spc="-50" dirty="0">
                <a:latin typeface="Arial MT"/>
                <a:cs typeface="Arial MT"/>
              </a:rPr>
              <a:t>which</a:t>
            </a:r>
            <a:r>
              <a:rPr sz="1700" spc="-5" dirty="0">
                <a:latin typeface="Arial MT"/>
                <a:cs typeface="Arial MT"/>
              </a:rPr>
              <a:t> </a:t>
            </a:r>
            <a:r>
              <a:rPr sz="1700" spc="-90" dirty="0">
                <a:latin typeface="Arial MT"/>
                <a:cs typeface="Arial MT"/>
              </a:rPr>
              <a:t>services</a:t>
            </a:r>
            <a:r>
              <a:rPr sz="1700" spc="-5" dirty="0">
                <a:latin typeface="Arial MT"/>
                <a:cs typeface="Arial MT"/>
              </a:rPr>
              <a:t> </a:t>
            </a:r>
            <a:r>
              <a:rPr sz="1700" spc="-114" dirty="0">
                <a:latin typeface="Arial MT"/>
                <a:cs typeface="Arial MT"/>
              </a:rPr>
              <a:t>each</a:t>
            </a:r>
            <a:r>
              <a:rPr sz="1700" spc="-15" dirty="0">
                <a:latin typeface="Arial MT"/>
                <a:cs typeface="Arial MT"/>
              </a:rPr>
              <a:t> </a:t>
            </a:r>
            <a:r>
              <a:rPr sz="1700" spc="-10" dirty="0">
                <a:latin typeface="Arial MT"/>
                <a:cs typeface="Arial MT"/>
              </a:rPr>
              <a:t>identi</a:t>
            </a:r>
            <a:r>
              <a:rPr sz="1700" dirty="0">
                <a:latin typeface="Arial MT"/>
                <a:cs typeface="Arial MT"/>
              </a:rPr>
              <a:t>	</a:t>
            </a:r>
            <a:r>
              <a:rPr sz="1700" spc="-110" dirty="0">
                <a:latin typeface="Arial MT"/>
                <a:cs typeface="Arial MT"/>
              </a:rPr>
              <a:t>can</a:t>
            </a:r>
            <a:r>
              <a:rPr sz="1700" spc="20" dirty="0">
                <a:latin typeface="Arial MT"/>
                <a:cs typeface="Arial MT"/>
              </a:rPr>
              <a:t> </a:t>
            </a:r>
            <a:r>
              <a:rPr sz="1700" spc="-155" dirty="0">
                <a:latin typeface="Arial MT"/>
                <a:cs typeface="Arial MT"/>
              </a:rPr>
              <a:t>access</a:t>
            </a:r>
            <a:r>
              <a:rPr sz="1700" spc="40" dirty="0">
                <a:latin typeface="Arial MT"/>
                <a:cs typeface="Arial MT"/>
              </a:rPr>
              <a:t> </a:t>
            </a:r>
            <a:r>
              <a:rPr sz="1700" spc="-25" dirty="0">
                <a:latin typeface="Arial MT"/>
                <a:cs typeface="Arial MT"/>
              </a:rPr>
              <a:t>and </a:t>
            </a:r>
            <a:r>
              <a:rPr sz="1700" dirty="0">
                <a:solidFill>
                  <a:srgbClr val="0F0F0F"/>
                </a:solidFill>
                <a:latin typeface="Arial MT"/>
                <a:cs typeface="Arial MT"/>
              </a:rPr>
              <a:t>the</a:t>
            </a:r>
            <a:r>
              <a:rPr sz="1700" spc="-25" dirty="0">
                <a:solidFill>
                  <a:srgbClr val="0F0F0F"/>
                </a:solidFill>
                <a:latin typeface="Arial MT"/>
                <a:cs typeface="Arial MT"/>
              </a:rPr>
              <a:t> </a:t>
            </a:r>
            <a:r>
              <a:rPr sz="1700" spc="-35" dirty="0">
                <a:latin typeface="Arial MT"/>
                <a:cs typeface="Arial MT"/>
              </a:rPr>
              <a:t>kind</a:t>
            </a:r>
            <a:r>
              <a:rPr sz="1700" spc="-90" dirty="0">
                <a:latin typeface="Arial MT"/>
                <a:cs typeface="Arial MT"/>
              </a:rPr>
              <a:t> </a:t>
            </a:r>
            <a:r>
              <a:rPr sz="1700" i="1" spc="-210" dirty="0">
                <a:latin typeface="Arial"/>
                <a:cs typeface="Arial"/>
              </a:rPr>
              <a:t>Of</a:t>
            </a:r>
            <a:r>
              <a:rPr sz="1700" i="1" spc="150" dirty="0">
                <a:latin typeface="Arial"/>
                <a:cs typeface="Arial"/>
              </a:rPr>
              <a:t> </a:t>
            </a:r>
            <a:r>
              <a:rPr sz="1700" spc="-105" dirty="0">
                <a:solidFill>
                  <a:srgbClr val="1D1D1D"/>
                </a:solidFill>
                <a:latin typeface="Arial MT"/>
                <a:cs typeface="Arial MT"/>
              </a:rPr>
              <a:t>actiOns</a:t>
            </a:r>
            <a:r>
              <a:rPr sz="1700" spc="-20" dirty="0">
                <a:solidFill>
                  <a:srgbClr val="1D1D1D"/>
                </a:solidFill>
                <a:latin typeface="Arial MT"/>
                <a:cs typeface="Arial MT"/>
              </a:rPr>
              <a:t> </a:t>
            </a:r>
            <a:r>
              <a:rPr sz="1700" dirty="0">
                <a:latin typeface="Arial MT"/>
                <a:cs typeface="Arial MT"/>
              </a:rPr>
              <a:t>the</a:t>
            </a:r>
            <a:r>
              <a:rPr sz="1700" spc="-20" dirty="0">
                <a:latin typeface="Arial MT"/>
                <a:cs typeface="Arial MT"/>
              </a:rPr>
              <a:t> </a:t>
            </a:r>
            <a:r>
              <a:rPr sz="1700" dirty="0">
                <a:solidFill>
                  <a:srgbClr val="131313"/>
                </a:solidFill>
                <a:latin typeface="Arial MT"/>
                <a:cs typeface="Arial MT"/>
              </a:rPr>
              <a:t>identity</a:t>
            </a:r>
            <a:r>
              <a:rPr sz="1700" spc="-20" dirty="0">
                <a:solidFill>
                  <a:srgbClr val="131313"/>
                </a:solidFill>
                <a:latin typeface="Arial MT"/>
                <a:cs typeface="Arial MT"/>
              </a:rPr>
              <a:t> </a:t>
            </a:r>
            <a:r>
              <a:rPr sz="1700" spc="-95" dirty="0">
                <a:solidFill>
                  <a:srgbClr val="161616"/>
                </a:solidFill>
                <a:latin typeface="Arial MT"/>
                <a:cs typeface="Arial MT"/>
              </a:rPr>
              <a:t>can</a:t>
            </a:r>
            <a:r>
              <a:rPr sz="1700" spc="-40" dirty="0">
                <a:solidFill>
                  <a:srgbClr val="161616"/>
                </a:solidFill>
                <a:latin typeface="Arial MT"/>
                <a:cs typeface="Arial MT"/>
              </a:rPr>
              <a:t> </a:t>
            </a:r>
            <a:r>
              <a:rPr sz="1700" spc="-10" dirty="0">
                <a:latin typeface="Arial MT"/>
                <a:cs typeface="Arial MT"/>
              </a:rPr>
              <a:t>perform.</a:t>
            </a:r>
            <a:endParaRPr sz="1700">
              <a:latin typeface="Arial MT"/>
              <a:cs typeface="Arial MT"/>
            </a:endParaRPr>
          </a:p>
          <a:p>
            <a:pPr>
              <a:lnSpc>
                <a:spcPct val="100000"/>
              </a:lnSpc>
              <a:spcBef>
                <a:spcPts val="70"/>
              </a:spcBef>
            </a:pPr>
            <a:endParaRPr sz="1700">
              <a:latin typeface="Arial MT"/>
              <a:cs typeface="Arial MT"/>
            </a:endParaRPr>
          </a:p>
          <a:p>
            <a:pPr marL="18415" marR="448309" indent="-6350">
              <a:lnSpc>
                <a:spcPct val="106600"/>
              </a:lnSpc>
            </a:pPr>
            <a:r>
              <a:rPr sz="1700" spc="-20" dirty="0">
                <a:latin typeface="Arial MT"/>
                <a:cs typeface="Arial MT"/>
              </a:rPr>
              <a:t>Identities</a:t>
            </a:r>
            <a:r>
              <a:rPr sz="1700" spc="-75" dirty="0">
                <a:latin typeface="Arial MT"/>
                <a:cs typeface="Arial MT"/>
              </a:rPr>
              <a:t> </a:t>
            </a:r>
            <a:r>
              <a:rPr sz="1700" dirty="0">
                <a:solidFill>
                  <a:srgbClr val="282828"/>
                </a:solidFill>
                <a:latin typeface="Arial MT"/>
                <a:cs typeface="Arial MT"/>
              </a:rPr>
              <a:t>in</a:t>
            </a:r>
            <a:r>
              <a:rPr sz="1700" spc="-90" dirty="0">
                <a:solidFill>
                  <a:srgbClr val="282828"/>
                </a:solidFill>
                <a:latin typeface="Arial MT"/>
                <a:cs typeface="Arial MT"/>
              </a:rPr>
              <a:t> </a:t>
            </a:r>
            <a:r>
              <a:rPr sz="1700" spc="-90" dirty="0">
                <a:latin typeface="Arial MT"/>
                <a:cs typeface="Arial MT"/>
              </a:rPr>
              <a:t>IAM</a:t>
            </a:r>
            <a:r>
              <a:rPr sz="1700" spc="-20" dirty="0">
                <a:latin typeface="Arial MT"/>
                <a:cs typeface="Arial MT"/>
              </a:rPr>
              <a:t> </a:t>
            </a:r>
            <a:r>
              <a:rPr sz="1700" spc="-105" dirty="0">
                <a:latin typeface="Arial MT"/>
                <a:cs typeface="Arial MT"/>
              </a:rPr>
              <a:t>are</a:t>
            </a:r>
            <a:r>
              <a:rPr sz="1700" spc="-15" dirty="0">
                <a:latin typeface="Arial MT"/>
                <a:cs typeface="Arial MT"/>
              </a:rPr>
              <a:t> </a:t>
            </a:r>
            <a:r>
              <a:rPr sz="1700" spc="-105" dirty="0">
                <a:latin typeface="Arial MT"/>
                <a:cs typeface="Arial MT"/>
              </a:rPr>
              <a:t>users,</a:t>
            </a:r>
            <a:r>
              <a:rPr sz="1700" spc="15" dirty="0">
                <a:latin typeface="Arial MT"/>
                <a:cs typeface="Arial MT"/>
              </a:rPr>
              <a:t> </a:t>
            </a:r>
            <a:r>
              <a:rPr sz="1700" spc="-45" dirty="0">
                <a:solidFill>
                  <a:srgbClr val="0F0F0F"/>
                </a:solidFill>
                <a:latin typeface="Arial MT"/>
                <a:cs typeface="Arial MT"/>
              </a:rPr>
              <a:t>groups</a:t>
            </a:r>
            <a:r>
              <a:rPr sz="1700" spc="-5" dirty="0">
                <a:solidFill>
                  <a:srgbClr val="0F0F0F"/>
                </a:solidFill>
                <a:latin typeface="Arial MT"/>
                <a:cs typeface="Arial MT"/>
              </a:rPr>
              <a:t> </a:t>
            </a:r>
            <a:r>
              <a:rPr sz="1700" spc="-35" dirty="0">
                <a:solidFill>
                  <a:srgbClr val="0F0F0F"/>
                </a:solidFill>
                <a:latin typeface="Arial MT"/>
                <a:cs typeface="Arial MT"/>
              </a:rPr>
              <a:t>and</a:t>
            </a:r>
            <a:r>
              <a:rPr sz="1700" spc="-85" dirty="0">
                <a:solidFill>
                  <a:srgbClr val="0F0F0F"/>
                </a:solidFill>
                <a:latin typeface="Arial MT"/>
                <a:cs typeface="Arial MT"/>
              </a:rPr>
              <a:t> </a:t>
            </a:r>
            <a:r>
              <a:rPr sz="1700" spc="-75" dirty="0">
                <a:latin typeface="Arial MT"/>
                <a:cs typeface="Arial MT"/>
              </a:rPr>
              <a:t>roles.</a:t>
            </a:r>
            <a:r>
              <a:rPr sz="1700" spc="-20" dirty="0">
                <a:latin typeface="Arial MT"/>
                <a:cs typeface="Arial MT"/>
              </a:rPr>
              <a:t> </a:t>
            </a:r>
            <a:r>
              <a:rPr sz="1700" spc="-60" dirty="0">
                <a:latin typeface="Arial MT"/>
                <a:cs typeface="Arial MT"/>
              </a:rPr>
              <a:t>Select</a:t>
            </a:r>
            <a:r>
              <a:rPr sz="1700" spc="30" dirty="0">
                <a:latin typeface="Arial MT"/>
                <a:cs typeface="Arial MT"/>
              </a:rPr>
              <a:t> </a:t>
            </a:r>
            <a:r>
              <a:rPr sz="1700" spc="-105" dirty="0">
                <a:solidFill>
                  <a:srgbClr val="181818"/>
                </a:solidFill>
                <a:latin typeface="Arial MT"/>
                <a:cs typeface="Arial MT"/>
              </a:rPr>
              <a:t>each</a:t>
            </a:r>
            <a:r>
              <a:rPr sz="1700" spc="-10" dirty="0">
                <a:solidFill>
                  <a:srgbClr val="181818"/>
                </a:solidFill>
                <a:latin typeface="Arial MT"/>
                <a:cs typeface="Arial MT"/>
              </a:rPr>
              <a:t> </a:t>
            </a:r>
            <a:r>
              <a:rPr sz="1700" spc="-25" dirty="0">
                <a:latin typeface="Arial MT"/>
                <a:cs typeface="Arial MT"/>
              </a:rPr>
              <a:t>to </a:t>
            </a:r>
            <a:r>
              <a:rPr sz="1700" spc="-45" dirty="0">
                <a:latin typeface="Arial MT"/>
                <a:cs typeface="Arial MT"/>
              </a:rPr>
              <a:t>learn</a:t>
            </a:r>
            <a:r>
              <a:rPr sz="1700" spc="-70" dirty="0">
                <a:latin typeface="Arial MT"/>
                <a:cs typeface="Arial MT"/>
              </a:rPr>
              <a:t> </a:t>
            </a:r>
            <a:r>
              <a:rPr sz="1700" spc="-35" dirty="0">
                <a:latin typeface="Arial MT"/>
                <a:cs typeface="Arial MT"/>
              </a:rPr>
              <a:t>more</a:t>
            </a:r>
            <a:r>
              <a:rPr sz="1700" spc="-95" dirty="0">
                <a:latin typeface="Arial MT"/>
                <a:cs typeface="Arial MT"/>
              </a:rPr>
              <a:t> </a:t>
            </a:r>
            <a:r>
              <a:rPr sz="1700" dirty="0">
                <a:latin typeface="Arial MT"/>
                <a:cs typeface="Arial MT"/>
              </a:rPr>
              <a:t>about</a:t>
            </a:r>
            <a:r>
              <a:rPr sz="1700" spc="5" dirty="0">
                <a:latin typeface="Arial MT"/>
                <a:cs typeface="Arial MT"/>
              </a:rPr>
              <a:t> </a:t>
            </a:r>
            <a:r>
              <a:rPr sz="1700" spc="-10" dirty="0">
                <a:latin typeface="Arial MT"/>
                <a:cs typeface="Arial MT"/>
              </a:rPr>
              <a:t>them.</a:t>
            </a:r>
            <a:endParaRPr sz="1700">
              <a:latin typeface="Arial MT"/>
              <a:cs typeface="Arial MT"/>
            </a:endParaRPr>
          </a:p>
        </p:txBody>
      </p:sp>
      <p:sp>
        <p:nvSpPr>
          <p:cNvPr id="6" name="object 6"/>
          <p:cNvSpPr txBox="1"/>
          <p:nvPr/>
        </p:nvSpPr>
        <p:spPr>
          <a:xfrm>
            <a:off x="4799954" y="4316887"/>
            <a:ext cx="5807075" cy="821055"/>
          </a:xfrm>
          <a:prstGeom prst="rect">
            <a:avLst/>
          </a:prstGeom>
        </p:spPr>
        <p:txBody>
          <a:bodyPr vert="horz" wrap="square" lIns="0" tIns="15240" rIns="0" bIns="0" rtlCol="0">
            <a:spAutoFit/>
          </a:bodyPr>
          <a:lstStyle/>
          <a:p>
            <a:pPr marL="12700" marR="5080" indent="3810">
              <a:lnSpc>
                <a:spcPct val="99100"/>
              </a:lnSpc>
              <a:spcBef>
                <a:spcPts val="120"/>
              </a:spcBef>
            </a:pPr>
            <a:r>
              <a:rPr sz="1750" spc="-260" dirty="0">
                <a:solidFill>
                  <a:srgbClr val="111111"/>
                </a:solidFill>
                <a:latin typeface="Verdana"/>
                <a:cs typeface="Verdana"/>
              </a:rPr>
              <a:t>An</a:t>
            </a:r>
            <a:r>
              <a:rPr sz="1750" spc="-240" dirty="0">
                <a:solidFill>
                  <a:srgbClr val="111111"/>
                </a:solidFill>
                <a:latin typeface="Verdana"/>
                <a:cs typeface="Verdana"/>
              </a:rPr>
              <a:t> </a:t>
            </a:r>
            <a:r>
              <a:rPr sz="1750" spc="-420" dirty="0">
                <a:latin typeface="Verdana"/>
                <a:cs typeface="Verdana"/>
              </a:rPr>
              <a:t>RAM</a:t>
            </a:r>
            <a:r>
              <a:rPr sz="1750" spc="-140" dirty="0">
                <a:latin typeface="Verdana"/>
                <a:cs typeface="Verdana"/>
              </a:rPr>
              <a:t> </a:t>
            </a:r>
            <a:r>
              <a:rPr sz="1750" spc="-210" dirty="0">
                <a:solidFill>
                  <a:srgbClr val="1C1C1C"/>
                </a:solidFill>
                <a:latin typeface="Verdana"/>
                <a:cs typeface="Verdana"/>
              </a:rPr>
              <a:t>role</a:t>
            </a:r>
            <a:r>
              <a:rPr sz="1750" spc="-110" dirty="0">
                <a:solidFill>
                  <a:srgbClr val="1C1C1C"/>
                </a:solidFill>
                <a:latin typeface="Verdana"/>
                <a:cs typeface="Verdana"/>
              </a:rPr>
              <a:t> </a:t>
            </a:r>
            <a:r>
              <a:rPr sz="1750" spc="-225" dirty="0">
                <a:solidFill>
                  <a:srgbClr val="1F1F1F"/>
                </a:solidFill>
                <a:latin typeface="Verdana"/>
                <a:cs typeface="Verdana"/>
              </a:rPr>
              <a:t>is</a:t>
            </a:r>
            <a:r>
              <a:rPr sz="1750" spc="-140" dirty="0">
                <a:solidFill>
                  <a:srgbClr val="1F1F1F"/>
                </a:solidFill>
                <a:latin typeface="Verdana"/>
                <a:cs typeface="Verdana"/>
              </a:rPr>
              <a:t> </a:t>
            </a:r>
            <a:r>
              <a:rPr sz="1750" spc="-275" dirty="0">
                <a:solidFill>
                  <a:srgbClr val="363636"/>
                </a:solidFill>
                <a:latin typeface="Verdana"/>
                <a:cs typeface="Verdana"/>
              </a:rPr>
              <a:t>an</a:t>
            </a:r>
            <a:r>
              <a:rPr sz="1750" spc="-195" dirty="0">
                <a:solidFill>
                  <a:srgbClr val="363636"/>
                </a:solidFill>
                <a:latin typeface="Verdana"/>
                <a:cs typeface="Verdana"/>
              </a:rPr>
              <a:t> </a:t>
            </a:r>
            <a:r>
              <a:rPr sz="1750" spc="-210" dirty="0">
                <a:latin typeface="Verdana"/>
                <a:cs typeface="Verdana"/>
              </a:rPr>
              <a:t>identity</a:t>
            </a:r>
            <a:r>
              <a:rPr sz="1750" spc="-50" dirty="0">
                <a:latin typeface="Verdana"/>
                <a:cs typeface="Verdana"/>
              </a:rPr>
              <a:t> </a:t>
            </a:r>
            <a:r>
              <a:rPr sz="1750" spc="-204" dirty="0">
                <a:solidFill>
                  <a:srgbClr val="1C1C1C"/>
                </a:solidFill>
                <a:latin typeface="Verdana"/>
                <a:cs typeface="Verdana"/>
              </a:rPr>
              <a:t>with</a:t>
            </a:r>
            <a:r>
              <a:rPr sz="1750" spc="-190" dirty="0">
                <a:solidFill>
                  <a:srgbClr val="1C1C1C"/>
                </a:solidFill>
                <a:latin typeface="Verdana"/>
                <a:cs typeface="Verdana"/>
              </a:rPr>
              <a:t> </a:t>
            </a:r>
            <a:r>
              <a:rPr sz="1750" spc="-240" dirty="0">
                <a:latin typeface="Verdana"/>
                <a:cs typeface="Verdana"/>
              </a:rPr>
              <a:t>permission</a:t>
            </a:r>
            <a:r>
              <a:rPr sz="1750" spc="-20" dirty="0">
                <a:latin typeface="Verdana"/>
                <a:cs typeface="Verdana"/>
              </a:rPr>
              <a:t> </a:t>
            </a:r>
            <a:r>
              <a:rPr sz="1750" spc="-204" dirty="0">
                <a:latin typeface="Verdana"/>
                <a:cs typeface="Verdana"/>
              </a:rPr>
              <a:t>policies</a:t>
            </a:r>
            <a:r>
              <a:rPr sz="1750" spc="-50" dirty="0">
                <a:latin typeface="Verdana"/>
                <a:cs typeface="Verdana"/>
              </a:rPr>
              <a:t> </a:t>
            </a:r>
            <a:r>
              <a:rPr sz="1750" spc="-195" dirty="0">
                <a:solidFill>
                  <a:srgbClr val="080808"/>
                </a:solidFill>
                <a:latin typeface="Verdana"/>
                <a:cs typeface="Verdana"/>
              </a:rPr>
              <a:t>that</a:t>
            </a:r>
            <a:r>
              <a:rPr sz="1750" spc="-200" dirty="0">
                <a:solidFill>
                  <a:srgbClr val="080808"/>
                </a:solidFill>
                <a:latin typeface="Verdana"/>
                <a:cs typeface="Verdana"/>
              </a:rPr>
              <a:t> </a:t>
            </a:r>
            <a:r>
              <a:rPr sz="1750" spc="-254" dirty="0">
                <a:latin typeface="Verdana"/>
                <a:cs typeface="Verdana"/>
              </a:rPr>
              <a:t>are</a:t>
            </a:r>
            <a:r>
              <a:rPr sz="1750" spc="-145" dirty="0">
                <a:latin typeface="Verdana"/>
                <a:cs typeface="Verdana"/>
              </a:rPr>
              <a:t> </a:t>
            </a:r>
            <a:r>
              <a:rPr sz="1750" spc="-190" dirty="0">
                <a:latin typeface="Verdana"/>
                <a:cs typeface="Verdana"/>
              </a:rPr>
              <a:t>attached </a:t>
            </a:r>
            <a:r>
              <a:rPr sz="1750" spc="-160" dirty="0">
                <a:solidFill>
                  <a:srgbClr val="212121"/>
                </a:solidFill>
                <a:latin typeface="Verdana"/>
                <a:cs typeface="Verdana"/>
              </a:rPr>
              <a:t>to</a:t>
            </a:r>
            <a:r>
              <a:rPr sz="1750" spc="-275" dirty="0">
                <a:solidFill>
                  <a:srgbClr val="212121"/>
                </a:solidFill>
                <a:latin typeface="Verdana"/>
                <a:cs typeface="Verdana"/>
              </a:rPr>
              <a:t> </a:t>
            </a:r>
            <a:r>
              <a:rPr sz="1750" spc="-65" dirty="0">
                <a:latin typeface="Verdana"/>
                <a:cs typeface="Verdana"/>
              </a:rPr>
              <a:t>it.</a:t>
            </a:r>
            <a:r>
              <a:rPr sz="1750" spc="114" dirty="0">
                <a:latin typeface="Verdana"/>
                <a:cs typeface="Verdana"/>
              </a:rPr>
              <a:t> </a:t>
            </a:r>
            <a:r>
              <a:rPr sz="1750" spc="-260" dirty="0">
                <a:solidFill>
                  <a:srgbClr val="1F1F1F"/>
                </a:solidFill>
                <a:latin typeface="Verdana"/>
                <a:cs typeface="Verdana"/>
              </a:rPr>
              <a:t>An</a:t>
            </a:r>
            <a:r>
              <a:rPr sz="1750" spc="-180" dirty="0">
                <a:solidFill>
                  <a:srgbClr val="1F1F1F"/>
                </a:solidFill>
                <a:latin typeface="Verdana"/>
                <a:cs typeface="Verdana"/>
              </a:rPr>
              <a:t> </a:t>
            </a:r>
            <a:r>
              <a:rPr sz="1750" spc="-275" dirty="0">
                <a:solidFill>
                  <a:srgbClr val="383838"/>
                </a:solidFill>
                <a:latin typeface="Verdana"/>
                <a:cs typeface="Verdana"/>
              </a:rPr>
              <a:t>an</a:t>
            </a:r>
            <a:r>
              <a:rPr sz="1750" spc="-185" dirty="0">
                <a:solidFill>
                  <a:srgbClr val="383838"/>
                </a:solidFill>
                <a:latin typeface="Verdana"/>
                <a:cs typeface="Verdana"/>
              </a:rPr>
              <a:t> </a:t>
            </a:r>
            <a:r>
              <a:rPr sz="1750" spc="-300" dirty="0">
                <a:solidFill>
                  <a:srgbClr val="0F0F0F"/>
                </a:solidFill>
                <a:latin typeface="Verdana"/>
                <a:cs typeface="Verdana"/>
              </a:rPr>
              <a:t>IAM</a:t>
            </a:r>
            <a:r>
              <a:rPr sz="1750" spc="-204" dirty="0">
                <a:solidFill>
                  <a:srgbClr val="0F0F0F"/>
                </a:solidFill>
                <a:latin typeface="Verdana"/>
                <a:cs typeface="Verdana"/>
              </a:rPr>
              <a:t> </a:t>
            </a:r>
            <a:r>
              <a:rPr sz="1750" spc="-265" dirty="0">
                <a:solidFill>
                  <a:srgbClr val="1C1C1C"/>
                </a:solidFill>
                <a:latin typeface="Verdana"/>
                <a:cs typeface="Verdana"/>
              </a:rPr>
              <a:t>user</a:t>
            </a:r>
            <a:r>
              <a:rPr sz="1750" spc="-145" dirty="0">
                <a:solidFill>
                  <a:srgbClr val="1C1C1C"/>
                </a:solidFill>
                <a:latin typeface="Verdana"/>
                <a:cs typeface="Verdana"/>
              </a:rPr>
              <a:t> </a:t>
            </a:r>
            <a:r>
              <a:rPr sz="1750" spc="-190" dirty="0">
                <a:latin typeface="Verdana"/>
                <a:cs typeface="Verdana"/>
              </a:rPr>
              <a:t>or</a:t>
            </a:r>
            <a:r>
              <a:rPr sz="1750" spc="-285" dirty="0">
                <a:latin typeface="Verdana"/>
                <a:cs typeface="Verdana"/>
              </a:rPr>
              <a:t> </a:t>
            </a:r>
            <a:r>
              <a:rPr sz="1750" spc="-240" dirty="0">
                <a:latin typeface="Verdana"/>
                <a:cs typeface="Verdana"/>
              </a:rPr>
              <a:t>service</a:t>
            </a:r>
            <a:r>
              <a:rPr sz="1750" spc="-75" dirty="0">
                <a:latin typeface="Verdana"/>
                <a:cs typeface="Verdana"/>
              </a:rPr>
              <a:t> </a:t>
            </a:r>
            <a:r>
              <a:rPr sz="1750" spc="-245" dirty="0">
                <a:solidFill>
                  <a:srgbClr val="262626"/>
                </a:solidFill>
                <a:latin typeface="Verdana"/>
                <a:cs typeface="Verdana"/>
              </a:rPr>
              <a:t>can</a:t>
            </a:r>
            <a:r>
              <a:rPr sz="1750" spc="-235" dirty="0">
                <a:solidFill>
                  <a:srgbClr val="262626"/>
                </a:solidFill>
                <a:latin typeface="Verdana"/>
                <a:cs typeface="Verdana"/>
              </a:rPr>
              <a:t> </a:t>
            </a:r>
            <a:r>
              <a:rPr sz="1750" spc="-285" dirty="0">
                <a:solidFill>
                  <a:srgbClr val="181818"/>
                </a:solidFill>
                <a:latin typeface="Verdana"/>
                <a:cs typeface="Verdana"/>
              </a:rPr>
              <a:t>assume</a:t>
            </a:r>
            <a:r>
              <a:rPr sz="1750" spc="-145" dirty="0">
                <a:solidFill>
                  <a:srgbClr val="181818"/>
                </a:solidFill>
                <a:latin typeface="Verdana"/>
                <a:cs typeface="Verdana"/>
              </a:rPr>
              <a:t> </a:t>
            </a:r>
            <a:r>
              <a:rPr sz="1750" spc="-229" dirty="0">
                <a:solidFill>
                  <a:srgbClr val="131313"/>
                </a:solidFill>
                <a:latin typeface="Verdana"/>
                <a:cs typeface="Verdana"/>
              </a:rPr>
              <a:t>these</a:t>
            </a:r>
            <a:r>
              <a:rPr sz="1750" spc="-210" dirty="0">
                <a:solidFill>
                  <a:srgbClr val="131313"/>
                </a:solidFill>
                <a:latin typeface="Verdana"/>
                <a:cs typeface="Verdana"/>
              </a:rPr>
              <a:t> </a:t>
            </a:r>
            <a:r>
              <a:rPr sz="1750" spc="-204" dirty="0">
                <a:latin typeface="Verdana"/>
                <a:cs typeface="Verdana"/>
              </a:rPr>
              <a:t>policies</a:t>
            </a:r>
            <a:r>
              <a:rPr sz="1750" spc="-10" dirty="0">
                <a:latin typeface="Verdana"/>
                <a:cs typeface="Verdana"/>
              </a:rPr>
              <a:t> </a:t>
            </a:r>
            <a:r>
              <a:rPr sz="1750" spc="-25" dirty="0">
                <a:solidFill>
                  <a:srgbClr val="111111"/>
                </a:solidFill>
                <a:latin typeface="Verdana"/>
                <a:cs typeface="Verdana"/>
              </a:rPr>
              <a:t>to </a:t>
            </a:r>
            <a:r>
              <a:rPr sz="1750" spc="-235" dirty="0">
                <a:latin typeface="Verdana"/>
                <a:cs typeface="Verdana"/>
              </a:rPr>
              <a:t>temporarily</a:t>
            </a:r>
            <a:r>
              <a:rPr sz="1750" spc="5" dirty="0">
                <a:latin typeface="Verdana"/>
                <a:cs typeface="Verdana"/>
              </a:rPr>
              <a:t> </a:t>
            </a:r>
            <a:r>
              <a:rPr sz="1750" spc="-250" dirty="0">
                <a:latin typeface="Verdana"/>
                <a:cs typeface="Verdana"/>
              </a:rPr>
              <a:t>take</a:t>
            </a:r>
            <a:r>
              <a:rPr sz="1750" spc="-170" dirty="0">
                <a:latin typeface="Verdana"/>
                <a:cs typeface="Verdana"/>
              </a:rPr>
              <a:t> </a:t>
            </a:r>
            <a:r>
              <a:rPr sz="1750" spc="-195" dirty="0">
                <a:solidFill>
                  <a:srgbClr val="161616"/>
                </a:solidFill>
                <a:latin typeface="Verdana"/>
                <a:cs typeface="Verdana"/>
              </a:rPr>
              <a:t>on</a:t>
            </a:r>
            <a:r>
              <a:rPr sz="1750" spc="-225" dirty="0">
                <a:solidFill>
                  <a:srgbClr val="161616"/>
                </a:solidFill>
                <a:latin typeface="Verdana"/>
                <a:cs typeface="Verdana"/>
              </a:rPr>
              <a:t> </a:t>
            </a:r>
            <a:r>
              <a:rPr sz="1750" spc="-195" dirty="0">
                <a:solidFill>
                  <a:srgbClr val="181818"/>
                </a:solidFill>
                <a:latin typeface="Verdana"/>
                <a:cs typeface="Verdana"/>
              </a:rPr>
              <a:t>different</a:t>
            </a:r>
            <a:r>
              <a:rPr sz="1750" spc="-130" dirty="0">
                <a:solidFill>
                  <a:srgbClr val="181818"/>
                </a:solidFill>
                <a:latin typeface="Verdana"/>
                <a:cs typeface="Verdana"/>
              </a:rPr>
              <a:t> </a:t>
            </a:r>
            <a:r>
              <a:rPr sz="1750" spc="-240" dirty="0">
                <a:latin typeface="Verdana"/>
                <a:cs typeface="Verdana"/>
              </a:rPr>
              <a:t>permissions</a:t>
            </a:r>
            <a:r>
              <a:rPr sz="1750" spc="15" dirty="0">
                <a:latin typeface="Verdana"/>
                <a:cs typeface="Verdana"/>
              </a:rPr>
              <a:t> </a:t>
            </a:r>
            <a:r>
              <a:rPr sz="1750" spc="-204" dirty="0">
                <a:solidFill>
                  <a:srgbClr val="0A0A0A"/>
                </a:solidFill>
                <a:latin typeface="Verdana"/>
                <a:cs typeface="Verdana"/>
              </a:rPr>
              <a:t>for</a:t>
            </a:r>
            <a:r>
              <a:rPr sz="1750" spc="-60" dirty="0">
                <a:solidFill>
                  <a:srgbClr val="0A0A0A"/>
                </a:solidFill>
                <a:latin typeface="Verdana"/>
                <a:cs typeface="Verdana"/>
              </a:rPr>
              <a:t> </a:t>
            </a:r>
            <a:r>
              <a:rPr sz="1750" spc="-295" dirty="0">
                <a:solidFill>
                  <a:srgbClr val="2F2F2F"/>
                </a:solidFill>
                <a:latin typeface="Verdana"/>
                <a:cs typeface="Verdana"/>
              </a:rPr>
              <a:t>a</a:t>
            </a:r>
            <a:r>
              <a:rPr sz="1750" spc="-210" dirty="0">
                <a:solidFill>
                  <a:srgbClr val="2F2F2F"/>
                </a:solidFill>
                <a:latin typeface="Verdana"/>
                <a:cs typeface="Verdana"/>
              </a:rPr>
              <a:t> </a:t>
            </a:r>
            <a:r>
              <a:rPr sz="1750" spc="-235" dirty="0">
                <a:latin typeface="Verdana"/>
                <a:cs typeface="Verdana"/>
              </a:rPr>
              <a:t>specihc</a:t>
            </a:r>
            <a:r>
              <a:rPr sz="1750" spc="-15" dirty="0">
                <a:latin typeface="Verdana"/>
                <a:cs typeface="Verdana"/>
              </a:rPr>
              <a:t> </a:t>
            </a:r>
            <a:r>
              <a:rPr sz="1750" spc="-270" dirty="0">
                <a:latin typeface="Verdana"/>
                <a:cs typeface="Verdana"/>
              </a:rPr>
              <a:t>task.</a:t>
            </a:r>
            <a:endParaRPr sz="1750">
              <a:latin typeface="Verdana"/>
              <a:cs typeface="Verdana"/>
            </a:endParaRPr>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642136" y="5452083"/>
            <a:ext cx="2724444" cy="95261"/>
          </a:xfrm>
          <a:prstGeom prst="rect">
            <a:avLst/>
          </a:prstGeom>
        </p:spPr>
      </p:pic>
      <p:pic>
        <p:nvPicPr>
          <p:cNvPr id="3" name="object 3"/>
          <p:cNvPicPr/>
          <p:nvPr/>
        </p:nvPicPr>
        <p:blipFill>
          <a:blip r:embed="rId3" cstate="print"/>
          <a:stretch>
            <a:fillRect/>
          </a:stretch>
        </p:blipFill>
        <p:spPr>
          <a:xfrm>
            <a:off x="1394460" y="1384421"/>
            <a:ext cx="3105485" cy="3915242"/>
          </a:xfrm>
          <a:prstGeom prst="rect">
            <a:avLst/>
          </a:prstGeom>
        </p:spPr>
      </p:pic>
      <p:sp>
        <p:nvSpPr>
          <p:cNvPr id="4" name="object 4"/>
          <p:cNvSpPr/>
          <p:nvPr/>
        </p:nvSpPr>
        <p:spPr>
          <a:xfrm>
            <a:off x="1394460" y="365125"/>
            <a:ext cx="9392920" cy="895985"/>
          </a:xfrm>
          <a:custGeom>
            <a:avLst/>
            <a:gdLst/>
            <a:ahLst/>
            <a:cxnLst/>
            <a:rect l="l" t="t" r="r" b="b"/>
            <a:pathLst>
              <a:path w="9392920" h="895985">
                <a:moveTo>
                  <a:pt x="9391650" y="895350"/>
                </a:moveTo>
                <a:lnTo>
                  <a:pt x="0" y="895350"/>
                </a:lnTo>
                <a:lnTo>
                  <a:pt x="0" y="0"/>
                </a:lnTo>
                <a:lnTo>
                  <a:pt x="9391650" y="0"/>
                </a:lnTo>
                <a:lnTo>
                  <a:pt x="9391650" y="895350"/>
                </a:lnTo>
                <a:close/>
              </a:path>
            </a:pathLst>
          </a:custGeom>
          <a:solidFill>
            <a:srgbClr val="389189"/>
          </a:solidFill>
        </p:spPr>
        <p:txBody>
          <a:bodyPr wrap="square" lIns="0" tIns="0" rIns="0" bIns="0" rtlCol="0"/>
          <a:lstStyle/>
          <a:p>
            <a:endParaRPr/>
          </a:p>
        </p:txBody>
      </p:sp>
      <p:sp>
        <p:nvSpPr>
          <p:cNvPr id="5" name="object 5" descr="$PPTXTitle"/>
          <p:cNvSpPr txBox="1">
            <a:spLocks noGrp="1"/>
          </p:cNvSpPr>
          <p:nvPr>
            <p:ph type="title"/>
          </p:nvPr>
        </p:nvSpPr>
        <p:spPr>
          <a:xfrm>
            <a:off x="1756980" y="590578"/>
            <a:ext cx="6799580" cy="460375"/>
          </a:xfrm>
          <a:prstGeom prst="rect">
            <a:avLst/>
          </a:prstGeom>
        </p:spPr>
        <p:txBody>
          <a:bodyPr vert="horz" wrap="square" lIns="0" tIns="12700" rIns="0" bIns="0" rtlCol="0">
            <a:spAutoFit/>
          </a:bodyPr>
          <a:lstStyle/>
          <a:p>
            <a:pPr>
              <a:lnSpc>
                <a:spcPct val="100000"/>
              </a:lnSpc>
              <a:spcBef>
                <a:spcPts val="100"/>
              </a:spcBef>
            </a:pPr>
            <a:r>
              <a:rPr sz="2850" spc="-350" dirty="0">
                <a:solidFill>
                  <a:srgbClr val="3D838C"/>
                </a:solidFill>
                <a:latin typeface="Arial MT"/>
                <a:cs typeface="Arial MT"/>
              </a:rPr>
              <a:t>AWS</a:t>
            </a:r>
            <a:r>
              <a:rPr sz="2850" spc="85" dirty="0">
                <a:solidFill>
                  <a:srgbClr val="3D838C"/>
                </a:solidFill>
                <a:latin typeface="Arial MT"/>
                <a:cs typeface="Arial MT"/>
              </a:rPr>
              <a:t> </a:t>
            </a:r>
            <a:r>
              <a:rPr sz="2850" dirty="0">
                <a:solidFill>
                  <a:srgbClr val="D8FFFF"/>
                </a:solidFill>
                <a:latin typeface="Arial MT"/>
                <a:cs typeface="Arial MT"/>
              </a:rPr>
              <a:t>Identity</a:t>
            </a:r>
            <a:r>
              <a:rPr sz="2850" spc="-155" dirty="0">
                <a:solidFill>
                  <a:srgbClr val="D8FFFF"/>
                </a:solidFill>
                <a:latin typeface="Arial MT"/>
                <a:cs typeface="Arial MT"/>
              </a:rPr>
              <a:t> </a:t>
            </a:r>
            <a:r>
              <a:rPr sz="2850" spc="-10" dirty="0">
                <a:solidFill>
                  <a:srgbClr val="C8F9FF"/>
                </a:solidFill>
                <a:latin typeface="Arial MT"/>
                <a:cs typeface="Arial MT"/>
              </a:rPr>
              <a:t>and</a:t>
            </a:r>
            <a:r>
              <a:rPr sz="2850" spc="40" dirty="0">
                <a:solidFill>
                  <a:srgbClr val="C8F9FF"/>
                </a:solidFill>
                <a:latin typeface="Arial MT"/>
                <a:cs typeface="Arial MT"/>
              </a:rPr>
              <a:t> </a:t>
            </a:r>
            <a:r>
              <a:rPr sz="2850" spc="-265" dirty="0">
                <a:solidFill>
                  <a:srgbClr val="28797C"/>
                </a:solidFill>
                <a:latin typeface="Arial MT"/>
                <a:cs typeface="Arial MT"/>
              </a:rPr>
              <a:t>Access</a:t>
            </a:r>
            <a:r>
              <a:rPr sz="2850" spc="65" dirty="0">
                <a:solidFill>
                  <a:srgbClr val="28797C"/>
                </a:solidFill>
                <a:latin typeface="Arial MT"/>
                <a:cs typeface="Arial MT"/>
              </a:rPr>
              <a:t> </a:t>
            </a:r>
            <a:r>
              <a:rPr sz="2850" spc="-75" dirty="0">
                <a:solidFill>
                  <a:srgbClr val="49857C"/>
                </a:solidFill>
                <a:latin typeface="Arial MT"/>
                <a:cs typeface="Arial MT"/>
              </a:rPr>
              <a:t>Management</a:t>
            </a:r>
            <a:r>
              <a:rPr sz="2850" spc="180" dirty="0">
                <a:solidFill>
                  <a:srgbClr val="49857C"/>
                </a:solidFill>
                <a:latin typeface="Arial MT"/>
                <a:cs typeface="Arial MT"/>
              </a:rPr>
              <a:t> </a:t>
            </a:r>
            <a:r>
              <a:rPr sz="2850" spc="-105" dirty="0">
                <a:solidFill>
                  <a:srgbClr val="387B89"/>
                </a:solidFill>
                <a:latin typeface="Arial MT"/>
                <a:cs typeface="Arial MT"/>
              </a:rPr>
              <a:t>(IAM)</a:t>
            </a:r>
            <a:endParaRPr sz="2850">
              <a:latin typeface="Arial MT"/>
              <a:cs typeface="Arial MT"/>
            </a:endParaRPr>
          </a:p>
        </p:txBody>
      </p:sp>
      <p:sp>
        <p:nvSpPr>
          <p:cNvPr id="6" name="object 6"/>
          <p:cNvSpPr txBox="1"/>
          <p:nvPr/>
        </p:nvSpPr>
        <p:spPr>
          <a:xfrm>
            <a:off x="9043687" y="546123"/>
            <a:ext cx="570865" cy="353695"/>
          </a:xfrm>
          <a:prstGeom prst="rect">
            <a:avLst/>
          </a:prstGeom>
        </p:spPr>
        <p:txBody>
          <a:bodyPr vert="horz" wrap="square" lIns="0" tIns="12700" rIns="0" bIns="0" rtlCol="0">
            <a:spAutoFit/>
          </a:bodyPr>
          <a:lstStyle/>
          <a:p>
            <a:pPr>
              <a:lnSpc>
                <a:spcPct val="100000"/>
              </a:lnSpc>
              <a:spcBef>
                <a:spcPts val="100"/>
              </a:spcBef>
            </a:pPr>
            <a:r>
              <a:rPr sz="1700" spc="-25" dirty="0">
                <a:solidFill>
                  <a:srgbClr val="317987"/>
                </a:solidFill>
                <a:latin typeface="Arial MT"/>
                <a:cs typeface="Arial MT"/>
              </a:rPr>
              <a:t>S</a:t>
            </a:r>
            <a:r>
              <a:rPr sz="3000" spc="-37" baseline="2777" dirty="0">
                <a:solidFill>
                  <a:srgbClr val="317987"/>
                </a:solidFill>
                <a:latin typeface="Arial MT"/>
                <a:cs typeface="Arial MT"/>
              </a:rPr>
              <a:t>W</a:t>
            </a:r>
            <a:r>
              <a:rPr sz="2150" spc="-25" dirty="0">
                <a:solidFill>
                  <a:srgbClr val="317987"/>
                </a:solidFill>
                <a:latin typeface="Arial MT"/>
                <a:cs typeface="Arial MT"/>
              </a:rPr>
              <a:t>S</a:t>
            </a:r>
            <a:endParaRPr sz="2150">
              <a:latin typeface="Arial MT"/>
              <a:cs typeface="Arial MT"/>
            </a:endParaRPr>
          </a:p>
        </p:txBody>
      </p:sp>
      <p:sp>
        <p:nvSpPr>
          <p:cNvPr id="7" name="object 7"/>
          <p:cNvSpPr txBox="1"/>
          <p:nvPr/>
        </p:nvSpPr>
        <p:spPr>
          <a:xfrm>
            <a:off x="4754665" y="1400895"/>
            <a:ext cx="5599430" cy="3462020"/>
          </a:xfrm>
          <a:prstGeom prst="rect">
            <a:avLst/>
          </a:prstGeom>
        </p:spPr>
        <p:txBody>
          <a:bodyPr vert="horz" wrap="square" lIns="0" tIns="7620" rIns="0" bIns="0" rtlCol="0">
            <a:spAutoFit/>
          </a:bodyPr>
          <a:lstStyle/>
          <a:p>
            <a:pPr marL="12700" marR="5080" indent="9525">
              <a:lnSpc>
                <a:spcPct val="116500"/>
              </a:lnSpc>
              <a:spcBef>
                <a:spcPts val="60"/>
              </a:spcBef>
              <a:tabLst>
                <a:tab pos="1418590" algn="l"/>
              </a:tabLst>
            </a:pPr>
            <a:r>
              <a:rPr sz="1500" dirty="0">
                <a:latin typeface="Arial MT"/>
                <a:cs typeface="Arial MT"/>
              </a:rPr>
              <a:t>IAM</a:t>
            </a:r>
            <a:r>
              <a:rPr sz="1500" spc="125" dirty="0">
                <a:latin typeface="Arial MT"/>
                <a:cs typeface="Arial MT"/>
              </a:rPr>
              <a:t> </a:t>
            </a:r>
            <a:r>
              <a:rPr sz="1500" spc="-150" dirty="0">
                <a:latin typeface="Arial MT"/>
                <a:cs typeface="Arial MT"/>
              </a:rPr>
              <a:t>SOlVe5</a:t>
            </a:r>
            <a:r>
              <a:rPr sz="1500" spc="160" dirty="0">
                <a:latin typeface="Arial MT"/>
                <a:cs typeface="Arial MT"/>
              </a:rPr>
              <a:t> </a:t>
            </a:r>
            <a:r>
              <a:rPr sz="1500" spc="-25" dirty="0">
                <a:latin typeface="Arial MT"/>
                <a:cs typeface="Arial MT"/>
              </a:rPr>
              <a:t>the</a:t>
            </a:r>
            <a:r>
              <a:rPr sz="1500" dirty="0">
                <a:latin typeface="Arial MT"/>
                <a:cs typeface="Arial MT"/>
              </a:rPr>
              <a:t>	</a:t>
            </a:r>
            <a:r>
              <a:rPr sz="1500" spc="65" dirty="0">
                <a:latin typeface="Arial MT"/>
                <a:cs typeface="Arial MT"/>
              </a:rPr>
              <a:t>problem</a:t>
            </a:r>
            <a:r>
              <a:rPr sz="1500" spc="145" dirty="0">
                <a:latin typeface="Arial MT"/>
                <a:cs typeface="Arial MT"/>
              </a:rPr>
              <a:t> </a:t>
            </a:r>
            <a:r>
              <a:rPr sz="1500" dirty="0">
                <a:latin typeface="Arial MT"/>
                <a:cs typeface="Arial MT"/>
              </a:rPr>
              <a:t>of</a:t>
            </a:r>
            <a:r>
              <a:rPr sz="1500" spc="114" dirty="0">
                <a:latin typeface="Arial MT"/>
                <a:cs typeface="Arial MT"/>
              </a:rPr>
              <a:t> </a:t>
            </a:r>
            <a:r>
              <a:rPr sz="1500" dirty="0">
                <a:latin typeface="Arial MT"/>
                <a:cs typeface="Arial MT"/>
              </a:rPr>
              <a:t>users</a:t>
            </a:r>
            <a:r>
              <a:rPr sz="1500" spc="70" dirty="0">
                <a:latin typeface="Arial MT"/>
                <a:cs typeface="Arial MT"/>
              </a:rPr>
              <a:t> </a:t>
            </a:r>
            <a:r>
              <a:rPr sz="1500" dirty="0">
                <a:latin typeface="Arial MT"/>
                <a:cs typeface="Arial MT"/>
              </a:rPr>
              <a:t>haVing</a:t>
            </a:r>
            <a:r>
              <a:rPr sz="1500" spc="114" dirty="0">
                <a:latin typeface="Arial MT"/>
                <a:cs typeface="Arial MT"/>
              </a:rPr>
              <a:t> </a:t>
            </a:r>
            <a:r>
              <a:rPr sz="1500" dirty="0">
                <a:solidFill>
                  <a:srgbClr val="1C1C1C"/>
                </a:solidFill>
                <a:latin typeface="Arial MT"/>
                <a:cs typeface="Arial MT"/>
              </a:rPr>
              <a:t>mOre</a:t>
            </a:r>
            <a:r>
              <a:rPr sz="1500" spc="105" dirty="0">
                <a:solidFill>
                  <a:srgbClr val="1C1C1C"/>
                </a:solidFill>
                <a:latin typeface="Arial MT"/>
                <a:cs typeface="Arial MT"/>
              </a:rPr>
              <a:t> </a:t>
            </a:r>
            <a:r>
              <a:rPr sz="1500" spc="-25" dirty="0">
                <a:latin typeface="Arial MT"/>
                <a:cs typeface="Arial MT"/>
              </a:rPr>
              <a:t>access</a:t>
            </a:r>
            <a:r>
              <a:rPr sz="1500" spc="85" dirty="0">
                <a:latin typeface="Arial MT"/>
                <a:cs typeface="Arial MT"/>
              </a:rPr>
              <a:t> </a:t>
            </a:r>
            <a:r>
              <a:rPr sz="1500" spc="45" dirty="0">
                <a:latin typeface="Arial MT"/>
                <a:cs typeface="Arial MT"/>
              </a:rPr>
              <a:t>than </a:t>
            </a:r>
            <a:r>
              <a:rPr sz="1600" dirty="0">
                <a:solidFill>
                  <a:srgbClr val="1A1A1A"/>
                </a:solidFill>
                <a:latin typeface="Arial MT"/>
                <a:cs typeface="Arial MT"/>
              </a:rPr>
              <a:t>they</a:t>
            </a:r>
            <a:r>
              <a:rPr sz="1600" spc="55" dirty="0">
                <a:solidFill>
                  <a:srgbClr val="1A1A1A"/>
                </a:solidFill>
                <a:latin typeface="Arial MT"/>
                <a:cs typeface="Arial MT"/>
              </a:rPr>
              <a:t> </a:t>
            </a:r>
            <a:r>
              <a:rPr sz="1600" dirty="0">
                <a:latin typeface="Arial MT"/>
                <a:cs typeface="Arial MT"/>
              </a:rPr>
              <a:t>should.</a:t>
            </a:r>
            <a:r>
              <a:rPr sz="1600" spc="55" dirty="0">
                <a:latin typeface="Arial MT"/>
                <a:cs typeface="Arial MT"/>
              </a:rPr>
              <a:t> </a:t>
            </a:r>
            <a:r>
              <a:rPr sz="1600" dirty="0">
                <a:solidFill>
                  <a:srgbClr val="0F0F0F"/>
                </a:solidFill>
                <a:latin typeface="Arial MT"/>
                <a:cs typeface="Arial MT"/>
              </a:rPr>
              <a:t>IAM</a:t>
            </a:r>
            <a:r>
              <a:rPr sz="1600" spc="60" dirty="0">
                <a:solidFill>
                  <a:srgbClr val="0F0F0F"/>
                </a:solidFill>
                <a:latin typeface="Arial MT"/>
                <a:cs typeface="Arial MT"/>
              </a:rPr>
              <a:t> </a:t>
            </a:r>
            <a:r>
              <a:rPr sz="1600" dirty="0">
                <a:latin typeface="Arial MT"/>
                <a:cs typeface="Arial MT"/>
              </a:rPr>
              <a:t>is</a:t>
            </a:r>
            <a:r>
              <a:rPr sz="1600" spc="25" dirty="0">
                <a:latin typeface="Arial MT"/>
                <a:cs typeface="Arial MT"/>
              </a:rPr>
              <a:t> </a:t>
            </a:r>
            <a:r>
              <a:rPr sz="1600" dirty="0">
                <a:latin typeface="Arial MT"/>
                <a:cs typeface="Arial MT"/>
              </a:rPr>
              <a:t>built</a:t>
            </a:r>
            <a:r>
              <a:rPr sz="1600" spc="170" dirty="0">
                <a:latin typeface="Arial MT"/>
                <a:cs typeface="Arial MT"/>
              </a:rPr>
              <a:t> </a:t>
            </a:r>
            <a:r>
              <a:rPr sz="1600" dirty="0">
                <a:solidFill>
                  <a:srgbClr val="131313"/>
                </a:solidFill>
                <a:latin typeface="Arial MT"/>
                <a:cs typeface="Arial MT"/>
              </a:rPr>
              <a:t>by</a:t>
            </a:r>
            <a:r>
              <a:rPr sz="1600" spc="75" dirty="0">
                <a:solidFill>
                  <a:srgbClr val="131313"/>
                </a:solidFill>
                <a:latin typeface="Arial MT"/>
                <a:cs typeface="Arial MT"/>
              </a:rPr>
              <a:t> </a:t>
            </a:r>
            <a:r>
              <a:rPr sz="1600" dirty="0">
                <a:latin typeface="Arial MT"/>
                <a:cs typeface="Arial MT"/>
              </a:rPr>
              <a:t>using</a:t>
            </a:r>
            <a:r>
              <a:rPr sz="1600" spc="80" dirty="0">
                <a:latin typeface="Arial MT"/>
                <a:cs typeface="Arial MT"/>
              </a:rPr>
              <a:t> </a:t>
            </a:r>
            <a:r>
              <a:rPr sz="1600" dirty="0">
                <a:latin typeface="Arial MT"/>
                <a:cs typeface="Arial MT"/>
              </a:rPr>
              <a:t>the</a:t>
            </a:r>
            <a:r>
              <a:rPr sz="1600" spc="20" dirty="0">
                <a:latin typeface="Arial MT"/>
                <a:cs typeface="Arial MT"/>
              </a:rPr>
              <a:t> </a:t>
            </a:r>
            <a:r>
              <a:rPr sz="1600" dirty="0">
                <a:latin typeface="Arial MT"/>
                <a:cs typeface="Arial MT"/>
              </a:rPr>
              <a:t>principle</a:t>
            </a:r>
            <a:r>
              <a:rPr sz="1600" spc="125" dirty="0">
                <a:latin typeface="Arial MT"/>
                <a:cs typeface="Arial MT"/>
              </a:rPr>
              <a:t> </a:t>
            </a:r>
            <a:r>
              <a:rPr sz="1600" dirty="0">
                <a:latin typeface="Arial MT"/>
                <a:cs typeface="Arial MT"/>
              </a:rPr>
              <a:t>of</a:t>
            </a:r>
            <a:r>
              <a:rPr sz="1600" spc="135" dirty="0">
                <a:latin typeface="Arial MT"/>
                <a:cs typeface="Arial MT"/>
              </a:rPr>
              <a:t> </a:t>
            </a:r>
            <a:r>
              <a:rPr sz="1600" spc="-10" dirty="0">
                <a:latin typeface="Arial MT"/>
                <a:cs typeface="Arial MT"/>
              </a:rPr>
              <a:t>least </a:t>
            </a:r>
            <a:r>
              <a:rPr sz="1550" dirty="0">
                <a:latin typeface="Arial MT"/>
                <a:cs typeface="Arial MT"/>
              </a:rPr>
              <a:t>privilege.</a:t>
            </a:r>
            <a:r>
              <a:rPr sz="1550" spc="70" dirty="0">
                <a:latin typeface="Arial MT"/>
                <a:cs typeface="Arial MT"/>
              </a:rPr>
              <a:t> </a:t>
            </a:r>
            <a:r>
              <a:rPr sz="1550" dirty="0">
                <a:latin typeface="Arial MT"/>
                <a:cs typeface="Arial MT"/>
              </a:rPr>
              <a:t>This</a:t>
            </a:r>
            <a:r>
              <a:rPr sz="1550" spc="165" dirty="0">
                <a:latin typeface="Arial MT"/>
                <a:cs typeface="Arial MT"/>
              </a:rPr>
              <a:t> </a:t>
            </a:r>
            <a:r>
              <a:rPr sz="1550" dirty="0">
                <a:solidFill>
                  <a:srgbClr val="1C1C1C"/>
                </a:solidFill>
                <a:latin typeface="Arial MT"/>
                <a:cs typeface="Arial MT"/>
              </a:rPr>
              <a:t>ari</a:t>
            </a:r>
            <a:r>
              <a:rPr sz="1550" dirty="0">
                <a:latin typeface="Arial MT"/>
                <a:cs typeface="Arial MT"/>
              </a:rPr>
              <a:t>ncipfe</a:t>
            </a:r>
            <a:r>
              <a:rPr sz="1550" spc="200" dirty="0">
                <a:latin typeface="Arial MT"/>
                <a:cs typeface="Arial MT"/>
              </a:rPr>
              <a:t> </a:t>
            </a:r>
            <a:r>
              <a:rPr sz="1550" dirty="0">
                <a:latin typeface="Arial MT"/>
                <a:cs typeface="Arial MT"/>
              </a:rPr>
              <a:t>states</a:t>
            </a:r>
            <a:r>
              <a:rPr sz="1550" spc="165" dirty="0">
                <a:latin typeface="Arial MT"/>
                <a:cs typeface="Arial MT"/>
              </a:rPr>
              <a:t> </a:t>
            </a:r>
            <a:r>
              <a:rPr sz="1550" spc="75" dirty="0">
                <a:latin typeface="Arial MT"/>
                <a:cs typeface="Arial MT"/>
              </a:rPr>
              <a:t>that</a:t>
            </a:r>
            <a:r>
              <a:rPr sz="1550" spc="210" dirty="0">
                <a:latin typeface="Arial MT"/>
                <a:cs typeface="Arial MT"/>
              </a:rPr>
              <a:t> </a:t>
            </a:r>
            <a:r>
              <a:rPr sz="1550" dirty="0">
                <a:latin typeface="Arial MT"/>
                <a:cs typeface="Arial MT"/>
              </a:rPr>
              <a:t>an</a:t>
            </a:r>
            <a:r>
              <a:rPr sz="1550" spc="125" dirty="0">
                <a:latin typeface="Arial MT"/>
                <a:cs typeface="Arial MT"/>
              </a:rPr>
              <a:t> </a:t>
            </a:r>
            <a:r>
              <a:rPr sz="1550" dirty="0">
                <a:latin typeface="Arial MT"/>
                <a:cs typeface="Arial MT"/>
              </a:rPr>
              <a:t>identity</a:t>
            </a:r>
            <a:r>
              <a:rPr sz="1550" spc="229" dirty="0">
                <a:latin typeface="Arial MT"/>
                <a:cs typeface="Arial MT"/>
              </a:rPr>
              <a:t> </a:t>
            </a:r>
            <a:r>
              <a:rPr sz="1550" spc="50" dirty="0">
                <a:solidFill>
                  <a:srgbClr val="0A0A0A"/>
                </a:solidFill>
                <a:latin typeface="Arial MT"/>
                <a:cs typeface="Arial MT"/>
              </a:rPr>
              <a:t>will</a:t>
            </a:r>
            <a:r>
              <a:rPr sz="1550" spc="35" dirty="0">
                <a:solidFill>
                  <a:srgbClr val="0A0A0A"/>
                </a:solidFill>
                <a:latin typeface="Arial MT"/>
                <a:cs typeface="Arial MT"/>
              </a:rPr>
              <a:t> </a:t>
            </a:r>
            <a:r>
              <a:rPr sz="1550" spc="80" dirty="0">
                <a:latin typeface="Arial MT"/>
                <a:cs typeface="Arial MT"/>
              </a:rPr>
              <a:t>not</a:t>
            </a:r>
            <a:r>
              <a:rPr sz="1550" spc="140" dirty="0">
                <a:latin typeface="Arial MT"/>
                <a:cs typeface="Arial MT"/>
              </a:rPr>
              <a:t> </a:t>
            </a:r>
            <a:r>
              <a:rPr sz="1550" spc="-20" dirty="0">
                <a:latin typeface="Arial MT"/>
                <a:cs typeface="Arial MT"/>
              </a:rPr>
              <a:t>have </a:t>
            </a:r>
            <a:r>
              <a:rPr sz="1550" spc="-50" dirty="0">
                <a:latin typeface="Arial MT"/>
                <a:cs typeface="Arial MT"/>
              </a:rPr>
              <a:t>access</a:t>
            </a:r>
            <a:r>
              <a:rPr sz="1550" spc="130" dirty="0">
                <a:latin typeface="Arial MT"/>
                <a:cs typeface="Arial MT"/>
              </a:rPr>
              <a:t> </a:t>
            </a:r>
            <a:r>
              <a:rPr sz="1550" dirty="0">
                <a:solidFill>
                  <a:srgbClr val="0E0E0E"/>
                </a:solidFill>
                <a:latin typeface="Arial MT"/>
                <a:cs typeface="Arial MT"/>
              </a:rPr>
              <a:t>to</a:t>
            </a:r>
            <a:r>
              <a:rPr sz="1550" spc="405" dirty="0">
                <a:solidFill>
                  <a:srgbClr val="0E0E0E"/>
                </a:solidFill>
                <a:latin typeface="Arial MT"/>
                <a:cs typeface="Arial MT"/>
              </a:rPr>
              <a:t> </a:t>
            </a:r>
            <a:r>
              <a:rPr sz="1550" dirty="0">
                <a:solidFill>
                  <a:srgbClr val="161616"/>
                </a:solidFill>
                <a:latin typeface="Arial MT"/>
                <a:cs typeface="Arial MT"/>
              </a:rPr>
              <a:t>any</a:t>
            </a:r>
            <a:r>
              <a:rPr sz="1550" spc="150" dirty="0">
                <a:solidFill>
                  <a:srgbClr val="161616"/>
                </a:solidFill>
                <a:latin typeface="Arial MT"/>
                <a:cs typeface="Arial MT"/>
              </a:rPr>
              <a:t> </a:t>
            </a:r>
            <a:r>
              <a:rPr sz="1550" spc="-65" dirty="0">
                <a:latin typeface="Arial MT"/>
                <a:cs typeface="Arial MT"/>
              </a:rPr>
              <a:t>AWS</a:t>
            </a:r>
            <a:r>
              <a:rPr sz="1550" spc="120" dirty="0">
                <a:latin typeface="Arial MT"/>
                <a:cs typeface="Arial MT"/>
              </a:rPr>
              <a:t> </a:t>
            </a:r>
            <a:r>
              <a:rPr sz="1550" dirty="0">
                <a:latin typeface="Arial MT"/>
                <a:cs typeface="Arial MT"/>
              </a:rPr>
              <a:t>service</a:t>
            </a:r>
            <a:r>
              <a:rPr sz="1550" spc="125" dirty="0">
                <a:latin typeface="Arial MT"/>
                <a:cs typeface="Arial MT"/>
              </a:rPr>
              <a:t> </a:t>
            </a:r>
            <a:r>
              <a:rPr sz="1550" spc="75" dirty="0">
                <a:solidFill>
                  <a:srgbClr val="0E0E0E"/>
                </a:solidFill>
                <a:latin typeface="Arial MT"/>
                <a:cs typeface="Arial MT"/>
              </a:rPr>
              <a:t>until</a:t>
            </a:r>
            <a:r>
              <a:rPr sz="1550" spc="-10" dirty="0">
                <a:solidFill>
                  <a:srgbClr val="0E0E0E"/>
                </a:solidFill>
                <a:latin typeface="Arial MT"/>
                <a:cs typeface="Arial MT"/>
              </a:rPr>
              <a:t> </a:t>
            </a:r>
            <a:r>
              <a:rPr sz="1550" dirty="0">
                <a:latin typeface="Arial MT"/>
                <a:cs typeface="Arial MT"/>
              </a:rPr>
              <a:t>you</a:t>
            </a:r>
            <a:r>
              <a:rPr sz="1550" spc="65" dirty="0">
                <a:latin typeface="Arial MT"/>
                <a:cs typeface="Arial MT"/>
              </a:rPr>
              <a:t> </a:t>
            </a:r>
            <a:r>
              <a:rPr sz="1550" dirty="0">
                <a:latin typeface="Arial MT"/>
                <a:cs typeface="Arial MT"/>
              </a:rPr>
              <a:t>grant</a:t>
            </a:r>
            <a:r>
              <a:rPr sz="1550" spc="150" dirty="0">
                <a:latin typeface="Arial MT"/>
                <a:cs typeface="Arial MT"/>
              </a:rPr>
              <a:t> </a:t>
            </a:r>
            <a:r>
              <a:rPr sz="1550" dirty="0">
                <a:solidFill>
                  <a:srgbClr val="242424"/>
                </a:solidFill>
                <a:latin typeface="Arial MT"/>
                <a:cs typeface="Arial MT"/>
              </a:rPr>
              <a:t>the</a:t>
            </a:r>
            <a:r>
              <a:rPr sz="1550" spc="160" dirty="0">
                <a:solidFill>
                  <a:srgbClr val="242424"/>
                </a:solidFill>
                <a:latin typeface="Arial MT"/>
                <a:cs typeface="Arial MT"/>
              </a:rPr>
              <a:t> </a:t>
            </a:r>
            <a:r>
              <a:rPr sz="1550" dirty="0">
                <a:latin typeface="Arial MT"/>
                <a:cs typeface="Arial MT"/>
              </a:rPr>
              <a:t>identity</a:t>
            </a:r>
            <a:r>
              <a:rPr sz="1550" spc="210" dirty="0">
                <a:latin typeface="Arial MT"/>
                <a:cs typeface="Arial MT"/>
              </a:rPr>
              <a:t> </a:t>
            </a:r>
            <a:r>
              <a:rPr sz="1550" spc="-10" dirty="0">
                <a:latin typeface="Arial MT"/>
                <a:cs typeface="Arial MT"/>
              </a:rPr>
              <a:t>access. </a:t>
            </a:r>
            <a:r>
              <a:rPr sz="1600" spc="-20" dirty="0">
                <a:solidFill>
                  <a:srgbClr val="0F0F0F"/>
                </a:solidFill>
                <a:latin typeface="Arial MT"/>
                <a:cs typeface="Arial MT"/>
              </a:rPr>
              <a:t>By</a:t>
            </a:r>
            <a:r>
              <a:rPr sz="1600" spc="10" dirty="0">
                <a:solidFill>
                  <a:srgbClr val="0F0F0F"/>
                </a:solidFill>
                <a:latin typeface="Arial MT"/>
                <a:cs typeface="Arial MT"/>
              </a:rPr>
              <a:t> </a:t>
            </a:r>
            <a:r>
              <a:rPr sz="1600" dirty="0">
                <a:latin typeface="Arial MT"/>
                <a:cs typeface="Arial MT"/>
              </a:rPr>
              <a:t>this</a:t>
            </a:r>
            <a:r>
              <a:rPr sz="1600" spc="45" dirty="0">
                <a:latin typeface="Arial MT"/>
                <a:cs typeface="Arial MT"/>
              </a:rPr>
              <a:t> </a:t>
            </a:r>
            <a:r>
              <a:rPr sz="1600" dirty="0">
                <a:solidFill>
                  <a:srgbClr val="0F0F0F"/>
                </a:solidFill>
                <a:latin typeface="Arial MT"/>
                <a:cs typeface="Arial MT"/>
              </a:rPr>
              <a:t>method,</a:t>
            </a:r>
            <a:r>
              <a:rPr sz="1600" spc="80" dirty="0">
                <a:solidFill>
                  <a:srgbClr val="0F0F0F"/>
                </a:solidFill>
                <a:latin typeface="Arial MT"/>
                <a:cs typeface="Arial MT"/>
              </a:rPr>
              <a:t> </a:t>
            </a:r>
            <a:r>
              <a:rPr sz="1600" dirty="0">
                <a:solidFill>
                  <a:srgbClr val="494949"/>
                </a:solidFill>
                <a:latin typeface="Arial MT"/>
                <a:cs typeface="Arial MT"/>
              </a:rPr>
              <a:t>no</a:t>
            </a:r>
            <a:r>
              <a:rPr sz="1600" spc="70" dirty="0">
                <a:solidFill>
                  <a:srgbClr val="494949"/>
                </a:solidFill>
                <a:latin typeface="Arial MT"/>
                <a:cs typeface="Arial MT"/>
              </a:rPr>
              <a:t> </a:t>
            </a:r>
            <a:r>
              <a:rPr sz="1600" dirty="0">
                <a:solidFill>
                  <a:srgbClr val="111111"/>
                </a:solidFill>
                <a:latin typeface="Arial MT"/>
                <a:cs typeface="Arial MT"/>
              </a:rPr>
              <a:t>one</a:t>
            </a:r>
            <a:r>
              <a:rPr sz="1600" spc="100" dirty="0">
                <a:solidFill>
                  <a:srgbClr val="111111"/>
                </a:solidFill>
                <a:latin typeface="Arial MT"/>
                <a:cs typeface="Arial MT"/>
              </a:rPr>
              <a:t> </a:t>
            </a:r>
            <a:r>
              <a:rPr sz="1600" dirty="0">
                <a:latin typeface="Arial MT"/>
                <a:cs typeface="Arial MT"/>
              </a:rPr>
              <a:t>should</a:t>
            </a:r>
            <a:r>
              <a:rPr sz="1600" spc="114" dirty="0">
                <a:latin typeface="Arial MT"/>
                <a:cs typeface="Arial MT"/>
              </a:rPr>
              <a:t> </a:t>
            </a:r>
            <a:r>
              <a:rPr sz="1600" dirty="0">
                <a:latin typeface="Arial MT"/>
                <a:cs typeface="Arial MT"/>
              </a:rPr>
              <a:t>be</a:t>
            </a:r>
            <a:r>
              <a:rPr sz="1600" spc="65" dirty="0">
                <a:latin typeface="Arial MT"/>
                <a:cs typeface="Arial MT"/>
              </a:rPr>
              <a:t> </a:t>
            </a:r>
            <a:r>
              <a:rPr sz="1600" dirty="0">
                <a:latin typeface="Arial MT"/>
                <a:cs typeface="Arial MT"/>
              </a:rPr>
              <a:t>able</a:t>
            </a:r>
            <a:r>
              <a:rPr sz="1600" spc="50" dirty="0">
                <a:latin typeface="Arial MT"/>
                <a:cs typeface="Arial MT"/>
              </a:rPr>
              <a:t> </a:t>
            </a:r>
            <a:r>
              <a:rPr sz="1600" dirty="0">
                <a:solidFill>
                  <a:srgbClr val="111111"/>
                </a:solidFill>
                <a:latin typeface="Arial MT"/>
                <a:cs typeface="Arial MT"/>
              </a:rPr>
              <a:t>to</a:t>
            </a:r>
            <a:r>
              <a:rPr sz="1600" spc="190" dirty="0">
                <a:solidFill>
                  <a:srgbClr val="111111"/>
                </a:solidFill>
                <a:latin typeface="Arial MT"/>
                <a:cs typeface="Arial MT"/>
              </a:rPr>
              <a:t> </a:t>
            </a:r>
            <a:r>
              <a:rPr sz="1600" dirty="0">
                <a:latin typeface="Arial MT"/>
                <a:cs typeface="Arial MT"/>
              </a:rPr>
              <a:t>provision</a:t>
            </a:r>
            <a:r>
              <a:rPr sz="1600" spc="125" dirty="0">
                <a:latin typeface="Arial MT"/>
                <a:cs typeface="Arial MT"/>
              </a:rPr>
              <a:t> </a:t>
            </a:r>
            <a:r>
              <a:rPr sz="1600" dirty="0">
                <a:solidFill>
                  <a:srgbClr val="1A1A1A"/>
                </a:solidFill>
                <a:latin typeface="Arial MT"/>
                <a:cs typeface="Arial MT"/>
              </a:rPr>
              <a:t>or</a:t>
            </a:r>
            <a:r>
              <a:rPr sz="1600" spc="80" dirty="0">
                <a:solidFill>
                  <a:srgbClr val="1A1A1A"/>
                </a:solidFill>
                <a:latin typeface="Arial MT"/>
                <a:cs typeface="Arial MT"/>
              </a:rPr>
              <a:t> </a:t>
            </a:r>
            <a:r>
              <a:rPr sz="1600" spc="-40" dirty="0">
                <a:latin typeface="Arial MT"/>
                <a:cs typeface="Arial MT"/>
              </a:rPr>
              <a:t>access </a:t>
            </a:r>
            <a:r>
              <a:rPr sz="1550" dirty="0">
                <a:latin typeface="Arial MT"/>
                <a:cs typeface="Arial MT"/>
              </a:rPr>
              <a:t>resources</a:t>
            </a:r>
            <a:r>
              <a:rPr sz="1550" spc="135" dirty="0">
                <a:latin typeface="Arial MT"/>
                <a:cs typeface="Arial MT"/>
              </a:rPr>
              <a:t> </a:t>
            </a:r>
            <a:r>
              <a:rPr sz="1550" spc="75" dirty="0">
                <a:latin typeface="Arial MT"/>
                <a:cs typeface="Arial MT"/>
              </a:rPr>
              <a:t>that</a:t>
            </a:r>
            <a:r>
              <a:rPr sz="1550" spc="145" dirty="0">
                <a:latin typeface="Arial MT"/>
                <a:cs typeface="Arial MT"/>
              </a:rPr>
              <a:t> </a:t>
            </a:r>
            <a:r>
              <a:rPr sz="1550" dirty="0">
                <a:latin typeface="Arial MT"/>
                <a:cs typeface="Arial MT"/>
              </a:rPr>
              <a:t>you</a:t>
            </a:r>
            <a:r>
              <a:rPr sz="1550" spc="105" dirty="0">
                <a:latin typeface="Arial MT"/>
                <a:cs typeface="Arial MT"/>
              </a:rPr>
              <a:t> </a:t>
            </a:r>
            <a:r>
              <a:rPr sz="1550" dirty="0">
                <a:latin typeface="Arial MT"/>
                <a:cs typeface="Arial MT"/>
              </a:rPr>
              <a:t>have</a:t>
            </a:r>
            <a:r>
              <a:rPr sz="1550" spc="105" dirty="0">
                <a:latin typeface="Arial MT"/>
                <a:cs typeface="Arial MT"/>
              </a:rPr>
              <a:t> </a:t>
            </a:r>
            <a:r>
              <a:rPr sz="1550" dirty="0">
                <a:solidFill>
                  <a:srgbClr val="424242"/>
                </a:solidFill>
                <a:latin typeface="Arial MT"/>
                <a:cs typeface="Arial MT"/>
              </a:rPr>
              <a:t>not</a:t>
            </a:r>
            <a:r>
              <a:rPr sz="1550" spc="465" dirty="0">
                <a:solidFill>
                  <a:srgbClr val="424242"/>
                </a:solidFill>
                <a:latin typeface="Arial MT"/>
                <a:cs typeface="Arial MT"/>
              </a:rPr>
              <a:t> </a:t>
            </a:r>
            <a:r>
              <a:rPr sz="1550" dirty="0">
                <a:latin typeface="Arial MT"/>
                <a:cs typeface="Arial MT"/>
              </a:rPr>
              <a:t>explicitly</a:t>
            </a:r>
            <a:r>
              <a:rPr sz="1550" spc="204" dirty="0">
                <a:latin typeface="Arial MT"/>
                <a:cs typeface="Arial MT"/>
              </a:rPr>
              <a:t> </a:t>
            </a:r>
            <a:r>
              <a:rPr sz="1550" dirty="0">
                <a:latin typeface="Arial MT"/>
                <a:cs typeface="Arial MT"/>
              </a:rPr>
              <a:t>granted</a:t>
            </a:r>
            <a:r>
              <a:rPr sz="1550" spc="135" dirty="0">
                <a:latin typeface="Arial MT"/>
                <a:cs typeface="Arial MT"/>
              </a:rPr>
              <a:t> </a:t>
            </a:r>
            <a:r>
              <a:rPr sz="1550" spc="90" dirty="0">
                <a:latin typeface="Arial MT"/>
                <a:cs typeface="Arial MT"/>
              </a:rPr>
              <a:t>them</a:t>
            </a:r>
            <a:r>
              <a:rPr sz="1550" spc="105" dirty="0">
                <a:latin typeface="Arial MT"/>
                <a:cs typeface="Arial MT"/>
              </a:rPr>
              <a:t> </a:t>
            </a:r>
            <a:r>
              <a:rPr sz="1550" spc="-10" dirty="0">
                <a:latin typeface="Arial MT"/>
                <a:cs typeface="Arial MT"/>
              </a:rPr>
              <a:t>access </a:t>
            </a:r>
            <a:r>
              <a:rPr sz="1550" spc="-25" dirty="0">
                <a:latin typeface="Arial MT"/>
                <a:cs typeface="Arial MT"/>
              </a:rPr>
              <a:t>IO.</a:t>
            </a:r>
            <a:endParaRPr sz="1550">
              <a:latin typeface="Arial MT"/>
              <a:cs typeface="Arial MT"/>
            </a:endParaRPr>
          </a:p>
          <a:p>
            <a:pPr>
              <a:lnSpc>
                <a:spcPct val="100000"/>
              </a:lnSpc>
              <a:spcBef>
                <a:spcPts val="1390"/>
              </a:spcBef>
            </a:pPr>
            <a:endParaRPr sz="1550">
              <a:latin typeface="Arial MT"/>
              <a:cs typeface="Arial MT"/>
            </a:endParaRPr>
          </a:p>
          <a:p>
            <a:pPr marL="22225" marR="81280" indent="3175">
              <a:lnSpc>
                <a:spcPct val="118300"/>
              </a:lnSpc>
            </a:pPr>
            <a:r>
              <a:rPr sz="1450" dirty="0">
                <a:latin typeface="Arial MT"/>
                <a:cs typeface="Arial MT"/>
              </a:rPr>
              <a:t>For</a:t>
            </a:r>
            <a:r>
              <a:rPr sz="1450" spc="114" dirty="0">
                <a:latin typeface="Arial MT"/>
                <a:cs typeface="Arial MT"/>
              </a:rPr>
              <a:t> </a:t>
            </a:r>
            <a:r>
              <a:rPr sz="1450" dirty="0">
                <a:latin typeface="Arial MT"/>
                <a:cs typeface="Arial MT"/>
              </a:rPr>
              <a:t>eXample,</a:t>
            </a:r>
            <a:r>
              <a:rPr sz="1450" spc="140" dirty="0">
                <a:latin typeface="Arial MT"/>
                <a:cs typeface="Arial MT"/>
              </a:rPr>
              <a:t> </a:t>
            </a:r>
            <a:r>
              <a:rPr sz="1450" dirty="0">
                <a:solidFill>
                  <a:srgbClr val="0F0F0F"/>
                </a:solidFill>
                <a:latin typeface="Arial MT"/>
                <a:cs typeface="Arial MT"/>
              </a:rPr>
              <a:t>if</a:t>
            </a:r>
            <a:r>
              <a:rPr sz="1450" spc="254" dirty="0">
                <a:solidFill>
                  <a:srgbClr val="0F0F0F"/>
                </a:solidFill>
                <a:latin typeface="Arial MT"/>
                <a:cs typeface="Arial MT"/>
              </a:rPr>
              <a:t> </a:t>
            </a:r>
            <a:r>
              <a:rPr sz="1450" spc="-130" dirty="0">
                <a:solidFill>
                  <a:srgbClr val="0C0C0C"/>
                </a:solidFill>
                <a:latin typeface="Arial MT"/>
                <a:cs typeface="Arial MT"/>
              </a:rPr>
              <a:t>yO</a:t>
            </a:r>
            <a:r>
              <a:rPr sz="1450" spc="-225" dirty="0">
                <a:solidFill>
                  <a:srgbClr val="0C0C0C"/>
                </a:solidFill>
                <a:latin typeface="Arial MT"/>
                <a:cs typeface="Arial MT"/>
              </a:rPr>
              <a:t> </a:t>
            </a:r>
            <a:r>
              <a:rPr sz="1450" spc="-254" dirty="0">
                <a:latin typeface="Arial MT"/>
                <a:cs typeface="Arial MT"/>
              </a:rPr>
              <a:t>Lt</a:t>
            </a:r>
            <a:r>
              <a:rPr sz="1450" spc="170" dirty="0">
                <a:latin typeface="Arial MT"/>
                <a:cs typeface="Arial MT"/>
              </a:rPr>
              <a:t> </a:t>
            </a:r>
            <a:r>
              <a:rPr sz="1450" spc="-135" dirty="0">
                <a:latin typeface="Arial MT"/>
                <a:cs typeface="Arial MT"/>
              </a:rPr>
              <a:t>CFE'Bte</a:t>
            </a:r>
            <a:r>
              <a:rPr sz="1450" spc="195" dirty="0">
                <a:latin typeface="Arial MT"/>
                <a:cs typeface="Arial MT"/>
              </a:rPr>
              <a:t> </a:t>
            </a:r>
            <a:r>
              <a:rPr sz="1450" dirty="0">
                <a:latin typeface="Arial MT"/>
                <a:cs typeface="Arial MT"/>
              </a:rPr>
              <a:t>a</a:t>
            </a:r>
            <a:r>
              <a:rPr sz="1450" spc="125" dirty="0">
                <a:latin typeface="Arial MT"/>
                <a:cs typeface="Arial MT"/>
              </a:rPr>
              <a:t> </a:t>
            </a:r>
            <a:r>
              <a:rPr sz="1450" dirty="0">
                <a:latin typeface="Arial MT"/>
                <a:cs typeface="Arial MT"/>
              </a:rPr>
              <a:t>neW</a:t>
            </a:r>
            <a:r>
              <a:rPr sz="1450" spc="150" dirty="0">
                <a:latin typeface="Arial MT"/>
                <a:cs typeface="Arial MT"/>
              </a:rPr>
              <a:t> </a:t>
            </a:r>
            <a:r>
              <a:rPr sz="1450" dirty="0">
                <a:latin typeface="Arial MT"/>
                <a:cs typeface="Arial MT"/>
              </a:rPr>
              <a:t>user,</a:t>
            </a:r>
            <a:r>
              <a:rPr sz="1450" spc="100" dirty="0">
                <a:latin typeface="Arial MT"/>
                <a:cs typeface="Arial MT"/>
              </a:rPr>
              <a:t> </a:t>
            </a:r>
            <a:r>
              <a:rPr sz="1450" spc="114" dirty="0">
                <a:latin typeface="Arial MT"/>
                <a:cs typeface="Arial MT"/>
              </a:rPr>
              <a:t>then</a:t>
            </a:r>
            <a:r>
              <a:rPr sz="1450" spc="80" dirty="0">
                <a:latin typeface="Arial MT"/>
                <a:cs typeface="Arial MT"/>
              </a:rPr>
              <a:t> </a:t>
            </a:r>
            <a:r>
              <a:rPr sz="1450" spc="114" dirty="0">
                <a:latin typeface="Arial MT"/>
                <a:cs typeface="Arial MT"/>
              </a:rPr>
              <a:t>that</a:t>
            </a:r>
            <a:r>
              <a:rPr sz="1450" spc="120" dirty="0">
                <a:latin typeface="Arial MT"/>
                <a:cs typeface="Arial MT"/>
              </a:rPr>
              <a:t> </a:t>
            </a:r>
            <a:r>
              <a:rPr sz="1450" dirty="0">
                <a:latin typeface="Arial MT"/>
                <a:cs typeface="Arial MT"/>
              </a:rPr>
              <a:t>user</a:t>
            </a:r>
            <a:r>
              <a:rPr sz="1450" spc="135" dirty="0">
                <a:latin typeface="Arial MT"/>
                <a:cs typeface="Arial MT"/>
              </a:rPr>
              <a:t> </a:t>
            </a:r>
            <a:r>
              <a:rPr sz="1450" spc="65" dirty="0">
                <a:latin typeface="Arial MT"/>
                <a:cs typeface="Arial MT"/>
              </a:rPr>
              <a:t>cannot </a:t>
            </a:r>
            <a:r>
              <a:rPr sz="1550" spc="-50" dirty="0">
                <a:latin typeface="Arial MT"/>
                <a:cs typeface="Arial MT"/>
              </a:rPr>
              <a:t>access</a:t>
            </a:r>
            <a:r>
              <a:rPr sz="1550" spc="100" dirty="0">
                <a:latin typeface="Arial MT"/>
                <a:cs typeface="Arial MT"/>
              </a:rPr>
              <a:t> </a:t>
            </a:r>
            <a:r>
              <a:rPr sz="1550" dirty="0">
                <a:solidFill>
                  <a:srgbClr val="1A1A1A"/>
                </a:solidFill>
                <a:latin typeface="Arial MT"/>
                <a:cs typeface="Arial MT"/>
              </a:rPr>
              <a:t>the</a:t>
            </a:r>
            <a:r>
              <a:rPr sz="1550" spc="390" dirty="0">
                <a:solidFill>
                  <a:srgbClr val="1A1A1A"/>
                </a:solidFill>
                <a:latin typeface="Arial MT"/>
                <a:cs typeface="Arial MT"/>
              </a:rPr>
              <a:t> </a:t>
            </a:r>
            <a:r>
              <a:rPr sz="1550" spc="-50" dirty="0">
                <a:solidFill>
                  <a:srgbClr val="212121"/>
                </a:solidFill>
                <a:latin typeface="Arial MT"/>
                <a:cs typeface="Arial MT"/>
              </a:rPr>
              <a:t>EC2</a:t>
            </a:r>
            <a:r>
              <a:rPr sz="1550" spc="114" dirty="0">
                <a:solidFill>
                  <a:srgbClr val="212121"/>
                </a:solidFill>
                <a:latin typeface="Arial MT"/>
                <a:cs typeface="Arial MT"/>
              </a:rPr>
              <a:t> </a:t>
            </a:r>
            <a:r>
              <a:rPr sz="1550" dirty="0">
                <a:latin typeface="Arial MT"/>
                <a:cs typeface="Arial MT"/>
              </a:rPr>
              <a:t>Dashboard</a:t>
            </a:r>
            <a:r>
              <a:rPr sz="1550" spc="240" dirty="0">
                <a:latin typeface="Arial MT"/>
                <a:cs typeface="Arial MT"/>
              </a:rPr>
              <a:t> </a:t>
            </a:r>
            <a:r>
              <a:rPr sz="1550" dirty="0">
                <a:latin typeface="Arial MT"/>
                <a:cs typeface="Arial MT"/>
              </a:rPr>
              <a:t>by</a:t>
            </a:r>
            <a:r>
              <a:rPr sz="1550" spc="114" dirty="0">
                <a:latin typeface="Arial MT"/>
                <a:cs typeface="Arial MT"/>
              </a:rPr>
              <a:t> </a:t>
            </a:r>
            <a:r>
              <a:rPr sz="1550" dirty="0">
                <a:latin typeface="Arial MT"/>
                <a:cs typeface="Arial MT"/>
              </a:rPr>
              <a:t>default.</a:t>
            </a:r>
            <a:r>
              <a:rPr sz="1550" spc="100" dirty="0">
                <a:latin typeface="Arial MT"/>
                <a:cs typeface="Arial MT"/>
              </a:rPr>
              <a:t> </a:t>
            </a:r>
            <a:r>
              <a:rPr sz="1550" dirty="0">
                <a:latin typeface="Arial MT"/>
                <a:cs typeface="Arial MT"/>
              </a:rPr>
              <a:t>You</a:t>
            </a:r>
            <a:r>
              <a:rPr sz="1550" spc="10" dirty="0">
                <a:latin typeface="Arial MT"/>
                <a:cs typeface="Arial MT"/>
              </a:rPr>
              <a:t> </a:t>
            </a:r>
            <a:r>
              <a:rPr sz="1550" spc="50" dirty="0">
                <a:solidFill>
                  <a:srgbClr val="111111"/>
                </a:solidFill>
                <a:latin typeface="Arial MT"/>
                <a:cs typeface="Arial MT"/>
              </a:rPr>
              <a:t>must</a:t>
            </a:r>
            <a:r>
              <a:rPr sz="1550" spc="65" dirty="0">
                <a:solidFill>
                  <a:srgbClr val="111111"/>
                </a:solidFill>
                <a:latin typeface="Arial MT"/>
                <a:cs typeface="Arial MT"/>
              </a:rPr>
              <a:t> </a:t>
            </a:r>
            <a:r>
              <a:rPr sz="1550" dirty="0">
                <a:latin typeface="Arial MT"/>
                <a:cs typeface="Arial MT"/>
              </a:rPr>
              <a:t>attach</a:t>
            </a:r>
            <a:r>
              <a:rPr sz="1550" spc="65" dirty="0">
                <a:latin typeface="Arial MT"/>
                <a:cs typeface="Arial MT"/>
              </a:rPr>
              <a:t> </a:t>
            </a:r>
            <a:r>
              <a:rPr sz="1550" spc="-25" dirty="0">
                <a:solidFill>
                  <a:srgbClr val="0F0F0F"/>
                </a:solidFill>
                <a:latin typeface="Arial MT"/>
                <a:cs typeface="Arial MT"/>
              </a:rPr>
              <a:t>an </a:t>
            </a:r>
            <a:r>
              <a:rPr sz="1550" dirty="0">
                <a:latin typeface="Arial MT"/>
                <a:cs typeface="Arial MT"/>
              </a:rPr>
              <a:t>IAM</a:t>
            </a:r>
            <a:r>
              <a:rPr sz="1550" spc="15" dirty="0">
                <a:latin typeface="Arial MT"/>
                <a:cs typeface="Arial MT"/>
              </a:rPr>
              <a:t> </a:t>
            </a:r>
            <a:r>
              <a:rPr sz="1550" dirty="0">
                <a:latin typeface="Arial MT"/>
                <a:cs typeface="Arial MT"/>
              </a:rPr>
              <a:t>Dolicy</a:t>
            </a:r>
            <a:r>
              <a:rPr sz="1550" spc="95" dirty="0">
                <a:latin typeface="Arial MT"/>
                <a:cs typeface="Arial MT"/>
              </a:rPr>
              <a:t> </a:t>
            </a:r>
            <a:r>
              <a:rPr sz="1550" dirty="0">
                <a:latin typeface="Arial MT"/>
                <a:cs typeface="Arial MT"/>
              </a:rPr>
              <a:t>to</a:t>
            </a:r>
            <a:r>
              <a:rPr sz="1550" spc="270" dirty="0">
                <a:latin typeface="Arial MT"/>
                <a:cs typeface="Arial MT"/>
              </a:rPr>
              <a:t> </a:t>
            </a:r>
            <a:r>
              <a:rPr sz="1550" spc="60" dirty="0">
                <a:solidFill>
                  <a:srgbClr val="0C0C0C"/>
                </a:solidFill>
                <a:latin typeface="Arial MT"/>
                <a:cs typeface="Arial MT"/>
              </a:rPr>
              <a:t>that</a:t>
            </a:r>
            <a:r>
              <a:rPr sz="1550" spc="130" dirty="0">
                <a:solidFill>
                  <a:srgbClr val="0C0C0C"/>
                </a:solidFill>
                <a:latin typeface="Arial MT"/>
                <a:cs typeface="Arial MT"/>
              </a:rPr>
              <a:t> </a:t>
            </a:r>
            <a:r>
              <a:rPr sz="1550" dirty="0">
                <a:latin typeface="Arial MT"/>
                <a:cs typeface="Arial MT"/>
              </a:rPr>
              <a:t>user</a:t>
            </a:r>
            <a:r>
              <a:rPr sz="1550" spc="105" dirty="0">
                <a:latin typeface="Arial MT"/>
                <a:cs typeface="Arial MT"/>
              </a:rPr>
              <a:t> </a:t>
            </a:r>
            <a:r>
              <a:rPr sz="1550" spc="60" dirty="0">
                <a:solidFill>
                  <a:srgbClr val="1D1D1D"/>
                </a:solidFill>
                <a:latin typeface="Arial MT"/>
                <a:cs typeface="Arial MT"/>
              </a:rPr>
              <a:t>to</a:t>
            </a:r>
            <a:r>
              <a:rPr sz="1550" spc="100" dirty="0">
                <a:solidFill>
                  <a:srgbClr val="1D1D1D"/>
                </a:solidFill>
                <a:latin typeface="Arial MT"/>
                <a:cs typeface="Arial MT"/>
              </a:rPr>
              <a:t> </a:t>
            </a:r>
            <a:r>
              <a:rPr sz="1550" dirty="0">
                <a:latin typeface="Arial MT"/>
                <a:cs typeface="Arial MT"/>
              </a:rPr>
              <a:t>grant</a:t>
            </a:r>
            <a:r>
              <a:rPr sz="1550" spc="80" dirty="0">
                <a:latin typeface="Arial MT"/>
                <a:cs typeface="Arial MT"/>
              </a:rPr>
              <a:t> </a:t>
            </a:r>
            <a:r>
              <a:rPr sz="1550" spc="75" dirty="0">
                <a:latin typeface="Arial MT"/>
                <a:cs typeface="Arial MT"/>
              </a:rPr>
              <a:t>them</a:t>
            </a:r>
            <a:r>
              <a:rPr sz="1550" spc="15" dirty="0">
                <a:latin typeface="Arial MT"/>
                <a:cs typeface="Arial MT"/>
              </a:rPr>
              <a:t> </a:t>
            </a:r>
            <a:r>
              <a:rPr sz="1550" spc="-50" dirty="0">
                <a:latin typeface="Arial MT"/>
                <a:cs typeface="Arial MT"/>
              </a:rPr>
              <a:t>access</a:t>
            </a:r>
            <a:r>
              <a:rPr sz="1550" spc="65" dirty="0">
                <a:latin typeface="Arial MT"/>
                <a:cs typeface="Arial MT"/>
              </a:rPr>
              <a:t> </a:t>
            </a:r>
            <a:r>
              <a:rPr sz="1550" dirty="0">
                <a:latin typeface="Arial MT"/>
                <a:cs typeface="Arial MT"/>
              </a:rPr>
              <a:t>to</a:t>
            </a:r>
            <a:r>
              <a:rPr sz="1550" spc="260" dirty="0">
                <a:latin typeface="Arial MT"/>
                <a:cs typeface="Arial MT"/>
              </a:rPr>
              <a:t> </a:t>
            </a:r>
            <a:r>
              <a:rPr sz="1550" dirty="0">
                <a:solidFill>
                  <a:srgbClr val="1F1F1F"/>
                </a:solidFill>
                <a:latin typeface="Arial MT"/>
                <a:cs typeface="Arial MT"/>
              </a:rPr>
              <a:t>tnR</a:t>
            </a:r>
            <a:r>
              <a:rPr sz="1550" spc="40" dirty="0">
                <a:solidFill>
                  <a:srgbClr val="1F1F1F"/>
                </a:solidFill>
                <a:latin typeface="Arial MT"/>
                <a:cs typeface="Arial MT"/>
              </a:rPr>
              <a:t> </a:t>
            </a:r>
            <a:r>
              <a:rPr sz="1550" spc="-25" dirty="0">
                <a:latin typeface="Arial MT"/>
                <a:cs typeface="Arial MT"/>
              </a:rPr>
              <a:t>EC2 </a:t>
            </a:r>
            <a:r>
              <a:rPr sz="1600" spc="-10" dirty="0">
                <a:latin typeface="Arial MT"/>
                <a:cs typeface="Arial MT"/>
              </a:rPr>
              <a:t>Dashboard.</a:t>
            </a:r>
            <a:endParaRPr sz="1600">
              <a:latin typeface="Arial MT"/>
              <a:cs typeface="Arial MT"/>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337310" y="365125"/>
            <a:ext cx="9516491" cy="5287009"/>
          </a:xfrm>
          <a:prstGeom prst="rect">
            <a:avLst/>
          </a:prstGeom>
        </p:spPr>
      </p:pic>
      <p:sp>
        <p:nvSpPr>
          <p:cNvPr id="3" name="object 3"/>
          <p:cNvSpPr txBox="1"/>
          <p:nvPr/>
        </p:nvSpPr>
        <p:spPr>
          <a:xfrm>
            <a:off x="4787019" y="1391092"/>
            <a:ext cx="5542915" cy="2633345"/>
          </a:xfrm>
          <a:prstGeom prst="rect">
            <a:avLst/>
          </a:prstGeom>
        </p:spPr>
        <p:txBody>
          <a:bodyPr vert="horz" wrap="square" lIns="0" tIns="12700" rIns="0" bIns="0" rtlCol="0">
            <a:spAutoFit/>
          </a:bodyPr>
          <a:lstStyle/>
          <a:p>
            <a:pPr marL="19685" marR="243840" indent="-7620">
              <a:lnSpc>
                <a:spcPct val="106600"/>
              </a:lnSpc>
              <a:spcBef>
                <a:spcPts val="100"/>
              </a:spcBef>
            </a:pPr>
            <a:r>
              <a:rPr sz="1700" spc="-75" dirty="0">
                <a:solidFill>
                  <a:srgbClr val="1C1C1C"/>
                </a:solidFill>
                <a:latin typeface="Arial MT"/>
                <a:cs typeface="Arial MT"/>
              </a:rPr>
              <a:t>The</a:t>
            </a:r>
            <a:r>
              <a:rPr sz="1700" spc="-45" dirty="0">
                <a:solidFill>
                  <a:srgbClr val="1C1C1C"/>
                </a:solidFill>
                <a:latin typeface="Arial MT"/>
                <a:cs typeface="Arial MT"/>
              </a:rPr>
              <a:t> </a:t>
            </a:r>
            <a:r>
              <a:rPr sz="1700" dirty="0">
                <a:latin typeface="Arial MT"/>
                <a:cs typeface="Arial MT"/>
              </a:rPr>
              <a:t>following</a:t>
            </a:r>
            <a:r>
              <a:rPr sz="1700" spc="-20" dirty="0">
                <a:latin typeface="Arial MT"/>
                <a:cs typeface="Arial MT"/>
              </a:rPr>
              <a:t> </a:t>
            </a:r>
            <a:r>
              <a:rPr sz="1700" dirty="0">
                <a:latin typeface="Arial MT"/>
                <a:cs typeface="Arial MT"/>
              </a:rPr>
              <a:t>list</a:t>
            </a:r>
            <a:r>
              <a:rPr sz="1700" spc="-5" dirty="0">
                <a:latin typeface="Arial MT"/>
                <a:cs typeface="Arial MT"/>
              </a:rPr>
              <a:t> </a:t>
            </a:r>
            <a:r>
              <a:rPr sz="1700" spc="-80" dirty="0">
                <a:latin typeface="Arial MT"/>
                <a:cs typeface="Arial MT"/>
              </a:rPr>
              <a:t>describes</a:t>
            </a:r>
            <a:r>
              <a:rPr sz="1700" spc="55" dirty="0">
                <a:latin typeface="Arial MT"/>
                <a:cs typeface="Arial MT"/>
              </a:rPr>
              <a:t> </a:t>
            </a:r>
            <a:r>
              <a:rPr sz="1700" dirty="0">
                <a:latin typeface="Arial MT"/>
                <a:cs typeface="Arial MT"/>
              </a:rPr>
              <a:t>a</a:t>
            </a:r>
            <a:r>
              <a:rPr sz="1700" spc="-20" dirty="0">
                <a:latin typeface="Arial MT"/>
                <a:cs typeface="Arial MT"/>
              </a:rPr>
              <a:t> </a:t>
            </a:r>
            <a:r>
              <a:rPr sz="1700" spc="-10" dirty="0">
                <a:latin typeface="Arial MT"/>
                <a:cs typeface="Arial MT"/>
              </a:rPr>
              <a:t>few</a:t>
            </a:r>
            <a:r>
              <a:rPr sz="1700" spc="-70" dirty="0">
                <a:latin typeface="Arial MT"/>
                <a:cs typeface="Arial MT"/>
              </a:rPr>
              <a:t> </a:t>
            </a:r>
            <a:r>
              <a:rPr sz="1700" dirty="0">
                <a:solidFill>
                  <a:srgbClr val="2D2D2D"/>
                </a:solidFill>
                <a:latin typeface="Arial MT"/>
                <a:cs typeface="Arial MT"/>
              </a:rPr>
              <a:t>of</a:t>
            </a:r>
            <a:r>
              <a:rPr sz="1700" spc="-50" dirty="0">
                <a:solidFill>
                  <a:srgbClr val="2D2D2D"/>
                </a:solidFill>
                <a:latin typeface="Arial MT"/>
                <a:cs typeface="Arial MT"/>
              </a:rPr>
              <a:t> </a:t>
            </a:r>
            <a:r>
              <a:rPr sz="1700" dirty="0">
                <a:latin typeface="Arial MT"/>
                <a:cs typeface="Arial MT"/>
              </a:rPr>
              <a:t>the</a:t>
            </a:r>
            <a:r>
              <a:rPr sz="1700" spc="-100" dirty="0">
                <a:latin typeface="Arial MT"/>
                <a:cs typeface="Arial MT"/>
              </a:rPr>
              <a:t> </a:t>
            </a:r>
            <a:r>
              <a:rPr sz="1700" spc="-10" dirty="0">
                <a:latin typeface="Arial MT"/>
                <a:cs typeface="Arial MT"/>
              </a:rPr>
              <a:t>benefits</a:t>
            </a:r>
            <a:r>
              <a:rPr sz="1700" spc="-40" dirty="0">
                <a:latin typeface="Arial MT"/>
                <a:cs typeface="Arial MT"/>
              </a:rPr>
              <a:t> </a:t>
            </a:r>
            <a:r>
              <a:rPr sz="1700" dirty="0">
                <a:latin typeface="Arial MT"/>
                <a:cs typeface="Arial MT"/>
              </a:rPr>
              <a:t>that</a:t>
            </a:r>
            <a:r>
              <a:rPr sz="1700" spc="-80" dirty="0">
                <a:latin typeface="Arial MT"/>
                <a:cs typeface="Arial MT"/>
              </a:rPr>
              <a:t> </a:t>
            </a:r>
            <a:r>
              <a:rPr sz="1700" spc="-25" dirty="0">
                <a:latin typeface="Arial MT"/>
                <a:cs typeface="Arial MT"/>
              </a:rPr>
              <a:t>IAM </a:t>
            </a:r>
            <a:r>
              <a:rPr sz="1700" spc="-10" dirty="0">
                <a:latin typeface="Arial MT"/>
                <a:cs typeface="Arial MT"/>
              </a:rPr>
              <a:t>offers.</a:t>
            </a:r>
            <a:endParaRPr sz="1700">
              <a:latin typeface="Arial MT"/>
              <a:cs typeface="Arial MT"/>
            </a:endParaRPr>
          </a:p>
          <a:p>
            <a:pPr>
              <a:lnSpc>
                <a:spcPct val="100000"/>
              </a:lnSpc>
              <a:spcBef>
                <a:spcPts val="670"/>
              </a:spcBef>
            </a:pPr>
            <a:endParaRPr sz="1700">
              <a:latin typeface="Arial MT"/>
              <a:cs typeface="Arial MT"/>
            </a:endParaRPr>
          </a:p>
          <a:p>
            <a:pPr marL="168275" marR="12700" indent="-153035">
              <a:lnSpc>
                <a:spcPct val="106600"/>
              </a:lnSpc>
              <a:buChar char="•"/>
              <a:tabLst>
                <a:tab pos="171450" algn="l"/>
              </a:tabLst>
            </a:pPr>
            <a:r>
              <a:rPr sz="1700" spc="-70" dirty="0">
                <a:latin typeface="Arial MT"/>
                <a:cs typeface="Arial MT"/>
              </a:rPr>
              <a:t>IAM</a:t>
            </a:r>
            <a:r>
              <a:rPr sz="1700" spc="-50" dirty="0">
                <a:latin typeface="Arial MT"/>
                <a:cs typeface="Arial MT"/>
              </a:rPr>
              <a:t> </a:t>
            </a:r>
            <a:r>
              <a:rPr sz="1700" spc="-85" dirty="0">
                <a:latin typeface="Arial MT"/>
                <a:cs typeface="Arial MT"/>
              </a:rPr>
              <a:t>has</a:t>
            </a:r>
            <a:r>
              <a:rPr sz="1700" spc="-35" dirty="0">
                <a:latin typeface="Arial MT"/>
                <a:cs typeface="Arial MT"/>
              </a:rPr>
              <a:t> </a:t>
            </a:r>
            <a:r>
              <a:rPr sz="1700" spc="-280" dirty="0">
                <a:latin typeface="Arial MT"/>
                <a:cs typeface="Arial MT"/>
              </a:rPr>
              <a:t>a</a:t>
            </a:r>
            <a:r>
              <a:rPr sz="1700" spc="130" dirty="0">
                <a:latin typeface="Arial MT"/>
                <a:cs typeface="Arial MT"/>
              </a:rPr>
              <a:t> </a:t>
            </a:r>
            <a:r>
              <a:rPr sz="1700" spc="-50" dirty="0">
                <a:latin typeface="Arial MT"/>
                <a:cs typeface="Arial MT"/>
              </a:rPr>
              <a:t>simple</a:t>
            </a:r>
            <a:r>
              <a:rPr sz="1700" spc="55" dirty="0">
                <a:latin typeface="Arial MT"/>
                <a:cs typeface="Arial MT"/>
              </a:rPr>
              <a:t> </a:t>
            </a:r>
            <a:r>
              <a:rPr sz="1700" spc="-265" dirty="0">
                <a:latin typeface="Arial MT"/>
                <a:cs typeface="Arial MT"/>
              </a:rPr>
              <a:t>used-</a:t>
            </a:r>
            <a:r>
              <a:rPr sz="1700" spc="-5" dirty="0">
                <a:latin typeface="Arial MT"/>
                <a:cs typeface="Arial MT"/>
              </a:rPr>
              <a:t> </a:t>
            </a:r>
            <a:r>
              <a:rPr sz="1700" spc="-35" dirty="0">
                <a:latin typeface="Arial MT"/>
                <a:cs typeface="Arial MT"/>
              </a:rPr>
              <a:t>interface</a:t>
            </a:r>
            <a:r>
              <a:rPr sz="1700" spc="40" dirty="0">
                <a:latin typeface="Arial MT"/>
                <a:cs typeface="Arial MT"/>
              </a:rPr>
              <a:t> </a:t>
            </a:r>
            <a:r>
              <a:rPr sz="1700" dirty="0">
                <a:solidFill>
                  <a:srgbClr val="131313"/>
                </a:solidFill>
                <a:latin typeface="Arial MT"/>
                <a:cs typeface="Arial MT"/>
              </a:rPr>
              <a:t>that </a:t>
            </a:r>
            <a:r>
              <a:rPr sz="1700" spc="-80" dirty="0">
                <a:latin typeface="Arial MT"/>
                <a:cs typeface="Arial MT"/>
              </a:rPr>
              <a:t>makes</a:t>
            </a:r>
            <a:r>
              <a:rPr sz="1700" spc="20" dirty="0">
                <a:latin typeface="Arial MT"/>
                <a:cs typeface="Arial MT"/>
              </a:rPr>
              <a:t> </a:t>
            </a:r>
            <a:r>
              <a:rPr sz="1700" dirty="0">
                <a:latin typeface="Arial MT"/>
                <a:cs typeface="Arial MT"/>
              </a:rPr>
              <a:t>it</a:t>
            </a:r>
            <a:r>
              <a:rPr sz="1700" spc="10" dirty="0">
                <a:latin typeface="Arial MT"/>
                <a:cs typeface="Arial MT"/>
              </a:rPr>
              <a:t> </a:t>
            </a:r>
            <a:r>
              <a:rPr sz="1700" spc="-125" dirty="0">
                <a:latin typeface="Arial MT"/>
                <a:cs typeface="Arial MT"/>
              </a:rPr>
              <a:t>easy</a:t>
            </a:r>
            <a:r>
              <a:rPr sz="1700" spc="15" dirty="0">
                <a:latin typeface="Arial MT"/>
                <a:cs typeface="Arial MT"/>
              </a:rPr>
              <a:t> </a:t>
            </a:r>
            <a:r>
              <a:rPr sz="1700" dirty="0">
                <a:solidFill>
                  <a:srgbClr val="262626"/>
                </a:solidFill>
                <a:latin typeface="Arial MT"/>
                <a:cs typeface="Arial MT"/>
              </a:rPr>
              <a:t>to</a:t>
            </a:r>
            <a:r>
              <a:rPr sz="1700" spc="-10" dirty="0">
                <a:solidFill>
                  <a:srgbClr val="262626"/>
                </a:solidFill>
                <a:latin typeface="Arial MT"/>
                <a:cs typeface="Arial MT"/>
              </a:rPr>
              <a:t> </a:t>
            </a:r>
            <a:r>
              <a:rPr sz="1700" spc="-10" dirty="0">
                <a:latin typeface="Arial MT"/>
                <a:cs typeface="Arial MT"/>
              </a:rPr>
              <a:t>grant 	</a:t>
            </a:r>
            <a:r>
              <a:rPr sz="1700" spc="-45" dirty="0">
                <a:solidFill>
                  <a:srgbClr val="131313"/>
                </a:solidFill>
                <a:latin typeface="Arial MT"/>
                <a:cs typeface="Arial MT"/>
              </a:rPr>
              <a:t>and</a:t>
            </a:r>
            <a:r>
              <a:rPr sz="1700" spc="-75" dirty="0">
                <a:solidFill>
                  <a:srgbClr val="131313"/>
                </a:solidFill>
                <a:latin typeface="Arial MT"/>
                <a:cs typeface="Arial MT"/>
              </a:rPr>
              <a:t> </a:t>
            </a:r>
            <a:r>
              <a:rPr sz="1700" spc="-10" dirty="0">
                <a:solidFill>
                  <a:srgbClr val="0F0F0F"/>
                </a:solidFill>
                <a:latin typeface="Arial MT"/>
                <a:cs typeface="Arial MT"/>
              </a:rPr>
              <a:t>control</a:t>
            </a:r>
            <a:r>
              <a:rPr sz="1700" spc="-70" dirty="0">
                <a:solidFill>
                  <a:srgbClr val="0F0F0F"/>
                </a:solidFill>
                <a:latin typeface="Arial MT"/>
                <a:cs typeface="Arial MT"/>
              </a:rPr>
              <a:t> </a:t>
            </a:r>
            <a:r>
              <a:rPr sz="1700" spc="-70" dirty="0">
                <a:latin typeface="Arial MT"/>
                <a:cs typeface="Arial MT"/>
              </a:rPr>
              <a:t>user</a:t>
            </a:r>
            <a:r>
              <a:rPr sz="1700" spc="40" dirty="0">
                <a:latin typeface="Arial MT"/>
                <a:cs typeface="Arial MT"/>
              </a:rPr>
              <a:t> </a:t>
            </a:r>
            <a:r>
              <a:rPr sz="1700" spc="-150" dirty="0">
                <a:solidFill>
                  <a:srgbClr val="0A0A0A"/>
                </a:solidFill>
                <a:latin typeface="Arial MT"/>
                <a:cs typeface="Arial MT"/>
              </a:rPr>
              <a:t>access</a:t>
            </a:r>
            <a:r>
              <a:rPr sz="1700" spc="30" dirty="0">
                <a:solidFill>
                  <a:srgbClr val="0A0A0A"/>
                </a:solidFill>
                <a:latin typeface="Arial MT"/>
                <a:cs typeface="Arial MT"/>
              </a:rPr>
              <a:t> </a:t>
            </a:r>
            <a:r>
              <a:rPr sz="1700" dirty="0">
                <a:solidFill>
                  <a:srgbClr val="0A0A0A"/>
                </a:solidFill>
                <a:latin typeface="Arial MT"/>
                <a:cs typeface="Arial MT"/>
              </a:rPr>
              <a:t>to</a:t>
            </a:r>
            <a:r>
              <a:rPr sz="1700" spc="45" dirty="0">
                <a:solidFill>
                  <a:srgbClr val="0A0A0A"/>
                </a:solidFill>
                <a:latin typeface="Arial MT"/>
                <a:cs typeface="Arial MT"/>
              </a:rPr>
              <a:t> </a:t>
            </a:r>
            <a:r>
              <a:rPr sz="1700" spc="-245" dirty="0">
                <a:solidFill>
                  <a:srgbClr val="0A0A0A"/>
                </a:solidFill>
                <a:latin typeface="Arial MT"/>
                <a:cs typeface="Arial MT"/>
              </a:rPr>
              <a:t>AWS</a:t>
            </a:r>
            <a:r>
              <a:rPr sz="1700" spc="85" dirty="0">
                <a:solidFill>
                  <a:srgbClr val="0A0A0A"/>
                </a:solidFill>
                <a:latin typeface="Arial MT"/>
                <a:cs typeface="Arial MT"/>
              </a:rPr>
              <a:t> </a:t>
            </a:r>
            <a:r>
              <a:rPr sz="1700" spc="-10" dirty="0">
                <a:latin typeface="Arial MT"/>
                <a:cs typeface="Arial MT"/>
              </a:rPr>
              <a:t>services</a:t>
            </a:r>
            <a:endParaRPr sz="1700">
              <a:latin typeface="Arial MT"/>
              <a:cs typeface="Arial MT"/>
            </a:endParaRPr>
          </a:p>
          <a:p>
            <a:pPr>
              <a:lnSpc>
                <a:spcPct val="100000"/>
              </a:lnSpc>
              <a:spcBef>
                <a:spcPts val="725"/>
              </a:spcBef>
            </a:pPr>
            <a:endParaRPr sz="1700">
              <a:latin typeface="Arial MT"/>
              <a:cs typeface="Arial MT"/>
            </a:endParaRPr>
          </a:p>
          <a:p>
            <a:pPr marL="166370" marR="5080" indent="70485">
              <a:lnSpc>
                <a:spcPct val="113300"/>
              </a:lnSpc>
            </a:pPr>
            <a:r>
              <a:rPr sz="1600" spc="-20" dirty="0">
                <a:latin typeface="Arial MT"/>
                <a:cs typeface="Arial MT"/>
              </a:rPr>
              <a:t>AM</a:t>
            </a:r>
            <a:r>
              <a:rPr sz="1600" spc="10" dirty="0">
                <a:latin typeface="Arial MT"/>
                <a:cs typeface="Arial MT"/>
              </a:rPr>
              <a:t> </a:t>
            </a:r>
            <a:r>
              <a:rPr sz="1600" dirty="0">
                <a:solidFill>
                  <a:srgbClr val="1C1C1C"/>
                </a:solidFill>
                <a:latin typeface="Arial MT"/>
                <a:cs typeface="Arial MT"/>
              </a:rPr>
              <a:t>has</a:t>
            </a:r>
            <a:r>
              <a:rPr sz="1600" spc="5" dirty="0">
                <a:solidFill>
                  <a:srgbClr val="1C1C1C"/>
                </a:solidFill>
                <a:latin typeface="Arial MT"/>
                <a:cs typeface="Arial MT"/>
              </a:rPr>
              <a:t> </a:t>
            </a:r>
            <a:r>
              <a:rPr sz="1600" dirty="0">
                <a:latin typeface="Arial MT"/>
                <a:cs typeface="Arial MT"/>
              </a:rPr>
              <a:t>many</a:t>
            </a:r>
            <a:r>
              <a:rPr sz="1600" spc="100" dirty="0">
                <a:latin typeface="Arial MT"/>
                <a:cs typeface="Arial MT"/>
              </a:rPr>
              <a:t> </a:t>
            </a:r>
            <a:r>
              <a:rPr sz="1600" dirty="0">
                <a:latin typeface="Arial MT"/>
                <a:cs typeface="Arial MT"/>
              </a:rPr>
              <a:t>system-generated</a:t>
            </a:r>
            <a:r>
              <a:rPr sz="1600" spc="-30" dirty="0">
                <a:latin typeface="Arial MT"/>
                <a:cs typeface="Arial MT"/>
              </a:rPr>
              <a:t> </a:t>
            </a:r>
            <a:r>
              <a:rPr sz="1600" dirty="0">
                <a:solidFill>
                  <a:srgbClr val="0C0C0C"/>
                </a:solidFill>
                <a:latin typeface="Arial MT"/>
                <a:cs typeface="Arial MT"/>
              </a:rPr>
              <a:t>policies</a:t>
            </a:r>
            <a:r>
              <a:rPr sz="1600" spc="45" dirty="0">
                <a:solidFill>
                  <a:srgbClr val="0C0C0C"/>
                </a:solidFill>
                <a:latin typeface="Arial MT"/>
                <a:cs typeface="Arial MT"/>
              </a:rPr>
              <a:t> </a:t>
            </a:r>
            <a:r>
              <a:rPr sz="1600" dirty="0">
                <a:latin typeface="Arial MT"/>
                <a:cs typeface="Arial MT"/>
              </a:rPr>
              <a:t>that</a:t>
            </a:r>
            <a:r>
              <a:rPr sz="1600" spc="50" dirty="0">
                <a:latin typeface="Arial MT"/>
                <a:cs typeface="Arial MT"/>
              </a:rPr>
              <a:t> </a:t>
            </a:r>
            <a:r>
              <a:rPr sz="1600" dirty="0">
                <a:latin typeface="Arial MT"/>
                <a:cs typeface="Arial MT"/>
              </a:rPr>
              <a:t>you</a:t>
            </a:r>
            <a:r>
              <a:rPr sz="1600" spc="-10" dirty="0">
                <a:latin typeface="Arial MT"/>
                <a:cs typeface="Arial MT"/>
              </a:rPr>
              <a:t> </a:t>
            </a:r>
            <a:r>
              <a:rPr sz="1600" dirty="0">
                <a:solidFill>
                  <a:srgbClr val="1F1F1F"/>
                </a:solidFill>
                <a:latin typeface="Arial MT"/>
                <a:cs typeface="Arial MT"/>
              </a:rPr>
              <a:t>can</a:t>
            </a:r>
            <a:r>
              <a:rPr sz="1600" spc="15" dirty="0">
                <a:solidFill>
                  <a:srgbClr val="1F1F1F"/>
                </a:solidFill>
                <a:latin typeface="Arial MT"/>
                <a:cs typeface="Arial MT"/>
              </a:rPr>
              <a:t> </a:t>
            </a:r>
            <a:r>
              <a:rPr sz="1600" spc="-20" dirty="0">
                <a:solidFill>
                  <a:srgbClr val="131313"/>
                </a:solidFill>
                <a:latin typeface="Arial MT"/>
                <a:cs typeface="Arial MT"/>
              </a:rPr>
              <a:t>use, </a:t>
            </a:r>
            <a:r>
              <a:rPr sz="1600" dirty="0">
                <a:latin typeface="Arial MT"/>
                <a:cs typeface="Arial MT"/>
              </a:rPr>
              <a:t>and</a:t>
            </a:r>
            <a:r>
              <a:rPr sz="1600" spc="65" dirty="0">
                <a:latin typeface="Arial MT"/>
                <a:cs typeface="Arial MT"/>
              </a:rPr>
              <a:t> </a:t>
            </a:r>
            <a:r>
              <a:rPr sz="1600" dirty="0">
                <a:solidFill>
                  <a:srgbClr val="161616"/>
                </a:solidFill>
                <a:latin typeface="Arial MT"/>
                <a:cs typeface="Arial MT"/>
              </a:rPr>
              <a:t>you</a:t>
            </a:r>
            <a:r>
              <a:rPr sz="1600" spc="40" dirty="0">
                <a:solidFill>
                  <a:srgbClr val="161616"/>
                </a:solidFill>
                <a:latin typeface="Arial MT"/>
                <a:cs typeface="Arial MT"/>
              </a:rPr>
              <a:t> </a:t>
            </a:r>
            <a:r>
              <a:rPr sz="1600" dirty="0">
                <a:latin typeface="Arial MT"/>
                <a:cs typeface="Arial MT"/>
              </a:rPr>
              <a:t>can</a:t>
            </a:r>
            <a:r>
              <a:rPr sz="1600" spc="30" dirty="0">
                <a:latin typeface="Arial MT"/>
                <a:cs typeface="Arial MT"/>
              </a:rPr>
              <a:t> </a:t>
            </a:r>
            <a:r>
              <a:rPr sz="1600" spc="-10" dirty="0">
                <a:latin typeface="Arial MT"/>
                <a:cs typeface="Arial MT"/>
              </a:rPr>
              <a:t>create</a:t>
            </a:r>
            <a:r>
              <a:rPr sz="1600" spc="120" dirty="0">
                <a:latin typeface="Arial MT"/>
                <a:cs typeface="Arial MT"/>
              </a:rPr>
              <a:t> </a:t>
            </a:r>
            <a:r>
              <a:rPr sz="1600" dirty="0">
                <a:latin typeface="Arial MT"/>
                <a:cs typeface="Arial MT"/>
              </a:rPr>
              <a:t>additional</a:t>
            </a:r>
            <a:r>
              <a:rPr sz="1600" spc="80" dirty="0">
                <a:latin typeface="Arial MT"/>
                <a:cs typeface="Arial MT"/>
              </a:rPr>
              <a:t> </a:t>
            </a:r>
            <a:r>
              <a:rPr sz="1600" dirty="0">
                <a:latin typeface="Arial MT"/>
                <a:cs typeface="Arial MT"/>
              </a:rPr>
              <a:t>custom</a:t>
            </a:r>
            <a:r>
              <a:rPr sz="1600" spc="130" dirty="0">
                <a:latin typeface="Arial MT"/>
                <a:cs typeface="Arial MT"/>
              </a:rPr>
              <a:t> </a:t>
            </a:r>
            <a:r>
              <a:rPr sz="1600" dirty="0">
                <a:latin typeface="Arial MT"/>
                <a:cs typeface="Arial MT"/>
              </a:rPr>
              <a:t>policies</a:t>
            </a:r>
            <a:r>
              <a:rPr sz="1600" spc="105" dirty="0">
                <a:latin typeface="Arial MT"/>
                <a:cs typeface="Arial MT"/>
              </a:rPr>
              <a:t> </a:t>
            </a:r>
            <a:r>
              <a:rPr sz="1600" dirty="0">
                <a:latin typeface="Arial MT"/>
                <a:cs typeface="Arial MT"/>
              </a:rPr>
              <a:t>that</a:t>
            </a:r>
            <a:r>
              <a:rPr sz="1600" spc="95" dirty="0">
                <a:latin typeface="Arial MT"/>
                <a:cs typeface="Arial MT"/>
              </a:rPr>
              <a:t> </a:t>
            </a:r>
            <a:r>
              <a:rPr sz="1600" spc="-20" dirty="0">
                <a:solidFill>
                  <a:srgbClr val="131313"/>
                </a:solidFill>
                <a:latin typeface="Arial MT"/>
                <a:cs typeface="Arial MT"/>
              </a:rPr>
              <a:t>meet </a:t>
            </a:r>
            <a:r>
              <a:rPr sz="1600" dirty="0">
                <a:solidFill>
                  <a:srgbClr val="2D2D2D"/>
                </a:solidFill>
                <a:latin typeface="Arial MT"/>
                <a:cs typeface="Arial MT"/>
              </a:rPr>
              <a:t>tne</a:t>
            </a:r>
            <a:r>
              <a:rPr sz="1600" spc="-15" dirty="0">
                <a:solidFill>
                  <a:srgbClr val="2D2D2D"/>
                </a:solidFill>
                <a:latin typeface="Arial MT"/>
                <a:cs typeface="Arial MT"/>
              </a:rPr>
              <a:t> </a:t>
            </a:r>
            <a:r>
              <a:rPr sz="1600" dirty="0">
                <a:solidFill>
                  <a:srgbClr val="0C0C0C"/>
                </a:solidFill>
                <a:latin typeface="Arial MT"/>
                <a:cs typeface="Arial MT"/>
              </a:rPr>
              <a:t>needs</a:t>
            </a:r>
            <a:r>
              <a:rPr sz="1600" spc="114" dirty="0">
                <a:solidFill>
                  <a:srgbClr val="0C0C0C"/>
                </a:solidFill>
                <a:latin typeface="Arial MT"/>
                <a:cs typeface="Arial MT"/>
              </a:rPr>
              <a:t> </a:t>
            </a:r>
            <a:r>
              <a:rPr sz="1600" dirty="0">
                <a:solidFill>
                  <a:srgbClr val="2D2D2D"/>
                </a:solidFill>
                <a:latin typeface="Arial MT"/>
                <a:cs typeface="Arial MT"/>
              </a:rPr>
              <a:t>of</a:t>
            </a:r>
            <a:r>
              <a:rPr sz="1600" spc="30" dirty="0">
                <a:solidFill>
                  <a:srgbClr val="2D2D2D"/>
                </a:solidFill>
                <a:latin typeface="Arial MT"/>
                <a:cs typeface="Arial MT"/>
              </a:rPr>
              <a:t> </a:t>
            </a:r>
            <a:r>
              <a:rPr sz="1600" dirty="0">
                <a:latin typeface="Arial MT"/>
                <a:cs typeface="Arial MT"/>
              </a:rPr>
              <a:t>your</a:t>
            </a:r>
            <a:r>
              <a:rPr sz="1600" spc="100" dirty="0">
                <a:latin typeface="Arial MT"/>
                <a:cs typeface="Arial MT"/>
              </a:rPr>
              <a:t> </a:t>
            </a:r>
            <a:r>
              <a:rPr sz="1600" dirty="0">
                <a:latin typeface="Arial MT"/>
                <a:cs typeface="Arial MT"/>
              </a:rPr>
              <a:t>specific</a:t>
            </a:r>
            <a:r>
              <a:rPr sz="1600" spc="90" dirty="0">
                <a:latin typeface="Arial MT"/>
                <a:cs typeface="Arial MT"/>
              </a:rPr>
              <a:t> </a:t>
            </a:r>
            <a:r>
              <a:rPr sz="1600" spc="-20" dirty="0">
                <a:solidFill>
                  <a:srgbClr val="131313"/>
                </a:solidFill>
                <a:latin typeface="Arial MT"/>
                <a:cs typeface="Arial MT"/>
              </a:rPr>
              <a:t>rca</a:t>
            </a:r>
            <a:r>
              <a:rPr sz="1600" spc="-270" dirty="0">
                <a:solidFill>
                  <a:srgbClr val="131313"/>
                </a:solidFill>
                <a:latin typeface="Arial MT"/>
                <a:cs typeface="Arial MT"/>
              </a:rPr>
              <a:t> </a:t>
            </a:r>
            <a:r>
              <a:rPr sz="1600" spc="-10" dirty="0">
                <a:latin typeface="Arial MT"/>
                <a:cs typeface="Arial MT"/>
              </a:rPr>
              <a:t>uirements.</a:t>
            </a:r>
            <a:endParaRPr sz="1600">
              <a:latin typeface="Arial MT"/>
              <a:cs typeface="Arial MT"/>
            </a:endParaRPr>
          </a:p>
        </p:txBody>
      </p:sp>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361439" y="365125"/>
            <a:ext cx="9468866" cy="5296534"/>
          </a:xfrm>
          <a:prstGeom prst="rect">
            <a:avLst/>
          </a:prstGeom>
        </p:spPr>
      </p:pic>
      <p:sp>
        <p:nvSpPr>
          <p:cNvPr id="3" name="object 3"/>
          <p:cNvSpPr txBox="1"/>
          <p:nvPr/>
        </p:nvSpPr>
        <p:spPr>
          <a:xfrm>
            <a:off x="4798881" y="1367277"/>
            <a:ext cx="5719445" cy="578485"/>
          </a:xfrm>
          <a:prstGeom prst="rect">
            <a:avLst/>
          </a:prstGeom>
        </p:spPr>
        <p:txBody>
          <a:bodyPr vert="horz" wrap="square" lIns="0" tIns="12700" rIns="0" bIns="0" rtlCol="0">
            <a:spAutoFit/>
          </a:bodyPr>
          <a:lstStyle/>
          <a:p>
            <a:pPr marL="12700" marR="5080">
              <a:lnSpc>
                <a:spcPct val="106600"/>
              </a:lnSpc>
              <a:spcBef>
                <a:spcPts val="100"/>
              </a:spcBef>
            </a:pPr>
            <a:r>
              <a:rPr sz="1700" spc="-60" dirty="0">
                <a:solidFill>
                  <a:srgbClr val="131313"/>
                </a:solidFill>
                <a:latin typeface="Arial MT"/>
                <a:cs typeface="Arial MT"/>
              </a:rPr>
              <a:t>Using </a:t>
            </a:r>
            <a:r>
              <a:rPr sz="1700" spc="-110" dirty="0">
                <a:latin typeface="Arial MT"/>
                <a:cs typeface="Arial MT"/>
              </a:rPr>
              <a:t>IAM</a:t>
            </a:r>
            <a:r>
              <a:rPr sz="1700" spc="-25" dirty="0">
                <a:latin typeface="Arial MT"/>
                <a:cs typeface="Arial MT"/>
              </a:rPr>
              <a:t> </a:t>
            </a:r>
            <a:r>
              <a:rPr sz="1700" spc="-65" dirty="0">
                <a:latin typeface="Arial MT"/>
                <a:cs typeface="Arial MT"/>
              </a:rPr>
              <a:t>roles,</a:t>
            </a:r>
            <a:r>
              <a:rPr sz="1700" spc="-55" dirty="0">
                <a:latin typeface="Arial MT"/>
                <a:cs typeface="Arial MT"/>
              </a:rPr>
              <a:t> </a:t>
            </a:r>
            <a:r>
              <a:rPr sz="1700" spc="-20" dirty="0">
                <a:solidFill>
                  <a:srgbClr val="111111"/>
                </a:solidFill>
                <a:latin typeface="Arial MT"/>
                <a:cs typeface="Arial MT"/>
              </a:rPr>
              <a:t>you</a:t>
            </a:r>
            <a:r>
              <a:rPr sz="1700" spc="-40" dirty="0">
                <a:solidFill>
                  <a:srgbClr val="111111"/>
                </a:solidFill>
                <a:latin typeface="Arial MT"/>
                <a:cs typeface="Arial MT"/>
              </a:rPr>
              <a:t> </a:t>
            </a:r>
            <a:r>
              <a:rPr sz="1700" spc="-70" dirty="0">
                <a:latin typeface="Arial MT"/>
                <a:cs typeface="Arial MT"/>
              </a:rPr>
              <a:t>can</a:t>
            </a:r>
            <a:r>
              <a:rPr sz="1700" spc="-20" dirty="0">
                <a:latin typeface="Arial MT"/>
                <a:cs typeface="Arial MT"/>
              </a:rPr>
              <a:t> </a:t>
            </a:r>
            <a:r>
              <a:rPr sz="1700" spc="-10" dirty="0">
                <a:latin typeface="Arial MT"/>
                <a:cs typeface="Arial MT"/>
              </a:rPr>
              <a:t>grant</a:t>
            </a:r>
            <a:r>
              <a:rPr sz="1700" spc="-30" dirty="0">
                <a:latin typeface="Arial MT"/>
                <a:cs typeface="Arial MT"/>
              </a:rPr>
              <a:t> </a:t>
            </a:r>
            <a:r>
              <a:rPr sz="1700" spc="-120" dirty="0">
                <a:latin typeface="Arial MT"/>
                <a:cs typeface="Arial MT"/>
              </a:rPr>
              <a:t>sOmeone</a:t>
            </a:r>
            <a:r>
              <a:rPr sz="1700" spc="85" dirty="0">
                <a:latin typeface="Arial MT"/>
                <a:cs typeface="Arial MT"/>
              </a:rPr>
              <a:t> </a:t>
            </a:r>
            <a:r>
              <a:rPr sz="1700" dirty="0">
                <a:latin typeface="Arial MT"/>
                <a:cs typeface="Arial MT"/>
              </a:rPr>
              <a:t>from</a:t>
            </a:r>
            <a:r>
              <a:rPr sz="1700" spc="-20" dirty="0">
                <a:latin typeface="Arial MT"/>
                <a:cs typeface="Arial MT"/>
              </a:rPr>
              <a:t> </a:t>
            </a:r>
            <a:r>
              <a:rPr sz="1700" spc="-110" dirty="0">
                <a:latin typeface="Arial MT"/>
                <a:cs typeface="Arial MT"/>
              </a:rPr>
              <a:t>a</a:t>
            </a:r>
            <a:r>
              <a:rPr sz="1700" spc="-45" dirty="0">
                <a:latin typeface="Arial MT"/>
                <a:cs typeface="Arial MT"/>
              </a:rPr>
              <a:t> </a:t>
            </a:r>
            <a:r>
              <a:rPr sz="1700" dirty="0">
                <a:latin typeface="Arial MT"/>
                <a:cs typeface="Arial MT"/>
              </a:rPr>
              <a:t>different</a:t>
            </a:r>
            <a:r>
              <a:rPr sz="1700" spc="30" dirty="0">
                <a:latin typeface="Arial MT"/>
                <a:cs typeface="Arial MT"/>
              </a:rPr>
              <a:t> </a:t>
            </a:r>
            <a:r>
              <a:rPr sz="1700" spc="-70" dirty="0">
                <a:latin typeface="Arial MT"/>
                <a:cs typeface="Arial MT"/>
              </a:rPr>
              <a:t>AWS </a:t>
            </a:r>
            <a:r>
              <a:rPr sz="1700" spc="-45" dirty="0">
                <a:latin typeface="Arial MT"/>
                <a:cs typeface="Arial MT"/>
              </a:rPr>
              <a:t>account</a:t>
            </a:r>
            <a:r>
              <a:rPr sz="1700" spc="-75" dirty="0">
                <a:latin typeface="Arial MT"/>
                <a:cs typeface="Arial MT"/>
              </a:rPr>
              <a:t> </a:t>
            </a:r>
            <a:r>
              <a:rPr sz="1700" spc="-160" dirty="0">
                <a:latin typeface="Arial MT"/>
                <a:cs typeface="Arial MT"/>
              </a:rPr>
              <a:t>access</a:t>
            </a:r>
            <a:r>
              <a:rPr sz="1700" spc="-15" dirty="0">
                <a:latin typeface="Arial MT"/>
                <a:cs typeface="Arial MT"/>
              </a:rPr>
              <a:t> </a:t>
            </a:r>
            <a:r>
              <a:rPr sz="1700" dirty="0">
                <a:latin typeface="Arial MT"/>
                <a:cs typeface="Arial MT"/>
              </a:rPr>
              <a:t>to</a:t>
            </a:r>
            <a:r>
              <a:rPr sz="1700" spc="140" dirty="0">
                <a:latin typeface="Arial MT"/>
                <a:cs typeface="Arial MT"/>
              </a:rPr>
              <a:t> </a:t>
            </a:r>
            <a:r>
              <a:rPr sz="1700" spc="-20" dirty="0">
                <a:solidFill>
                  <a:srgbClr val="0C0C0C"/>
                </a:solidFill>
                <a:latin typeface="Arial MT"/>
                <a:cs typeface="Arial MT"/>
              </a:rPr>
              <a:t>your</a:t>
            </a:r>
            <a:r>
              <a:rPr sz="1700" spc="-85" dirty="0">
                <a:solidFill>
                  <a:srgbClr val="0C0C0C"/>
                </a:solidFill>
                <a:latin typeface="Arial MT"/>
                <a:cs typeface="Arial MT"/>
              </a:rPr>
              <a:t> </a:t>
            </a:r>
            <a:r>
              <a:rPr sz="1700" spc="-50" dirty="0">
                <a:solidFill>
                  <a:srgbClr val="0F0F0F"/>
                </a:solidFill>
                <a:latin typeface="Arial MT"/>
                <a:cs typeface="Arial MT"/>
              </a:rPr>
              <a:t>account</a:t>
            </a:r>
            <a:r>
              <a:rPr sz="1700" spc="-35" dirty="0">
                <a:solidFill>
                  <a:srgbClr val="0F0F0F"/>
                </a:solidFill>
                <a:latin typeface="Arial MT"/>
                <a:cs typeface="Arial MT"/>
              </a:rPr>
              <a:t> </a:t>
            </a:r>
            <a:r>
              <a:rPr sz="1700" dirty="0">
                <a:solidFill>
                  <a:srgbClr val="1C1C1C"/>
                </a:solidFill>
                <a:latin typeface="Arial MT"/>
                <a:cs typeface="Arial MT"/>
              </a:rPr>
              <a:t>to</a:t>
            </a:r>
            <a:r>
              <a:rPr sz="1700" spc="100" dirty="0">
                <a:solidFill>
                  <a:srgbClr val="1C1C1C"/>
                </a:solidFill>
                <a:latin typeface="Arial MT"/>
                <a:cs typeface="Arial MT"/>
              </a:rPr>
              <a:t> </a:t>
            </a:r>
            <a:r>
              <a:rPr sz="1700" dirty="0">
                <a:solidFill>
                  <a:srgbClr val="111111"/>
                </a:solidFill>
                <a:latin typeface="Arial MT"/>
                <a:cs typeface="Arial MT"/>
              </a:rPr>
              <a:t>perform</a:t>
            </a:r>
            <a:r>
              <a:rPr sz="1700" spc="-10" dirty="0">
                <a:solidFill>
                  <a:srgbClr val="111111"/>
                </a:solidFill>
                <a:latin typeface="Arial MT"/>
                <a:cs typeface="Arial MT"/>
              </a:rPr>
              <a:t> </a:t>
            </a:r>
            <a:r>
              <a:rPr sz="1700" spc="-190" dirty="0">
                <a:latin typeface="Arial MT"/>
                <a:cs typeface="Arial MT"/>
              </a:rPr>
              <a:t>a</a:t>
            </a:r>
            <a:r>
              <a:rPr sz="1700" spc="45" dirty="0">
                <a:latin typeface="Arial MT"/>
                <a:cs typeface="Arial MT"/>
              </a:rPr>
              <a:t> </a:t>
            </a:r>
            <a:r>
              <a:rPr sz="1700" spc="-45" dirty="0">
                <a:latin typeface="Arial MT"/>
                <a:cs typeface="Arial MT"/>
              </a:rPr>
              <a:t>specific</a:t>
            </a:r>
            <a:r>
              <a:rPr sz="1700" spc="-35" dirty="0">
                <a:latin typeface="Arial MT"/>
                <a:cs typeface="Arial MT"/>
              </a:rPr>
              <a:t> </a:t>
            </a:r>
            <a:r>
              <a:rPr sz="1700" spc="-10" dirty="0">
                <a:latin typeface="Arial MT"/>
                <a:cs typeface="Arial MT"/>
              </a:rPr>
              <a:t>task.</a:t>
            </a:r>
            <a:endParaRPr sz="1700">
              <a:latin typeface="Arial MT"/>
              <a:cs typeface="Arial MT"/>
            </a:endParaRPr>
          </a:p>
        </p:txBody>
      </p:sp>
      <p:sp>
        <p:nvSpPr>
          <p:cNvPr id="4" name="object 4"/>
          <p:cNvSpPr txBox="1"/>
          <p:nvPr/>
        </p:nvSpPr>
        <p:spPr>
          <a:xfrm>
            <a:off x="4795481" y="4083496"/>
            <a:ext cx="5342890" cy="1059180"/>
          </a:xfrm>
          <a:prstGeom prst="rect">
            <a:avLst/>
          </a:prstGeom>
        </p:spPr>
        <p:txBody>
          <a:bodyPr vert="horz" wrap="square" lIns="0" tIns="23495" rIns="0" bIns="0" rtlCol="0">
            <a:spAutoFit/>
          </a:bodyPr>
          <a:lstStyle/>
          <a:p>
            <a:pPr marL="14604" marR="5080" indent="-2540">
              <a:lnSpc>
                <a:spcPct val="95800"/>
              </a:lnSpc>
              <a:spcBef>
                <a:spcPts val="185"/>
              </a:spcBef>
            </a:pPr>
            <a:r>
              <a:rPr sz="1750" spc="-110" dirty="0">
                <a:solidFill>
                  <a:srgbClr val="3F3F3F"/>
                </a:solidFill>
                <a:latin typeface="Arial MT"/>
                <a:cs typeface="Arial MT"/>
              </a:rPr>
              <a:t>In</a:t>
            </a:r>
            <a:r>
              <a:rPr sz="1750" spc="-30" dirty="0">
                <a:solidFill>
                  <a:srgbClr val="3F3F3F"/>
                </a:solidFill>
                <a:latin typeface="Arial MT"/>
                <a:cs typeface="Arial MT"/>
              </a:rPr>
              <a:t> </a:t>
            </a:r>
            <a:r>
              <a:rPr sz="1750" spc="-90" dirty="0">
                <a:solidFill>
                  <a:srgbClr val="0A0A0A"/>
                </a:solidFill>
                <a:latin typeface="Arial MT"/>
                <a:cs typeface="Arial MT"/>
              </a:rPr>
              <a:t>the</a:t>
            </a:r>
            <a:r>
              <a:rPr sz="1750" spc="-5" dirty="0">
                <a:solidFill>
                  <a:srgbClr val="0A0A0A"/>
                </a:solidFill>
                <a:latin typeface="Arial MT"/>
                <a:cs typeface="Arial MT"/>
              </a:rPr>
              <a:t> </a:t>
            </a:r>
            <a:r>
              <a:rPr sz="1750" spc="-140" dirty="0">
                <a:latin typeface="Arial MT"/>
                <a:cs typeface="Arial MT"/>
              </a:rPr>
              <a:t>diagram,</a:t>
            </a:r>
            <a:r>
              <a:rPr sz="1750" spc="-15" dirty="0">
                <a:latin typeface="Arial MT"/>
                <a:cs typeface="Arial MT"/>
              </a:rPr>
              <a:t> </a:t>
            </a:r>
            <a:r>
              <a:rPr sz="1750" spc="-220" dirty="0">
                <a:latin typeface="Arial MT"/>
                <a:cs typeface="Arial MT"/>
              </a:rPr>
              <a:t>a</a:t>
            </a:r>
            <a:r>
              <a:rPr sz="1750" spc="-10" dirty="0">
                <a:latin typeface="Arial MT"/>
                <a:cs typeface="Arial MT"/>
              </a:rPr>
              <a:t> </a:t>
            </a:r>
            <a:r>
              <a:rPr sz="1750" spc="-170" dirty="0">
                <a:latin typeface="Arial MT"/>
                <a:cs typeface="Arial MT"/>
              </a:rPr>
              <a:t>user</a:t>
            </a:r>
            <a:r>
              <a:rPr sz="1750" spc="-35" dirty="0">
                <a:latin typeface="Arial MT"/>
                <a:cs typeface="Arial MT"/>
              </a:rPr>
              <a:t> </a:t>
            </a:r>
            <a:r>
              <a:rPr sz="1750" spc="-80" dirty="0">
                <a:latin typeface="Arial MT"/>
                <a:cs typeface="Arial MT"/>
              </a:rPr>
              <a:t>in</a:t>
            </a:r>
            <a:r>
              <a:rPr sz="1750" spc="-45" dirty="0">
                <a:latin typeface="Arial MT"/>
                <a:cs typeface="Arial MT"/>
              </a:rPr>
              <a:t> </a:t>
            </a:r>
            <a:r>
              <a:rPr sz="1750" spc="-90" dirty="0">
                <a:solidFill>
                  <a:srgbClr val="080808"/>
                </a:solidFill>
                <a:latin typeface="Arial MT"/>
                <a:cs typeface="Arial MT"/>
              </a:rPr>
              <a:t>the</a:t>
            </a:r>
            <a:r>
              <a:rPr sz="1750" spc="-5" dirty="0">
                <a:solidFill>
                  <a:srgbClr val="080808"/>
                </a:solidFill>
                <a:latin typeface="Arial MT"/>
                <a:cs typeface="Arial MT"/>
              </a:rPr>
              <a:t> </a:t>
            </a:r>
            <a:r>
              <a:rPr sz="1750" spc="-204" dirty="0">
                <a:latin typeface="Arial MT"/>
                <a:cs typeface="Arial MT"/>
              </a:rPr>
              <a:t>Dev</a:t>
            </a:r>
            <a:r>
              <a:rPr sz="1750" spc="-20" dirty="0">
                <a:latin typeface="Arial MT"/>
                <a:cs typeface="Arial MT"/>
              </a:rPr>
              <a:t> </a:t>
            </a:r>
            <a:r>
              <a:rPr sz="1750" spc="-150" dirty="0">
                <a:latin typeface="Arial MT"/>
                <a:cs typeface="Arial MT"/>
              </a:rPr>
              <a:t>account</a:t>
            </a:r>
            <a:r>
              <a:rPr sz="1750" spc="55" dirty="0">
                <a:latin typeface="Arial MT"/>
                <a:cs typeface="Arial MT"/>
              </a:rPr>
              <a:t> </a:t>
            </a:r>
            <a:r>
              <a:rPr sz="1750" spc="-120" dirty="0">
                <a:solidFill>
                  <a:srgbClr val="2B2B2B"/>
                </a:solidFill>
                <a:latin typeface="Arial MT"/>
                <a:cs typeface="Arial MT"/>
              </a:rPr>
              <a:t>is</a:t>
            </a:r>
            <a:r>
              <a:rPr sz="1750" spc="-90" dirty="0">
                <a:solidFill>
                  <a:srgbClr val="2B2B2B"/>
                </a:solidFill>
                <a:latin typeface="Arial MT"/>
                <a:cs typeface="Arial MT"/>
              </a:rPr>
              <a:t> </a:t>
            </a:r>
            <a:r>
              <a:rPr sz="1750" spc="-170" dirty="0">
                <a:latin typeface="Arial MT"/>
                <a:cs typeface="Arial MT"/>
              </a:rPr>
              <a:t>assuming</a:t>
            </a:r>
            <a:r>
              <a:rPr sz="1750" spc="70" dirty="0">
                <a:latin typeface="Arial MT"/>
                <a:cs typeface="Arial MT"/>
              </a:rPr>
              <a:t> </a:t>
            </a:r>
            <a:r>
              <a:rPr sz="1750" spc="-220" dirty="0">
                <a:latin typeface="Arial MT"/>
                <a:cs typeface="Arial MT"/>
              </a:rPr>
              <a:t>a</a:t>
            </a:r>
            <a:r>
              <a:rPr sz="1750" spc="-10" dirty="0">
                <a:latin typeface="Arial MT"/>
                <a:cs typeface="Arial MT"/>
              </a:rPr>
              <a:t> </a:t>
            </a:r>
            <a:r>
              <a:rPr sz="1750" spc="-210" dirty="0">
                <a:latin typeface="Arial MT"/>
                <a:cs typeface="Arial MT"/>
              </a:rPr>
              <a:t>rOle</a:t>
            </a:r>
            <a:r>
              <a:rPr sz="1750" spc="-10" dirty="0">
                <a:latin typeface="Arial MT"/>
                <a:cs typeface="Arial MT"/>
              </a:rPr>
              <a:t> </a:t>
            </a:r>
            <a:r>
              <a:rPr sz="1750" spc="-25" dirty="0">
                <a:solidFill>
                  <a:srgbClr val="232323"/>
                </a:solidFill>
                <a:latin typeface="Arial MT"/>
                <a:cs typeface="Arial MT"/>
              </a:rPr>
              <a:t>in </a:t>
            </a:r>
            <a:r>
              <a:rPr sz="1750" spc="-90" dirty="0">
                <a:solidFill>
                  <a:srgbClr val="1F1F1F"/>
                </a:solidFill>
                <a:latin typeface="Arial MT"/>
                <a:cs typeface="Arial MT"/>
              </a:rPr>
              <a:t>the</a:t>
            </a:r>
            <a:r>
              <a:rPr sz="1750" spc="-50" dirty="0">
                <a:solidFill>
                  <a:srgbClr val="1F1F1F"/>
                </a:solidFill>
                <a:latin typeface="Arial MT"/>
                <a:cs typeface="Arial MT"/>
              </a:rPr>
              <a:t> </a:t>
            </a:r>
            <a:r>
              <a:rPr sz="1750" spc="-100" dirty="0">
                <a:solidFill>
                  <a:srgbClr val="0F0F0F"/>
                </a:solidFill>
                <a:latin typeface="Arial MT"/>
                <a:cs typeface="Arial MT"/>
              </a:rPr>
              <a:t>production</a:t>
            </a:r>
            <a:r>
              <a:rPr sz="1750" spc="60" dirty="0">
                <a:solidFill>
                  <a:srgbClr val="0F0F0F"/>
                </a:solidFill>
                <a:latin typeface="Arial MT"/>
                <a:cs typeface="Arial MT"/>
              </a:rPr>
              <a:t> </a:t>
            </a:r>
            <a:r>
              <a:rPr sz="1750" spc="-155" dirty="0">
                <a:latin typeface="Arial MT"/>
                <a:cs typeface="Arial MT"/>
              </a:rPr>
              <a:t>account.</a:t>
            </a:r>
            <a:r>
              <a:rPr sz="1750" spc="35" dirty="0">
                <a:latin typeface="Arial MT"/>
                <a:cs typeface="Arial MT"/>
              </a:rPr>
              <a:t> </a:t>
            </a:r>
            <a:r>
              <a:rPr sz="1750" spc="-160" dirty="0">
                <a:solidFill>
                  <a:srgbClr val="2A2A2A"/>
                </a:solidFill>
                <a:latin typeface="Arial MT"/>
                <a:cs typeface="Arial MT"/>
              </a:rPr>
              <a:t>The</a:t>
            </a:r>
            <a:r>
              <a:rPr sz="1750" spc="-40" dirty="0">
                <a:solidFill>
                  <a:srgbClr val="2A2A2A"/>
                </a:solidFill>
                <a:latin typeface="Arial MT"/>
                <a:cs typeface="Arial MT"/>
              </a:rPr>
              <a:t> </a:t>
            </a:r>
            <a:r>
              <a:rPr sz="1750" spc="-100" dirty="0">
                <a:solidFill>
                  <a:srgbClr val="0F0F0F"/>
                </a:solidFill>
                <a:latin typeface="Arial MT"/>
                <a:cs typeface="Arial MT"/>
              </a:rPr>
              <a:t>role</a:t>
            </a:r>
            <a:r>
              <a:rPr sz="1750" spc="-50" dirty="0">
                <a:solidFill>
                  <a:srgbClr val="0F0F0F"/>
                </a:solidFill>
                <a:latin typeface="Arial MT"/>
                <a:cs typeface="Arial MT"/>
              </a:rPr>
              <a:t> </a:t>
            </a:r>
            <a:r>
              <a:rPr sz="1750" spc="-110" dirty="0">
                <a:solidFill>
                  <a:srgbClr val="0E0E0E"/>
                </a:solidFill>
                <a:latin typeface="Arial MT"/>
                <a:cs typeface="Arial MT"/>
              </a:rPr>
              <a:t>returns</a:t>
            </a:r>
            <a:r>
              <a:rPr sz="1750" spc="-10" dirty="0">
                <a:solidFill>
                  <a:srgbClr val="0E0E0E"/>
                </a:solidFill>
                <a:latin typeface="Arial MT"/>
                <a:cs typeface="Arial MT"/>
              </a:rPr>
              <a:t> </a:t>
            </a:r>
            <a:r>
              <a:rPr sz="1750" spc="-220" dirty="0">
                <a:solidFill>
                  <a:srgbClr val="363636"/>
                </a:solidFill>
                <a:latin typeface="Arial MT"/>
                <a:cs typeface="Arial MT"/>
              </a:rPr>
              <a:t>a</a:t>
            </a:r>
            <a:r>
              <a:rPr sz="1750" spc="-60" dirty="0">
                <a:solidFill>
                  <a:srgbClr val="363636"/>
                </a:solidFill>
                <a:latin typeface="Arial MT"/>
                <a:cs typeface="Arial MT"/>
              </a:rPr>
              <a:t> </a:t>
            </a:r>
            <a:r>
              <a:rPr sz="1750" spc="-105" dirty="0">
                <a:latin typeface="Arial MT"/>
                <a:cs typeface="Arial MT"/>
              </a:rPr>
              <a:t>temporary</a:t>
            </a:r>
            <a:r>
              <a:rPr sz="1750" spc="20" dirty="0">
                <a:latin typeface="Arial MT"/>
                <a:cs typeface="Arial MT"/>
              </a:rPr>
              <a:t> </a:t>
            </a:r>
            <a:r>
              <a:rPr sz="1750" spc="-40" dirty="0">
                <a:latin typeface="Arial MT"/>
                <a:cs typeface="Arial MT"/>
              </a:rPr>
              <a:t>security </a:t>
            </a:r>
            <a:r>
              <a:rPr sz="1750" spc="-114" dirty="0">
                <a:latin typeface="Arial MT"/>
                <a:cs typeface="Arial MT"/>
              </a:rPr>
              <a:t>credential.</a:t>
            </a:r>
            <a:r>
              <a:rPr sz="1750" spc="10" dirty="0">
                <a:latin typeface="Arial MT"/>
                <a:cs typeface="Arial MT"/>
              </a:rPr>
              <a:t> </a:t>
            </a:r>
            <a:r>
              <a:rPr sz="1750" dirty="0">
                <a:solidFill>
                  <a:srgbClr val="282828"/>
                </a:solidFill>
                <a:latin typeface="Arial MT"/>
                <a:cs typeface="Arial MT"/>
              </a:rPr>
              <a:t>It</a:t>
            </a:r>
            <a:r>
              <a:rPr sz="1750" spc="-75" dirty="0">
                <a:solidFill>
                  <a:srgbClr val="282828"/>
                </a:solidFill>
                <a:latin typeface="Arial MT"/>
                <a:cs typeface="Arial MT"/>
              </a:rPr>
              <a:t> </a:t>
            </a:r>
            <a:r>
              <a:rPr sz="1750" spc="-110" dirty="0">
                <a:latin typeface="Arial MT"/>
                <a:cs typeface="Arial MT"/>
              </a:rPr>
              <a:t>grants</a:t>
            </a:r>
            <a:r>
              <a:rPr sz="1750" spc="5" dirty="0">
                <a:latin typeface="Arial MT"/>
                <a:cs typeface="Arial MT"/>
              </a:rPr>
              <a:t> </a:t>
            </a:r>
            <a:r>
              <a:rPr sz="1750" spc="-90" dirty="0">
                <a:solidFill>
                  <a:srgbClr val="131313"/>
                </a:solidFill>
                <a:latin typeface="Arial MT"/>
                <a:cs typeface="Arial MT"/>
              </a:rPr>
              <a:t>the</a:t>
            </a:r>
            <a:r>
              <a:rPr sz="1750" spc="-65" dirty="0">
                <a:solidFill>
                  <a:srgbClr val="131313"/>
                </a:solidFill>
                <a:latin typeface="Arial MT"/>
                <a:cs typeface="Arial MT"/>
              </a:rPr>
              <a:t> </a:t>
            </a:r>
            <a:r>
              <a:rPr sz="1750" spc="-165" dirty="0">
                <a:solidFill>
                  <a:srgbClr val="131313"/>
                </a:solidFill>
                <a:latin typeface="Arial MT"/>
                <a:cs typeface="Arial MT"/>
              </a:rPr>
              <a:t>user</a:t>
            </a:r>
            <a:r>
              <a:rPr sz="1750" spc="50" dirty="0">
                <a:solidFill>
                  <a:srgbClr val="131313"/>
                </a:solidFill>
                <a:latin typeface="Arial MT"/>
                <a:cs typeface="Arial MT"/>
              </a:rPr>
              <a:t> </a:t>
            </a:r>
            <a:r>
              <a:rPr sz="1750" spc="-114" dirty="0">
                <a:latin typeface="Arial MT"/>
                <a:cs typeface="Arial MT"/>
              </a:rPr>
              <a:t>temporary</a:t>
            </a:r>
            <a:r>
              <a:rPr sz="1750" spc="-5" dirty="0">
                <a:latin typeface="Arial MT"/>
                <a:cs typeface="Arial MT"/>
              </a:rPr>
              <a:t> </a:t>
            </a:r>
            <a:r>
              <a:rPr sz="1750" spc="-225" dirty="0">
                <a:latin typeface="Arial MT"/>
                <a:cs typeface="Arial MT"/>
              </a:rPr>
              <a:t>access</a:t>
            </a:r>
            <a:r>
              <a:rPr sz="1750" spc="25" dirty="0">
                <a:latin typeface="Arial MT"/>
                <a:cs typeface="Arial MT"/>
              </a:rPr>
              <a:t> </a:t>
            </a:r>
            <a:r>
              <a:rPr sz="1750" dirty="0">
                <a:latin typeface="Arial MT"/>
                <a:cs typeface="Arial MT"/>
              </a:rPr>
              <a:t>to</a:t>
            </a:r>
            <a:r>
              <a:rPr sz="1750" spc="-170" dirty="0">
                <a:latin typeface="Arial MT"/>
                <a:cs typeface="Arial MT"/>
              </a:rPr>
              <a:t> </a:t>
            </a:r>
            <a:r>
              <a:rPr sz="1750" spc="-50" dirty="0">
                <a:solidFill>
                  <a:srgbClr val="232323"/>
                </a:solidFill>
                <a:latin typeface="Arial MT"/>
                <a:cs typeface="Arial MT"/>
              </a:rPr>
              <a:t>the</a:t>
            </a:r>
            <a:r>
              <a:rPr sz="1750" spc="-45" dirty="0">
                <a:solidFill>
                  <a:srgbClr val="232323"/>
                </a:solidFill>
                <a:latin typeface="Arial MT"/>
                <a:cs typeface="Arial MT"/>
              </a:rPr>
              <a:t> </a:t>
            </a:r>
            <a:r>
              <a:rPr sz="1750" spc="-335" dirty="0">
                <a:latin typeface="Arial MT"/>
                <a:cs typeface="Arial MT"/>
              </a:rPr>
              <a:t>AWS</a:t>
            </a:r>
            <a:r>
              <a:rPr sz="1750" spc="-160" dirty="0">
                <a:latin typeface="Arial MT"/>
                <a:cs typeface="Arial MT"/>
              </a:rPr>
              <a:t> service</a:t>
            </a:r>
            <a:r>
              <a:rPr sz="1750" spc="20" dirty="0">
                <a:latin typeface="Arial MT"/>
                <a:cs typeface="Arial MT"/>
              </a:rPr>
              <a:t> </a:t>
            </a:r>
            <a:r>
              <a:rPr sz="1750" spc="-185" dirty="0">
                <a:latin typeface="Arial MT"/>
                <a:cs typeface="Arial MT"/>
              </a:rPr>
              <a:t>based</a:t>
            </a:r>
            <a:r>
              <a:rPr sz="1750" spc="-25" dirty="0">
                <a:latin typeface="Arial MT"/>
                <a:cs typeface="Arial MT"/>
              </a:rPr>
              <a:t> </a:t>
            </a:r>
            <a:r>
              <a:rPr sz="1750" spc="-105" dirty="0">
                <a:solidFill>
                  <a:srgbClr val="0E0E0E"/>
                </a:solidFill>
                <a:latin typeface="Arial MT"/>
                <a:cs typeface="Arial MT"/>
              </a:rPr>
              <a:t>on</a:t>
            </a:r>
            <a:r>
              <a:rPr sz="1750" spc="-35" dirty="0">
                <a:solidFill>
                  <a:srgbClr val="0E0E0E"/>
                </a:solidFill>
                <a:latin typeface="Arial MT"/>
                <a:cs typeface="Arial MT"/>
              </a:rPr>
              <a:t> </a:t>
            </a:r>
            <a:r>
              <a:rPr sz="1750" spc="-90" dirty="0">
                <a:solidFill>
                  <a:srgbClr val="1D1D1D"/>
                </a:solidFill>
                <a:latin typeface="Arial MT"/>
                <a:cs typeface="Arial MT"/>
              </a:rPr>
              <a:t>the</a:t>
            </a:r>
            <a:r>
              <a:rPr sz="1750" spc="-70" dirty="0">
                <a:solidFill>
                  <a:srgbClr val="1D1D1D"/>
                </a:solidFill>
                <a:latin typeface="Arial MT"/>
                <a:cs typeface="Arial MT"/>
              </a:rPr>
              <a:t> </a:t>
            </a:r>
            <a:r>
              <a:rPr sz="1750" spc="-95" dirty="0">
                <a:latin typeface="Arial MT"/>
                <a:cs typeface="Arial MT"/>
              </a:rPr>
              <a:t>policy</a:t>
            </a:r>
            <a:r>
              <a:rPr sz="1750" spc="25" dirty="0">
                <a:latin typeface="Arial MT"/>
                <a:cs typeface="Arial MT"/>
              </a:rPr>
              <a:t> </a:t>
            </a:r>
            <a:r>
              <a:rPr sz="1750" spc="-65" dirty="0">
                <a:solidFill>
                  <a:srgbClr val="0C0C0C"/>
                </a:solidFill>
                <a:latin typeface="Arial MT"/>
                <a:cs typeface="Arial MT"/>
              </a:rPr>
              <a:t>that</a:t>
            </a:r>
            <a:r>
              <a:rPr sz="1750" spc="-10" dirty="0">
                <a:solidFill>
                  <a:srgbClr val="0C0C0C"/>
                </a:solidFill>
                <a:latin typeface="Arial MT"/>
                <a:cs typeface="Arial MT"/>
              </a:rPr>
              <a:t> </a:t>
            </a:r>
            <a:r>
              <a:rPr sz="1750" spc="-85" dirty="0">
                <a:latin typeface="Arial MT"/>
                <a:cs typeface="Arial MT"/>
              </a:rPr>
              <a:t>is</a:t>
            </a:r>
            <a:r>
              <a:rPr sz="1750" spc="-114" dirty="0">
                <a:latin typeface="Arial MT"/>
                <a:cs typeface="Arial MT"/>
              </a:rPr>
              <a:t> </a:t>
            </a:r>
            <a:r>
              <a:rPr sz="1750" spc="-125" dirty="0">
                <a:latin typeface="Arial MT"/>
                <a:cs typeface="Arial MT"/>
              </a:rPr>
              <a:t>attached</a:t>
            </a:r>
            <a:r>
              <a:rPr sz="1750" spc="25" dirty="0">
                <a:latin typeface="Arial MT"/>
                <a:cs typeface="Arial MT"/>
              </a:rPr>
              <a:t> </a:t>
            </a:r>
            <a:r>
              <a:rPr sz="1750" dirty="0">
                <a:latin typeface="Arial MT"/>
                <a:cs typeface="Arial MT"/>
              </a:rPr>
              <a:t>to</a:t>
            </a:r>
            <a:r>
              <a:rPr sz="1750" spc="-100" dirty="0">
                <a:latin typeface="Arial MT"/>
                <a:cs typeface="Arial MT"/>
              </a:rPr>
              <a:t> </a:t>
            </a:r>
            <a:r>
              <a:rPr sz="1750" spc="-90" dirty="0">
                <a:latin typeface="Arial MT"/>
                <a:cs typeface="Arial MT"/>
              </a:rPr>
              <a:t>the</a:t>
            </a:r>
            <a:r>
              <a:rPr sz="1750" spc="-75" dirty="0">
                <a:latin typeface="Arial MT"/>
                <a:cs typeface="Arial MT"/>
              </a:rPr>
              <a:t> </a:t>
            </a:r>
            <a:r>
              <a:rPr sz="1750" spc="-10" dirty="0">
                <a:solidFill>
                  <a:srgbClr val="181818"/>
                </a:solidFill>
                <a:latin typeface="Arial MT"/>
                <a:cs typeface="Arial MT"/>
              </a:rPr>
              <a:t>role.</a:t>
            </a:r>
            <a:endParaRPr sz="1750">
              <a:latin typeface="Arial MT"/>
              <a:cs typeface="Arial MT"/>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346835" y="365125"/>
            <a:ext cx="9478388" cy="5296534"/>
          </a:xfrm>
          <a:prstGeom prst="rect">
            <a:avLst/>
          </a:prstGeom>
        </p:spPr>
      </p:pic>
      <p:sp>
        <p:nvSpPr>
          <p:cNvPr id="3" name="object 3"/>
          <p:cNvSpPr txBox="1"/>
          <p:nvPr/>
        </p:nvSpPr>
        <p:spPr>
          <a:xfrm>
            <a:off x="1692634" y="5406043"/>
            <a:ext cx="2658110" cy="140335"/>
          </a:xfrm>
          <a:prstGeom prst="rect">
            <a:avLst/>
          </a:prstGeom>
        </p:spPr>
        <p:txBody>
          <a:bodyPr vert="horz" wrap="square" lIns="0" tIns="12700" rIns="0" bIns="0" rtlCol="0">
            <a:spAutoFit/>
          </a:bodyPr>
          <a:lstStyle/>
          <a:p>
            <a:pPr marL="12700">
              <a:lnSpc>
                <a:spcPct val="100000"/>
              </a:lnSpc>
              <a:spcBef>
                <a:spcPts val="100"/>
              </a:spcBef>
            </a:pPr>
            <a:r>
              <a:rPr sz="750" dirty="0">
                <a:solidFill>
                  <a:srgbClr val="5B5B5B"/>
                </a:solidFill>
                <a:latin typeface="Arial MT"/>
                <a:cs typeface="Arial MT"/>
              </a:rPr>
              <a:t>eJu2</a:t>
            </a:r>
            <a:r>
              <a:rPr sz="750" dirty="0">
                <a:solidFill>
                  <a:srgbClr val="939393"/>
                </a:solidFill>
                <a:latin typeface="Arial MT"/>
                <a:cs typeface="Arial MT"/>
              </a:rPr>
              <a:t>1</a:t>
            </a:r>
            <a:r>
              <a:rPr sz="750" spc="-55" dirty="0">
                <a:solidFill>
                  <a:srgbClr val="939393"/>
                </a:solidFill>
                <a:latin typeface="Arial MT"/>
                <a:cs typeface="Arial MT"/>
              </a:rPr>
              <a:t> </a:t>
            </a:r>
            <a:r>
              <a:rPr sz="750" spc="-40" dirty="0">
                <a:solidFill>
                  <a:srgbClr val="3F3F3F"/>
                </a:solidFill>
                <a:latin typeface="Arial MT"/>
                <a:cs typeface="Arial MT"/>
              </a:rPr>
              <a:t>Amazcn</a:t>
            </a:r>
            <a:r>
              <a:rPr sz="750" spc="-15" dirty="0">
                <a:solidFill>
                  <a:srgbClr val="3F3F3F"/>
                </a:solidFill>
                <a:latin typeface="Arial MT"/>
                <a:cs typeface="Arial MT"/>
              </a:rPr>
              <a:t> </a:t>
            </a:r>
            <a:r>
              <a:rPr sz="750" spc="-25" dirty="0">
                <a:solidFill>
                  <a:srgbClr val="757575"/>
                </a:solidFill>
                <a:latin typeface="Arial MT"/>
                <a:cs typeface="Arial MT"/>
              </a:rPr>
              <a:t>\veo</a:t>
            </a:r>
            <a:r>
              <a:rPr sz="750" spc="-35" dirty="0">
                <a:solidFill>
                  <a:srgbClr val="757575"/>
                </a:solidFill>
                <a:latin typeface="Arial MT"/>
                <a:cs typeface="Arial MT"/>
              </a:rPr>
              <a:t> </a:t>
            </a:r>
            <a:r>
              <a:rPr sz="750" dirty="0">
                <a:solidFill>
                  <a:srgbClr val="696969"/>
                </a:solidFill>
                <a:latin typeface="Arial MT"/>
                <a:cs typeface="Arial MT"/>
              </a:rPr>
              <a:t>Mi</a:t>
            </a:r>
            <a:r>
              <a:rPr sz="750" spc="55" dirty="0">
                <a:solidFill>
                  <a:srgbClr val="696969"/>
                </a:solidFill>
                <a:latin typeface="Arial MT"/>
                <a:cs typeface="Arial MT"/>
              </a:rPr>
              <a:t> </a:t>
            </a:r>
            <a:r>
              <a:rPr sz="750" spc="-20" dirty="0">
                <a:solidFill>
                  <a:srgbClr val="696969"/>
                </a:solidFill>
                <a:latin typeface="Arial MT"/>
                <a:cs typeface="Arial MT"/>
              </a:rPr>
              <a:t>nice</a:t>
            </a:r>
            <a:r>
              <a:rPr sz="750" spc="450" dirty="0">
                <a:solidFill>
                  <a:srgbClr val="696969"/>
                </a:solidFill>
                <a:latin typeface="Arial MT"/>
                <a:cs typeface="Arial MT"/>
              </a:rPr>
              <a:t> </a:t>
            </a:r>
            <a:r>
              <a:rPr sz="750" dirty="0">
                <a:solidFill>
                  <a:srgbClr val="838383"/>
                </a:solidFill>
                <a:latin typeface="Arial MT"/>
                <a:cs typeface="Arial MT"/>
              </a:rPr>
              <a:t>inc</a:t>
            </a:r>
            <a:r>
              <a:rPr sz="750" spc="55" dirty="0">
                <a:solidFill>
                  <a:srgbClr val="838383"/>
                </a:solidFill>
                <a:latin typeface="Arial MT"/>
                <a:cs typeface="Arial MT"/>
              </a:rPr>
              <a:t> </a:t>
            </a:r>
            <a:r>
              <a:rPr sz="750" spc="-30" dirty="0">
                <a:solidFill>
                  <a:srgbClr val="7C7C7C"/>
                </a:solidFill>
                <a:latin typeface="Arial MT"/>
                <a:cs typeface="Arial MT"/>
              </a:rPr>
              <a:t>or</a:t>
            </a:r>
            <a:r>
              <a:rPr sz="750" spc="-25" dirty="0">
                <a:solidFill>
                  <a:srgbClr val="7C7C7C"/>
                </a:solidFill>
                <a:latin typeface="Arial MT"/>
                <a:cs typeface="Arial MT"/>
              </a:rPr>
              <a:t> </a:t>
            </a:r>
            <a:r>
              <a:rPr sz="750" spc="-175" dirty="0">
                <a:solidFill>
                  <a:srgbClr val="4F4F4F"/>
                </a:solidFill>
                <a:latin typeface="Arial MT"/>
                <a:cs typeface="Arial MT"/>
              </a:rPr>
              <a:t>me</a:t>
            </a:r>
            <a:r>
              <a:rPr sz="750" spc="-70" dirty="0">
                <a:solidFill>
                  <a:srgbClr val="4F4F4F"/>
                </a:solidFill>
                <a:latin typeface="Arial MT"/>
                <a:cs typeface="Arial MT"/>
              </a:rPr>
              <a:t> </a:t>
            </a:r>
            <a:r>
              <a:rPr sz="750" spc="-35" dirty="0">
                <a:solidFill>
                  <a:srgbClr val="707070"/>
                </a:solidFill>
                <a:latin typeface="Arial MT"/>
                <a:cs typeface="Arial MT"/>
              </a:rPr>
              <a:t>aGliares.</a:t>
            </a:r>
            <a:r>
              <a:rPr sz="750" dirty="0">
                <a:solidFill>
                  <a:srgbClr val="707070"/>
                </a:solidFill>
                <a:latin typeface="Arial MT"/>
                <a:cs typeface="Arial MT"/>
              </a:rPr>
              <a:t> </a:t>
            </a:r>
            <a:r>
              <a:rPr sz="750" spc="-125" dirty="0">
                <a:solidFill>
                  <a:srgbClr val="878787"/>
                </a:solidFill>
                <a:latin typeface="Arial MT"/>
                <a:cs typeface="Arial MT"/>
              </a:rPr>
              <a:t>AB</a:t>
            </a:r>
            <a:r>
              <a:rPr sz="750" spc="-45" dirty="0">
                <a:solidFill>
                  <a:srgbClr val="878787"/>
                </a:solidFill>
                <a:latin typeface="Arial MT"/>
                <a:cs typeface="Arial MT"/>
              </a:rPr>
              <a:t> </a:t>
            </a:r>
            <a:r>
              <a:rPr sz="750" spc="-45" dirty="0">
                <a:solidFill>
                  <a:srgbClr val="606060"/>
                </a:solidFill>
                <a:latin typeface="Arial MT"/>
                <a:cs typeface="Arial MT"/>
              </a:rPr>
              <a:t>rJghlz</a:t>
            </a:r>
            <a:r>
              <a:rPr sz="750" spc="55" dirty="0">
                <a:solidFill>
                  <a:srgbClr val="606060"/>
                </a:solidFill>
                <a:latin typeface="Arial MT"/>
                <a:cs typeface="Arial MT"/>
              </a:rPr>
              <a:t> </a:t>
            </a:r>
            <a:r>
              <a:rPr sz="750" spc="-10" dirty="0">
                <a:solidFill>
                  <a:srgbClr val="808080"/>
                </a:solidFill>
                <a:latin typeface="Arial MT"/>
                <a:cs typeface="Arial MT"/>
              </a:rPr>
              <a:t>reserved</a:t>
            </a:r>
            <a:endParaRPr sz="750">
              <a:latin typeface="Arial MT"/>
              <a:cs typeface="Arial MT"/>
            </a:endParaRPr>
          </a:p>
        </p:txBody>
      </p:sp>
      <p:sp>
        <p:nvSpPr>
          <p:cNvPr id="4" name="object 4" descr="$PPTXTitle"/>
          <p:cNvSpPr txBox="1">
            <a:spLocks noGrp="1"/>
          </p:cNvSpPr>
          <p:nvPr>
            <p:ph type="title"/>
          </p:nvPr>
        </p:nvSpPr>
        <p:spPr>
          <a:xfrm>
            <a:off x="4798649" y="1378073"/>
            <a:ext cx="5464810" cy="292735"/>
          </a:xfrm>
          <a:prstGeom prst="rect">
            <a:avLst/>
          </a:prstGeom>
        </p:spPr>
        <p:txBody>
          <a:bodyPr vert="horz" wrap="square" lIns="0" tIns="12700" rIns="0" bIns="0" rtlCol="0">
            <a:spAutoFit/>
          </a:bodyPr>
          <a:lstStyle/>
          <a:p>
            <a:pPr marL="12700">
              <a:lnSpc>
                <a:spcPct val="100000"/>
              </a:lnSpc>
              <a:spcBef>
                <a:spcPts val="100"/>
              </a:spcBef>
            </a:pPr>
            <a:r>
              <a:rPr sz="1750" spc="-275" dirty="0"/>
              <a:t>Choose</a:t>
            </a:r>
            <a:r>
              <a:rPr sz="1750" spc="-60" dirty="0"/>
              <a:t> </a:t>
            </a:r>
            <a:r>
              <a:rPr sz="1750" spc="-254" dirty="0">
                <a:solidFill>
                  <a:srgbClr val="2F2F2F"/>
                </a:solidFill>
              </a:rPr>
              <a:t>each</a:t>
            </a:r>
            <a:r>
              <a:rPr sz="1750" spc="-195" dirty="0">
                <a:solidFill>
                  <a:srgbClr val="2F2F2F"/>
                </a:solidFill>
              </a:rPr>
              <a:t> </a:t>
            </a:r>
            <a:r>
              <a:rPr sz="1750" spc="-215" dirty="0"/>
              <a:t>button</a:t>
            </a:r>
            <a:r>
              <a:rPr sz="1750" spc="-75" dirty="0"/>
              <a:t> </a:t>
            </a:r>
            <a:r>
              <a:rPr sz="1750" spc="-210" dirty="0">
                <a:solidFill>
                  <a:srgbClr val="1C1C1C"/>
                </a:solidFill>
              </a:rPr>
              <a:t>to</a:t>
            </a:r>
            <a:r>
              <a:rPr sz="1750" spc="-180" dirty="0">
                <a:solidFill>
                  <a:srgbClr val="1C1C1C"/>
                </a:solidFill>
              </a:rPr>
              <a:t> </a:t>
            </a:r>
            <a:r>
              <a:rPr sz="1750" spc="-225" dirty="0">
                <a:solidFill>
                  <a:srgbClr val="161616"/>
                </a:solidFill>
              </a:rPr>
              <a:t>learn</a:t>
            </a:r>
            <a:r>
              <a:rPr sz="1750" spc="-210" dirty="0">
                <a:solidFill>
                  <a:srgbClr val="161616"/>
                </a:solidFill>
              </a:rPr>
              <a:t> </a:t>
            </a:r>
            <a:r>
              <a:rPr sz="1750" spc="-254" dirty="0">
                <a:solidFill>
                  <a:srgbClr val="1C1C1C"/>
                </a:solidFill>
              </a:rPr>
              <a:t>more</a:t>
            </a:r>
            <a:r>
              <a:rPr sz="1750" spc="-180" dirty="0">
                <a:solidFill>
                  <a:srgbClr val="1C1C1C"/>
                </a:solidFill>
              </a:rPr>
              <a:t> </a:t>
            </a:r>
            <a:r>
              <a:rPr sz="1750" spc="-229" dirty="0"/>
              <a:t>about</a:t>
            </a:r>
            <a:r>
              <a:rPr sz="1750" spc="-135" dirty="0"/>
              <a:t> </a:t>
            </a:r>
            <a:r>
              <a:rPr sz="1750" spc="-295" dirty="0"/>
              <a:t>ways</a:t>
            </a:r>
            <a:r>
              <a:rPr sz="1750" spc="-150" dirty="0"/>
              <a:t> </a:t>
            </a:r>
            <a:r>
              <a:rPr sz="1750" spc="-275" dirty="0"/>
              <a:t>you</a:t>
            </a:r>
            <a:r>
              <a:rPr sz="1750" spc="-145" dirty="0"/>
              <a:t> </a:t>
            </a:r>
            <a:r>
              <a:rPr sz="1750" spc="-245" dirty="0"/>
              <a:t>can</a:t>
            </a:r>
            <a:r>
              <a:rPr sz="1750" spc="-285" dirty="0"/>
              <a:t> </a:t>
            </a:r>
            <a:r>
              <a:rPr sz="1750" spc="-270" dirty="0">
                <a:solidFill>
                  <a:srgbClr val="161616"/>
                </a:solidFill>
              </a:rPr>
              <a:t>use</a:t>
            </a:r>
            <a:r>
              <a:rPr sz="1750" spc="-140" dirty="0">
                <a:solidFill>
                  <a:srgbClr val="161616"/>
                </a:solidFill>
              </a:rPr>
              <a:t> </a:t>
            </a:r>
            <a:r>
              <a:rPr sz="1750" spc="-455" dirty="0"/>
              <a:t>RAM.</a:t>
            </a:r>
            <a:endParaRPr sz="1750"/>
          </a:p>
        </p:txBody>
      </p:sp>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361439" y="365125"/>
            <a:ext cx="9459339" cy="5287009"/>
          </a:xfrm>
          <a:prstGeom prst="rect">
            <a:avLst/>
          </a:prstGeom>
        </p:spPr>
      </p:pic>
      <p:sp>
        <p:nvSpPr>
          <p:cNvPr id="3" name="object 3"/>
          <p:cNvSpPr txBox="1"/>
          <p:nvPr/>
        </p:nvSpPr>
        <p:spPr>
          <a:xfrm>
            <a:off x="4796562" y="1382836"/>
            <a:ext cx="5470525" cy="269875"/>
          </a:xfrm>
          <a:prstGeom prst="rect">
            <a:avLst/>
          </a:prstGeom>
        </p:spPr>
        <p:txBody>
          <a:bodyPr vert="horz" wrap="square" lIns="0" tIns="12700" rIns="0" bIns="0" rtlCol="0">
            <a:spAutoFit/>
          </a:bodyPr>
          <a:lstStyle/>
          <a:p>
            <a:pPr marL="12700">
              <a:lnSpc>
                <a:spcPct val="100000"/>
              </a:lnSpc>
              <a:spcBef>
                <a:spcPts val="100"/>
              </a:spcBef>
            </a:pPr>
            <a:r>
              <a:rPr sz="1600" spc="-95" dirty="0">
                <a:latin typeface="Arial MT"/>
                <a:cs typeface="Arial MT"/>
              </a:rPr>
              <a:t>Choose</a:t>
            </a:r>
            <a:r>
              <a:rPr sz="1600" spc="-20" dirty="0">
                <a:latin typeface="Arial MT"/>
                <a:cs typeface="Arial MT"/>
              </a:rPr>
              <a:t> </a:t>
            </a:r>
            <a:r>
              <a:rPr sz="1600" spc="-90" dirty="0">
                <a:latin typeface="Arial MT"/>
                <a:cs typeface="Arial MT"/>
              </a:rPr>
              <a:t>each</a:t>
            </a:r>
            <a:r>
              <a:rPr sz="1600" spc="-20" dirty="0">
                <a:latin typeface="Arial MT"/>
                <a:cs typeface="Arial MT"/>
              </a:rPr>
              <a:t> </a:t>
            </a:r>
            <a:r>
              <a:rPr sz="1600" dirty="0">
                <a:latin typeface="Arial MT"/>
                <a:cs typeface="Arial MT"/>
              </a:rPr>
              <a:t>button</a:t>
            </a:r>
            <a:r>
              <a:rPr sz="1600" spc="45" dirty="0">
                <a:latin typeface="Arial MT"/>
                <a:cs typeface="Arial MT"/>
              </a:rPr>
              <a:t> </a:t>
            </a:r>
            <a:r>
              <a:rPr sz="1600" dirty="0">
                <a:solidFill>
                  <a:srgbClr val="2D2D2D"/>
                </a:solidFill>
                <a:latin typeface="Arial MT"/>
                <a:cs typeface="Arial MT"/>
              </a:rPr>
              <a:t>to</a:t>
            </a:r>
            <a:r>
              <a:rPr sz="1600" spc="-45" dirty="0">
                <a:solidFill>
                  <a:srgbClr val="2D2D2D"/>
                </a:solidFill>
                <a:latin typeface="Arial MT"/>
                <a:cs typeface="Arial MT"/>
              </a:rPr>
              <a:t> </a:t>
            </a:r>
            <a:r>
              <a:rPr sz="1600" spc="-50" dirty="0">
                <a:latin typeface="Arial MT"/>
                <a:cs typeface="Arial MT"/>
              </a:rPr>
              <a:t>learn</a:t>
            </a:r>
            <a:r>
              <a:rPr sz="1600" spc="-45" dirty="0">
                <a:latin typeface="Arial MT"/>
                <a:cs typeface="Arial MT"/>
              </a:rPr>
              <a:t> </a:t>
            </a:r>
            <a:r>
              <a:rPr sz="1600" spc="-30" dirty="0">
                <a:solidFill>
                  <a:srgbClr val="282828"/>
                </a:solidFill>
                <a:latin typeface="Arial MT"/>
                <a:cs typeface="Arial MT"/>
              </a:rPr>
              <a:t>more </a:t>
            </a:r>
            <a:r>
              <a:rPr sz="1600" dirty="0">
                <a:solidFill>
                  <a:srgbClr val="0C0C0C"/>
                </a:solidFill>
                <a:latin typeface="Arial MT"/>
                <a:cs typeface="Arial MT"/>
              </a:rPr>
              <a:t>about</a:t>
            </a:r>
            <a:r>
              <a:rPr sz="1600" spc="65" dirty="0">
                <a:solidFill>
                  <a:srgbClr val="0C0C0C"/>
                </a:solidFill>
                <a:latin typeface="Arial MT"/>
                <a:cs typeface="Arial MT"/>
              </a:rPr>
              <a:t> </a:t>
            </a:r>
            <a:r>
              <a:rPr sz="1600" spc="-110" dirty="0">
                <a:latin typeface="Arial MT"/>
                <a:cs typeface="Arial MT"/>
              </a:rPr>
              <a:t>ways</a:t>
            </a:r>
            <a:r>
              <a:rPr sz="1600" spc="-5" dirty="0">
                <a:latin typeface="Arial MT"/>
                <a:cs typeface="Arial MT"/>
              </a:rPr>
              <a:t> </a:t>
            </a:r>
            <a:r>
              <a:rPr sz="1600" spc="-20" dirty="0">
                <a:solidFill>
                  <a:srgbClr val="2F2F2F"/>
                </a:solidFill>
                <a:latin typeface="Arial MT"/>
                <a:cs typeface="Arial MT"/>
              </a:rPr>
              <a:t>you</a:t>
            </a:r>
            <a:r>
              <a:rPr sz="1600" spc="-30" dirty="0">
                <a:solidFill>
                  <a:srgbClr val="2F2F2F"/>
                </a:solidFill>
                <a:latin typeface="Arial MT"/>
                <a:cs typeface="Arial MT"/>
              </a:rPr>
              <a:t> </a:t>
            </a:r>
            <a:r>
              <a:rPr sz="1600" spc="-100" dirty="0">
                <a:latin typeface="Arial MT"/>
                <a:cs typeface="Arial MT"/>
              </a:rPr>
              <a:t>can</a:t>
            </a:r>
            <a:r>
              <a:rPr sz="1600" spc="-10" dirty="0">
                <a:latin typeface="Arial MT"/>
                <a:cs typeface="Arial MT"/>
              </a:rPr>
              <a:t> </a:t>
            </a:r>
            <a:r>
              <a:rPr sz="1600" spc="-105" dirty="0">
                <a:latin typeface="Arial MT"/>
                <a:cs typeface="Arial MT"/>
              </a:rPr>
              <a:t>use</a:t>
            </a:r>
            <a:r>
              <a:rPr sz="1600" spc="-10" dirty="0">
                <a:latin typeface="Arial MT"/>
                <a:cs typeface="Arial MT"/>
              </a:rPr>
              <a:t> </a:t>
            </a:r>
            <a:r>
              <a:rPr sz="1600" spc="-40" dirty="0">
                <a:solidFill>
                  <a:srgbClr val="0C0C0C"/>
                </a:solidFill>
                <a:latin typeface="Arial MT"/>
                <a:cs typeface="Arial MT"/>
              </a:rPr>
              <a:t>IAM.</a:t>
            </a:r>
            <a:endParaRPr sz="1600">
              <a:latin typeface="Arial MT"/>
              <a:cs typeface="Arial MT"/>
            </a:endParaRPr>
          </a:p>
        </p:txBody>
      </p:sp>
      <p:sp>
        <p:nvSpPr>
          <p:cNvPr id="4" name="object 4"/>
          <p:cNvSpPr txBox="1"/>
          <p:nvPr/>
        </p:nvSpPr>
        <p:spPr>
          <a:xfrm>
            <a:off x="4794382" y="2950839"/>
            <a:ext cx="5567680" cy="1959610"/>
          </a:xfrm>
          <a:prstGeom prst="rect">
            <a:avLst/>
          </a:prstGeom>
        </p:spPr>
        <p:txBody>
          <a:bodyPr vert="horz" wrap="square" lIns="0" tIns="12700" rIns="0" bIns="0" rtlCol="0">
            <a:spAutoFit/>
          </a:bodyPr>
          <a:lstStyle/>
          <a:p>
            <a:pPr marL="12700" marR="5080" indent="1905">
              <a:lnSpc>
                <a:spcPct val="113300"/>
              </a:lnSpc>
              <a:spcBef>
                <a:spcPts val="100"/>
              </a:spcBef>
            </a:pPr>
            <a:r>
              <a:rPr sz="1600" spc="-10" dirty="0">
                <a:latin typeface="Arial MT"/>
                <a:cs typeface="Arial MT"/>
              </a:rPr>
              <a:t>Your</a:t>
            </a:r>
            <a:r>
              <a:rPr sz="1600" spc="65" dirty="0">
                <a:latin typeface="Arial MT"/>
                <a:cs typeface="Arial MT"/>
              </a:rPr>
              <a:t> </a:t>
            </a:r>
            <a:r>
              <a:rPr sz="1600" spc="-40" dirty="0">
                <a:latin typeface="Arial MT"/>
                <a:cs typeface="Arial MT"/>
              </a:rPr>
              <a:t>users</a:t>
            </a:r>
            <a:r>
              <a:rPr sz="1600" spc="-20" dirty="0">
                <a:latin typeface="Arial MT"/>
                <a:cs typeface="Arial MT"/>
              </a:rPr>
              <a:t> </a:t>
            </a:r>
            <a:r>
              <a:rPr sz="1600" dirty="0">
                <a:latin typeface="Arial MT"/>
                <a:cs typeface="Arial MT"/>
              </a:rPr>
              <a:t>can</a:t>
            </a:r>
            <a:r>
              <a:rPr sz="1600" spc="5" dirty="0">
                <a:latin typeface="Arial MT"/>
                <a:cs typeface="Arial MT"/>
              </a:rPr>
              <a:t> </a:t>
            </a:r>
            <a:r>
              <a:rPr sz="1600" spc="-25" dirty="0">
                <a:solidFill>
                  <a:srgbClr val="242424"/>
                </a:solidFill>
                <a:latin typeface="Arial MT"/>
                <a:cs typeface="Arial MT"/>
              </a:rPr>
              <a:t>use</a:t>
            </a:r>
            <a:r>
              <a:rPr sz="1600" spc="20" dirty="0">
                <a:solidFill>
                  <a:srgbClr val="242424"/>
                </a:solidFill>
                <a:latin typeface="Arial MT"/>
                <a:cs typeface="Arial MT"/>
              </a:rPr>
              <a:t> </a:t>
            </a:r>
            <a:r>
              <a:rPr sz="1600" dirty="0">
                <a:latin typeface="Arial MT"/>
                <a:cs typeface="Arial MT"/>
              </a:rPr>
              <a:t>IAM</a:t>
            </a:r>
            <a:r>
              <a:rPr sz="1600" spc="5" dirty="0">
                <a:latin typeface="Arial MT"/>
                <a:cs typeface="Arial MT"/>
              </a:rPr>
              <a:t> </a:t>
            </a:r>
            <a:r>
              <a:rPr sz="1600" dirty="0">
                <a:solidFill>
                  <a:srgbClr val="0E0E0E"/>
                </a:solidFill>
                <a:latin typeface="Arial MT"/>
                <a:cs typeface="Arial MT"/>
              </a:rPr>
              <a:t>to</a:t>
            </a:r>
            <a:r>
              <a:rPr sz="1600" spc="100" dirty="0">
                <a:solidFill>
                  <a:srgbClr val="0E0E0E"/>
                </a:solidFill>
                <a:latin typeface="Arial MT"/>
                <a:cs typeface="Arial MT"/>
              </a:rPr>
              <a:t> </a:t>
            </a:r>
            <a:r>
              <a:rPr sz="1600" dirty="0">
                <a:latin typeface="Arial MT"/>
                <a:cs typeface="Arial MT"/>
              </a:rPr>
              <a:t>control</a:t>
            </a:r>
            <a:r>
              <a:rPr sz="1600" spc="-80" dirty="0">
                <a:latin typeface="Arial MT"/>
                <a:cs typeface="Arial MT"/>
              </a:rPr>
              <a:t> </a:t>
            </a:r>
            <a:r>
              <a:rPr sz="1600" spc="-75" dirty="0">
                <a:latin typeface="Arial MT"/>
                <a:cs typeface="Arial MT"/>
              </a:rPr>
              <a:t>access</a:t>
            </a:r>
            <a:r>
              <a:rPr sz="1600" spc="35" dirty="0">
                <a:latin typeface="Arial MT"/>
                <a:cs typeface="Arial MT"/>
              </a:rPr>
              <a:t> </a:t>
            </a:r>
            <a:r>
              <a:rPr sz="1600" dirty="0">
                <a:solidFill>
                  <a:srgbClr val="242424"/>
                </a:solidFill>
                <a:latin typeface="Arial MT"/>
                <a:cs typeface="Arial MT"/>
              </a:rPr>
              <a:t>to</a:t>
            </a:r>
            <a:r>
              <a:rPr sz="1600" spc="50" dirty="0">
                <a:solidFill>
                  <a:srgbClr val="242424"/>
                </a:solidFill>
                <a:latin typeface="Arial MT"/>
                <a:cs typeface="Arial MT"/>
              </a:rPr>
              <a:t> </a:t>
            </a:r>
            <a:r>
              <a:rPr sz="1600" spc="-110" dirty="0">
                <a:latin typeface="Arial MT"/>
                <a:cs typeface="Arial MT"/>
              </a:rPr>
              <a:t>AWS</a:t>
            </a:r>
            <a:r>
              <a:rPr sz="1600" spc="25" dirty="0">
                <a:latin typeface="Arial MT"/>
                <a:cs typeface="Arial MT"/>
              </a:rPr>
              <a:t> </a:t>
            </a:r>
            <a:r>
              <a:rPr sz="1600" spc="-20" dirty="0">
                <a:latin typeface="Arial MT"/>
                <a:cs typeface="Arial MT"/>
              </a:rPr>
              <a:t>service</a:t>
            </a:r>
            <a:r>
              <a:rPr sz="1600" spc="45" dirty="0">
                <a:latin typeface="Arial MT"/>
                <a:cs typeface="Arial MT"/>
              </a:rPr>
              <a:t> </a:t>
            </a:r>
            <a:r>
              <a:rPr sz="1600" spc="-30" dirty="0">
                <a:latin typeface="Arial MT"/>
                <a:cs typeface="Arial MT"/>
              </a:rPr>
              <a:t>APls </a:t>
            </a:r>
            <a:r>
              <a:rPr sz="1600" dirty="0">
                <a:latin typeface="Arial MT"/>
                <a:cs typeface="Arial MT"/>
              </a:rPr>
              <a:t>and</a:t>
            </a:r>
            <a:r>
              <a:rPr sz="1600" spc="-20" dirty="0">
                <a:latin typeface="Arial MT"/>
                <a:cs typeface="Arial MT"/>
              </a:rPr>
              <a:t> </a:t>
            </a:r>
            <a:r>
              <a:rPr sz="1600" dirty="0">
                <a:latin typeface="Arial MT"/>
                <a:cs typeface="Arial MT"/>
              </a:rPr>
              <a:t>to</a:t>
            </a:r>
            <a:r>
              <a:rPr sz="1600" spc="145" dirty="0">
                <a:latin typeface="Arial MT"/>
                <a:cs typeface="Arial MT"/>
              </a:rPr>
              <a:t> </a:t>
            </a:r>
            <a:r>
              <a:rPr sz="1600" spc="-10" dirty="0">
                <a:latin typeface="Arial MT"/>
                <a:cs typeface="Arial MT"/>
              </a:rPr>
              <a:t>specific</a:t>
            </a:r>
            <a:r>
              <a:rPr sz="1600" spc="50" dirty="0">
                <a:latin typeface="Arial MT"/>
                <a:cs typeface="Arial MT"/>
              </a:rPr>
              <a:t> </a:t>
            </a:r>
            <a:r>
              <a:rPr sz="1600" spc="-50" dirty="0">
                <a:latin typeface="Arial MT"/>
                <a:cs typeface="Arial MT"/>
              </a:rPr>
              <a:t>resources.</a:t>
            </a:r>
            <a:r>
              <a:rPr sz="1600" spc="100" dirty="0">
                <a:latin typeface="Arial MT"/>
                <a:cs typeface="Arial MT"/>
              </a:rPr>
              <a:t> </a:t>
            </a:r>
            <a:r>
              <a:rPr sz="1600" spc="-20" dirty="0">
                <a:solidFill>
                  <a:srgbClr val="181818"/>
                </a:solidFill>
                <a:latin typeface="Arial MT"/>
                <a:cs typeface="Arial MT"/>
              </a:rPr>
              <a:t>You</a:t>
            </a:r>
            <a:r>
              <a:rPr sz="1600" spc="10" dirty="0">
                <a:solidFill>
                  <a:srgbClr val="181818"/>
                </a:solidFill>
                <a:latin typeface="Arial MT"/>
                <a:cs typeface="Arial MT"/>
              </a:rPr>
              <a:t> </a:t>
            </a:r>
            <a:r>
              <a:rPr sz="1600" dirty="0">
                <a:solidFill>
                  <a:srgbClr val="262626"/>
                </a:solidFill>
                <a:latin typeface="Arial MT"/>
                <a:cs typeface="Arial MT"/>
              </a:rPr>
              <a:t>can</a:t>
            </a:r>
            <a:r>
              <a:rPr sz="1600" spc="-25" dirty="0">
                <a:solidFill>
                  <a:srgbClr val="262626"/>
                </a:solidFill>
                <a:latin typeface="Arial MT"/>
                <a:cs typeface="Arial MT"/>
              </a:rPr>
              <a:t> </a:t>
            </a:r>
            <a:r>
              <a:rPr sz="1600" spc="-25" dirty="0">
                <a:latin typeface="Arial MT"/>
                <a:cs typeface="Arial MT"/>
              </a:rPr>
              <a:t>use</a:t>
            </a:r>
            <a:r>
              <a:rPr sz="1600" spc="-5" dirty="0">
                <a:latin typeface="Arial MT"/>
                <a:cs typeface="Arial MT"/>
              </a:rPr>
              <a:t> </a:t>
            </a:r>
            <a:r>
              <a:rPr sz="1600" dirty="0">
                <a:latin typeface="Arial MT"/>
                <a:cs typeface="Arial MT"/>
              </a:rPr>
              <a:t>IAM</a:t>
            </a:r>
            <a:r>
              <a:rPr sz="1600" spc="-25" dirty="0">
                <a:latin typeface="Arial MT"/>
                <a:cs typeface="Arial MT"/>
              </a:rPr>
              <a:t> </a:t>
            </a:r>
            <a:r>
              <a:rPr sz="1600" dirty="0">
                <a:solidFill>
                  <a:srgbClr val="131313"/>
                </a:solidFill>
                <a:latin typeface="Arial MT"/>
                <a:cs typeface="Arial MT"/>
              </a:rPr>
              <a:t>to</a:t>
            </a:r>
            <a:r>
              <a:rPr sz="1600" spc="-25" dirty="0">
                <a:solidFill>
                  <a:srgbClr val="131313"/>
                </a:solidFill>
                <a:latin typeface="Arial MT"/>
                <a:cs typeface="Arial MT"/>
              </a:rPr>
              <a:t> </a:t>
            </a:r>
            <a:r>
              <a:rPr sz="1600" dirty="0">
                <a:latin typeface="Arial MT"/>
                <a:cs typeface="Arial MT"/>
              </a:rPr>
              <a:t>add</a:t>
            </a:r>
            <a:r>
              <a:rPr sz="1600" spc="25" dirty="0">
                <a:latin typeface="Arial MT"/>
                <a:cs typeface="Arial MT"/>
              </a:rPr>
              <a:t> </a:t>
            </a:r>
            <a:r>
              <a:rPr sz="1600" spc="-10" dirty="0">
                <a:latin typeface="Arial MT"/>
                <a:cs typeface="Arial MT"/>
              </a:rPr>
              <a:t>sDecific </a:t>
            </a:r>
            <a:r>
              <a:rPr sz="1600" dirty="0">
                <a:latin typeface="Arial MT"/>
                <a:cs typeface="Arial MT"/>
              </a:rPr>
              <a:t>conditions</a:t>
            </a:r>
            <a:r>
              <a:rPr sz="1600" spc="10" dirty="0">
                <a:latin typeface="Arial MT"/>
                <a:cs typeface="Arial MT"/>
              </a:rPr>
              <a:t> </a:t>
            </a:r>
            <a:r>
              <a:rPr sz="1600" dirty="0">
                <a:solidFill>
                  <a:srgbClr val="161616"/>
                </a:solidFill>
                <a:latin typeface="Arial MT"/>
                <a:cs typeface="Arial MT"/>
              </a:rPr>
              <a:t>for</a:t>
            </a:r>
            <a:r>
              <a:rPr sz="1600" spc="45" dirty="0">
                <a:solidFill>
                  <a:srgbClr val="161616"/>
                </a:solidFill>
                <a:latin typeface="Arial MT"/>
                <a:cs typeface="Arial MT"/>
              </a:rPr>
              <a:t> </a:t>
            </a:r>
            <a:r>
              <a:rPr sz="1600" dirty="0">
                <a:latin typeface="Arial MT"/>
                <a:cs typeface="Arial MT"/>
              </a:rPr>
              <a:t>how</a:t>
            </a:r>
            <a:r>
              <a:rPr sz="1600" spc="-5" dirty="0">
                <a:latin typeface="Arial MT"/>
                <a:cs typeface="Arial MT"/>
              </a:rPr>
              <a:t> </a:t>
            </a:r>
            <a:r>
              <a:rPr sz="1600" dirty="0">
                <a:latin typeface="Arial MT"/>
                <a:cs typeface="Arial MT"/>
              </a:rPr>
              <a:t>a</a:t>
            </a:r>
            <a:r>
              <a:rPr sz="1600" spc="30" dirty="0">
                <a:latin typeface="Arial MT"/>
                <a:cs typeface="Arial MT"/>
              </a:rPr>
              <a:t> </a:t>
            </a:r>
            <a:r>
              <a:rPr sz="1600" spc="-10" dirty="0">
                <a:latin typeface="Arial MT"/>
                <a:cs typeface="Arial MT"/>
              </a:rPr>
              <a:t>user</a:t>
            </a:r>
            <a:r>
              <a:rPr sz="1600" spc="50" dirty="0">
                <a:latin typeface="Arial MT"/>
                <a:cs typeface="Arial MT"/>
              </a:rPr>
              <a:t> </a:t>
            </a:r>
            <a:r>
              <a:rPr sz="1600" dirty="0">
                <a:latin typeface="Arial MT"/>
                <a:cs typeface="Arial MT"/>
              </a:rPr>
              <a:t>can</a:t>
            </a:r>
            <a:r>
              <a:rPr sz="1600" spc="5" dirty="0">
                <a:latin typeface="Arial MT"/>
                <a:cs typeface="Arial MT"/>
              </a:rPr>
              <a:t> </a:t>
            </a:r>
            <a:r>
              <a:rPr sz="1600" spc="-10" dirty="0">
                <a:latin typeface="Arial MT"/>
                <a:cs typeface="Arial MT"/>
              </a:rPr>
              <a:t>use</a:t>
            </a:r>
            <a:r>
              <a:rPr sz="1600" spc="90" dirty="0">
                <a:latin typeface="Arial MT"/>
                <a:cs typeface="Arial MT"/>
              </a:rPr>
              <a:t> </a:t>
            </a:r>
            <a:r>
              <a:rPr sz="1600" spc="-135" dirty="0">
                <a:latin typeface="Arial MT"/>
                <a:cs typeface="Arial MT"/>
              </a:rPr>
              <a:t>AWS</a:t>
            </a:r>
            <a:r>
              <a:rPr sz="1600" spc="25" dirty="0">
                <a:latin typeface="Arial MT"/>
                <a:cs typeface="Arial MT"/>
              </a:rPr>
              <a:t> </a:t>
            </a:r>
            <a:r>
              <a:rPr sz="1600" spc="-35" dirty="0">
                <a:latin typeface="Arial MT"/>
                <a:cs typeface="Arial MT"/>
              </a:rPr>
              <a:t>resources</a:t>
            </a:r>
            <a:r>
              <a:rPr sz="1600" spc="125" dirty="0">
                <a:latin typeface="Arial MT"/>
                <a:cs typeface="Arial MT"/>
              </a:rPr>
              <a:t> </a:t>
            </a:r>
            <a:r>
              <a:rPr sz="1600" dirty="0">
                <a:solidFill>
                  <a:srgbClr val="464646"/>
                </a:solidFill>
                <a:latin typeface="Arial MT"/>
                <a:cs typeface="Arial MT"/>
              </a:rPr>
              <a:t>or</a:t>
            </a:r>
            <a:r>
              <a:rPr sz="1600" spc="-25" dirty="0">
                <a:solidFill>
                  <a:srgbClr val="464646"/>
                </a:solidFill>
                <a:latin typeface="Arial MT"/>
                <a:cs typeface="Arial MT"/>
              </a:rPr>
              <a:t> </a:t>
            </a:r>
            <a:r>
              <a:rPr sz="1600" spc="-10" dirty="0">
                <a:solidFill>
                  <a:srgbClr val="0C0C0C"/>
                </a:solidFill>
                <a:latin typeface="Arial MT"/>
                <a:cs typeface="Arial MT"/>
              </a:rPr>
              <a:t>tneir </a:t>
            </a:r>
            <a:r>
              <a:rPr sz="1600" dirty="0">
                <a:latin typeface="Arial MT"/>
                <a:cs typeface="Arial MT"/>
              </a:rPr>
              <a:t>orig</a:t>
            </a:r>
            <a:r>
              <a:rPr sz="1600" dirty="0">
                <a:solidFill>
                  <a:srgbClr val="161616"/>
                </a:solidFill>
                <a:latin typeface="Arial MT"/>
                <a:cs typeface="Arial MT"/>
              </a:rPr>
              <a:t>i</a:t>
            </a:r>
            <a:r>
              <a:rPr sz="1600" dirty="0">
                <a:solidFill>
                  <a:srgbClr val="0F0F0F"/>
                </a:solidFill>
                <a:latin typeface="Arial MT"/>
                <a:cs typeface="Arial MT"/>
              </a:rPr>
              <a:t>nating</a:t>
            </a:r>
            <a:r>
              <a:rPr sz="1600" spc="55" dirty="0">
                <a:solidFill>
                  <a:srgbClr val="0F0F0F"/>
                </a:solidFill>
                <a:latin typeface="Arial MT"/>
                <a:cs typeface="Arial MT"/>
              </a:rPr>
              <a:t> </a:t>
            </a:r>
            <a:r>
              <a:rPr sz="1600" dirty="0">
                <a:solidFill>
                  <a:srgbClr val="2B2B2B"/>
                </a:solidFill>
                <a:latin typeface="Arial MT"/>
                <a:cs typeface="Arial MT"/>
              </a:rPr>
              <a:t>IP</a:t>
            </a:r>
            <a:r>
              <a:rPr sz="1600" spc="80" dirty="0">
                <a:solidFill>
                  <a:srgbClr val="2B2B2B"/>
                </a:solidFill>
                <a:latin typeface="Arial MT"/>
                <a:cs typeface="Arial MT"/>
              </a:rPr>
              <a:t> </a:t>
            </a:r>
            <a:r>
              <a:rPr sz="1600" spc="-45" dirty="0">
                <a:latin typeface="Arial MT"/>
                <a:cs typeface="Arial MT"/>
              </a:rPr>
              <a:t>address.</a:t>
            </a:r>
            <a:r>
              <a:rPr sz="1600" spc="50" dirty="0">
                <a:latin typeface="Arial MT"/>
                <a:cs typeface="Arial MT"/>
              </a:rPr>
              <a:t> </a:t>
            </a:r>
            <a:r>
              <a:rPr sz="1600" spc="-10" dirty="0">
                <a:latin typeface="Arial MT"/>
                <a:cs typeface="Arial MT"/>
              </a:rPr>
              <a:t>These</a:t>
            </a:r>
            <a:r>
              <a:rPr sz="1600" spc="114" dirty="0">
                <a:latin typeface="Arial MT"/>
                <a:cs typeface="Arial MT"/>
              </a:rPr>
              <a:t> </a:t>
            </a:r>
            <a:r>
              <a:rPr sz="1600" dirty="0">
                <a:latin typeface="Arial MT"/>
                <a:cs typeface="Arial MT"/>
              </a:rPr>
              <a:t>conditions</a:t>
            </a:r>
            <a:r>
              <a:rPr sz="1600" spc="125" dirty="0">
                <a:latin typeface="Arial MT"/>
                <a:cs typeface="Arial MT"/>
              </a:rPr>
              <a:t> </a:t>
            </a:r>
            <a:r>
              <a:rPr sz="1600" dirty="0">
                <a:solidFill>
                  <a:srgbClr val="1C1C1C"/>
                </a:solidFill>
                <a:latin typeface="Arial MT"/>
                <a:cs typeface="Arial MT"/>
              </a:rPr>
              <a:t>might</a:t>
            </a:r>
            <a:r>
              <a:rPr sz="1600" spc="155" dirty="0">
                <a:solidFill>
                  <a:srgbClr val="1C1C1C"/>
                </a:solidFill>
                <a:latin typeface="Arial MT"/>
                <a:cs typeface="Arial MT"/>
              </a:rPr>
              <a:t> </a:t>
            </a:r>
            <a:r>
              <a:rPr sz="1600" spc="-20" dirty="0">
                <a:latin typeface="Arial MT"/>
                <a:cs typeface="Arial MT"/>
              </a:rPr>
              <a:t>also</a:t>
            </a:r>
            <a:r>
              <a:rPr sz="1600" spc="500" dirty="0">
                <a:latin typeface="Arial MT"/>
                <a:cs typeface="Arial MT"/>
              </a:rPr>
              <a:t> </a:t>
            </a:r>
            <a:r>
              <a:rPr sz="1600" dirty="0">
                <a:latin typeface="Arial MT"/>
                <a:cs typeface="Arial MT"/>
              </a:rPr>
              <a:t>determine</a:t>
            </a:r>
            <a:r>
              <a:rPr sz="1600" spc="110" dirty="0">
                <a:latin typeface="Arial MT"/>
                <a:cs typeface="Arial MT"/>
              </a:rPr>
              <a:t> </a:t>
            </a:r>
            <a:r>
              <a:rPr sz="1600" spc="-55" dirty="0">
                <a:latin typeface="Arial MT"/>
                <a:cs typeface="Arial MT"/>
              </a:rPr>
              <a:t>whe’the’r</a:t>
            </a:r>
            <a:r>
              <a:rPr sz="1600" spc="45" dirty="0">
                <a:latin typeface="Arial MT"/>
                <a:cs typeface="Arial MT"/>
              </a:rPr>
              <a:t> </a:t>
            </a:r>
            <a:r>
              <a:rPr sz="1600" dirty="0">
                <a:latin typeface="Arial MT"/>
                <a:cs typeface="Arial MT"/>
              </a:rPr>
              <a:t>they</a:t>
            </a:r>
            <a:r>
              <a:rPr sz="1600" spc="-30" dirty="0">
                <a:latin typeface="Arial MT"/>
                <a:cs typeface="Arial MT"/>
              </a:rPr>
              <a:t> </a:t>
            </a:r>
            <a:r>
              <a:rPr sz="1600" dirty="0">
                <a:latin typeface="Arial MT"/>
                <a:cs typeface="Arial MT"/>
              </a:rPr>
              <a:t>are</a:t>
            </a:r>
            <a:r>
              <a:rPr sz="1600" spc="20" dirty="0">
                <a:latin typeface="Arial MT"/>
                <a:cs typeface="Arial MT"/>
              </a:rPr>
              <a:t> </a:t>
            </a:r>
            <a:r>
              <a:rPr sz="1600" dirty="0">
                <a:latin typeface="Arial MT"/>
                <a:cs typeface="Arial MT"/>
              </a:rPr>
              <a:t>using</a:t>
            </a:r>
            <a:r>
              <a:rPr sz="1600" spc="20" dirty="0">
                <a:latin typeface="Arial MT"/>
                <a:cs typeface="Arial MT"/>
              </a:rPr>
              <a:t> </a:t>
            </a:r>
            <a:r>
              <a:rPr sz="1600" spc="-45" dirty="0">
                <a:latin typeface="Arial MT"/>
                <a:cs typeface="Arial MT"/>
              </a:rPr>
              <a:t>Secure</a:t>
            </a:r>
            <a:r>
              <a:rPr sz="1600" spc="45" dirty="0">
                <a:latin typeface="Arial MT"/>
                <a:cs typeface="Arial MT"/>
              </a:rPr>
              <a:t> </a:t>
            </a:r>
            <a:r>
              <a:rPr sz="1600" spc="-10" dirty="0">
                <a:latin typeface="Arial MT"/>
                <a:cs typeface="Arial MT"/>
              </a:rPr>
              <a:t>Sockets</a:t>
            </a:r>
            <a:r>
              <a:rPr sz="1600" spc="75" dirty="0">
                <a:latin typeface="Arial MT"/>
                <a:cs typeface="Arial MT"/>
              </a:rPr>
              <a:t> </a:t>
            </a:r>
            <a:r>
              <a:rPr sz="1600" spc="-10" dirty="0">
                <a:latin typeface="Arial MT"/>
                <a:cs typeface="Arial MT"/>
              </a:rPr>
              <a:t>Layer </a:t>
            </a:r>
            <a:r>
              <a:rPr sz="1600" spc="-114" dirty="0">
                <a:latin typeface="Arial MT"/>
                <a:cs typeface="Arial MT"/>
              </a:rPr>
              <a:t>(SSL)</a:t>
            </a:r>
            <a:r>
              <a:rPr sz="1600" spc="155" dirty="0">
                <a:latin typeface="Arial MT"/>
                <a:cs typeface="Arial MT"/>
              </a:rPr>
              <a:t> </a:t>
            </a:r>
            <a:r>
              <a:rPr sz="1600" dirty="0">
                <a:solidFill>
                  <a:srgbClr val="444444"/>
                </a:solidFill>
                <a:latin typeface="Arial MT"/>
                <a:cs typeface="Arial MT"/>
              </a:rPr>
              <a:t>or</a:t>
            </a:r>
            <a:r>
              <a:rPr sz="1600" spc="155" dirty="0">
                <a:solidFill>
                  <a:srgbClr val="444444"/>
                </a:solidFill>
                <a:latin typeface="Arial MT"/>
                <a:cs typeface="Arial MT"/>
              </a:rPr>
              <a:t> </a:t>
            </a:r>
            <a:r>
              <a:rPr sz="1600" dirty="0">
                <a:latin typeface="Arial MT"/>
                <a:cs typeface="Arial MT"/>
              </a:rPr>
              <a:t>whether</a:t>
            </a:r>
            <a:r>
              <a:rPr sz="1600" spc="125" dirty="0">
                <a:latin typeface="Arial MT"/>
                <a:cs typeface="Arial MT"/>
              </a:rPr>
              <a:t> </a:t>
            </a:r>
            <a:r>
              <a:rPr sz="1600" dirty="0">
                <a:latin typeface="Arial MT"/>
                <a:cs typeface="Arial MT"/>
              </a:rPr>
              <a:t>they</a:t>
            </a:r>
            <a:r>
              <a:rPr sz="1600" spc="100" dirty="0">
                <a:latin typeface="Arial MT"/>
                <a:cs typeface="Arial MT"/>
              </a:rPr>
              <a:t> </a:t>
            </a:r>
            <a:r>
              <a:rPr sz="1600" dirty="0">
                <a:latin typeface="Arial MT"/>
                <a:cs typeface="Arial MT"/>
              </a:rPr>
              <a:t>have</a:t>
            </a:r>
            <a:r>
              <a:rPr sz="1600" spc="120" dirty="0">
                <a:latin typeface="Arial MT"/>
                <a:cs typeface="Arial MT"/>
              </a:rPr>
              <a:t> </a:t>
            </a:r>
            <a:r>
              <a:rPr sz="1600" dirty="0">
                <a:latin typeface="Arial MT"/>
                <a:cs typeface="Arial MT"/>
              </a:rPr>
              <a:t>authenticated</a:t>
            </a:r>
            <a:r>
              <a:rPr sz="1600" spc="270" dirty="0">
                <a:latin typeface="Arial MT"/>
                <a:cs typeface="Arial MT"/>
              </a:rPr>
              <a:t> </a:t>
            </a:r>
            <a:r>
              <a:rPr sz="1600" spc="50" dirty="0">
                <a:latin typeface="Arial MT"/>
                <a:cs typeface="Arial MT"/>
              </a:rPr>
              <a:t>with </a:t>
            </a:r>
            <a:r>
              <a:rPr sz="1600" dirty="0">
                <a:latin typeface="Arial MT"/>
                <a:cs typeface="Arial MT"/>
              </a:rPr>
              <a:t>a</a:t>
            </a:r>
            <a:r>
              <a:rPr sz="1600" spc="35" dirty="0">
                <a:latin typeface="Arial MT"/>
                <a:cs typeface="Arial MT"/>
              </a:rPr>
              <a:t> </a:t>
            </a:r>
            <a:r>
              <a:rPr sz="1600" dirty="0">
                <a:latin typeface="Arial MT"/>
                <a:cs typeface="Arial MT"/>
              </a:rPr>
              <a:t>multi-</a:t>
            </a:r>
            <a:r>
              <a:rPr sz="1600" spc="-10" dirty="0">
                <a:latin typeface="Arial MT"/>
                <a:cs typeface="Arial MT"/>
              </a:rPr>
              <a:t>factor </a:t>
            </a:r>
            <a:r>
              <a:rPr sz="1600" spc="10" dirty="0">
                <a:latin typeface="Arial MT"/>
                <a:cs typeface="Arial MT"/>
              </a:rPr>
              <a:t>authentication</a:t>
            </a:r>
            <a:r>
              <a:rPr sz="1600" spc="265" dirty="0">
                <a:latin typeface="Arial MT"/>
                <a:cs typeface="Arial MT"/>
              </a:rPr>
              <a:t> </a:t>
            </a:r>
            <a:r>
              <a:rPr sz="1600" spc="-10" dirty="0">
                <a:latin typeface="Arial MT"/>
                <a:cs typeface="Arial MT"/>
              </a:rPr>
              <a:t>device.</a:t>
            </a:r>
            <a:endParaRPr sz="1600">
              <a:latin typeface="Arial MT"/>
              <a:cs typeface="Arial MT"/>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390014" y="1317741"/>
            <a:ext cx="3115011" cy="3915252"/>
          </a:xfrm>
          <a:prstGeom prst="rect">
            <a:avLst/>
          </a:prstGeom>
        </p:spPr>
      </p:pic>
      <p:pic>
        <p:nvPicPr>
          <p:cNvPr id="3" name="object 3"/>
          <p:cNvPicPr/>
          <p:nvPr/>
        </p:nvPicPr>
        <p:blipFill>
          <a:blip r:embed="rId3" cstate="print"/>
          <a:stretch>
            <a:fillRect/>
          </a:stretch>
        </p:blipFill>
        <p:spPr>
          <a:xfrm>
            <a:off x="4590760" y="2051255"/>
            <a:ext cx="2991172" cy="743040"/>
          </a:xfrm>
          <a:prstGeom prst="rect">
            <a:avLst/>
          </a:prstGeom>
        </p:spPr>
      </p:pic>
      <p:pic>
        <p:nvPicPr>
          <p:cNvPr id="4" name="object 4"/>
          <p:cNvPicPr/>
          <p:nvPr/>
        </p:nvPicPr>
        <p:blipFill>
          <a:blip r:embed="rId4" cstate="print"/>
          <a:stretch>
            <a:fillRect/>
          </a:stretch>
        </p:blipFill>
        <p:spPr>
          <a:xfrm>
            <a:off x="7715298" y="2051255"/>
            <a:ext cx="1447956" cy="733514"/>
          </a:xfrm>
          <a:prstGeom prst="rect">
            <a:avLst/>
          </a:prstGeom>
        </p:spPr>
      </p:pic>
      <p:pic>
        <p:nvPicPr>
          <p:cNvPr id="5" name="object 5"/>
          <p:cNvPicPr/>
          <p:nvPr/>
        </p:nvPicPr>
        <p:blipFill>
          <a:blip r:embed="rId5" cstate="print"/>
          <a:stretch>
            <a:fillRect/>
          </a:stretch>
        </p:blipFill>
        <p:spPr>
          <a:xfrm>
            <a:off x="1390014" y="365125"/>
            <a:ext cx="9411716" cy="828776"/>
          </a:xfrm>
          <a:prstGeom prst="rect">
            <a:avLst/>
          </a:prstGeom>
        </p:spPr>
      </p:pic>
      <p:graphicFrame>
        <p:nvGraphicFramePr>
          <p:cNvPr id="6" name="object 6"/>
          <p:cNvGraphicFramePr>
            <a:graphicFrameLocks noGrp="1"/>
          </p:cNvGraphicFramePr>
          <p:nvPr/>
        </p:nvGraphicFramePr>
        <p:xfrm>
          <a:off x="9254704" y="2063830"/>
          <a:ext cx="1469390" cy="742950"/>
        </p:xfrm>
        <a:graphic>
          <a:graphicData uri="http://schemas.openxmlformats.org/drawingml/2006/table">
            <a:tbl>
              <a:tblPr firstRow="1" bandRow="1">
                <a:tableStyleId>{2D5ABB26-0587-4C30-8999-92F81FD0307C}</a:tableStyleId>
              </a:tblPr>
              <a:tblGrid>
                <a:gridCol w="170815">
                  <a:extLst>
                    <a:ext uri="{9D8B030D-6E8A-4147-A177-3AD203B41FA5}">
                      <a16:colId xmlns:a16="http://schemas.microsoft.com/office/drawing/2014/main" val="20000"/>
                    </a:ext>
                  </a:extLst>
                </a:gridCol>
                <a:gridCol w="228600">
                  <a:extLst>
                    <a:ext uri="{9D8B030D-6E8A-4147-A177-3AD203B41FA5}">
                      <a16:colId xmlns:a16="http://schemas.microsoft.com/office/drawing/2014/main" val="20001"/>
                    </a:ext>
                  </a:extLst>
                </a:gridCol>
                <a:gridCol w="714375">
                  <a:extLst>
                    <a:ext uri="{9D8B030D-6E8A-4147-A177-3AD203B41FA5}">
                      <a16:colId xmlns:a16="http://schemas.microsoft.com/office/drawing/2014/main" val="20002"/>
                    </a:ext>
                  </a:extLst>
                </a:gridCol>
                <a:gridCol w="238125">
                  <a:extLst>
                    <a:ext uri="{9D8B030D-6E8A-4147-A177-3AD203B41FA5}">
                      <a16:colId xmlns:a16="http://schemas.microsoft.com/office/drawing/2014/main" val="20003"/>
                    </a:ext>
                  </a:extLst>
                </a:gridCol>
                <a:gridCol w="117475">
                  <a:extLst>
                    <a:ext uri="{9D8B030D-6E8A-4147-A177-3AD203B41FA5}">
                      <a16:colId xmlns:a16="http://schemas.microsoft.com/office/drawing/2014/main" val="20004"/>
                    </a:ext>
                  </a:extLst>
                </a:gridCol>
              </a:tblGrid>
              <a:tr h="254000">
                <a:tc gridSpan="5">
                  <a:txBody>
                    <a:bodyPr/>
                    <a:lstStyle/>
                    <a:p>
                      <a:pPr marL="191135">
                        <a:lnSpc>
                          <a:spcPts val="1655"/>
                        </a:lnSpc>
                      </a:pPr>
                      <a:r>
                        <a:rPr sz="1450" dirty="0">
                          <a:solidFill>
                            <a:srgbClr val="38677E"/>
                          </a:solidFill>
                          <a:latin typeface="Arial MT"/>
                          <a:cs typeface="Arial MT"/>
                        </a:rPr>
                        <a:t>Integrate</a:t>
                      </a:r>
                      <a:r>
                        <a:rPr sz="1450" spc="55" dirty="0">
                          <a:solidFill>
                            <a:srgbClr val="38677E"/>
                          </a:solidFill>
                          <a:latin typeface="Arial MT"/>
                          <a:cs typeface="Arial MT"/>
                        </a:rPr>
                        <a:t> </a:t>
                      </a:r>
                      <a:r>
                        <a:rPr sz="1450" spc="-20" dirty="0">
                          <a:solidFill>
                            <a:srgbClr val="6DA3E4"/>
                          </a:solidFill>
                          <a:latin typeface="Arial MT"/>
                          <a:cs typeface="Arial MT"/>
                        </a:rPr>
                        <a:t>with</a:t>
                      </a:r>
                      <a:endParaRPr sz="1450">
                        <a:latin typeface="Arial MT"/>
                        <a:cs typeface="Arial MT"/>
                      </a:endParaRPr>
                    </a:p>
                  </a:txBody>
                  <a:tcPr marL="0" marR="0" marT="0" marB="0">
                    <a:lnL w="9525">
                      <a:solidFill>
                        <a:srgbClr val="3880B8"/>
                      </a:solidFill>
                      <a:prstDash val="solid"/>
                    </a:lnL>
                    <a:lnR w="9525">
                      <a:solidFill>
                        <a:srgbClr val="3880B8"/>
                      </a:solidFill>
                      <a:prstDash val="solid"/>
                    </a:lnR>
                    <a:lnT w="9525">
                      <a:solidFill>
                        <a:srgbClr val="3880B8"/>
                      </a:solidFill>
                      <a:prstDash val="solid"/>
                    </a:lnT>
                    <a:lnB w="76200">
                      <a:solidFill>
                        <a:srgbClr val="FFFFFF"/>
                      </a:solidFill>
                      <a:prstDash val="solid"/>
                    </a:lnB>
                    <a:solidFill>
                      <a:srgbClr val="3379B3"/>
                    </a:solidFill>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0"/>
                  </a:ext>
                </a:extLst>
              </a:tr>
              <a:tr h="223520">
                <a:tc>
                  <a:txBody>
                    <a:bodyPr/>
                    <a:lstStyle/>
                    <a:p>
                      <a:pPr>
                        <a:lnSpc>
                          <a:spcPct val="100000"/>
                        </a:lnSpc>
                      </a:pPr>
                      <a:endParaRPr sz="1300">
                        <a:latin typeface="Times New Roman"/>
                        <a:cs typeface="Times New Roman"/>
                      </a:endParaRPr>
                    </a:p>
                  </a:txBody>
                  <a:tcPr marL="0" marR="0" marT="0" marB="0">
                    <a:lnL w="9525">
                      <a:solidFill>
                        <a:srgbClr val="3880B8"/>
                      </a:solidFill>
                      <a:prstDash val="solid"/>
                    </a:lnL>
                    <a:lnT w="76200">
                      <a:solidFill>
                        <a:srgbClr val="FFFFFF"/>
                      </a:solidFill>
                      <a:prstDash val="solid"/>
                    </a:lnT>
                    <a:lnB w="57150">
                      <a:solidFill>
                        <a:srgbClr val="FFFFFF"/>
                      </a:solidFill>
                      <a:prstDash val="solid"/>
                    </a:lnB>
                  </a:tcPr>
                </a:tc>
                <a:tc gridSpan="3">
                  <a:txBody>
                    <a:bodyPr/>
                    <a:lstStyle/>
                    <a:p>
                      <a:pPr>
                        <a:lnSpc>
                          <a:spcPts val="1550"/>
                        </a:lnSpc>
                      </a:pPr>
                      <a:r>
                        <a:rPr sz="1550" spc="-35" dirty="0">
                          <a:solidFill>
                            <a:srgbClr val="2F89DB"/>
                          </a:solidFill>
                          <a:latin typeface="Arial MT"/>
                          <a:cs typeface="Arial MT"/>
                        </a:rPr>
                        <a:t>your</a:t>
                      </a:r>
                      <a:r>
                        <a:rPr sz="1550" spc="-50" dirty="0">
                          <a:solidFill>
                            <a:srgbClr val="2F89DB"/>
                          </a:solidFill>
                          <a:latin typeface="Arial MT"/>
                          <a:cs typeface="Arial MT"/>
                        </a:rPr>
                        <a:t> </a:t>
                      </a:r>
                      <a:r>
                        <a:rPr sz="1550" spc="-65" dirty="0">
                          <a:solidFill>
                            <a:srgbClr val="87CDF0"/>
                          </a:solidFill>
                          <a:latin typeface="Arial MT"/>
                          <a:cs typeface="Arial MT"/>
                        </a:rPr>
                        <a:t>corporate</a:t>
                      </a:r>
                      <a:endParaRPr sz="1550">
                        <a:latin typeface="Arial MT"/>
                        <a:cs typeface="Arial MT"/>
                      </a:endParaRPr>
                    </a:p>
                  </a:txBody>
                  <a:tcPr marL="0" marR="0" marT="0" marB="0">
                    <a:lnT w="76200">
                      <a:solidFill>
                        <a:srgbClr val="FFFFFF"/>
                      </a:solidFill>
                      <a:prstDash val="solid"/>
                    </a:lnT>
                    <a:lnB w="57150">
                      <a:solidFill>
                        <a:srgbClr val="FFFFFF"/>
                      </a:solidFill>
                      <a:prstDash val="solid"/>
                    </a:lnB>
                    <a:solidFill>
                      <a:srgbClr val="5DB8F7"/>
                    </a:solidFill>
                  </a:tcPr>
                </a:tc>
                <a:tc hMerge="1">
                  <a:txBody>
                    <a:bodyPr/>
                    <a:lstStyle/>
                    <a:p>
                      <a:endParaRPr/>
                    </a:p>
                  </a:txBody>
                  <a:tcPr marL="0" marR="0" marT="0" marB="0"/>
                </a:tc>
                <a:tc hMerge="1">
                  <a:txBody>
                    <a:bodyPr/>
                    <a:lstStyle/>
                    <a:p>
                      <a:endParaRPr/>
                    </a:p>
                  </a:txBody>
                  <a:tcPr marL="0" marR="0" marT="0" marB="0"/>
                </a:tc>
                <a:tc>
                  <a:txBody>
                    <a:bodyPr/>
                    <a:lstStyle/>
                    <a:p>
                      <a:pPr>
                        <a:lnSpc>
                          <a:spcPct val="100000"/>
                        </a:lnSpc>
                      </a:pPr>
                      <a:endParaRPr sz="1300">
                        <a:latin typeface="Times New Roman"/>
                        <a:cs typeface="Times New Roman"/>
                      </a:endParaRPr>
                    </a:p>
                  </a:txBody>
                  <a:tcPr marL="0" marR="0" marT="0" marB="0">
                    <a:lnR w="9525">
                      <a:solidFill>
                        <a:srgbClr val="3880B8"/>
                      </a:solidFill>
                      <a:prstDash val="solid"/>
                    </a:lnR>
                    <a:lnT w="76200">
                      <a:solidFill>
                        <a:srgbClr val="FFFFFF"/>
                      </a:solidFill>
                      <a:prstDash val="solid"/>
                    </a:lnT>
                    <a:lnB w="57150">
                      <a:solidFill>
                        <a:srgbClr val="FFFFFF"/>
                      </a:solidFill>
                      <a:prstDash val="solid"/>
                    </a:lnB>
                  </a:tcPr>
                </a:tc>
                <a:extLst>
                  <a:ext uri="{0D108BD9-81ED-4DB2-BD59-A6C34878D82A}">
                    <a16:rowId xmlns:a16="http://schemas.microsoft.com/office/drawing/2014/main" val="10001"/>
                  </a:ext>
                </a:extLst>
              </a:tr>
              <a:tr h="209550">
                <a:tc rowSpan="2" gridSpan="2">
                  <a:txBody>
                    <a:bodyPr/>
                    <a:lstStyle/>
                    <a:p>
                      <a:pPr>
                        <a:lnSpc>
                          <a:spcPct val="100000"/>
                        </a:lnSpc>
                      </a:pPr>
                      <a:endParaRPr sz="1600">
                        <a:latin typeface="Times New Roman"/>
                        <a:cs typeface="Times New Roman"/>
                      </a:endParaRPr>
                    </a:p>
                  </a:txBody>
                  <a:tcPr marL="0" marR="0" marT="0" marB="0">
                    <a:lnL w="9525">
                      <a:solidFill>
                        <a:srgbClr val="3880B8"/>
                      </a:solidFill>
                      <a:prstDash val="solid"/>
                    </a:lnL>
                    <a:lnT w="57150">
                      <a:solidFill>
                        <a:srgbClr val="FFFFFF"/>
                      </a:solidFill>
                      <a:prstDash val="solid"/>
                    </a:lnT>
                    <a:lnB w="9525">
                      <a:solidFill>
                        <a:srgbClr val="3880B8"/>
                      </a:solidFill>
                      <a:prstDash val="solid"/>
                    </a:lnB>
                  </a:tcPr>
                </a:tc>
                <a:tc rowSpan="2" hMerge="1">
                  <a:txBody>
                    <a:bodyPr/>
                    <a:lstStyle/>
                    <a:p>
                      <a:endParaRPr/>
                    </a:p>
                  </a:txBody>
                  <a:tcPr marL="0" marR="0" marT="0" marB="0"/>
                </a:tc>
                <a:tc>
                  <a:txBody>
                    <a:bodyPr/>
                    <a:lstStyle/>
                    <a:p>
                      <a:pPr marL="2540">
                        <a:lnSpc>
                          <a:spcPts val="1550"/>
                        </a:lnSpc>
                      </a:pPr>
                      <a:r>
                        <a:rPr sz="1600" spc="-70" dirty="0">
                          <a:solidFill>
                            <a:srgbClr val="D1F6FF"/>
                          </a:solidFill>
                          <a:latin typeface="Arial MT"/>
                          <a:cs typeface="Arial MT"/>
                        </a:rPr>
                        <a:t>directory</a:t>
                      </a:r>
                      <a:endParaRPr sz="1600">
                        <a:latin typeface="Arial MT"/>
                        <a:cs typeface="Arial MT"/>
                      </a:endParaRPr>
                    </a:p>
                  </a:txBody>
                  <a:tcPr marL="0" marR="0" marT="0" marB="0">
                    <a:lnT w="57150">
                      <a:solidFill>
                        <a:srgbClr val="FFFFFF"/>
                      </a:solidFill>
                      <a:prstDash val="solid"/>
                    </a:lnT>
                    <a:solidFill>
                      <a:srgbClr val="1A80E4"/>
                    </a:solidFill>
                  </a:tcPr>
                </a:tc>
                <a:tc rowSpan="2" gridSpan="2">
                  <a:txBody>
                    <a:bodyPr/>
                    <a:lstStyle/>
                    <a:p>
                      <a:pPr>
                        <a:lnSpc>
                          <a:spcPct val="100000"/>
                        </a:lnSpc>
                      </a:pPr>
                      <a:endParaRPr sz="1600">
                        <a:latin typeface="Times New Roman"/>
                        <a:cs typeface="Times New Roman"/>
                      </a:endParaRPr>
                    </a:p>
                  </a:txBody>
                  <a:tcPr marL="0" marR="0" marT="0" marB="0">
                    <a:lnR w="9525">
                      <a:solidFill>
                        <a:srgbClr val="3880B8"/>
                      </a:solidFill>
                      <a:prstDash val="solid"/>
                    </a:lnR>
                    <a:lnT w="57150">
                      <a:solidFill>
                        <a:srgbClr val="FFFFFF"/>
                      </a:solidFill>
                      <a:prstDash val="solid"/>
                    </a:lnT>
                    <a:lnB w="9525">
                      <a:solidFill>
                        <a:srgbClr val="3880B8"/>
                      </a:solidFill>
                      <a:prstDash val="solid"/>
                    </a:lnB>
                  </a:tcPr>
                </a:tc>
                <a:tc rowSpan="2" hMerge="1">
                  <a:txBody>
                    <a:bodyPr/>
                    <a:lstStyle/>
                    <a:p>
                      <a:endParaRPr/>
                    </a:p>
                  </a:txBody>
                  <a:tcPr marL="0" marR="0" marT="0" marB="0"/>
                </a:tc>
                <a:extLst>
                  <a:ext uri="{0D108BD9-81ED-4DB2-BD59-A6C34878D82A}">
                    <a16:rowId xmlns:a16="http://schemas.microsoft.com/office/drawing/2014/main" val="10002"/>
                  </a:ext>
                </a:extLst>
              </a:tr>
              <a:tr h="55880">
                <a:tc gridSpan="2" vMerge="1">
                  <a:txBody>
                    <a:bodyPr/>
                    <a:lstStyle/>
                    <a:p>
                      <a:endParaRPr/>
                    </a:p>
                  </a:txBody>
                  <a:tcPr marL="0" marR="0" marT="0" marB="0">
                    <a:lnL w="9525">
                      <a:solidFill>
                        <a:srgbClr val="3880B8"/>
                      </a:solidFill>
                      <a:prstDash val="solid"/>
                    </a:lnL>
                    <a:lnT w="57150">
                      <a:solidFill>
                        <a:srgbClr val="FFFFFF"/>
                      </a:solidFill>
                      <a:prstDash val="solid"/>
                    </a:lnT>
                    <a:lnB w="9525">
                      <a:solidFill>
                        <a:srgbClr val="3880B8"/>
                      </a:solidFill>
                      <a:prstDash val="solid"/>
                    </a:lnB>
                  </a:tcPr>
                </a:tc>
                <a:tc hMerge="1" vMerge="1">
                  <a:txBody>
                    <a:bodyPr/>
                    <a:lstStyle/>
                    <a:p>
                      <a:endParaRPr/>
                    </a:p>
                  </a:txBody>
                  <a:tcPr marL="0" marR="0" marT="0" marB="0"/>
                </a:tc>
                <a:tc>
                  <a:txBody>
                    <a:bodyPr/>
                    <a:lstStyle/>
                    <a:p>
                      <a:pPr>
                        <a:lnSpc>
                          <a:spcPct val="100000"/>
                        </a:lnSpc>
                      </a:pPr>
                      <a:endParaRPr sz="200">
                        <a:latin typeface="Times New Roman"/>
                        <a:cs typeface="Times New Roman"/>
                      </a:endParaRPr>
                    </a:p>
                  </a:txBody>
                  <a:tcPr marL="0" marR="0" marT="0" marB="0">
                    <a:lnB w="9525">
                      <a:solidFill>
                        <a:srgbClr val="3880B8"/>
                      </a:solidFill>
                      <a:prstDash val="solid"/>
                    </a:lnB>
                    <a:solidFill>
                      <a:srgbClr val="1A80E4"/>
                    </a:solidFill>
                  </a:tcPr>
                </a:tc>
                <a:tc gridSpan="2" vMerge="1">
                  <a:txBody>
                    <a:bodyPr/>
                    <a:lstStyle/>
                    <a:p>
                      <a:endParaRPr/>
                    </a:p>
                  </a:txBody>
                  <a:tcPr marL="0" marR="0" marT="0" marB="0">
                    <a:lnR w="9525">
                      <a:solidFill>
                        <a:srgbClr val="3880B8"/>
                      </a:solidFill>
                      <a:prstDash val="solid"/>
                    </a:lnR>
                    <a:lnT w="57150">
                      <a:solidFill>
                        <a:srgbClr val="FFFFFF"/>
                      </a:solidFill>
                      <a:prstDash val="solid"/>
                    </a:lnT>
                    <a:lnB w="9525">
                      <a:solidFill>
                        <a:srgbClr val="3880B8"/>
                      </a:solidFill>
                      <a:prstDash val="solid"/>
                    </a:lnB>
                  </a:tcPr>
                </a:tc>
                <a:tc hMerge="1" vMerge="1">
                  <a:txBody>
                    <a:bodyPr/>
                    <a:lstStyle/>
                    <a:p>
                      <a:endParaRPr/>
                    </a:p>
                  </a:txBody>
                  <a:tcPr marL="0" marR="0" marT="0" marB="0"/>
                </a:tc>
                <a:extLst>
                  <a:ext uri="{0D108BD9-81ED-4DB2-BD59-A6C34878D82A}">
                    <a16:rowId xmlns:a16="http://schemas.microsoft.com/office/drawing/2014/main" val="10003"/>
                  </a:ext>
                </a:extLst>
              </a:tr>
            </a:tbl>
          </a:graphicData>
        </a:graphic>
      </p:graphicFrame>
      <p:sp>
        <p:nvSpPr>
          <p:cNvPr id="7" name="object 7"/>
          <p:cNvSpPr txBox="1"/>
          <p:nvPr/>
        </p:nvSpPr>
        <p:spPr>
          <a:xfrm>
            <a:off x="1667139" y="5336196"/>
            <a:ext cx="1144905" cy="155575"/>
          </a:xfrm>
          <a:prstGeom prst="rect">
            <a:avLst/>
          </a:prstGeom>
        </p:spPr>
        <p:txBody>
          <a:bodyPr vert="horz" wrap="square" lIns="0" tIns="12700" rIns="0" bIns="0" rtlCol="0">
            <a:spAutoFit/>
          </a:bodyPr>
          <a:lstStyle/>
          <a:p>
            <a:pPr marL="12700">
              <a:lnSpc>
                <a:spcPct val="100000"/>
              </a:lnSpc>
              <a:spcBef>
                <a:spcPts val="100"/>
              </a:spcBef>
            </a:pPr>
            <a:r>
              <a:rPr sz="850" spc="-10" dirty="0">
                <a:solidFill>
                  <a:srgbClr val="262626"/>
                </a:solidFill>
                <a:latin typeface="Courier New"/>
                <a:cs typeface="Courier New"/>
              </a:rPr>
              <a:t>O20JAmammWebVnmx</a:t>
            </a:r>
            <a:endParaRPr sz="850">
              <a:latin typeface="Courier New"/>
              <a:cs typeface="Courier New"/>
            </a:endParaRPr>
          </a:p>
        </p:txBody>
      </p:sp>
      <p:sp>
        <p:nvSpPr>
          <p:cNvPr id="8" name="object 8"/>
          <p:cNvSpPr txBox="1"/>
          <p:nvPr/>
        </p:nvSpPr>
        <p:spPr>
          <a:xfrm>
            <a:off x="2953386" y="5336196"/>
            <a:ext cx="1399540" cy="155575"/>
          </a:xfrm>
          <a:prstGeom prst="rect">
            <a:avLst/>
          </a:prstGeom>
        </p:spPr>
        <p:txBody>
          <a:bodyPr vert="horz" wrap="square" lIns="0" tIns="12700" rIns="0" bIns="0" rtlCol="0">
            <a:spAutoFit/>
          </a:bodyPr>
          <a:lstStyle/>
          <a:p>
            <a:pPr marL="12700">
              <a:lnSpc>
                <a:spcPct val="100000"/>
              </a:lnSpc>
              <a:spcBef>
                <a:spcPts val="100"/>
              </a:spcBef>
            </a:pPr>
            <a:r>
              <a:rPr sz="850" spc="-10" dirty="0">
                <a:solidFill>
                  <a:srgbClr val="262626"/>
                </a:solidFill>
                <a:latin typeface="Courier New"/>
                <a:cs typeface="Courier New"/>
              </a:rPr>
              <a:t>.orvsM#aiiflngnaeeoed</a:t>
            </a:r>
            <a:endParaRPr sz="850">
              <a:latin typeface="Courier New"/>
              <a:cs typeface="Courier New"/>
            </a:endParaRPr>
          </a:p>
        </p:txBody>
      </p:sp>
      <p:sp>
        <p:nvSpPr>
          <p:cNvPr id="9" name="object 9" descr="$PPTXTitle"/>
          <p:cNvSpPr txBox="1">
            <a:spLocks noGrp="1"/>
          </p:cNvSpPr>
          <p:nvPr>
            <p:ph type="title"/>
          </p:nvPr>
        </p:nvSpPr>
        <p:spPr>
          <a:xfrm>
            <a:off x="4775151" y="1320917"/>
            <a:ext cx="5474335" cy="292735"/>
          </a:xfrm>
          <a:prstGeom prst="rect">
            <a:avLst/>
          </a:prstGeom>
        </p:spPr>
        <p:txBody>
          <a:bodyPr vert="horz" wrap="square" lIns="0" tIns="12700" rIns="0" bIns="0" rtlCol="0">
            <a:spAutoFit/>
          </a:bodyPr>
          <a:lstStyle/>
          <a:p>
            <a:pPr marL="12700">
              <a:lnSpc>
                <a:spcPct val="100000"/>
              </a:lnSpc>
              <a:spcBef>
                <a:spcPts val="100"/>
              </a:spcBef>
            </a:pPr>
            <a:r>
              <a:rPr sz="1750" spc="-220" dirty="0"/>
              <a:t>Ch</a:t>
            </a:r>
            <a:r>
              <a:rPr sz="2625" spc="-330" baseline="-3174" dirty="0"/>
              <a:t>o</a:t>
            </a:r>
            <a:r>
              <a:rPr sz="1750" spc="-220" dirty="0"/>
              <a:t>oseeach</a:t>
            </a:r>
            <a:r>
              <a:rPr sz="1750" spc="-190" dirty="0"/>
              <a:t> </a:t>
            </a:r>
            <a:r>
              <a:rPr sz="1750" spc="-215" dirty="0"/>
              <a:t>button</a:t>
            </a:r>
            <a:r>
              <a:rPr sz="1750" spc="-65" dirty="0"/>
              <a:t> </a:t>
            </a:r>
            <a:r>
              <a:rPr sz="1750" spc="-210" dirty="0">
                <a:solidFill>
                  <a:srgbClr val="161616"/>
                </a:solidFill>
              </a:rPr>
              <a:t>to</a:t>
            </a:r>
            <a:r>
              <a:rPr sz="1750" spc="-175" dirty="0">
                <a:solidFill>
                  <a:srgbClr val="161616"/>
                </a:solidFill>
              </a:rPr>
              <a:t> </a:t>
            </a:r>
            <a:r>
              <a:rPr sz="1750" spc="-225" dirty="0"/>
              <a:t>learn</a:t>
            </a:r>
            <a:r>
              <a:rPr sz="1750" spc="-200" dirty="0"/>
              <a:t> </a:t>
            </a:r>
            <a:r>
              <a:rPr sz="1750" spc="-254" dirty="0">
                <a:solidFill>
                  <a:srgbClr val="242424"/>
                </a:solidFill>
              </a:rPr>
              <a:t>more</a:t>
            </a:r>
            <a:r>
              <a:rPr sz="1750" spc="-175" dirty="0">
                <a:solidFill>
                  <a:srgbClr val="242424"/>
                </a:solidFill>
              </a:rPr>
              <a:t> </a:t>
            </a:r>
            <a:r>
              <a:rPr sz="1750" spc="-210" dirty="0"/>
              <a:t>about</a:t>
            </a:r>
            <a:r>
              <a:rPr sz="1750" spc="-229" dirty="0"/>
              <a:t> </a:t>
            </a:r>
            <a:r>
              <a:rPr sz="1750" spc="-295" dirty="0">
                <a:solidFill>
                  <a:srgbClr val="181818"/>
                </a:solidFill>
              </a:rPr>
              <a:t>ways</a:t>
            </a:r>
            <a:r>
              <a:rPr sz="1750" spc="-140" dirty="0">
                <a:solidFill>
                  <a:srgbClr val="181818"/>
                </a:solidFill>
              </a:rPr>
              <a:t> </a:t>
            </a:r>
            <a:r>
              <a:rPr sz="1750" spc="-275" dirty="0">
                <a:solidFill>
                  <a:srgbClr val="0F0F0F"/>
                </a:solidFill>
              </a:rPr>
              <a:t>you</a:t>
            </a:r>
            <a:r>
              <a:rPr sz="1750" spc="-140" dirty="0">
                <a:solidFill>
                  <a:srgbClr val="0F0F0F"/>
                </a:solidFill>
              </a:rPr>
              <a:t> </a:t>
            </a:r>
            <a:r>
              <a:rPr sz="1750" spc="-245" dirty="0"/>
              <a:t>can</a:t>
            </a:r>
            <a:r>
              <a:rPr sz="1750" spc="-275" dirty="0"/>
              <a:t> </a:t>
            </a:r>
            <a:r>
              <a:rPr sz="1750" spc="-270" dirty="0">
                <a:solidFill>
                  <a:srgbClr val="181818"/>
                </a:solidFill>
              </a:rPr>
              <a:t>use</a:t>
            </a:r>
            <a:r>
              <a:rPr sz="1750" spc="-80" dirty="0">
                <a:solidFill>
                  <a:srgbClr val="181818"/>
                </a:solidFill>
              </a:rPr>
              <a:t> </a:t>
            </a:r>
            <a:r>
              <a:rPr sz="1750" spc="-330" dirty="0"/>
              <a:t>IAM.</a:t>
            </a:r>
            <a:endParaRPr sz="1750"/>
          </a:p>
        </p:txBody>
      </p:sp>
      <p:sp>
        <p:nvSpPr>
          <p:cNvPr id="10" name="object 10"/>
          <p:cNvSpPr txBox="1"/>
          <p:nvPr/>
        </p:nvSpPr>
        <p:spPr>
          <a:xfrm>
            <a:off x="4766400" y="2914962"/>
            <a:ext cx="5452110" cy="1692275"/>
          </a:xfrm>
          <a:prstGeom prst="rect">
            <a:avLst/>
          </a:prstGeom>
        </p:spPr>
        <p:txBody>
          <a:bodyPr vert="horz" wrap="square" lIns="0" tIns="14604" rIns="0" bIns="0" rtlCol="0">
            <a:spAutoFit/>
          </a:bodyPr>
          <a:lstStyle/>
          <a:p>
            <a:pPr marL="12700" marR="5080" indent="8890">
              <a:lnSpc>
                <a:spcPct val="99300"/>
              </a:lnSpc>
              <a:spcBef>
                <a:spcPts val="114"/>
              </a:spcBef>
            </a:pPr>
            <a:r>
              <a:rPr sz="1800" spc="-70" dirty="0">
                <a:latin typeface="Arial MT"/>
                <a:cs typeface="Arial MT"/>
              </a:rPr>
              <a:t>With</a:t>
            </a:r>
            <a:r>
              <a:rPr sz="1800" spc="-55" dirty="0">
                <a:latin typeface="Arial MT"/>
                <a:cs typeface="Arial MT"/>
              </a:rPr>
              <a:t> </a:t>
            </a:r>
            <a:r>
              <a:rPr sz="1800" spc="-150" dirty="0">
                <a:latin typeface="Arial MT"/>
                <a:cs typeface="Arial MT"/>
              </a:rPr>
              <a:t>IAM,</a:t>
            </a:r>
            <a:r>
              <a:rPr sz="1800" spc="-55" dirty="0">
                <a:latin typeface="Arial MT"/>
                <a:cs typeface="Arial MT"/>
              </a:rPr>
              <a:t> </a:t>
            </a:r>
            <a:r>
              <a:rPr sz="1800" spc="-100" dirty="0">
                <a:latin typeface="Arial MT"/>
                <a:cs typeface="Arial MT"/>
              </a:rPr>
              <a:t>you</a:t>
            </a:r>
            <a:r>
              <a:rPr sz="1800" spc="-35" dirty="0">
                <a:latin typeface="Arial MT"/>
                <a:cs typeface="Arial MT"/>
              </a:rPr>
              <a:t> </a:t>
            </a:r>
            <a:r>
              <a:rPr sz="1800" spc="-135" dirty="0">
                <a:solidFill>
                  <a:srgbClr val="0C0C0C"/>
                </a:solidFill>
                <a:latin typeface="Arial MT"/>
                <a:cs typeface="Arial MT"/>
              </a:rPr>
              <a:t>can</a:t>
            </a:r>
            <a:r>
              <a:rPr sz="1800" spc="-75" dirty="0">
                <a:solidFill>
                  <a:srgbClr val="0C0C0C"/>
                </a:solidFill>
                <a:latin typeface="Arial MT"/>
                <a:cs typeface="Arial MT"/>
              </a:rPr>
              <a:t> </a:t>
            </a:r>
            <a:r>
              <a:rPr sz="1800" spc="-100" dirty="0">
                <a:latin typeface="Arial MT"/>
                <a:cs typeface="Arial MT"/>
              </a:rPr>
              <a:t>prOtect</a:t>
            </a:r>
            <a:r>
              <a:rPr sz="1800" spc="-25" dirty="0">
                <a:latin typeface="Arial MT"/>
                <a:cs typeface="Arial MT"/>
              </a:rPr>
              <a:t> </a:t>
            </a:r>
            <a:r>
              <a:rPr sz="1800" spc="-60" dirty="0">
                <a:solidFill>
                  <a:srgbClr val="161616"/>
                </a:solidFill>
                <a:latin typeface="Arial MT"/>
                <a:cs typeface="Arial MT"/>
              </a:rPr>
              <a:t>your</a:t>
            </a:r>
            <a:r>
              <a:rPr sz="1800" spc="-15" dirty="0">
                <a:solidFill>
                  <a:srgbClr val="161616"/>
                </a:solidFill>
                <a:latin typeface="Arial MT"/>
                <a:cs typeface="Arial MT"/>
              </a:rPr>
              <a:t> </a:t>
            </a:r>
            <a:r>
              <a:rPr sz="1800" spc="-295" dirty="0">
                <a:latin typeface="Arial MT"/>
                <a:cs typeface="Arial MT"/>
              </a:rPr>
              <a:t>AWS</a:t>
            </a:r>
            <a:r>
              <a:rPr sz="1800" spc="20" dirty="0">
                <a:latin typeface="Arial MT"/>
                <a:cs typeface="Arial MT"/>
              </a:rPr>
              <a:t> </a:t>
            </a:r>
            <a:r>
              <a:rPr sz="1800" spc="-65" dirty="0">
                <a:latin typeface="Arial MT"/>
                <a:cs typeface="Arial MT"/>
              </a:rPr>
              <a:t>environment</a:t>
            </a:r>
            <a:r>
              <a:rPr sz="1800" spc="45" dirty="0">
                <a:latin typeface="Arial MT"/>
                <a:cs typeface="Arial MT"/>
              </a:rPr>
              <a:t> </a:t>
            </a:r>
            <a:r>
              <a:rPr sz="1800" spc="-105" dirty="0">
                <a:solidFill>
                  <a:srgbClr val="161616"/>
                </a:solidFill>
                <a:latin typeface="Arial MT"/>
                <a:cs typeface="Arial MT"/>
              </a:rPr>
              <a:t>by</a:t>
            </a:r>
            <a:r>
              <a:rPr sz="1800" spc="-20" dirty="0">
                <a:solidFill>
                  <a:srgbClr val="161616"/>
                </a:solidFill>
                <a:latin typeface="Arial MT"/>
                <a:cs typeface="Arial MT"/>
              </a:rPr>
              <a:t> </a:t>
            </a:r>
            <a:r>
              <a:rPr sz="1800" spc="-10" dirty="0">
                <a:latin typeface="Arial MT"/>
                <a:cs typeface="Arial MT"/>
              </a:rPr>
              <a:t>using </a:t>
            </a:r>
            <a:r>
              <a:rPr sz="1850" spc="-330" dirty="0">
                <a:latin typeface="Arial MT"/>
                <a:cs typeface="Arial MT"/>
              </a:rPr>
              <a:t>AWS</a:t>
            </a:r>
            <a:r>
              <a:rPr sz="1850" spc="-25" dirty="0">
                <a:latin typeface="Arial MT"/>
                <a:cs typeface="Arial MT"/>
              </a:rPr>
              <a:t> </a:t>
            </a:r>
            <a:r>
              <a:rPr sz="1850" spc="-60" dirty="0">
                <a:latin typeface="Arial MT"/>
                <a:cs typeface="Arial MT"/>
              </a:rPr>
              <a:t>multi-</a:t>
            </a:r>
            <a:r>
              <a:rPr sz="1850" spc="-25" dirty="0">
                <a:latin typeface="Arial MT"/>
                <a:cs typeface="Arial MT"/>
              </a:rPr>
              <a:t>factor</a:t>
            </a:r>
            <a:r>
              <a:rPr sz="1850" spc="105" dirty="0">
                <a:latin typeface="Arial MT"/>
                <a:cs typeface="Arial MT"/>
              </a:rPr>
              <a:t> </a:t>
            </a:r>
            <a:r>
              <a:rPr sz="1850" spc="-85" dirty="0">
                <a:latin typeface="Arial MT"/>
                <a:cs typeface="Arial MT"/>
              </a:rPr>
              <a:t>authentication </a:t>
            </a:r>
            <a:r>
              <a:rPr sz="1850" spc="-210" dirty="0">
                <a:solidFill>
                  <a:srgbClr val="0F0F0F"/>
                </a:solidFill>
                <a:latin typeface="Arial MT"/>
                <a:cs typeface="Arial MT"/>
              </a:rPr>
              <a:t>(MFA).</a:t>
            </a:r>
            <a:r>
              <a:rPr sz="1850" spc="-80" dirty="0">
                <a:solidFill>
                  <a:srgbClr val="0F0F0F"/>
                </a:solidFill>
                <a:latin typeface="Arial MT"/>
                <a:cs typeface="Arial MT"/>
              </a:rPr>
              <a:t> </a:t>
            </a:r>
            <a:r>
              <a:rPr sz="1850" spc="-275" dirty="0">
                <a:latin typeface="Arial MT"/>
                <a:cs typeface="Arial MT"/>
              </a:rPr>
              <a:t>USA</a:t>
            </a:r>
            <a:r>
              <a:rPr sz="1850" spc="65" dirty="0">
                <a:latin typeface="Arial MT"/>
                <a:cs typeface="Arial MT"/>
              </a:rPr>
              <a:t> </a:t>
            </a:r>
            <a:r>
              <a:rPr sz="1850" spc="-170" dirty="0">
                <a:latin typeface="Arial MT"/>
                <a:cs typeface="Arial MT"/>
              </a:rPr>
              <a:t>is</a:t>
            </a:r>
            <a:r>
              <a:rPr sz="1850" spc="-60" dirty="0">
                <a:latin typeface="Arial MT"/>
                <a:cs typeface="Arial MT"/>
              </a:rPr>
              <a:t> </a:t>
            </a:r>
            <a:r>
              <a:rPr sz="1850" spc="-270" dirty="0">
                <a:solidFill>
                  <a:srgbClr val="242424"/>
                </a:solidFill>
                <a:latin typeface="Arial MT"/>
                <a:cs typeface="Arial MT"/>
              </a:rPr>
              <a:t>a</a:t>
            </a:r>
            <a:r>
              <a:rPr sz="1850" spc="5" dirty="0">
                <a:solidFill>
                  <a:srgbClr val="242424"/>
                </a:solidFill>
                <a:latin typeface="Arial MT"/>
                <a:cs typeface="Arial MT"/>
              </a:rPr>
              <a:t> </a:t>
            </a:r>
            <a:r>
              <a:rPr sz="1850" spc="-10" dirty="0">
                <a:solidFill>
                  <a:srgbClr val="0C0C0C"/>
                </a:solidFill>
                <a:latin typeface="Arial MT"/>
                <a:cs typeface="Arial MT"/>
              </a:rPr>
              <a:t>securi </a:t>
            </a:r>
            <a:r>
              <a:rPr sz="1850" spc="-80" dirty="0">
                <a:latin typeface="Arial MT"/>
                <a:cs typeface="Arial MT"/>
              </a:rPr>
              <a:t>feature</a:t>
            </a:r>
            <a:r>
              <a:rPr sz="1850" spc="10" dirty="0">
                <a:latin typeface="Arial MT"/>
                <a:cs typeface="Arial MT"/>
              </a:rPr>
              <a:t> </a:t>
            </a:r>
            <a:r>
              <a:rPr sz="1850" spc="-130" dirty="0">
                <a:latin typeface="Arial MT"/>
                <a:cs typeface="Arial MT"/>
              </a:rPr>
              <a:t>available</a:t>
            </a:r>
            <a:r>
              <a:rPr sz="1850" spc="10" dirty="0">
                <a:latin typeface="Arial MT"/>
                <a:cs typeface="Arial MT"/>
              </a:rPr>
              <a:t> </a:t>
            </a:r>
            <a:r>
              <a:rPr sz="1850" spc="-85" dirty="0">
                <a:latin typeface="Arial MT"/>
                <a:cs typeface="Arial MT"/>
              </a:rPr>
              <a:t>at </a:t>
            </a:r>
            <a:r>
              <a:rPr sz="1850" spc="-80" dirty="0">
                <a:latin typeface="Arial MT"/>
                <a:cs typeface="Arial MT"/>
              </a:rPr>
              <a:t>no</a:t>
            </a:r>
            <a:r>
              <a:rPr sz="1850" spc="-10" dirty="0">
                <a:latin typeface="Arial MT"/>
                <a:cs typeface="Arial MT"/>
              </a:rPr>
              <a:t> </a:t>
            </a:r>
            <a:r>
              <a:rPr sz="1850" spc="-120" dirty="0">
                <a:latin typeface="Arial MT"/>
                <a:cs typeface="Arial MT"/>
              </a:rPr>
              <a:t>extra</a:t>
            </a:r>
            <a:r>
              <a:rPr sz="1850" spc="20" dirty="0">
                <a:latin typeface="Arial MT"/>
                <a:cs typeface="Arial MT"/>
              </a:rPr>
              <a:t> </a:t>
            </a:r>
            <a:r>
              <a:rPr sz="1850" spc="-130" dirty="0">
                <a:solidFill>
                  <a:srgbClr val="1A1A1A"/>
                </a:solidFill>
                <a:latin typeface="Arial MT"/>
                <a:cs typeface="Arial MT"/>
              </a:rPr>
              <a:t>cost</a:t>
            </a:r>
            <a:r>
              <a:rPr sz="1850" spc="-90" dirty="0">
                <a:solidFill>
                  <a:srgbClr val="1A1A1A"/>
                </a:solidFill>
                <a:latin typeface="Arial MT"/>
                <a:cs typeface="Arial MT"/>
              </a:rPr>
              <a:t> </a:t>
            </a:r>
            <a:r>
              <a:rPr sz="1850" dirty="0">
                <a:latin typeface="Arial MT"/>
                <a:cs typeface="Arial MT"/>
              </a:rPr>
              <a:t>that</a:t>
            </a:r>
            <a:r>
              <a:rPr sz="1850" spc="-35" dirty="0">
                <a:latin typeface="Arial MT"/>
                <a:cs typeface="Arial MT"/>
              </a:rPr>
              <a:t> </a:t>
            </a:r>
            <a:r>
              <a:rPr sz="1850" spc="-125" dirty="0">
                <a:latin typeface="Arial MT"/>
                <a:cs typeface="Arial MT"/>
              </a:rPr>
              <a:t>augments</a:t>
            </a:r>
            <a:r>
              <a:rPr sz="1850" spc="-5" dirty="0">
                <a:latin typeface="Arial MT"/>
                <a:cs typeface="Arial MT"/>
              </a:rPr>
              <a:t> </a:t>
            </a:r>
            <a:r>
              <a:rPr sz="1850" spc="-150" dirty="0">
                <a:latin typeface="Arial MT"/>
                <a:cs typeface="Arial MT"/>
              </a:rPr>
              <a:t>user</a:t>
            </a:r>
            <a:r>
              <a:rPr sz="1850" spc="-20" dirty="0">
                <a:latin typeface="Arial MT"/>
                <a:cs typeface="Arial MT"/>
              </a:rPr>
              <a:t> </a:t>
            </a:r>
            <a:r>
              <a:rPr sz="1850" spc="-110" dirty="0">
                <a:latin typeface="Arial MT"/>
                <a:cs typeface="Arial MT"/>
              </a:rPr>
              <a:t>name </a:t>
            </a:r>
            <a:r>
              <a:rPr sz="1850" spc="-125" dirty="0">
                <a:solidFill>
                  <a:srgbClr val="0E0E0E"/>
                </a:solidFill>
                <a:latin typeface="Arial MT"/>
                <a:cs typeface="Arial MT"/>
              </a:rPr>
              <a:t>and</a:t>
            </a:r>
            <a:r>
              <a:rPr sz="1850" spc="-95" dirty="0">
                <a:solidFill>
                  <a:srgbClr val="0E0E0E"/>
                </a:solidFill>
                <a:latin typeface="Arial MT"/>
                <a:cs typeface="Arial MT"/>
              </a:rPr>
              <a:t> </a:t>
            </a:r>
            <a:r>
              <a:rPr sz="1850" spc="-150" dirty="0">
                <a:latin typeface="Arial MT"/>
                <a:cs typeface="Arial MT"/>
              </a:rPr>
              <a:t>password</a:t>
            </a:r>
            <a:r>
              <a:rPr sz="1850" spc="85" dirty="0">
                <a:latin typeface="Arial MT"/>
                <a:cs typeface="Arial MT"/>
              </a:rPr>
              <a:t> </a:t>
            </a:r>
            <a:r>
              <a:rPr sz="1850" spc="-114" dirty="0">
                <a:latin typeface="Arial MT"/>
                <a:cs typeface="Arial MT"/>
              </a:rPr>
              <a:t>credentials.</a:t>
            </a:r>
            <a:r>
              <a:rPr sz="1850" spc="95" dirty="0">
                <a:latin typeface="Arial MT"/>
                <a:cs typeface="Arial MT"/>
              </a:rPr>
              <a:t> </a:t>
            </a:r>
            <a:r>
              <a:rPr sz="1850" spc="-265" dirty="0">
                <a:latin typeface="Arial MT"/>
                <a:cs typeface="Arial MT"/>
              </a:rPr>
              <a:t>MFA</a:t>
            </a:r>
            <a:r>
              <a:rPr sz="1850" spc="-15" dirty="0">
                <a:latin typeface="Arial MT"/>
                <a:cs typeface="Arial MT"/>
              </a:rPr>
              <a:t> </a:t>
            </a:r>
            <a:r>
              <a:rPr sz="1850" spc="-130" dirty="0">
                <a:latin typeface="Arial MT"/>
                <a:cs typeface="Arial MT"/>
              </a:rPr>
              <a:t>requires</a:t>
            </a:r>
            <a:r>
              <a:rPr sz="1850" spc="-40" dirty="0">
                <a:latin typeface="Arial MT"/>
                <a:cs typeface="Arial MT"/>
              </a:rPr>
              <a:t> </a:t>
            </a:r>
            <a:r>
              <a:rPr sz="1850" spc="-180" dirty="0">
                <a:latin typeface="Arial MT"/>
                <a:cs typeface="Arial MT"/>
              </a:rPr>
              <a:t>users</a:t>
            </a:r>
            <a:r>
              <a:rPr sz="1850" spc="-40" dirty="0">
                <a:latin typeface="Arial MT"/>
                <a:cs typeface="Arial MT"/>
              </a:rPr>
              <a:t> </a:t>
            </a:r>
            <a:r>
              <a:rPr sz="1850" dirty="0">
                <a:solidFill>
                  <a:srgbClr val="161616"/>
                </a:solidFill>
                <a:latin typeface="Arial MT"/>
                <a:cs typeface="Arial MT"/>
              </a:rPr>
              <a:t>to</a:t>
            </a:r>
            <a:r>
              <a:rPr sz="1850" spc="-75" dirty="0">
                <a:solidFill>
                  <a:srgbClr val="161616"/>
                </a:solidFill>
                <a:latin typeface="Arial MT"/>
                <a:cs typeface="Arial MT"/>
              </a:rPr>
              <a:t> </a:t>
            </a:r>
            <a:r>
              <a:rPr sz="1850" spc="-10" dirty="0">
                <a:solidFill>
                  <a:srgbClr val="0F0F0F"/>
                </a:solidFill>
                <a:latin typeface="Arial MT"/>
                <a:cs typeface="Arial MT"/>
              </a:rPr>
              <a:t>prove </a:t>
            </a:r>
            <a:r>
              <a:rPr sz="1800" spc="-100" dirty="0">
                <a:latin typeface="Arial MT"/>
                <a:cs typeface="Arial MT"/>
              </a:rPr>
              <a:t>physical</a:t>
            </a:r>
            <a:r>
              <a:rPr sz="1800" spc="-140" dirty="0">
                <a:latin typeface="Arial MT"/>
                <a:cs typeface="Arial MT"/>
              </a:rPr>
              <a:t> </a:t>
            </a:r>
            <a:r>
              <a:rPr sz="1800" spc="-125" dirty="0">
                <a:latin typeface="Arial MT"/>
                <a:cs typeface="Arial MT"/>
              </a:rPr>
              <a:t>possession</a:t>
            </a:r>
            <a:r>
              <a:rPr sz="1800" dirty="0">
                <a:latin typeface="Arial MT"/>
                <a:cs typeface="Arial MT"/>
              </a:rPr>
              <a:t> </a:t>
            </a:r>
            <a:r>
              <a:rPr sz="1800" dirty="0">
                <a:solidFill>
                  <a:srgbClr val="131313"/>
                </a:solidFill>
                <a:latin typeface="Arial MT"/>
                <a:cs typeface="Arial MT"/>
              </a:rPr>
              <a:t>of</a:t>
            </a:r>
            <a:r>
              <a:rPr sz="1800" spc="-55" dirty="0">
                <a:solidFill>
                  <a:srgbClr val="131313"/>
                </a:solidFill>
                <a:latin typeface="Arial MT"/>
                <a:cs typeface="Arial MT"/>
              </a:rPr>
              <a:t> </a:t>
            </a:r>
            <a:r>
              <a:rPr sz="1800" spc="-229" dirty="0">
                <a:solidFill>
                  <a:srgbClr val="3B3B3B"/>
                </a:solidFill>
                <a:latin typeface="Arial MT"/>
                <a:cs typeface="Arial MT"/>
              </a:rPr>
              <a:t>a</a:t>
            </a:r>
            <a:r>
              <a:rPr sz="1800" spc="-50" dirty="0">
                <a:solidFill>
                  <a:srgbClr val="3B3B3B"/>
                </a:solidFill>
                <a:latin typeface="Arial MT"/>
                <a:cs typeface="Arial MT"/>
              </a:rPr>
              <a:t> </a:t>
            </a:r>
            <a:r>
              <a:rPr sz="1800" spc="-100" dirty="0">
                <a:latin typeface="Arial MT"/>
                <a:cs typeface="Arial MT"/>
              </a:rPr>
              <a:t>hardware</a:t>
            </a:r>
            <a:r>
              <a:rPr sz="1800" spc="30" dirty="0">
                <a:latin typeface="Arial MT"/>
                <a:cs typeface="Arial MT"/>
              </a:rPr>
              <a:t> </a:t>
            </a:r>
            <a:r>
              <a:rPr sz="1800" spc="-270" dirty="0">
                <a:latin typeface="Arial MT"/>
                <a:cs typeface="Arial MT"/>
              </a:rPr>
              <a:t>MFA</a:t>
            </a:r>
            <a:r>
              <a:rPr sz="1800" spc="15" dirty="0">
                <a:latin typeface="Arial MT"/>
                <a:cs typeface="Arial MT"/>
              </a:rPr>
              <a:t> </a:t>
            </a:r>
            <a:r>
              <a:rPr sz="1800" spc="-45" dirty="0">
                <a:latin typeface="Arial MT"/>
                <a:cs typeface="Arial MT"/>
              </a:rPr>
              <a:t>token</a:t>
            </a:r>
            <a:r>
              <a:rPr sz="1800" spc="-25" dirty="0">
                <a:latin typeface="Arial MT"/>
                <a:cs typeface="Arial MT"/>
              </a:rPr>
              <a:t> </a:t>
            </a:r>
            <a:r>
              <a:rPr sz="1800" spc="-95" dirty="0">
                <a:solidFill>
                  <a:srgbClr val="131313"/>
                </a:solidFill>
                <a:latin typeface="Arial MT"/>
                <a:cs typeface="Arial MT"/>
              </a:rPr>
              <a:t>or</a:t>
            </a:r>
            <a:r>
              <a:rPr sz="1800" spc="-50" dirty="0">
                <a:solidFill>
                  <a:srgbClr val="131313"/>
                </a:solidFill>
                <a:latin typeface="Arial MT"/>
                <a:cs typeface="Arial MT"/>
              </a:rPr>
              <a:t> </a:t>
            </a:r>
            <a:r>
              <a:rPr sz="1800" spc="-20" dirty="0">
                <a:solidFill>
                  <a:srgbClr val="0F0F0F"/>
                </a:solidFill>
                <a:latin typeface="Arial MT"/>
                <a:cs typeface="Arial MT"/>
              </a:rPr>
              <a:t>MBA-</a:t>
            </a:r>
            <a:r>
              <a:rPr sz="1850" spc="-130" dirty="0">
                <a:latin typeface="Arial MT"/>
                <a:cs typeface="Arial MT"/>
              </a:rPr>
              <a:t>enabled</a:t>
            </a:r>
            <a:r>
              <a:rPr sz="1850" spc="15" dirty="0">
                <a:latin typeface="Arial MT"/>
                <a:cs typeface="Arial MT"/>
              </a:rPr>
              <a:t> </a:t>
            </a:r>
            <a:r>
              <a:rPr sz="1850" spc="-85" dirty="0">
                <a:latin typeface="Arial MT"/>
                <a:cs typeface="Arial MT"/>
              </a:rPr>
              <a:t>mobile</a:t>
            </a:r>
            <a:r>
              <a:rPr sz="1850" dirty="0">
                <a:latin typeface="Arial MT"/>
                <a:cs typeface="Arial MT"/>
              </a:rPr>
              <a:t> </a:t>
            </a:r>
            <a:r>
              <a:rPr sz="1850" spc="-195" dirty="0">
                <a:solidFill>
                  <a:srgbClr val="0F0F0F"/>
                </a:solidFill>
                <a:latin typeface="Arial MT"/>
                <a:cs typeface="Arial MT"/>
              </a:rPr>
              <a:t>dev‹ce</a:t>
            </a:r>
            <a:r>
              <a:rPr sz="1850" spc="25" dirty="0">
                <a:solidFill>
                  <a:srgbClr val="0F0F0F"/>
                </a:solidFill>
                <a:latin typeface="Arial MT"/>
                <a:cs typeface="Arial MT"/>
              </a:rPr>
              <a:t> </a:t>
            </a:r>
            <a:r>
              <a:rPr sz="1850" spc="-114" dirty="0">
                <a:latin typeface="Arial MT"/>
                <a:cs typeface="Arial MT"/>
              </a:rPr>
              <a:t>by</a:t>
            </a:r>
            <a:r>
              <a:rPr sz="1850" spc="-70" dirty="0">
                <a:latin typeface="Arial MT"/>
                <a:cs typeface="Arial MT"/>
              </a:rPr>
              <a:t> </a:t>
            </a:r>
            <a:r>
              <a:rPr sz="1850" spc="-85" dirty="0">
                <a:latin typeface="Arial MT"/>
                <a:cs typeface="Arial MT"/>
              </a:rPr>
              <a:t>providing</a:t>
            </a:r>
            <a:r>
              <a:rPr sz="1850" spc="75" dirty="0">
                <a:latin typeface="Arial MT"/>
                <a:cs typeface="Arial MT"/>
              </a:rPr>
              <a:t> </a:t>
            </a:r>
            <a:r>
              <a:rPr sz="1850" spc="-270" dirty="0">
                <a:solidFill>
                  <a:srgbClr val="232323"/>
                </a:solidFill>
                <a:latin typeface="Arial MT"/>
                <a:cs typeface="Arial MT"/>
              </a:rPr>
              <a:t>a</a:t>
            </a:r>
            <a:r>
              <a:rPr sz="1850" spc="-20" dirty="0">
                <a:solidFill>
                  <a:srgbClr val="232323"/>
                </a:solidFill>
                <a:latin typeface="Arial MT"/>
                <a:cs typeface="Arial MT"/>
              </a:rPr>
              <a:t> </a:t>
            </a:r>
            <a:r>
              <a:rPr sz="1850" spc="-105" dirty="0">
                <a:latin typeface="Arial MT"/>
                <a:cs typeface="Arial MT"/>
              </a:rPr>
              <a:t>valid</a:t>
            </a:r>
            <a:r>
              <a:rPr sz="1850" spc="-65" dirty="0">
                <a:latin typeface="Arial MT"/>
                <a:cs typeface="Arial MT"/>
              </a:rPr>
              <a:t> </a:t>
            </a:r>
            <a:r>
              <a:rPr sz="1850" spc="-265" dirty="0">
                <a:latin typeface="Arial MT"/>
                <a:cs typeface="Arial MT"/>
              </a:rPr>
              <a:t>MFA</a:t>
            </a:r>
            <a:r>
              <a:rPr sz="1850" spc="45" dirty="0">
                <a:latin typeface="Arial MT"/>
                <a:cs typeface="Arial MT"/>
              </a:rPr>
              <a:t> </a:t>
            </a:r>
            <a:r>
              <a:rPr sz="1850" spc="-10" dirty="0">
                <a:latin typeface="Arial MT"/>
                <a:cs typeface="Arial MT"/>
              </a:rPr>
              <a:t>code.</a:t>
            </a:r>
            <a:endParaRPr sz="1850">
              <a:latin typeface="Arial MT"/>
              <a:cs typeface="Arial MT"/>
            </a:endParaRPr>
          </a:p>
        </p:txBody>
      </p:sp>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361439" y="365125"/>
            <a:ext cx="9468866" cy="5277484"/>
          </a:xfrm>
          <a:prstGeom prst="rect">
            <a:avLst/>
          </a:prstGeom>
        </p:spPr>
      </p:pic>
      <p:sp>
        <p:nvSpPr>
          <p:cNvPr id="3" name="object 3"/>
          <p:cNvSpPr txBox="1"/>
          <p:nvPr/>
        </p:nvSpPr>
        <p:spPr>
          <a:xfrm>
            <a:off x="1697860" y="5374291"/>
            <a:ext cx="2664460" cy="132715"/>
          </a:xfrm>
          <a:prstGeom prst="rect">
            <a:avLst/>
          </a:prstGeom>
        </p:spPr>
        <p:txBody>
          <a:bodyPr vert="horz" wrap="square" lIns="0" tIns="12700" rIns="0" bIns="0" rtlCol="0">
            <a:spAutoFit/>
          </a:bodyPr>
          <a:lstStyle/>
          <a:p>
            <a:pPr marL="12700">
              <a:lnSpc>
                <a:spcPct val="100000"/>
              </a:lnSpc>
              <a:spcBef>
                <a:spcPts val="100"/>
              </a:spcBef>
            </a:pPr>
            <a:r>
              <a:rPr sz="700" dirty="0">
                <a:solidFill>
                  <a:srgbClr val="747474"/>
                </a:solidFill>
                <a:latin typeface="Arial MT"/>
                <a:cs typeface="Arial MT"/>
              </a:rPr>
              <a:t>6202</a:t>
            </a:r>
            <a:r>
              <a:rPr sz="700" spc="-120" dirty="0">
                <a:solidFill>
                  <a:srgbClr val="747474"/>
                </a:solidFill>
                <a:latin typeface="Arial MT"/>
                <a:cs typeface="Arial MT"/>
              </a:rPr>
              <a:t> </a:t>
            </a:r>
            <a:r>
              <a:rPr sz="700" spc="50" dirty="0">
                <a:solidFill>
                  <a:srgbClr val="898989"/>
                </a:solidFill>
                <a:latin typeface="Arial MT"/>
                <a:cs typeface="Arial MT"/>
              </a:rPr>
              <a:t>1</a:t>
            </a:r>
            <a:r>
              <a:rPr sz="700" spc="-10" dirty="0">
                <a:solidFill>
                  <a:srgbClr val="898989"/>
                </a:solidFill>
                <a:latin typeface="Arial MT"/>
                <a:cs typeface="Arial MT"/>
              </a:rPr>
              <a:t> </a:t>
            </a:r>
            <a:r>
              <a:rPr sz="700" spc="50" dirty="0">
                <a:solidFill>
                  <a:srgbClr val="575757"/>
                </a:solidFill>
                <a:latin typeface="Arial MT"/>
                <a:cs typeface="Arial MT"/>
              </a:rPr>
              <a:t>Amaze</a:t>
            </a:r>
            <a:r>
              <a:rPr sz="700" spc="75" dirty="0">
                <a:solidFill>
                  <a:srgbClr val="575757"/>
                </a:solidFill>
                <a:latin typeface="Arial MT"/>
                <a:cs typeface="Arial MT"/>
              </a:rPr>
              <a:t> </a:t>
            </a:r>
            <a:r>
              <a:rPr sz="700" dirty="0">
                <a:solidFill>
                  <a:srgbClr val="646464"/>
                </a:solidFill>
                <a:latin typeface="Arial MT"/>
                <a:cs typeface="Arial MT"/>
              </a:rPr>
              <a:t>web</a:t>
            </a:r>
            <a:r>
              <a:rPr sz="700" spc="20" dirty="0">
                <a:solidFill>
                  <a:srgbClr val="646464"/>
                </a:solidFill>
                <a:latin typeface="Arial MT"/>
                <a:cs typeface="Arial MT"/>
              </a:rPr>
              <a:t> </a:t>
            </a:r>
            <a:r>
              <a:rPr sz="700" spc="-35" dirty="0">
                <a:solidFill>
                  <a:srgbClr val="939393"/>
                </a:solidFill>
                <a:latin typeface="Arial MT"/>
                <a:cs typeface="Arial MT"/>
              </a:rPr>
              <a:t>Serve</a:t>
            </a:r>
            <a:r>
              <a:rPr sz="700" spc="-60" dirty="0">
                <a:solidFill>
                  <a:srgbClr val="939393"/>
                </a:solidFill>
                <a:latin typeface="Arial MT"/>
                <a:cs typeface="Arial MT"/>
              </a:rPr>
              <a:t> </a:t>
            </a:r>
            <a:r>
              <a:rPr sz="700" dirty="0">
                <a:solidFill>
                  <a:srgbClr val="939393"/>
                </a:solidFill>
                <a:latin typeface="Arial MT"/>
                <a:cs typeface="Arial MT"/>
              </a:rPr>
              <a:t>z&gt;</a:t>
            </a:r>
            <a:r>
              <a:rPr sz="700" spc="-40" dirty="0">
                <a:solidFill>
                  <a:srgbClr val="939393"/>
                </a:solidFill>
                <a:latin typeface="Arial MT"/>
                <a:cs typeface="Arial MT"/>
              </a:rPr>
              <a:t> </a:t>
            </a:r>
            <a:r>
              <a:rPr sz="700" spc="-20" dirty="0">
                <a:solidFill>
                  <a:srgbClr val="7C7C7C"/>
                </a:solidFill>
                <a:latin typeface="Arial MT"/>
                <a:cs typeface="Arial MT"/>
              </a:rPr>
              <a:t>Inc.</a:t>
            </a:r>
            <a:r>
              <a:rPr sz="700" spc="5" dirty="0">
                <a:solidFill>
                  <a:srgbClr val="7C7C7C"/>
                </a:solidFill>
                <a:latin typeface="Arial MT"/>
                <a:cs typeface="Arial MT"/>
              </a:rPr>
              <a:t> </a:t>
            </a:r>
            <a:r>
              <a:rPr sz="700" dirty="0">
                <a:solidFill>
                  <a:srgbClr val="8E8E8E"/>
                </a:solidFill>
                <a:latin typeface="Arial MT"/>
                <a:cs typeface="Arial MT"/>
              </a:rPr>
              <a:t>or</a:t>
            </a:r>
            <a:r>
              <a:rPr sz="700" spc="114" dirty="0">
                <a:solidFill>
                  <a:srgbClr val="8E8E8E"/>
                </a:solidFill>
                <a:latin typeface="Arial MT"/>
                <a:cs typeface="Arial MT"/>
              </a:rPr>
              <a:t> </a:t>
            </a:r>
            <a:r>
              <a:rPr sz="700" spc="-145" dirty="0">
                <a:solidFill>
                  <a:srgbClr val="626262"/>
                </a:solidFill>
                <a:latin typeface="Arial MT"/>
                <a:cs typeface="Arial MT"/>
              </a:rPr>
              <a:t>me</a:t>
            </a:r>
            <a:r>
              <a:rPr sz="700" spc="-35" dirty="0">
                <a:solidFill>
                  <a:srgbClr val="626262"/>
                </a:solidFill>
                <a:latin typeface="Arial MT"/>
                <a:cs typeface="Arial MT"/>
              </a:rPr>
              <a:t> </a:t>
            </a:r>
            <a:r>
              <a:rPr sz="700" spc="-10" dirty="0">
                <a:solidFill>
                  <a:srgbClr val="6B6B6B"/>
                </a:solidFill>
                <a:latin typeface="Arial MT"/>
                <a:cs typeface="Arial MT"/>
              </a:rPr>
              <a:t>affiliates.</a:t>
            </a:r>
            <a:r>
              <a:rPr sz="700" spc="95" dirty="0">
                <a:solidFill>
                  <a:srgbClr val="6B6B6B"/>
                </a:solidFill>
                <a:latin typeface="Arial MT"/>
                <a:cs typeface="Arial MT"/>
              </a:rPr>
              <a:t> </a:t>
            </a:r>
            <a:r>
              <a:rPr sz="700" dirty="0">
                <a:solidFill>
                  <a:srgbClr val="6B6B6B"/>
                </a:solidFill>
                <a:latin typeface="Arial MT"/>
                <a:cs typeface="Arial MT"/>
              </a:rPr>
              <a:t>kg</a:t>
            </a:r>
            <a:r>
              <a:rPr sz="700" spc="-30" dirty="0">
                <a:solidFill>
                  <a:srgbClr val="6B6B6B"/>
                </a:solidFill>
                <a:latin typeface="Arial MT"/>
                <a:cs typeface="Arial MT"/>
              </a:rPr>
              <a:t> </a:t>
            </a:r>
            <a:r>
              <a:rPr sz="700" spc="60" dirty="0">
                <a:solidFill>
                  <a:srgbClr val="464646"/>
                </a:solidFill>
                <a:latin typeface="Arial MT"/>
                <a:cs typeface="Arial MT"/>
              </a:rPr>
              <a:t>nghs</a:t>
            </a:r>
            <a:r>
              <a:rPr sz="700" spc="10" dirty="0">
                <a:solidFill>
                  <a:srgbClr val="464646"/>
                </a:solidFill>
                <a:latin typeface="Arial MT"/>
                <a:cs typeface="Arial MT"/>
              </a:rPr>
              <a:t> </a:t>
            </a:r>
            <a:r>
              <a:rPr sz="700" spc="-10" dirty="0">
                <a:solidFill>
                  <a:srgbClr val="838383"/>
                </a:solidFill>
                <a:latin typeface="Arial MT"/>
                <a:cs typeface="Arial MT"/>
              </a:rPr>
              <a:t>reserueo</a:t>
            </a:r>
            <a:endParaRPr sz="700">
              <a:latin typeface="Arial MT"/>
              <a:cs typeface="Arial MT"/>
            </a:endParaRPr>
          </a:p>
        </p:txBody>
      </p:sp>
      <p:sp>
        <p:nvSpPr>
          <p:cNvPr id="4" name="object 4"/>
          <p:cNvSpPr txBox="1"/>
          <p:nvPr/>
        </p:nvSpPr>
        <p:spPr>
          <a:xfrm>
            <a:off x="4815615" y="1359021"/>
            <a:ext cx="5466080" cy="269875"/>
          </a:xfrm>
          <a:prstGeom prst="rect">
            <a:avLst/>
          </a:prstGeom>
        </p:spPr>
        <p:txBody>
          <a:bodyPr vert="horz" wrap="square" lIns="0" tIns="12700" rIns="0" bIns="0" rtlCol="0">
            <a:spAutoFit/>
          </a:bodyPr>
          <a:lstStyle/>
          <a:p>
            <a:pPr marL="12700">
              <a:lnSpc>
                <a:spcPct val="100000"/>
              </a:lnSpc>
              <a:spcBef>
                <a:spcPts val="100"/>
              </a:spcBef>
            </a:pPr>
            <a:r>
              <a:rPr sz="1600" spc="-95" dirty="0">
                <a:solidFill>
                  <a:srgbClr val="161616"/>
                </a:solidFill>
                <a:latin typeface="Arial MT"/>
                <a:cs typeface="Arial MT"/>
              </a:rPr>
              <a:t>Choose</a:t>
            </a:r>
            <a:r>
              <a:rPr sz="1600" spc="45" dirty="0">
                <a:solidFill>
                  <a:srgbClr val="161616"/>
                </a:solidFill>
                <a:latin typeface="Arial MT"/>
                <a:cs typeface="Arial MT"/>
              </a:rPr>
              <a:t> </a:t>
            </a:r>
            <a:r>
              <a:rPr sz="1600" spc="-105" dirty="0">
                <a:latin typeface="Arial MT"/>
                <a:cs typeface="Arial MT"/>
              </a:rPr>
              <a:t>each</a:t>
            </a:r>
            <a:r>
              <a:rPr sz="1600" spc="-55" dirty="0">
                <a:latin typeface="Arial MT"/>
                <a:cs typeface="Arial MT"/>
              </a:rPr>
              <a:t> </a:t>
            </a:r>
            <a:r>
              <a:rPr sz="1600" dirty="0">
                <a:solidFill>
                  <a:srgbClr val="111111"/>
                </a:solidFill>
                <a:latin typeface="Arial MT"/>
                <a:cs typeface="Arial MT"/>
              </a:rPr>
              <a:t>button</a:t>
            </a:r>
            <a:r>
              <a:rPr sz="1600" spc="-50" dirty="0">
                <a:solidFill>
                  <a:srgbClr val="111111"/>
                </a:solidFill>
                <a:latin typeface="Arial MT"/>
                <a:cs typeface="Arial MT"/>
              </a:rPr>
              <a:t> </a:t>
            </a:r>
            <a:r>
              <a:rPr sz="1600" dirty="0">
                <a:latin typeface="Arial MT"/>
                <a:cs typeface="Arial MT"/>
              </a:rPr>
              <a:t>to</a:t>
            </a:r>
            <a:r>
              <a:rPr sz="1600" spc="5" dirty="0">
                <a:latin typeface="Arial MT"/>
                <a:cs typeface="Arial MT"/>
              </a:rPr>
              <a:t> </a:t>
            </a:r>
            <a:r>
              <a:rPr sz="1600" spc="-50" dirty="0">
                <a:latin typeface="Arial MT"/>
                <a:cs typeface="Arial MT"/>
              </a:rPr>
              <a:t>learn </a:t>
            </a:r>
            <a:r>
              <a:rPr sz="1600" spc="-30" dirty="0">
                <a:solidFill>
                  <a:srgbClr val="0C0C0C"/>
                </a:solidFill>
                <a:latin typeface="Arial MT"/>
                <a:cs typeface="Arial MT"/>
              </a:rPr>
              <a:t>more</a:t>
            </a:r>
            <a:r>
              <a:rPr sz="1600" spc="-40" dirty="0">
                <a:solidFill>
                  <a:srgbClr val="0C0C0C"/>
                </a:solidFill>
                <a:latin typeface="Arial MT"/>
                <a:cs typeface="Arial MT"/>
              </a:rPr>
              <a:t> </a:t>
            </a:r>
            <a:r>
              <a:rPr sz="1600" dirty="0">
                <a:latin typeface="Arial MT"/>
                <a:cs typeface="Arial MT"/>
              </a:rPr>
              <a:t>about</a:t>
            </a:r>
            <a:r>
              <a:rPr sz="1600" spc="-5" dirty="0">
                <a:latin typeface="Arial MT"/>
                <a:cs typeface="Arial MT"/>
              </a:rPr>
              <a:t> </a:t>
            </a:r>
            <a:r>
              <a:rPr sz="1600" spc="-85" dirty="0">
                <a:latin typeface="Arial MT"/>
                <a:cs typeface="Arial MT"/>
              </a:rPr>
              <a:t>ways</a:t>
            </a:r>
            <a:r>
              <a:rPr sz="1600" spc="-5" dirty="0">
                <a:latin typeface="Arial MT"/>
                <a:cs typeface="Arial MT"/>
              </a:rPr>
              <a:t> </a:t>
            </a:r>
            <a:r>
              <a:rPr sz="1600" spc="-20" dirty="0">
                <a:solidFill>
                  <a:srgbClr val="181818"/>
                </a:solidFill>
                <a:latin typeface="Arial MT"/>
                <a:cs typeface="Arial MT"/>
              </a:rPr>
              <a:t>you</a:t>
            </a:r>
            <a:r>
              <a:rPr sz="1600" spc="40" dirty="0">
                <a:solidFill>
                  <a:srgbClr val="181818"/>
                </a:solidFill>
                <a:latin typeface="Arial MT"/>
                <a:cs typeface="Arial MT"/>
              </a:rPr>
              <a:t> </a:t>
            </a:r>
            <a:r>
              <a:rPr sz="1600" spc="-90" dirty="0">
                <a:latin typeface="Arial MT"/>
                <a:cs typeface="Arial MT"/>
              </a:rPr>
              <a:t>can</a:t>
            </a:r>
            <a:r>
              <a:rPr sz="1600" spc="-60" dirty="0">
                <a:latin typeface="Arial MT"/>
                <a:cs typeface="Arial MT"/>
              </a:rPr>
              <a:t> </a:t>
            </a:r>
            <a:r>
              <a:rPr sz="1600" spc="-105" dirty="0">
                <a:solidFill>
                  <a:srgbClr val="161616"/>
                </a:solidFill>
                <a:latin typeface="Arial MT"/>
                <a:cs typeface="Arial MT"/>
              </a:rPr>
              <a:t>use</a:t>
            </a:r>
            <a:r>
              <a:rPr sz="1600" spc="5" dirty="0">
                <a:solidFill>
                  <a:srgbClr val="161616"/>
                </a:solidFill>
                <a:latin typeface="Arial MT"/>
                <a:cs typeface="Arial MT"/>
              </a:rPr>
              <a:t> </a:t>
            </a:r>
            <a:r>
              <a:rPr sz="1600" spc="-100" dirty="0">
                <a:latin typeface="Arial MT"/>
                <a:cs typeface="Arial MT"/>
              </a:rPr>
              <a:t>IAf</a:t>
            </a:r>
            <a:r>
              <a:rPr sz="1600" spc="-145" dirty="0">
                <a:latin typeface="Arial MT"/>
                <a:cs typeface="Arial MT"/>
              </a:rPr>
              <a:t> </a:t>
            </a:r>
            <a:r>
              <a:rPr sz="1600" spc="-280" dirty="0">
                <a:latin typeface="Arial MT"/>
                <a:cs typeface="Arial MT"/>
              </a:rPr>
              <a:t>1.</a:t>
            </a:r>
            <a:endParaRPr sz="1600">
              <a:latin typeface="Arial MT"/>
              <a:cs typeface="Arial MT"/>
            </a:endParaRPr>
          </a:p>
        </p:txBody>
      </p:sp>
      <p:sp>
        <p:nvSpPr>
          <p:cNvPr id="5" name="object 5"/>
          <p:cNvSpPr txBox="1"/>
          <p:nvPr/>
        </p:nvSpPr>
        <p:spPr>
          <a:xfrm>
            <a:off x="4804415" y="2934010"/>
            <a:ext cx="5525770" cy="1958975"/>
          </a:xfrm>
          <a:prstGeom prst="rect">
            <a:avLst/>
          </a:prstGeom>
        </p:spPr>
        <p:txBody>
          <a:bodyPr vert="horz" wrap="square" lIns="0" tIns="7620" rIns="0" bIns="0" rtlCol="0">
            <a:spAutoFit/>
          </a:bodyPr>
          <a:lstStyle/>
          <a:p>
            <a:pPr marL="15240" marR="5080" indent="-3175">
              <a:lnSpc>
                <a:spcPct val="101699"/>
              </a:lnSpc>
              <a:spcBef>
                <a:spcPts val="60"/>
              </a:spcBef>
            </a:pPr>
            <a:r>
              <a:rPr sz="1800" spc="-150" dirty="0">
                <a:latin typeface="Arial MT"/>
                <a:cs typeface="Arial MT"/>
              </a:rPr>
              <a:t>IAM</a:t>
            </a:r>
            <a:r>
              <a:rPr sz="1800" spc="25" dirty="0">
                <a:latin typeface="Arial MT"/>
                <a:cs typeface="Arial MT"/>
              </a:rPr>
              <a:t> </a:t>
            </a:r>
            <a:r>
              <a:rPr sz="1800" spc="-100" dirty="0">
                <a:latin typeface="Arial MT"/>
                <a:cs typeface="Arial MT"/>
              </a:rPr>
              <a:t>helps</a:t>
            </a:r>
            <a:r>
              <a:rPr sz="1800" spc="-40" dirty="0">
                <a:latin typeface="Arial MT"/>
                <a:cs typeface="Arial MT"/>
              </a:rPr>
              <a:t> </a:t>
            </a:r>
            <a:r>
              <a:rPr sz="1800" spc="-95" dirty="0">
                <a:latin typeface="Arial MT"/>
                <a:cs typeface="Arial MT"/>
              </a:rPr>
              <a:t>you</a:t>
            </a:r>
            <a:r>
              <a:rPr sz="1800" spc="-20" dirty="0">
                <a:latin typeface="Arial MT"/>
                <a:cs typeface="Arial MT"/>
              </a:rPr>
              <a:t> </a:t>
            </a:r>
            <a:r>
              <a:rPr sz="1800" spc="-130" dirty="0">
                <a:latin typeface="Arial MT"/>
                <a:cs typeface="Arial MT"/>
              </a:rPr>
              <a:t>analyze</a:t>
            </a:r>
            <a:r>
              <a:rPr sz="1800" spc="20" dirty="0">
                <a:latin typeface="Arial MT"/>
                <a:cs typeface="Arial MT"/>
              </a:rPr>
              <a:t> </a:t>
            </a:r>
            <a:r>
              <a:rPr sz="1800" spc="-195" dirty="0">
                <a:latin typeface="Arial MT"/>
                <a:cs typeface="Arial MT"/>
              </a:rPr>
              <a:t>access</a:t>
            </a:r>
            <a:r>
              <a:rPr sz="1800" spc="-25" dirty="0">
                <a:latin typeface="Arial MT"/>
                <a:cs typeface="Arial MT"/>
              </a:rPr>
              <a:t> </a:t>
            </a:r>
            <a:r>
              <a:rPr sz="1800" spc="-150" dirty="0">
                <a:latin typeface="Arial MT"/>
                <a:cs typeface="Arial MT"/>
              </a:rPr>
              <a:t>across</a:t>
            </a:r>
            <a:r>
              <a:rPr sz="1800" spc="-40" dirty="0">
                <a:latin typeface="Arial MT"/>
                <a:cs typeface="Arial MT"/>
              </a:rPr>
              <a:t> </a:t>
            </a:r>
            <a:r>
              <a:rPr sz="1800" spc="-60" dirty="0">
                <a:solidFill>
                  <a:srgbClr val="131313"/>
                </a:solidFill>
                <a:latin typeface="Arial MT"/>
                <a:cs typeface="Arial MT"/>
              </a:rPr>
              <a:t>your</a:t>
            </a:r>
            <a:r>
              <a:rPr sz="1800" spc="65" dirty="0">
                <a:solidFill>
                  <a:srgbClr val="131313"/>
                </a:solidFill>
                <a:latin typeface="Arial MT"/>
                <a:cs typeface="Arial MT"/>
              </a:rPr>
              <a:t> </a:t>
            </a:r>
            <a:r>
              <a:rPr sz="1800" spc="-280" dirty="0">
                <a:latin typeface="Arial MT"/>
                <a:cs typeface="Arial MT"/>
              </a:rPr>
              <a:t>AWS</a:t>
            </a:r>
            <a:r>
              <a:rPr sz="1800" spc="-20" dirty="0">
                <a:latin typeface="Arial MT"/>
                <a:cs typeface="Arial MT"/>
              </a:rPr>
              <a:t> </a:t>
            </a:r>
            <a:r>
              <a:rPr sz="1800" spc="-80" dirty="0">
                <a:latin typeface="Arial MT"/>
                <a:cs typeface="Arial MT"/>
              </a:rPr>
              <a:t>environment. </a:t>
            </a:r>
            <a:r>
              <a:rPr sz="1800" spc="-155" dirty="0">
                <a:latin typeface="Arial MT"/>
                <a:cs typeface="Arial MT"/>
              </a:rPr>
              <a:t>Your</a:t>
            </a:r>
            <a:r>
              <a:rPr sz="1800" spc="5" dirty="0">
                <a:latin typeface="Arial MT"/>
                <a:cs typeface="Arial MT"/>
              </a:rPr>
              <a:t> </a:t>
            </a:r>
            <a:r>
              <a:rPr sz="1800" spc="-95" dirty="0">
                <a:latin typeface="Arial MT"/>
                <a:cs typeface="Arial MT"/>
              </a:rPr>
              <a:t>security</a:t>
            </a:r>
            <a:r>
              <a:rPr sz="1800" spc="45" dirty="0">
                <a:latin typeface="Arial MT"/>
                <a:cs typeface="Arial MT"/>
              </a:rPr>
              <a:t> </a:t>
            </a:r>
            <a:r>
              <a:rPr sz="1800" spc="-95" dirty="0">
                <a:latin typeface="Arial MT"/>
                <a:cs typeface="Arial MT"/>
              </a:rPr>
              <a:t>teams</a:t>
            </a:r>
            <a:r>
              <a:rPr sz="1800" spc="5" dirty="0">
                <a:latin typeface="Arial MT"/>
                <a:cs typeface="Arial MT"/>
              </a:rPr>
              <a:t> </a:t>
            </a:r>
            <a:r>
              <a:rPr sz="1800" spc="-114" dirty="0">
                <a:latin typeface="Arial MT"/>
                <a:cs typeface="Arial MT"/>
              </a:rPr>
              <a:t>and</a:t>
            </a:r>
            <a:r>
              <a:rPr sz="1800" spc="-25" dirty="0">
                <a:latin typeface="Arial MT"/>
                <a:cs typeface="Arial MT"/>
              </a:rPr>
              <a:t> </a:t>
            </a:r>
            <a:r>
              <a:rPr sz="1800" spc="-65" dirty="0">
                <a:solidFill>
                  <a:srgbClr val="0C0C0C"/>
                </a:solidFill>
                <a:latin typeface="Arial MT"/>
                <a:cs typeface="Arial MT"/>
              </a:rPr>
              <a:t>administrators</a:t>
            </a:r>
            <a:r>
              <a:rPr sz="1800" spc="-145" dirty="0">
                <a:solidFill>
                  <a:srgbClr val="0C0C0C"/>
                </a:solidFill>
                <a:latin typeface="Arial MT"/>
                <a:cs typeface="Arial MT"/>
              </a:rPr>
              <a:t> </a:t>
            </a:r>
            <a:r>
              <a:rPr sz="1800" spc="-165" dirty="0">
                <a:latin typeface="Arial MT"/>
                <a:cs typeface="Arial MT"/>
              </a:rPr>
              <a:t>can</a:t>
            </a:r>
            <a:r>
              <a:rPr sz="1800" spc="-10" dirty="0">
                <a:latin typeface="Arial MT"/>
                <a:cs typeface="Arial MT"/>
              </a:rPr>
              <a:t> </a:t>
            </a:r>
            <a:r>
              <a:rPr sz="1800" spc="-80" dirty="0">
                <a:latin typeface="Arial MT"/>
                <a:cs typeface="Arial MT"/>
              </a:rPr>
              <a:t>quickly</a:t>
            </a:r>
            <a:r>
              <a:rPr sz="1800" spc="95" dirty="0">
                <a:latin typeface="Arial MT"/>
                <a:cs typeface="Arial MT"/>
              </a:rPr>
              <a:t> </a:t>
            </a:r>
            <a:r>
              <a:rPr sz="1800" spc="-10" dirty="0">
                <a:latin typeface="Arial MT"/>
                <a:cs typeface="Arial MT"/>
              </a:rPr>
              <a:t>validate </a:t>
            </a:r>
            <a:r>
              <a:rPr sz="1700" dirty="0">
                <a:latin typeface="Arial MT"/>
                <a:cs typeface="Arial MT"/>
              </a:rPr>
              <a:t>that</a:t>
            </a:r>
            <a:r>
              <a:rPr sz="1700" spc="-120" dirty="0">
                <a:latin typeface="Arial MT"/>
                <a:cs typeface="Arial MT"/>
              </a:rPr>
              <a:t> </a:t>
            </a:r>
            <a:r>
              <a:rPr sz="1700" spc="-145" dirty="0">
                <a:latin typeface="Arial MT"/>
                <a:cs typeface="Arial MT"/>
              </a:rPr>
              <a:t>yOur</a:t>
            </a:r>
            <a:r>
              <a:rPr sz="1700" spc="25" dirty="0">
                <a:latin typeface="Arial MT"/>
                <a:cs typeface="Arial MT"/>
              </a:rPr>
              <a:t> </a:t>
            </a:r>
            <a:r>
              <a:rPr sz="1700" spc="-40" dirty="0">
                <a:latin typeface="Arial MT"/>
                <a:cs typeface="Arial MT"/>
              </a:rPr>
              <a:t>policies</a:t>
            </a:r>
            <a:r>
              <a:rPr sz="1700" spc="-30" dirty="0">
                <a:latin typeface="Arial MT"/>
                <a:cs typeface="Arial MT"/>
              </a:rPr>
              <a:t> </a:t>
            </a:r>
            <a:r>
              <a:rPr sz="1700" spc="-20" dirty="0">
                <a:latin typeface="Arial MT"/>
                <a:cs typeface="Arial MT"/>
              </a:rPr>
              <a:t>only</a:t>
            </a:r>
            <a:r>
              <a:rPr sz="1700" spc="-50" dirty="0">
                <a:latin typeface="Arial MT"/>
                <a:cs typeface="Arial MT"/>
              </a:rPr>
              <a:t> </a:t>
            </a:r>
            <a:r>
              <a:rPr sz="1700" spc="-30" dirty="0">
                <a:latin typeface="Arial MT"/>
                <a:cs typeface="Arial MT"/>
              </a:rPr>
              <a:t>provide</a:t>
            </a:r>
            <a:r>
              <a:rPr sz="1700" spc="-70" dirty="0">
                <a:latin typeface="Arial MT"/>
                <a:cs typeface="Arial MT"/>
              </a:rPr>
              <a:t> </a:t>
            </a:r>
            <a:r>
              <a:rPr sz="1700" dirty="0">
                <a:latin typeface="Arial MT"/>
                <a:cs typeface="Arial MT"/>
              </a:rPr>
              <a:t>the</a:t>
            </a:r>
            <a:r>
              <a:rPr sz="1700" spc="-70" dirty="0">
                <a:latin typeface="Arial MT"/>
                <a:cs typeface="Arial MT"/>
              </a:rPr>
              <a:t> </a:t>
            </a:r>
            <a:r>
              <a:rPr sz="1700" spc="-20" dirty="0">
                <a:latin typeface="Arial MT"/>
                <a:cs typeface="Arial MT"/>
              </a:rPr>
              <a:t>intended</a:t>
            </a:r>
            <a:r>
              <a:rPr sz="1700" spc="40" dirty="0">
                <a:latin typeface="Arial MT"/>
                <a:cs typeface="Arial MT"/>
              </a:rPr>
              <a:t> </a:t>
            </a:r>
            <a:r>
              <a:rPr sz="1700" spc="-20" dirty="0">
                <a:latin typeface="Arial MT"/>
                <a:cs typeface="Arial MT"/>
              </a:rPr>
              <a:t>public</a:t>
            </a:r>
            <a:r>
              <a:rPr sz="1700" spc="20" dirty="0">
                <a:latin typeface="Arial MT"/>
                <a:cs typeface="Arial MT"/>
              </a:rPr>
              <a:t> </a:t>
            </a:r>
            <a:r>
              <a:rPr sz="1700" spc="-25" dirty="0">
                <a:solidFill>
                  <a:srgbClr val="0E0E0E"/>
                </a:solidFill>
                <a:latin typeface="Arial MT"/>
                <a:cs typeface="Arial MT"/>
              </a:rPr>
              <a:t>and </a:t>
            </a:r>
            <a:r>
              <a:rPr sz="1800" spc="-120" dirty="0">
                <a:latin typeface="Arial MT"/>
                <a:cs typeface="Arial MT"/>
              </a:rPr>
              <a:t>cross-</a:t>
            </a:r>
            <a:r>
              <a:rPr sz="1800" spc="-95" dirty="0">
                <a:latin typeface="Arial MT"/>
                <a:cs typeface="Arial MT"/>
              </a:rPr>
              <a:t>account</a:t>
            </a:r>
            <a:r>
              <a:rPr sz="1800" spc="140" dirty="0">
                <a:latin typeface="Arial MT"/>
                <a:cs typeface="Arial MT"/>
              </a:rPr>
              <a:t> </a:t>
            </a:r>
            <a:r>
              <a:rPr sz="1800" spc="-204" dirty="0">
                <a:latin typeface="Arial MT"/>
                <a:cs typeface="Arial MT"/>
              </a:rPr>
              <a:t>access</a:t>
            </a:r>
            <a:r>
              <a:rPr sz="1800" spc="-20" dirty="0">
                <a:latin typeface="Arial MT"/>
                <a:cs typeface="Arial MT"/>
              </a:rPr>
              <a:t> </a:t>
            </a:r>
            <a:r>
              <a:rPr sz="1800" dirty="0">
                <a:latin typeface="Arial MT"/>
                <a:cs typeface="Arial MT"/>
              </a:rPr>
              <a:t>to</a:t>
            </a:r>
            <a:r>
              <a:rPr sz="1800" spc="-60" dirty="0">
                <a:latin typeface="Arial MT"/>
                <a:cs typeface="Arial MT"/>
              </a:rPr>
              <a:t> </a:t>
            </a:r>
            <a:r>
              <a:rPr sz="1800" spc="-75" dirty="0">
                <a:latin typeface="Arial MT"/>
                <a:cs typeface="Arial MT"/>
              </a:rPr>
              <a:t>your</a:t>
            </a:r>
            <a:r>
              <a:rPr sz="1800" dirty="0">
                <a:latin typeface="Arial MT"/>
                <a:cs typeface="Arial MT"/>
              </a:rPr>
              <a:t> </a:t>
            </a:r>
            <a:r>
              <a:rPr sz="1800" spc="-140" dirty="0">
                <a:latin typeface="Arial MT"/>
                <a:cs typeface="Arial MT"/>
              </a:rPr>
              <a:t>resources.</a:t>
            </a:r>
            <a:r>
              <a:rPr sz="1800" spc="45" dirty="0">
                <a:latin typeface="Arial MT"/>
                <a:cs typeface="Arial MT"/>
              </a:rPr>
              <a:t> </a:t>
            </a:r>
            <a:r>
              <a:rPr sz="1800" spc="-180" dirty="0">
                <a:solidFill>
                  <a:srgbClr val="212121"/>
                </a:solidFill>
                <a:latin typeface="Arial MT"/>
                <a:cs typeface="Arial MT"/>
              </a:rPr>
              <a:t>You</a:t>
            </a:r>
            <a:r>
              <a:rPr sz="1800" spc="-30" dirty="0">
                <a:solidFill>
                  <a:srgbClr val="212121"/>
                </a:solidFill>
                <a:latin typeface="Arial MT"/>
                <a:cs typeface="Arial MT"/>
              </a:rPr>
              <a:t> </a:t>
            </a:r>
            <a:r>
              <a:rPr sz="1800" spc="-135" dirty="0">
                <a:latin typeface="Arial MT"/>
                <a:cs typeface="Arial MT"/>
              </a:rPr>
              <a:t>can</a:t>
            </a:r>
            <a:r>
              <a:rPr sz="1800" spc="-95" dirty="0">
                <a:latin typeface="Arial MT"/>
                <a:cs typeface="Arial MT"/>
              </a:rPr>
              <a:t> </a:t>
            </a:r>
            <a:r>
              <a:rPr sz="1800" spc="-114" dirty="0">
                <a:latin typeface="Arial MT"/>
                <a:cs typeface="Arial MT"/>
              </a:rPr>
              <a:t>also</a:t>
            </a:r>
            <a:r>
              <a:rPr sz="1800" spc="20" dirty="0">
                <a:latin typeface="Arial MT"/>
                <a:cs typeface="Arial MT"/>
              </a:rPr>
              <a:t> </a:t>
            </a:r>
            <a:r>
              <a:rPr sz="1800" spc="-10" dirty="0">
                <a:latin typeface="Arial MT"/>
                <a:cs typeface="Arial MT"/>
              </a:rPr>
              <a:t>easily </a:t>
            </a:r>
            <a:r>
              <a:rPr sz="1800" spc="-30" dirty="0">
                <a:solidFill>
                  <a:srgbClr val="131313"/>
                </a:solidFill>
                <a:latin typeface="Arial MT"/>
                <a:cs typeface="Arial MT"/>
              </a:rPr>
              <a:t>identify</a:t>
            </a:r>
            <a:r>
              <a:rPr sz="1800" spc="-20" dirty="0">
                <a:solidFill>
                  <a:srgbClr val="131313"/>
                </a:solidFill>
                <a:latin typeface="Arial MT"/>
                <a:cs typeface="Arial MT"/>
              </a:rPr>
              <a:t> </a:t>
            </a:r>
            <a:r>
              <a:rPr sz="1800" spc="-100" dirty="0">
                <a:latin typeface="Arial MT"/>
                <a:cs typeface="Arial MT"/>
              </a:rPr>
              <a:t>and</a:t>
            </a:r>
            <a:r>
              <a:rPr sz="1800" spc="-60" dirty="0">
                <a:latin typeface="Arial MT"/>
                <a:cs typeface="Arial MT"/>
              </a:rPr>
              <a:t> </a:t>
            </a:r>
            <a:r>
              <a:rPr sz="1800" spc="-70" dirty="0">
                <a:latin typeface="Arial MT"/>
                <a:cs typeface="Arial MT"/>
              </a:rPr>
              <a:t>refine</a:t>
            </a:r>
            <a:r>
              <a:rPr sz="1800" spc="-55" dirty="0">
                <a:latin typeface="Arial MT"/>
                <a:cs typeface="Arial MT"/>
              </a:rPr>
              <a:t> </a:t>
            </a:r>
            <a:r>
              <a:rPr sz="1800" spc="-75" dirty="0">
                <a:latin typeface="Arial MT"/>
                <a:cs typeface="Arial MT"/>
              </a:rPr>
              <a:t>your</a:t>
            </a:r>
            <a:r>
              <a:rPr sz="1800" dirty="0">
                <a:latin typeface="Arial MT"/>
                <a:cs typeface="Arial MT"/>
              </a:rPr>
              <a:t> </a:t>
            </a:r>
            <a:r>
              <a:rPr sz="1800" spc="-90" dirty="0">
                <a:latin typeface="Arial MT"/>
                <a:cs typeface="Arial MT"/>
              </a:rPr>
              <a:t>policies</a:t>
            </a:r>
            <a:r>
              <a:rPr sz="1800" dirty="0">
                <a:latin typeface="Arial MT"/>
                <a:cs typeface="Arial MT"/>
              </a:rPr>
              <a:t> </a:t>
            </a:r>
            <a:r>
              <a:rPr sz="1800" spc="-180" dirty="0">
                <a:solidFill>
                  <a:srgbClr val="0A0A0A"/>
                </a:solidFill>
                <a:latin typeface="Arial MT"/>
                <a:cs typeface="Arial MT"/>
              </a:rPr>
              <a:t>tO</a:t>
            </a:r>
            <a:r>
              <a:rPr sz="1800" spc="-70" dirty="0">
                <a:solidFill>
                  <a:srgbClr val="0A0A0A"/>
                </a:solidFill>
                <a:latin typeface="Arial MT"/>
                <a:cs typeface="Arial MT"/>
              </a:rPr>
              <a:t> </a:t>
            </a:r>
            <a:r>
              <a:rPr sz="1800" spc="-60" dirty="0">
                <a:latin typeface="Arial MT"/>
                <a:cs typeface="Arial MT"/>
              </a:rPr>
              <a:t>allow</a:t>
            </a:r>
            <a:r>
              <a:rPr sz="1800" spc="40" dirty="0">
                <a:latin typeface="Arial MT"/>
                <a:cs typeface="Arial MT"/>
              </a:rPr>
              <a:t> </a:t>
            </a:r>
            <a:r>
              <a:rPr sz="1800" spc="-204" dirty="0">
                <a:latin typeface="Arial MT"/>
                <a:cs typeface="Arial MT"/>
              </a:rPr>
              <a:t>access</a:t>
            </a:r>
            <a:r>
              <a:rPr sz="1800" spc="-20" dirty="0">
                <a:latin typeface="Arial MT"/>
                <a:cs typeface="Arial MT"/>
              </a:rPr>
              <a:t> </a:t>
            </a:r>
            <a:r>
              <a:rPr sz="1800" dirty="0">
                <a:latin typeface="Arial MT"/>
                <a:cs typeface="Arial MT"/>
              </a:rPr>
              <a:t>to</a:t>
            </a:r>
            <a:r>
              <a:rPr sz="1800" spc="-80" dirty="0">
                <a:latin typeface="Arial MT"/>
                <a:cs typeface="Arial MT"/>
              </a:rPr>
              <a:t> </a:t>
            </a:r>
            <a:r>
              <a:rPr sz="1800" spc="-70" dirty="0">
                <a:latin typeface="Arial MT"/>
                <a:cs typeface="Arial MT"/>
              </a:rPr>
              <a:t>only</a:t>
            </a:r>
            <a:r>
              <a:rPr sz="1800" spc="-30" dirty="0">
                <a:latin typeface="Arial MT"/>
                <a:cs typeface="Arial MT"/>
              </a:rPr>
              <a:t> </a:t>
            </a:r>
            <a:r>
              <a:rPr sz="1800" spc="-25" dirty="0">
                <a:latin typeface="Arial MT"/>
                <a:cs typeface="Arial MT"/>
              </a:rPr>
              <a:t>the </a:t>
            </a:r>
            <a:r>
              <a:rPr sz="1750" spc="-125" dirty="0">
                <a:latin typeface="Arial MT"/>
                <a:cs typeface="Arial MT"/>
              </a:rPr>
              <a:t>services</a:t>
            </a:r>
            <a:r>
              <a:rPr sz="1750" spc="15" dirty="0">
                <a:latin typeface="Arial MT"/>
                <a:cs typeface="Arial MT"/>
              </a:rPr>
              <a:t> </a:t>
            </a:r>
            <a:r>
              <a:rPr sz="1750" dirty="0">
                <a:latin typeface="Arial MT"/>
                <a:cs typeface="Arial MT"/>
              </a:rPr>
              <a:t>that</a:t>
            </a:r>
            <a:r>
              <a:rPr sz="1750" spc="-45" dirty="0">
                <a:latin typeface="Arial MT"/>
                <a:cs typeface="Arial MT"/>
              </a:rPr>
              <a:t> </a:t>
            </a:r>
            <a:r>
              <a:rPr sz="1750" spc="-110" dirty="0">
                <a:solidFill>
                  <a:srgbClr val="151515"/>
                </a:solidFill>
                <a:latin typeface="Arial MT"/>
                <a:cs typeface="Arial MT"/>
              </a:rPr>
              <a:t>are</a:t>
            </a:r>
            <a:r>
              <a:rPr sz="1750" spc="-15" dirty="0">
                <a:solidFill>
                  <a:srgbClr val="151515"/>
                </a:solidFill>
                <a:latin typeface="Arial MT"/>
                <a:cs typeface="Arial MT"/>
              </a:rPr>
              <a:t> </a:t>
            </a:r>
            <a:r>
              <a:rPr sz="1750" spc="-60" dirty="0">
                <a:latin typeface="Arial MT"/>
                <a:cs typeface="Arial MT"/>
              </a:rPr>
              <a:t>being</a:t>
            </a:r>
            <a:r>
              <a:rPr sz="1750" spc="75" dirty="0">
                <a:latin typeface="Arial MT"/>
                <a:cs typeface="Arial MT"/>
              </a:rPr>
              <a:t> </a:t>
            </a:r>
            <a:r>
              <a:rPr sz="1750" spc="-125" dirty="0">
                <a:latin typeface="Arial MT"/>
                <a:cs typeface="Arial MT"/>
              </a:rPr>
              <a:t>used.</a:t>
            </a:r>
            <a:r>
              <a:rPr sz="1750" spc="-130" dirty="0">
                <a:latin typeface="Arial MT"/>
                <a:cs typeface="Arial MT"/>
              </a:rPr>
              <a:t> </a:t>
            </a:r>
            <a:r>
              <a:rPr sz="1750" spc="-100" dirty="0">
                <a:solidFill>
                  <a:srgbClr val="0F0F0F"/>
                </a:solidFill>
                <a:latin typeface="Arial MT"/>
                <a:cs typeface="Arial MT"/>
              </a:rPr>
              <a:t>This</a:t>
            </a:r>
            <a:r>
              <a:rPr sz="1750" spc="-90" dirty="0">
                <a:solidFill>
                  <a:srgbClr val="0F0F0F"/>
                </a:solidFill>
                <a:latin typeface="Arial MT"/>
                <a:cs typeface="Arial MT"/>
              </a:rPr>
              <a:t> </a:t>
            </a:r>
            <a:r>
              <a:rPr sz="1750" spc="-80" dirty="0">
                <a:latin typeface="Arial MT"/>
                <a:cs typeface="Arial MT"/>
              </a:rPr>
              <a:t>practice</a:t>
            </a:r>
            <a:r>
              <a:rPr sz="1750" spc="10" dirty="0">
                <a:latin typeface="Arial MT"/>
                <a:cs typeface="Arial MT"/>
              </a:rPr>
              <a:t> </a:t>
            </a:r>
            <a:r>
              <a:rPr sz="1750" spc="-65" dirty="0">
                <a:latin typeface="Arial MT"/>
                <a:cs typeface="Arial MT"/>
              </a:rPr>
              <a:t>helps</a:t>
            </a:r>
            <a:r>
              <a:rPr sz="1750" spc="25" dirty="0">
                <a:latin typeface="Arial MT"/>
                <a:cs typeface="Arial MT"/>
              </a:rPr>
              <a:t> </a:t>
            </a:r>
            <a:r>
              <a:rPr sz="1750" spc="-105" dirty="0">
                <a:latin typeface="Arial MT"/>
                <a:cs typeface="Arial MT"/>
              </a:rPr>
              <a:t>you</a:t>
            </a:r>
            <a:r>
              <a:rPr sz="1750" spc="-55" dirty="0">
                <a:latin typeface="Arial MT"/>
                <a:cs typeface="Arial MT"/>
              </a:rPr>
              <a:t> </a:t>
            </a:r>
            <a:r>
              <a:rPr sz="1750" spc="-25" dirty="0">
                <a:latin typeface="Arial MT"/>
                <a:cs typeface="Arial MT"/>
              </a:rPr>
              <a:t>to</a:t>
            </a:r>
            <a:r>
              <a:rPr sz="1750" spc="500" dirty="0">
                <a:latin typeface="Arial MT"/>
                <a:cs typeface="Arial MT"/>
              </a:rPr>
              <a:t> </a:t>
            </a:r>
            <a:r>
              <a:rPr sz="1850" spc="-65" dirty="0">
                <a:solidFill>
                  <a:srgbClr val="0F0F0F"/>
                </a:solidFill>
                <a:latin typeface="Arial MT"/>
                <a:cs typeface="Arial MT"/>
              </a:rPr>
              <a:t>better</a:t>
            </a:r>
            <a:r>
              <a:rPr sz="1850" spc="-90" dirty="0">
                <a:solidFill>
                  <a:srgbClr val="0F0F0F"/>
                </a:solidFill>
                <a:latin typeface="Arial MT"/>
                <a:cs typeface="Arial MT"/>
              </a:rPr>
              <a:t> </a:t>
            </a:r>
            <a:r>
              <a:rPr sz="1850" spc="-145" dirty="0">
                <a:latin typeface="Arial MT"/>
                <a:cs typeface="Arial MT"/>
              </a:rPr>
              <a:t>adhere</a:t>
            </a:r>
            <a:r>
              <a:rPr sz="1850" spc="-35" dirty="0">
                <a:latin typeface="Arial MT"/>
                <a:cs typeface="Arial MT"/>
              </a:rPr>
              <a:t> </a:t>
            </a:r>
            <a:r>
              <a:rPr sz="1850" dirty="0">
                <a:latin typeface="Arial MT"/>
                <a:cs typeface="Arial MT"/>
              </a:rPr>
              <a:t>to</a:t>
            </a:r>
            <a:r>
              <a:rPr sz="1850" spc="-75" dirty="0">
                <a:latin typeface="Arial MT"/>
                <a:cs typeface="Arial MT"/>
              </a:rPr>
              <a:t> </a:t>
            </a:r>
            <a:r>
              <a:rPr sz="1850" spc="-75" dirty="0">
                <a:solidFill>
                  <a:srgbClr val="181818"/>
                </a:solidFill>
                <a:latin typeface="Arial MT"/>
                <a:cs typeface="Arial MT"/>
              </a:rPr>
              <a:t>the</a:t>
            </a:r>
            <a:r>
              <a:rPr sz="1850" spc="-45" dirty="0">
                <a:solidFill>
                  <a:srgbClr val="181818"/>
                </a:solidFill>
                <a:latin typeface="Arial MT"/>
                <a:cs typeface="Arial MT"/>
              </a:rPr>
              <a:t> </a:t>
            </a:r>
            <a:r>
              <a:rPr sz="1850" spc="-100" dirty="0">
                <a:latin typeface="Arial MT"/>
                <a:cs typeface="Arial MT"/>
              </a:rPr>
              <a:t>principle</a:t>
            </a:r>
            <a:r>
              <a:rPr sz="1850" spc="5" dirty="0">
                <a:latin typeface="Arial MT"/>
                <a:cs typeface="Arial MT"/>
              </a:rPr>
              <a:t> </a:t>
            </a:r>
            <a:r>
              <a:rPr sz="1850" dirty="0">
                <a:latin typeface="Arial MT"/>
                <a:cs typeface="Arial MT"/>
              </a:rPr>
              <a:t>of</a:t>
            </a:r>
            <a:r>
              <a:rPr sz="1850" spc="65" dirty="0">
                <a:latin typeface="Arial MT"/>
                <a:cs typeface="Arial MT"/>
              </a:rPr>
              <a:t> </a:t>
            </a:r>
            <a:r>
              <a:rPr sz="1850" spc="-125" dirty="0">
                <a:latin typeface="Arial MT"/>
                <a:cs typeface="Arial MT"/>
              </a:rPr>
              <a:t>least</a:t>
            </a:r>
            <a:r>
              <a:rPr sz="1850" spc="-10" dirty="0">
                <a:latin typeface="Arial MT"/>
                <a:cs typeface="Arial MT"/>
              </a:rPr>
              <a:t> privilege.</a:t>
            </a:r>
            <a:endParaRPr sz="1850">
              <a:latin typeface="Arial MT"/>
              <a:cs typeface="Arial MT"/>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384935" y="1336791"/>
            <a:ext cx="3134062" cy="3915244"/>
          </a:xfrm>
          <a:prstGeom prst="rect">
            <a:avLst/>
          </a:prstGeom>
        </p:spPr>
      </p:pic>
      <p:pic>
        <p:nvPicPr>
          <p:cNvPr id="3" name="object 3"/>
          <p:cNvPicPr/>
          <p:nvPr/>
        </p:nvPicPr>
        <p:blipFill>
          <a:blip r:embed="rId3" cstate="print"/>
          <a:stretch>
            <a:fillRect/>
          </a:stretch>
        </p:blipFill>
        <p:spPr>
          <a:xfrm>
            <a:off x="4595206" y="2051251"/>
            <a:ext cx="3048328" cy="771617"/>
          </a:xfrm>
          <a:prstGeom prst="rect">
            <a:avLst/>
          </a:prstGeom>
        </p:spPr>
      </p:pic>
      <p:pic>
        <p:nvPicPr>
          <p:cNvPr id="4" name="object 4"/>
          <p:cNvPicPr/>
          <p:nvPr/>
        </p:nvPicPr>
        <p:blipFill>
          <a:blip r:embed="rId4" cstate="print"/>
          <a:stretch>
            <a:fillRect/>
          </a:stretch>
        </p:blipFill>
        <p:spPr>
          <a:xfrm>
            <a:off x="7729269" y="2070304"/>
            <a:ext cx="1447956" cy="733512"/>
          </a:xfrm>
          <a:prstGeom prst="rect">
            <a:avLst/>
          </a:prstGeom>
        </p:spPr>
      </p:pic>
      <p:pic>
        <p:nvPicPr>
          <p:cNvPr id="5" name="object 5"/>
          <p:cNvPicPr/>
          <p:nvPr/>
        </p:nvPicPr>
        <p:blipFill>
          <a:blip r:embed="rId5" cstate="print"/>
          <a:stretch>
            <a:fillRect/>
          </a:stretch>
        </p:blipFill>
        <p:spPr>
          <a:xfrm>
            <a:off x="1384935" y="365125"/>
            <a:ext cx="9421241" cy="847826"/>
          </a:xfrm>
          <a:prstGeom prst="rect">
            <a:avLst/>
          </a:prstGeom>
        </p:spPr>
      </p:pic>
      <p:grpSp>
        <p:nvGrpSpPr>
          <p:cNvPr id="6" name="object 6"/>
          <p:cNvGrpSpPr/>
          <p:nvPr/>
        </p:nvGrpSpPr>
        <p:grpSpPr>
          <a:xfrm>
            <a:off x="9282012" y="2051251"/>
            <a:ext cx="1505585" cy="238760"/>
            <a:chOff x="9282012" y="2051251"/>
            <a:chExt cx="1505585" cy="238760"/>
          </a:xfrm>
        </p:grpSpPr>
        <p:pic>
          <p:nvPicPr>
            <p:cNvPr id="7" name="object 7"/>
            <p:cNvPicPr/>
            <p:nvPr/>
          </p:nvPicPr>
          <p:blipFill>
            <a:blip r:embed="rId6" cstate="print"/>
            <a:stretch>
              <a:fillRect/>
            </a:stretch>
          </p:blipFill>
          <p:spPr>
            <a:xfrm>
              <a:off x="9282012" y="2051251"/>
              <a:ext cx="1505112" cy="47630"/>
            </a:xfrm>
            <a:prstGeom prst="rect">
              <a:avLst/>
            </a:prstGeom>
          </p:spPr>
        </p:pic>
        <p:pic>
          <p:nvPicPr>
            <p:cNvPr id="8" name="object 8"/>
            <p:cNvPicPr/>
            <p:nvPr/>
          </p:nvPicPr>
          <p:blipFill>
            <a:blip r:embed="rId7" cstate="print"/>
            <a:stretch>
              <a:fillRect/>
            </a:stretch>
          </p:blipFill>
          <p:spPr>
            <a:xfrm>
              <a:off x="9453480" y="2136987"/>
              <a:ext cx="1333643" cy="152418"/>
            </a:xfrm>
            <a:prstGeom prst="rect">
              <a:avLst/>
            </a:prstGeom>
          </p:spPr>
        </p:pic>
      </p:grpSp>
      <p:pic>
        <p:nvPicPr>
          <p:cNvPr id="9" name="object 9"/>
          <p:cNvPicPr/>
          <p:nvPr/>
        </p:nvPicPr>
        <p:blipFill>
          <a:blip r:embed="rId8" cstate="print"/>
          <a:stretch>
            <a:fillRect/>
          </a:stretch>
        </p:blipFill>
        <p:spPr>
          <a:xfrm>
            <a:off x="9453480" y="2384667"/>
            <a:ext cx="1333643" cy="133365"/>
          </a:xfrm>
          <a:prstGeom prst="rect">
            <a:avLst/>
          </a:prstGeom>
        </p:spPr>
      </p:pic>
      <p:grpSp>
        <p:nvGrpSpPr>
          <p:cNvPr id="10" name="object 10"/>
          <p:cNvGrpSpPr/>
          <p:nvPr/>
        </p:nvGrpSpPr>
        <p:grpSpPr>
          <a:xfrm>
            <a:off x="9282012" y="2051251"/>
            <a:ext cx="1505585" cy="772160"/>
            <a:chOff x="9282012" y="2051251"/>
            <a:chExt cx="1505585" cy="772160"/>
          </a:xfrm>
        </p:grpSpPr>
        <p:pic>
          <p:nvPicPr>
            <p:cNvPr id="11" name="object 11"/>
            <p:cNvPicPr/>
            <p:nvPr/>
          </p:nvPicPr>
          <p:blipFill>
            <a:blip r:embed="rId9" cstate="print"/>
            <a:stretch>
              <a:fillRect/>
            </a:stretch>
          </p:blipFill>
          <p:spPr>
            <a:xfrm>
              <a:off x="9682105" y="2613294"/>
              <a:ext cx="1105019" cy="209574"/>
            </a:xfrm>
            <a:prstGeom prst="rect">
              <a:avLst/>
            </a:prstGeom>
          </p:spPr>
        </p:pic>
        <p:pic>
          <p:nvPicPr>
            <p:cNvPr id="12" name="object 12"/>
            <p:cNvPicPr/>
            <p:nvPr/>
          </p:nvPicPr>
          <p:blipFill>
            <a:blip r:embed="rId10" cstate="print"/>
            <a:stretch>
              <a:fillRect/>
            </a:stretch>
          </p:blipFill>
          <p:spPr>
            <a:xfrm>
              <a:off x="9282012" y="2051251"/>
              <a:ext cx="1505112" cy="771617"/>
            </a:xfrm>
            <a:prstGeom prst="rect">
              <a:avLst/>
            </a:prstGeom>
          </p:spPr>
        </p:pic>
      </p:grpSp>
      <p:pic>
        <p:nvPicPr>
          <p:cNvPr id="13" name="object 13"/>
          <p:cNvPicPr/>
          <p:nvPr/>
        </p:nvPicPr>
        <p:blipFill>
          <a:blip r:embed="rId11" cstate="print"/>
          <a:stretch>
            <a:fillRect/>
          </a:stretch>
        </p:blipFill>
        <p:spPr>
          <a:xfrm>
            <a:off x="1689767" y="5409217"/>
            <a:ext cx="2638709" cy="90498"/>
          </a:xfrm>
          <a:prstGeom prst="rect">
            <a:avLst/>
          </a:prstGeom>
        </p:spPr>
      </p:pic>
      <p:sp>
        <p:nvSpPr>
          <p:cNvPr id="14" name="object 14"/>
          <p:cNvSpPr txBox="1"/>
          <p:nvPr/>
        </p:nvSpPr>
        <p:spPr>
          <a:xfrm>
            <a:off x="4791165" y="1352669"/>
            <a:ext cx="5469255" cy="277495"/>
          </a:xfrm>
          <a:prstGeom prst="rect">
            <a:avLst/>
          </a:prstGeom>
        </p:spPr>
        <p:txBody>
          <a:bodyPr vert="horz" wrap="square" lIns="0" tIns="12700" rIns="0" bIns="0" rtlCol="0">
            <a:spAutoFit/>
          </a:bodyPr>
          <a:lstStyle/>
          <a:p>
            <a:pPr marL="12700">
              <a:lnSpc>
                <a:spcPct val="100000"/>
              </a:lnSpc>
              <a:spcBef>
                <a:spcPts val="100"/>
              </a:spcBef>
            </a:pPr>
            <a:r>
              <a:rPr sz="1650" spc="-130" dirty="0">
                <a:latin typeface="Arial MT"/>
                <a:cs typeface="Arial MT"/>
              </a:rPr>
              <a:t>Choose</a:t>
            </a:r>
            <a:r>
              <a:rPr sz="1650" spc="25" dirty="0">
                <a:latin typeface="Arial MT"/>
                <a:cs typeface="Arial MT"/>
              </a:rPr>
              <a:t> </a:t>
            </a:r>
            <a:r>
              <a:rPr sz="1650" spc="-135" dirty="0">
                <a:latin typeface="Arial MT"/>
                <a:cs typeface="Arial MT"/>
              </a:rPr>
              <a:t>each</a:t>
            </a:r>
            <a:r>
              <a:rPr sz="1650" spc="15" dirty="0">
                <a:latin typeface="Arial MT"/>
                <a:cs typeface="Arial MT"/>
              </a:rPr>
              <a:t> </a:t>
            </a:r>
            <a:r>
              <a:rPr sz="1650" spc="-10" dirty="0">
                <a:solidFill>
                  <a:srgbClr val="0C0C0C"/>
                </a:solidFill>
                <a:latin typeface="Arial MT"/>
                <a:cs typeface="Arial MT"/>
              </a:rPr>
              <a:t>button</a:t>
            </a:r>
            <a:r>
              <a:rPr sz="1650" spc="-50" dirty="0">
                <a:solidFill>
                  <a:srgbClr val="0C0C0C"/>
                </a:solidFill>
                <a:latin typeface="Arial MT"/>
                <a:cs typeface="Arial MT"/>
              </a:rPr>
              <a:t> </a:t>
            </a:r>
            <a:r>
              <a:rPr sz="1650" spc="-150" dirty="0">
                <a:solidFill>
                  <a:srgbClr val="1A1A1A"/>
                </a:solidFill>
                <a:latin typeface="Arial MT"/>
                <a:cs typeface="Arial MT"/>
              </a:rPr>
              <a:t>tO</a:t>
            </a:r>
            <a:r>
              <a:rPr sz="1650" spc="-65" dirty="0">
                <a:solidFill>
                  <a:srgbClr val="1A1A1A"/>
                </a:solidFill>
                <a:latin typeface="Arial MT"/>
                <a:cs typeface="Arial MT"/>
              </a:rPr>
              <a:t> </a:t>
            </a:r>
            <a:r>
              <a:rPr sz="1650" spc="-65" dirty="0">
                <a:latin typeface="Arial MT"/>
                <a:cs typeface="Arial MT"/>
              </a:rPr>
              <a:t>learn</a:t>
            </a:r>
            <a:r>
              <a:rPr sz="1650" spc="-90" dirty="0">
                <a:latin typeface="Arial MT"/>
                <a:cs typeface="Arial MT"/>
              </a:rPr>
              <a:t> </a:t>
            </a:r>
            <a:r>
              <a:rPr sz="1650" spc="-60" dirty="0">
                <a:solidFill>
                  <a:srgbClr val="1F1F1F"/>
                </a:solidFill>
                <a:latin typeface="Arial MT"/>
                <a:cs typeface="Arial MT"/>
              </a:rPr>
              <a:t>more</a:t>
            </a:r>
            <a:r>
              <a:rPr sz="1650" spc="-50" dirty="0">
                <a:solidFill>
                  <a:srgbClr val="1F1F1F"/>
                </a:solidFill>
                <a:latin typeface="Arial MT"/>
                <a:cs typeface="Arial MT"/>
              </a:rPr>
              <a:t> </a:t>
            </a:r>
            <a:r>
              <a:rPr sz="1650" spc="-25" dirty="0">
                <a:latin typeface="Arial MT"/>
                <a:cs typeface="Arial MT"/>
              </a:rPr>
              <a:t>about</a:t>
            </a:r>
            <a:r>
              <a:rPr sz="1650" spc="60" dirty="0">
                <a:latin typeface="Arial MT"/>
                <a:cs typeface="Arial MT"/>
              </a:rPr>
              <a:t> </a:t>
            </a:r>
            <a:r>
              <a:rPr sz="1650" spc="-125" dirty="0">
                <a:solidFill>
                  <a:srgbClr val="2D2D2D"/>
                </a:solidFill>
                <a:latin typeface="Arial MT"/>
                <a:cs typeface="Arial MT"/>
              </a:rPr>
              <a:t>ways</a:t>
            </a:r>
            <a:r>
              <a:rPr sz="1650" spc="-5" dirty="0">
                <a:solidFill>
                  <a:srgbClr val="2D2D2D"/>
                </a:solidFill>
                <a:latin typeface="Arial MT"/>
                <a:cs typeface="Arial MT"/>
              </a:rPr>
              <a:t> </a:t>
            </a:r>
            <a:r>
              <a:rPr sz="1650" spc="-65" dirty="0">
                <a:solidFill>
                  <a:srgbClr val="111111"/>
                </a:solidFill>
                <a:latin typeface="Arial MT"/>
                <a:cs typeface="Arial MT"/>
              </a:rPr>
              <a:t>you</a:t>
            </a:r>
            <a:r>
              <a:rPr sz="1650" spc="-50" dirty="0">
                <a:solidFill>
                  <a:srgbClr val="111111"/>
                </a:solidFill>
                <a:latin typeface="Arial MT"/>
                <a:cs typeface="Arial MT"/>
              </a:rPr>
              <a:t> </a:t>
            </a:r>
            <a:r>
              <a:rPr sz="1650" spc="-110" dirty="0">
                <a:latin typeface="Arial MT"/>
                <a:cs typeface="Arial MT"/>
              </a:rPr>
              <a:t>can</a:t>
            </a:r>
            <a:r>
              <a:rPr sz="1650" spc="-95" dirty="0">
                <a:latin typeface="Arial MT"/>
                <a:cs typeface="Arial MT"/>
              </a:rPr>
              <a:t> </a:t>
            </a:r>
            <a:r>
              <a:rPr sz="1650" spc="-145" dirty="0">
                <a:solidFill>
                  <a:srgbClr val="0E0E0E"/>
                </a:solidFill>
                <a:latin typeface="Arial MT"/>
                <a:cs typeface="Arial MT"/>
              </a:rPr>
              <a:t>use</a:t>
            </a:r>
            <a:r>
              <a:rPr sz="1650" spc="5" dirty="0">
                <a:solidFill>
                  <a:srgbClr val="0E0E0E"/>
                </a:solidFill>
                <a:latin typeface="Arial MT"/>
                <a:cs typeface="Arial MT"/>
              </a:rPr>
              <a:t> </a:t>
            </a:r>
            <a:r>
              <a:rPr sz="1650" spc="-60" dirty="0">
                <a:latin typeface="Arial MT"/>
                <a:cs typeface="Arial MT"/>
              </a:rPr>
              <a:t>IAM.</a:t>
            </a:r>
            <a:endParaRPr sz="1650">
              <a:latin typeface="Arial MT"/>
              <a:cs typeface="Arial MT"/>
            </a:endParaRPr>
          </a:p>
        </p:txBody>
      </p:sp>
      <p:sp>
        <p:nvSpPr>
          <p:cNvPr id="15" name="object 15"/>
          <p:cNvSpPr txBox="1"/>
          <p:nvPr/>
        </p:nvSpPr>
        <p:spPr>
          <a:xfrm>
            <a:off x="4780874" y="2930833"/>
            <a:ext cx="5429885" cy="2116455"/>
          </a:xfrm>
          <a:prstGeom prst="rect">
            <a:avLst/>
          </a:prstGeom>
        </p:spPr>
        <p:txBody>
          <a:bodyPr vert="horz" wrap="square" lIns="0" tIns="18415" rIns="0" bIns="0" rtlCol="0">
            <a:spAutoFit/>
          </a:bodyPr>
          <a:lstStyle/>
          <a:p>
            <a:pPr marL="14604" marR="5080" indent="-2540">
              <a:lnSpc>
                <a:spcPct val="97700"/>
              </a:lnSpc>
              <a:spcBef>
                <a:spcPts val="145"/>
              </a:spcBef>
              <a:tabLst>
                <a:tab pos="3567429" algn="l"/>
              </a:tabLst>
            </a:pPr>
            <a:r>
              <a:rPr sz="1750" spc="-190" dirty="0">
                <a:solidFill>
                  <a:srgbClr val="161616"/>
                </a:solidFill>
                <a:latin typeface="Arial MT"/>
                <a:cs typeface="Arial MT"/>
              </a:rPr>
              <a:t>IAM</a:t>
            </a:r>
            <a:r>
              <a:rPr sz="1750" spc="25" dirty="0">
                <a:solidFill>
                  <a:srgbClr val="161616"/>
                </a:solidFill>
                <a:latin typeface="Arial MT"/>
                <a:cs typeface="Arial MT"/>
              </a:rPr>
              <a:t> </a:t>
            </a:r>
            <a:r>
              <a:rPr sz="1750" spc="-175" dirty="0">
                <a:solidFill>
                  <a:srgbClr val="131313"/>
                </a:solidFill>
                <a:latin typeface="Arial MT"/>
                <a:cs typeface="Arial MT"/>
              </a:rPr>
              <a:t>can</a:t>
            </a:r>
            <a:r>
              <a:rPr sz="1750" spc="-100" dirty="0">
                <a:solidFill>
                  <a:srgbClr val="131313"/>
                </a:solidFill>
                <a:latin typeface="Arial MT"/>
                <a:cs typeface="Arial MT"/>
              </a:rPr>
              <a:t> </a:t>
            </a:r>
            <a:r>
              <a:rPr sz="1750" spc="-135" dirty="0">
                <a:latin typeface="Arial MT"/>
                <a:cs typeface="Arial MT"/>
              </a:rPr>
              <a:t>be</a:t>
            </a:r>
            <a:r>
              <a:rPr sz="1750" spc="-100" dirty="0">
                <a:latin typeface="Arial MT"/>
                <a:cs typeface="Arial MT"/>
              </a:rPr>
              <a:t> </a:t>
            </a:r>
            <a:r>
              <a:rPr sz="1750" spc="-175" dirty="0">
                <a:latin typeface="Arial MT"/>
                <a:cs typeface="Arial MT"/>
              </a:rPr>
              <a:t>used</a:t>
            </a:r>
            <a:r>
              <a:rPr sz="1750" spc="5" dirty="0">
                <a:latin typeface="Arial MT"/>
                <a:cs typeface="Arial MT"/>
              </a:rPr>
              <a:t> </a:t>
            </a:r>
            <a:r>
              <a:rPr sz="1750" dirty="0">
                <a:solidFill>
                  <a:srgbClr val="0F0F0F"/>
                </a:solidFill>
                <a:latin typeface="Arial MT"/>
                <a:cs typeface="Arial MT"/>
              </a:rPr>
              <a:t>to</a:t>
            </a:r>
            <a:r>
              <a:rPr sz="1750" spc="-114" dirty="0">
                <a:solidFill>
                  <a:srgbClr val="0F0F0F"/>
                </a:solidFill>
                <a:latin typeface="Arial MT"/>
                <a:cs typeface="Arial MT"/>
              </a:rPr>
              <a:t> </a:t>
            </a:r>
            <a:r>
              <a:rPr sz="1750" spc="-100" dirty="0">
                <a:latin typeface="Arial MT"/>
                <a:cs typeface="Arial MT"/>
              </a:rPr>
              <a:t>grant</a:t>
            </a:r>
            <a:r>
              <a:rPr sz="1750" spc="-70" dirty="0">
                <a:latin typeface="Arial MT"/>
                <a:cs typeface="Arial MT"/>
              </a:rPr>
              <a:t> </a:t>
            </a:r>
            <a:r>
              <a:rPr sz="1750" spc="-105" dirty="0">
                <a:solidFill>
                  <a:srgbClr val="111111"/>
                </a:solidFill>
                <a:latin typeface="Arial MT"/>
                <a:cs typeface="Arial MT"/>
              </a:rPr>
              <a:t>your</a:t>
            </a:r>
            <a:r>
              <a:rPr sz="1750" spc="65" dirty="0">
                <a:solidFill>
                  <a:srgbClr val="111111"/>
                </a:solidFill>
                <a:latin typeface="Arial MT"/>
                <a:cs typeface="Arial MT"/>
              </a:rPr>
              <a:t> </a:t>
            </a:r>
            <a:r>
              <a:rPr sz="1750" spc="-155" dirty="0">
                <a:solidFill>
                  <a:srgbClr val="0F0F0F"/>
                </a:solidFill>
                <a:latin typeface="Arial MT"/>
                <a:cs typeface="Arial MT"/>
              </a:rPr>
              <a:t>employees</a:t>
            </a:r>
            <a:r>
              <a:rPr sz="1750" spc="120" dirty="0">
                <a:solidFill>
                  <a:srgbClr val="0F0F0F"/>
                </a:solidFill>
                <a:latin typeface="Arial MT"/>
                <a:cs typeface="Arial MT"/>
              </a:rPr>
              <a:t> </a:t>
            </a:r>
            <a:r>
              <a:rPr sz="1750" spc="-155" dirty="0">
                <a:solidFill>
                  <a:srgbClr val="161616"/>
                </a:solidFill>
                <a:latin typeface="Arial MT"/>
                <a:cs typeface="Arial MT"/>
              </a:rPr>
              <a:t>and</a:t>
            </a:r>
            <a:r>
              <a:rPr sz="1750" spc="-75" dirty="0">
                <a:solidFill>
                  <a:srgbClr val="161616"/>
                </a:solidFill>
                <a:latin typeface="Arial MT"/>
                <a:cs typeface="Arial MT"/>
              </a:rPr>
              <a:t> </a:t>
            </a:r>
            <a:r>
              <a:rPr sz="1750" spc="-10" dirty="0">
                <a:latin typeface="Arial MT"/>
                <a:cs typeface="Arial MT"/>
              </a:rPr>
              <a:t>applications </a:t>
            </a:r>
            <a:r>
              <a:rPr sz="1750" spc="-125" dirty="0">
                <a:latin typeface="Arial MT"/>
                <a:cs typeface="Arial MT"/>
              </a:rPr>
              <a:t>federated</a:t>
            </a:r>
            <a:r>
              <a:rPr sz="1750" spc="5" dirty="0">
                <a:latin typeface="Arial MT"/>
                <a:cs typeface="Arial MT"/>
              </a:rPr>
              <a:t> </a:t>
            </a:r>
            <a:r>
              <a:rPr sz="1750" spc="-225" dirty="0">
                <a:solidFill>
                  <a:srgbClr val="0F0F0F"/>
                </a:solidFill>
                <a:latin typeface="Arial MT"/>
                <a:cs typeface="Arial MT"/>
              </a:rPr>
              <a:t>access</a:t>
            </a:r>
            <a:r>
              <a:rPr sz="1750" spc="10" dirty="0">
                <a:solidFill>
                  <a:srgbClr val="0F0F0F"/>
                </a:solidFill>
                <a:latin typeface="Arial MT"/>
                <a:cs typeface="Arial MT"/>
              </a:rPr>
              <a:t> </a:t>
            </a:r>
            <a:r>
              <a:rPr sz="1750" dirty="0">
                <a:solidFill>
                  <a:srgbClr val="2A2A2A"/>
                </a:solidFill>
                <a:latin typeface="Arial MT"/>
                <a:cs typeface="Arial MT"/>
              </a:rPr>
              <a:t>to</a:t>
            </a:r>
            <a:r>
              <a:rPr sz="1750" spc="-25" dirty="0">
                <a:solidFill>
                  <a:srgbClr val="2A2A2A"/>
                </a:solidFill>
                <a:latin typeface="Arial MT"/>
                <a:cs typeface="Arial MT"/>
              </a:rPr>
              <a:t> </a:t>
            </a:r>
            <a:r>
              <a:rPr sz="1750" spc="-85" dirty="0">
                <a:solidFill>
                  <a:srgbClr val="1F1F1F"/>
                </a:solidFill>
                <a:latin typeface="Arial MT"/>
                <a:cs typeface="Arial MT"/>
              </a:rPr>
              <a:t>the</a:t>
            </a:r>
            <a:r>
              <a:rPr sz="1750" spc="-35" dirty="0">
                <a:solidFill>
                  <a:srgbClr val="1F1F1F"/>
                </a:solidFill>
                <a:latin typeface="Arial MT"/>
                <a:cs typeface="Arial MT"/>
              </a:rPr>
              <a:t> </a:t>
            </a:r>
            <a:r>
              <a:rPr sz="1750" spc="-310" dirty="0">
                <a:latin typeface="Arial MT"/>
                <a:cs typeface="Arial MT"/>
              </a:rPr>
              <a:t>AWS</a:t>
            </a:r>
            <a:r>
              <a:rPr sz="1750" spc="-10" dirty="0">
                <a:latin typeface="Arial MT"/>
                <a:cs typeface="Arial MT"/>
              </a:rPr>
              <a:t> </a:t>
            </a:r>
            <a:r>
              <a:rPr sz="1750" spc="-145" dirty="0">
                <a:latin typeface="Arial MT"/>
                <a:cs typeface="Arial MT"/>
              </a:rPr>
              <a:t>Management</a:t>
            </a:r>
            <a:r>
              <a:rPr sz="1750" spc="140" dirty="0">
                <a:latin typeface="Arial MT"/>
                <a:cs typeface="Arial MT"/>
              </a:rPr>
              <a:t> </a:t>
            </a:r>
            <a:r>
              <a:rPr sz="1750" spc="-185" dirty="0">
                <a:latin typeface="Arial MT"/>
                <a:cs typeface="Arial MT"/>
              </a:rPr>
              <a:t>Console</a:t>
            </a:r>
            <a:r>
              <a:rPr sz="1750" spc="55" dirty="0">
                <a:latin typeface="Arial MT"/>
                <a:cs typeface="Arial MT"/>
              </a:rPr>
              <a:t> </a:t>
            </a:r>
            <a:r>
              <a:rPr sz="1750" spc="-155" dirty="0">
                <a:solidFill>
                  <a:srgbClr val="161616"/>
                </a:solidFill>
                <a:latin typeface="Arial MT"/>
                <a:cs typeface="Arial MT"/>
              </a:rPr>
              <a:t>and</a:t>
            </a:r>
            <a:r>
              <a:rPr sz="1750" spc="-75" dirty="0">
                <a:solidFill>
                  <a:srgbClr val="161616"/>
                </a:solidFill>
                <a:latin typeface="Arial MT"/>
                <a:cs typeface="Arial MT"/>
              </a:rPr>
              <a:t> </a:t>
            </a:r>
            <a:r>
              <a:rPr sz="1750" spc="-310" dirty="0">
                <a:solidFill>
                  <a:srgbClr val="161616"/>
                </a:solidFill>
                <a:latin typeface="Arial MT"/>
                <a:cs typeface="Arial MT"/>
              </a:rPr>
              <a:t>AWS</a:t>
            </a:r>
            <a:r>
              <a:rPr sz="1750" spc="-155" dirty="0">
                <a:solidFill>
                  <a:srgbClr val="161616"/>
                </a:solidFill>
                <a:latin typeface="Arial MT"/>
                <a:cs typeface="Arial MT"/>
              </a:rPr>
              <a:t> </a:t>
            </a:r>
            <a:r>
              <a:rPr sz="1750" spc="-155" dirty="0">
                <a:latin typeface="Arial MT"/>
                <a:cs typeface="Arial MT"/>
              </a:rPr>
              <a:t>service</a:t>
            </a:r>
            <a:r>
              <a:rPr sz="1750" spc="55" dirty="0">
                <a:latin typeface="Arial MT"/>
                <a:cs typeface="Arial MT"/>
              </a:rPr>
              <a:t> </a:t>
            </a:r>
            <a:r>
              <a:rPr sz="1750" spc="-185" dirty="0">
                <a:solidFill>
                  <a:srgbClr val="1C1C1C"/>
                </a:solidFill>
                <a:latin typeface="Arial MT"/>
                <a:cs typeface="Arial MT"/>
              </a:rPr>
              <a:t>APls.</a:t>
            </a:r>
            <a:r>
              <a:rPr sz="1750" spc="-80" dirty="0">
                <a:solidFill>
                  <a:srgbClr val="1C1C1C"/>
                </a:solidFill>
                <a:latin typeface="Arial MT"/>
                <a:cs typeface="Arial MT"/>
              </a:rPr>
              <a:t> </a:t>
            </a:r>
            <a:r>
              <a:rPr sz="1750" spc="-30" dirty="0">
                <a:latin typeface="Arial MT"/>
                <a:cs typeface="Arial MT"/>
              </a:rPr>
              <a:t>It</a:t>
            </a:r>
            <a:r>
              <a:rPr sz="1750" spc="-50" dirty="0">
                <a:latin typeface="Arial MT"/>
                <a:cs typeface="Arial MT"/>
              </a:rPr>
              <a:t> </a:t>
            </a:r>
            <a:r>
              <a:rPr sz="1750" spc="-210" dirty="0">
                <a:latin typeface="Arial MT"/>
                <a:cs typeface="Arial MT"/>
              </a:rPr>
              <a:t>uses</a:t>
            </a:r>
            <a:r>
              <a:rPr sz="1750" spc="-20" dirty="0">
                <a:latin typeface="Arial MT"/>
                <a:cs typeface="Arial MT"/>
              </a:rPr>
              <a:t> </a:t>
            </a:r>
            <a:r>
              <a:rPr sz="1750" spc="-114" dirty="0">
                <a:latin typeface="Arial MT"/>
                <a:cs typeface="Arial MT"/>
              </a:rPr>
              <a:t>your</a:t>
            </a:r>
            <a:r>
              <a:rPr sz="1750" spc="10" dirty="0">
                <a:latin typeface="Arial MT"/>
                <a:cs typeface="Arial MT"/>
              </a:rPr>
              <a:t> </a:t>
            </a:r>
            <a:r>
              <a:rPr sz="1750" spc="-125" dirty="0">
                <a:latin typeface="Arial MT"/>
                <a:cs typeface="Arial MT"/>
              </a:rPr>
              <a:t>existing</a:t>
            </a:r>
            <a:r>
              <a:rPr sz="1750" spc="45" dirty="0">
                <a:latin typeface="Arial MT"/>
                <a:cs typeface="Arial MT"/>
              </a:rPr>
              <a:t> </a:t>
            </a:r>
            <a:r>
              <a:rPr sz="1750" spc="-10" dirty="0">
                <a:latin typeface="Arial MT"/>
                <a:cs typeface="Arial MT"/>
              </a:rPr>
              <a:t>identi</a:t>
            </a:r>
            <a:r>
              <a:rPr sz="1750" dirty="0">
                <a:latin typeface="Arial MT"/>
                <a:cs typeface="Arial MT"/>
              </a:rPr>
              <a:t>	</a:t>
            </a:r>
            <a:r>
              <a:rPr sz="1750" spc="-175" dirty="0">
                <a:latin typeface="Arial MT"/>
                <a:cs typeface="Arial MT"/>
              </a:rPr>
              <a:t>systems,</a:t>
            </a:r>
            <a:r>
              <a:rPr sz="1750" spc="55" dirty="0">
                <a:latin typeface="Arial MT"/>
                <a:cs typeface="Arial MT"/>
              </a:rPr>
              <a:t> </a:t>
            </a:r>
            <a:r>
              <a:rPr sz="1750" spc="-180" dirty="0">
                <a:latin typeface="Arial MT"/>
                <a:cs typeface="Arial MT"/>
              </a:rPr>
              <a:t>such</a:t>
            </a:r>
            <a:r>
              <a:rPr sz="1750" spc="5" dirty="0">
                <a:latin typeface="Arial MT"/>
                <a:cs typeface="Arial MT"/>
              </a:rPr>
              <a:t> </a:t>
            </a:r>
            <a:r>
              <a:rPr sz="1750" spc="-25" dirty="0">
                <a:solidFill>
                  <a:srgbClr val="2B2B2B"/>
                </a:solidFill>
                <a:latin typeface="Arial MT"/>
                <a:cs typeface="Arial MT"/>
              </a:rPr>
              <a:t>as </a:t>
            </a:r>
            <a:r>
              <a:rPr sz="1750" spc="-100" dirty="0">
                <a:latin typeface="Arial MT"/>
                <a:cs typeface="Arial MT"/>
              </a:rPr>
              <a:t>Microsoft</a:t>
            </a:r>
            <a:r>
              <a:rPr sz="1750" spc="20" dirty="0">
                <a:latin typeface="Arial MT"/>
                <a:cs typeface="Arial MT"/>
              </a:rPr>
              <a:t> </a:t>
            </a:r>
            <a:r>
              <a:rPr sz="1750" spc="-135" dirty="0">
                <a:latin typeface="Arial MT"/>
                <a:cs typeface="Arial MT"/>
              </a:rPr>
              <a:t>Active</a:t>
            </a:r>
            <a:r>
              <a:rPr sz="1750" spc="35" dirty="0">
                <a:latin typeface="Arial MT"/>
                <a:cs typeface="Arial MT"/>
              </a:rPr>
              <a:t> </a:t>
            </a:r>
            <a:r>
              <a:rPr sz="1750" spc="-130" dirty="0">
                <a:latin typeface="Arial MT"/>
                <a:cs typeface="Arial MT"/>
              </a:rPr>
              <a:t>Directory.</a:t>
            </a:r>
            <a:r>
              <a:rPr sz="1750" spc="130" dirty="0">
                <a:latin typeface="Arial MT"/>
                <a:cs typeface="Arial MT"/>
              </a:rPr>
              <a:t> </a:t>
            </a:r>
            <a:r>
              <a:rPr sz="1750" spc="-229" dirty="0">
                <a:latin typeface="Arial MT"/>
                <a:cs typeface="Arial MT"/>
              </a:rPr>
              <a:t>You</a:t>
            </a:r>
            <a:r>
              <a:rPr sz="1750" spc="5" dirty="0">
                <a:latin typeface="Arial MT"/>
                <a:cs typeface="Arial MT"/>
              </a:rPr>
              <a:t> </a:t>
            </a:r>
            <a:r>
              <a:rPr sz="1750" spc="-175" dirty="0">
                <a:latin typeface="Arial MT"/>
                <a:cs typeface="Arial MT"/>
              </a:rPr>
              <a:t>can</a:t>
            </a:r>
            <a:r>
              <a:rPr sz="1750" spc="-90" dirty="0">
                <a:latin typeface="Arial MT"/>
                <a:cs typeface="Arial MT"/>
              </a:rPr>
              <a:t> </a:t>
            </a:r>
            <a:r>
              <a:rPr sz="1750" spc="-180" dirty="0">
                <a:latin typeface="Arial MT"/>
                <a:cs typeface="Arial MT"/>
              </a:rPr>
              <a:t>use</a:t>
            </a:r>
            <a:r>
              <a:rPr sz="1750" spc="-70" dirty="0">
                <a:latin typeface="Arial MT"/>
                <a:cs typeface="Arial MT"/>
              </a:rPr>
              <a:t> </a:t>
            </a:r>
            <a:r>
              <a:rPr sz="1750" spc="-150" dirty="0">
                <a:latin typeface="Arial MT"/>
                <a:cs typeface="Arial MT"/>
              </a:rPr>
              <a:t>any</a:t>
            </a:r>
            <a:r>
              <a:rPr sz="1750" spc="-105" dirty="0">
                <a:latin typeface="Arial MT"/>
                <a:cs typeface="Arial MT"/>
              </a:rPr>
              <a:t> </a:t>
            </a:r>
            <a:r>
              <a:rPr sz="1750" spc="-10" dirty="0">
                <a:latin typeface="Arial MT"/>
                <a:cs typeface="Arial MT"/>
              </a:rPr>
              <a:t>identity </a:t>
            </a:r>
            <a:r>
              <a:rPr sz="1750" spc="-135" dirty="0">
                <a:solidFill>
                  <a:srgbClr val="0F0F0F"/>
                </a:solidFill>
                <a:latin typeface="Arial MT"/>
                <a:cs typeface="Arial MT"/>
              </a:rPr>
              <a:t>management</a:t>
            </a:r>
            <a:r>
              <a:rPr sz="1750" spc="150" dirty="0">
                <a:solidFill>
                  <a:srgbClr val="0F0F0F"/>
                </a:solidFill>
                <a:latin typeface="Arial MT"/>
                <a:cs typeface="Arial MT"/>
              </a:rPr>
              <a:t> </a:t>
            </a:r>
            <a:r>
              <a:rPr sz="1750" spc="-95" dirty="0">
                <a:latin typeface="Arial MT"/>
                <a:cs typeface="Arial MT"/>
              </a:rPr>
              <a:t>solution</a:t>
            </a:r>
            <a:r>
              <a:rPr sz="1750" spc="25" dirty="0">
                <a:latin typeface="Arial MT"/>
                <a:cs typeface="Arial MT"/>
              </a:rPr>
              <a:t> </a:t>
            </a:r>
            <a:r>
              <a:rPr sz="1750" spc="-50" dirty="0">
                <a:solidFill>
                  <a:srgbClr val="212121"/>
                </a:solidFill>
                <a:latin typeface="Arial MT"/>
                <a:cs typeface="Arial MT"/>
              </a:rPr>
              <a:t>that </a:t>
            </a:r>
            <a:r>
              <a:rPr sz="1750" spc="-120" dirty="0">
                <a:latin typeface="Arial MT"/>
                <a:cs typeface="Arial MT"/>
              </a:rPr>
              <a:t>supports</a:t>
            </a:r>
            <a:r>
              <a:rPr sz="1750" spc="20" dirty="0">
                <a:latin typeface="Arial MT"/>
                <a:cs typeface="Arial MT"/>
              </a:rPr>
              <a:t> </a:t>
            </a:r>
            <a:r>
              <a:rPr sz="1750" spc="-135" dirty="0">
                <a:latin typeface="Arial MT"/>
                <a:cs typeface="Arial MT"/>
              </a:rPr>
              <a:t>Security</a:t>
            </a:r>
            <a:r>
              <a:rPr sz="1750" dirty="0">
                <a:latin typeface="Arial MT"/>
                <a:cs typeface="Arial MT"/>
              </a:rPr>
              <a:t> </a:t>
            </a:r>
            <a:r>
              <a:rPr sz="1750" spc="-140" dirty="0">
                <a:solidFill>
                  <a:srgbClr val="131313"/>
                </a:solidFill>
                <a:latin typeface="Arial MT"/>
                <a:cs typeface="Arial MT"/>
              </a:rPr>
              <a:t>Assertion</a:t>
            </a:r>
            <a:r>
              <a:rPr sz="1750" spc="10" dirty="0">
                <a:solidFill>
                  <a:srgbClr val="131313"/>
                </a:solidFill>
                <a:latin typeface="Arial MT"/>
                <a:cs typeface="Arial MT"/>
              </a:rPr>
              <a:t> </a:t>
            </a:r>
            <a:r>
              <a:rPr sz="1750" spc="-70" dirty="0">
                <a:solidFill>
                  <a:srgbClr val="111111"/>
                </a:solidFill>
                <a:latin typeface="Arial MT"/>
                <a:cs typeface="Arial MT"/>
              </a:rPr>
              <a:t>Markup </a:t>
            </a:r>
            <a:r>
              <a:rPr sz="1750" spc="-175" dirty="0">
                <a:latin typeface="Arial MT"/>
                <a:cs typeface="Arial MT"/>
              </a:rPr>
              <a:t>Language</a:t>
            </a:r>
            <a:r>
              <a:rPr sz="1750" spc="60" dirty="0">
                <a:latin typeface="Arial MT"/>
                <a:cs typeface="Arial MT"/>
              </a:rPr>
              <a:t> </a:t>
            </a:r>
            <a:r>
              <a:rPr sz="1750" spc="-220" dirty="0">
                <a:latin typeface="Arial MT"/>
                <a:cs typeface="Arial MT"/>
              </a:rPr>
              <a:t>(SAML)</a:t>
            </a:r>
            <a:r>
              <a:rPr sz="1750" spc="75" dirty="0">
                <a:latin typeface="Arial MT"/>
                <a:cs typeface="Arial MT"/>
              </a:rPr>
              <a:t> </a:t>
            </a:r>
            <a:r>
              <a:rPr sz="1750" spc="-135" dirty="0">
                <a:latin typeface="Arial MT"/>
                <a:cs typeface="Arial MT"/>
              </a:rPr>
              <a:t>2.0.</a:t>
            </a:r>
            <a:r>
              <a:rPr sz="1750" spc="-20" dirty="0">
                <a:latin typeface="Arial MT"/>
                <a:cs typeface="Arial MT"/>
              </a:rPr>
              <a:t> </a:t>
            </a:r>
            <a:r>
              <a:rPr sz="1750" spc="-210" dirty="0">
                <a:solidFill>
                  <a:srgbClr val="0F0F0F"/>
                </a:solidFill>
                <a:latin typeface="Arial MT"/>
                <a:cs typeface="Arial MT"/>
              </a:rPr>
              <a:t>You</a:t>
            </a:r>
            <a:r>
              <a:rPr sz="1750" spc="-60" dirty="0">
                <a:solidFill>
                  <a:srgbClr val="0F0F0F"/>
                </a:solidFill>
                <a:latin typeface="Arial MT"/>
                <a:cs typeface="Arial MT"/>
              </a:rPr>
              <a:t> </a:t>
            </a:r>
            <a:r>
              <a:rPr sz="1750" spc="-180" dirty="0">
                <a:latin typeface="Arial MT"/>
                <a:cs typeface="Arial MT"/>
              </a:rPr>
              <a:t>can</a:t>
            </a:r>
            <a:r>
              <a:rPr sz="1750" spc="-35" dirty="0">
                <a:latin typeface="Arial MT"/>
                <a:cs typeface="Arial MT"/>
              </a:rPr>
              <a:t> </a:t>
            </a:r>
            <a:r>
              <a:rPr sz="1750" spc="-150" dirty="0">
                <a:latin typeface="Arial MT"/>
                <a:cs typeface="Arial MT"/>
              </a:rPr>
              <a:t>also</a:t>
            </a:r>
            <a:r>
              <a:rPr sz="1750" spc="65" dirty="0">
                <a:latin typeface="Arial MT"/>
                <a:cs typeface="Arial MT"/>
              </a:rPr>
              <a:t> </a:t>
            </a:r>
            <a:r>
              <a:rPr sz="1750" spc="-105" dirty="0">
                <a:solidFill>
                  <a:srgbClr val="262626"/>
                </a:solidFill>
                <a:latin typeface="Arial MT"/>
                <a:cs typeface="Arial MT"/>
              </a:rPr>
              <a:t>feel</a:t>
            </a:r>
            <a:r>
              <a:rPr sz="1750" spc="-30" dirty="0">
                <a:solidFill>
                  <a:srgbClr val="262626"/>
                </a:solidFill>
                <a:latin typeface="Arial MT"/>
                <a:cs typeface="Arial MT"/>
              </a:rPr>
              <a:t> </a:t>
            </a:r>
            <a:r>
              <a:rPr sz="1750" spc="-130" dirty="0">
                <a:solidFill>
                  <a:srgbClr val="181818"/>
                </a:solidFill>
                <a:latin typeface="Arial MT"/>
                <a:cs typeface="Arial MT"/>
              </a:rPr>
              <a:t>free</a:t>
            </a:r>
            <a:r>
              <a:rPr sz="1750" spc="-50" dirty="0">
                <a:solidFill>
                  <a:srgbClr val="181818"/>
                </a:solidFill>
                <a:latin typeface="Arial MT"/>
                <a:cs typeface="Arial MT"/>
              </a:rPr>
              <a:t> </a:t>
            </a:r>
            <a:r>
              <a:rPr sz="1750" dirty="0">
                <a:solidFill>
                  <a:srgbClr val="242424"/>
                </a:solidFill>
                <a:latin typeface="Arial MT"/>
                <a:cs typeface="Arial MT"/>
              </a:rPr>
              <a:t>to</a:t>
            </a:r>
            <a:r>
              <a:rPr sz="1750" spc="-15" dirty="0">
                <a:solidFill>
                  <a:srgbClr val="242424"/>
                </a:solidFill>
                <a:latin typeface="Arial MT"/>
                <a:cs typeface="Arial MT"/>
              </a:rPr>
              <a:t> </a:t>
            </a:r>
            <a:r>
              <a:rPr sz="1750" spc="-210" dirty="0">
                <a:solidFill>
                  <a:srgbClr val="1D1D1D"/>
                </a:solidFill>
                <a:latin typeface="Arial MT"/>
                <a:cs typeface="Arial MT"/>
              </a:rPr>
              <a:t>use</a:t>
            </a:r>
            <a:r>
              <a:rPr sz="1750" spc="25" dirty="0">
                <a:solidFill>
                  <a:srgbClr val="1D1D1D"/>
                </a:solidFill>
                <a:latin typeface="Arial MT"/>
                <a:cs typeface="Arial MT"/>
              </a:rPr>
              <a:t> </a:t>
            </a:r>
            <a:r>
              <a:rPr sz="1750" spc="-145" dirty="0">
                <a:latin typeface="Arial MT"/>
                <a:cs typeface="Arial MT"/>
              </a:rPr>
              <a:t>one</a:t>
            </a:r>
            <a:r>
              <a:rPr sz="1750" spc="-10" dirty="0">
                <a:latin typeface="Arial MT"/>
                <a:cs typeface="Arial MT"/>
              </a:rPr>
              <a:t> </a:t>
            </a:r>
            <a:r>
              <a:rPr sz="1750" spc="-85" dirty="0">
                <a:latin typeface="Arial MT"/>
                <a:cs typeface="Arial MT"/>
              </a:rPr>
              <a:t>of</a:t>
            </a:r>
            <a:r>
              <a:rPr sz="1750" spc="-35" dirty="0">
                <a:latin typeface="Arial MT"/>
                <a:cs typeface="Arial MT"/>
              </a:rPr>
              <a:t> </a:t>
            </a:r>
            <a:r>
              <a:rPr sz="1750" spc="-25" dirty="0">
                <a:solidFill>
                  <a:srgbClr val="232323"/>
                </a:solidFill>
                <a:latin typeface="Arial MT"/>
                <a:cs typeface="Arial MT"/>
              </a:rPr>
              <a:t>the </a:t>
            </a:r>
            <a:r>
              <a:rPr sz="1750" spc="-285" dirty="0">
                <a:solidFill>
                  <a:srgbClr val="131313"/>
                </a:solidFill>
                <a:latin typeface="Arial MT"/>
                <a:cs typeface="Arial MT"/>
              </a:rPr>
              <a:t>AWS</a:t>
            </a:r>
            <a:r>
              <a:rPr sz="1750" spc="40" dirty="0">
                <a:solidFill>
                  <a:srgbClr val="131313"/>
                </a:solidFill>
                <a:latin typeface="Arial MT"/>
                <a:cs typeface="Arial MT"/>
              </a:rPr>
              <a:t> </a:t>
            </a:r>
            <a:r>
              <a:rPr sz="1750" spc="-105" dirty="0">
                <a:latin typeface="Arial MT"/>
                <a:cs typeface="Arial MT"/>
              </a:rPr>
              <a:t>federation</a:t>
            </a:r>
            <a:r>
              <a:rPr sz="1750" spc="70" dirty="0">
                <a:latin typeface="Arial MT"/>
                <a:cs typeface="Arial MT"/>
              </a:rPr>
              <a:t> </a:t>
            </a:r>
            <a:r>
              <a:rPr sz="1750" spc="-180" dirty="0">
                <a:latin typeface="Arial MT"/>
                <a:cs typeface="Arial MT"/>
              </a:rPr>
              <a:t>samples,</a:t>
            </a:r>
            <a:r>
              <a:rPr sz="1750" spc="25" dirty="0">
                <a:latin typeface="Arial MT"/>
                <a:cs typeface="Arial MT"/>
              </a:rPr>
              <a:t> </a:t>
            </a:r>
            <a:r>
              <a:rPr sz="1750" spc="-180" dirty="0">
                <a:solidFill>
                  <a:srgbClr val="181818"/>
                </a:solidFill>
                <a:latin typeface="Arial MT"/>
                <a:cs typeface="Arial MT"/>
              </a:rPr>
              <a:t>such</a:t>
            </a:r>
            <a:r>
              <a:rPr sz="1750" spc="-20" dirty="0">
                <a:solidFill>
                  <a:srgbClr val="181818"/>
                </a:solidFill>
                <a:latin typeface="Arial MT"/>
                <a:cs typeface="Arial MT"/>
              </a:rPr>
              <a:t> </a:t>
            </a:r>
            <a:r>
              <a:rPr sz="1750" spc="-185" dirty="0">
                <a:solidFill>
                  <a:srgbClr val="1C1C1C"/>
                </a:solidFill>
                <a:latin typeface="Arial MT"/>
                <a:cs typeface="Arial MT"/>
              </a:rPr>
              <a:t>as</a:t>
            </a:r>
            <a:r>
              <a:rPr sz="1750" spc="-30" dirty="0">
                <a:solidFill>
                  <a:srgbClr val="1C1C1C"/>
                </a:solidFill>
                <a:latin typeface="Arial MT"/>
                <a:cs typeface="Arial MT"/>
              </a:rPr>
              <a:t> </a:t>
            </a:r>
            <a:r>
              <a:rPr sz="1750" spc="-310" dirty="0">
                <a:latin typeface="Arial MT"/>
                <a:cs typeface="Arial MT"/>
              </a:rPr>
              <a:t>AWS</a:t>
            </a:r>
            <a:r>
              <a:rPr sz="1750" spc="5" dirty="0">
                <a:latin typeface="Arial MT"/>
                <a:cs typeface="Arial MT"/>
              </a:rPr>
              <a:t> </a:t>
            </a:r>
            <a:r>
              <a:rPr sz="1750" spc="-150" dirty="0">
                <a:latin typeface="Arial MT"/>
                <a:cs typeface="Arial MT"/>
              </a:rPr>
              <a:t>Management</a:t>
            </a:r>
            <a:r>
              <a:rPr sz="1750" spc="80" dirty="0">
                <a:latin typeface="Arial MT"/>
                <a:cs typeface="Arial MT"/>
              </a:rPr>
              <a:t> </a:t>
            </a:r>
            <a:r>
              <a:rPr sz="1750" spc="-10" dirty="0">
                <a:solidFill>
                  <a:srgbClr val="161616"/>
                </a:solidFill>
                <a:latin typeface="Arial MT"/>
                <a:cs typeface="Arial MT"/>
              </a:rPr>
              <a:t>Console </a:t>
            </a:r>
            <a:r>
              <a:rPr sz="1750" spc="-120" dirty="0">
                <a:latin typeface="Arial MT"/>
                <a:cs typeface="Arial MT"/>
              </a:rPr>
              <a:t>single</a:t>
            </a:r>
            <a:r>
              <a:rPr sz="1750" spc="30" dirty="0">
                <a:latin typeface="Arial MT"/>
                <a:cs typeface="Arial MT"/>
              </a:rPr>
              <a:t> </a:t>
            </a:r>
            <a:r>
              <a:rPr sz="1750" spc="-120" dirty="0">
                <a:latin typeface="Arial MT"/>
                <a:cs typeface="Arial MT"/>
              </a:rPr>
              <a:t>sign-</a:t>
            </a:r>
            <a:r>
              <a:rPr sz="1750" spc="-145" dirty="0">
                <a:latin typeface="Arial MT"/>
                <a:cs typeface="Arial MT"/>
              </a:rPr>
              <a:t>on</a:t>
            </a:r>
            <a:r>
              <a:rPr sz="1750" spc="-35" dirty="0">
                <a:latin typeface="Arial MT"/>
                <a:cs typeface="Arial MT"/>
              </a:rPr>
              <a:t> </a:t>
            </a:r>
            <a:r>
              <a:rPr sz="1750" spc="-245" dirty="0">
                <a:solidFill>
                  <a:srgbClr val="111111"/>
                </a:solidFill>
                <a:latin typeface="Arial MT"/>
                <a:cs typeface="Arial MT"/>
              </a:rPr>
              <a:t>(SSO)</a:t>
            </a:r>
            <a:r>
              <a:rPr sz="1750" spc="100" dirty="0">
                <a:solidFill>
                  <a:srgbClr val="111111"/>
                </a:solidFill>
                <a:latin typeface="Arial MT"/>
                <a:cs typeface="Arial MT"/>
              </a:rPr>
              <a:t> </a:t>
            </a:r>
            <a:r>
              <a:rPr sz="1750" spc="-114" dirty="0">
                <a:solidFill>
                  <a:srgbClr val="232323"/>
                </a:solidFill>
                <a:latin typeface="Arial MT"/>
                <a:cs typeface="Arial MT"/>
              </a:rPr>
              <a:t>or</a:t>
            </a:r>
            <a:r>
              <a:rPr sz="1750" spc="-30" dirty="0">
                <a:solidFill>
                  <a:srgbClr val="232323"/>
                </a:solidFill>
                <a:latin typeface="Arial MT"/>
                <a:cs typeface="Arial MT"/>
              </a:rPr>
              <a:t> </a:t>
            </a:r>
            <a:r>
              <a:rPr sz="1750" spc="-200" dirty="0">
                <a:solidFill>
                  <a:srgbClr val="0F0F0F"/>
                </a:solidFill>
                <a:latin typeface="Arial MT"/>
                <a:cs typeface="Arial MT"/>
              </a:rPr>
              <a:t>API</a:t>
            </a:r>
            <a:r>
              <a:rPr sz="1750" spc="-35" dirty="0">
                <a:solidFill>
                  <a:srgbClr val="0F0F0F"/>
                </a:solidFill>
                <a:latin typeface="Arial MT"/>
                <a:cs typeface="Arial MT"/>
              </a:rPr>
              <a:t> </a:t>
            </a:r>
            <a:r>
              <a:rPr sz="1750" spc="-10" dirty="0">
                <a:latin typeface="Arial MT"/>
                <a:cs typeface="Arial MT"/>
              </a:rPr>
              <a:t>federation.</a:t>
            </a:r>
            <a:endParaRPr sz="1750">
              <a:latin typeface="Arial MT"/>
              <a:cs typeface="Arial MT"/>
            </a:endParaRPr>
          </a:p>
        </p:txBody>
      </p:sp>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361439" y="365125"/>
            <a:ext cx="9468866" cy="5334634"/>
          </a:xfrm>
          <a:prstGeom prst="rect">
            <a:avLst/>
          </a:prstGeom>
        </p:spPr>
      </p:pic>
      <p:sp>
        <p:nvSpPr>
          <p:cNvPr id="3" name="object 3"/>
          <p:cNvSpPr txBox="1"/>
          <p:nvPr/>
        </p:nvSpPr>
        <p:spPr>
          <a:xfrm>
            <a:off x="1648753" y="5402864"/>
            <a:ext cx="2668270" cy="132715"/>
          </a:xfrm>
          <a:prstGeom prst="rect">
            <a:avLst/>
          </a:prstGeom>
        </p:spPr>
        <p:txBody>
          <a:bodyPr vert="horz" wrap="square" lIns="0" tIns="12700" rIns="0" bIns="0" rtlCol="0">
            <a:spAutoFit/>
          </a:bodyPr>
          <a:lstStyle/>
          <a:p>
            <a:pPr marL="12700">
              <a:lnSpc>
                <a:spcPct val="100000"/>
              </a:lnSpc>
              <a:spcBef>
                <a:spcPts val="100"/>
              </a:spcBef>
            </a:pPr>
            <a:r>
              <a:rPr sz="700" spc="-40" dirty="0">
                <a:solidFill>
                  <a:srgbClr val="525252"/>
                </a:solidFill>
                <a:latin typeface="Arial MT"/>
                <a:cs typeface="Arial MT"/>
              </a:rPr>
              <a:t>@2o2</a:t>
            </a:r>
            <a:r>
              <a:rPr sz="700" spc="-125" dirty="0">
                <a:solidFill>
                  <a:srgbClr val="525252"/>
                </a:solidFill>
                <a:latin typeface="Arial MT"/>
                <a:cs typeface="Arial MT"/>
              </a:rPr>
              <a:t> </a:t>
            </a:r>
            <a:r>
              <a:rPr sz="700" dirty="0">
                <a:solidFill>
                  <a:srgbClr val="A1A1A1"/>
                </a:solidFill>
                <a:latin typeface="Arial MT"/>
                <a:cs typeface="Arial MT"/>
              </a:rPr>
              <a:t>1</a:t>
            </a:r>
            <a:r>
              <a:rPr sz="700" spc="35" dirty="0">
                <a:solidFill>
                  <a:srgbClr val="A1A1A1"/>
                </a:solidFill>
                <a:latin typeface="Arial MT"/>
                <a:cs typeface="Arial MT"/>
              </a:rPr>
              <a:t> </a:t>
            </a:r>
            <a:r>
              <a:rPr sz="700" spc="-20" dirty="0">
                <a:solidFill>
                  <a:srgbClr val="8C8C8C"/>
                </a:solidFill>
                <a:latin typeface="Arial MT"/>
                <a:cs typeface="Arial MT"/>
              </a:rPr>
              <a:t>Am</a:t>
            </a:r>
            <a:r>
              <a:rPr sz="700" spc="-20" dirty="0">
                <a:solidFill>
                  <a:srgbClr val="7E7E7E"/>
                </a:solidFill>
                <a:latin typeface="Arial MT"/>
                <a:cs typeface="Arial MT"/>
              </a:rPr>
              <a:t>azon</a:t>
            </a:r>
            <a:r>
              <a:rPr sz="700" spc="-5" dirty="0">
                <a:solidFill>
                  <a:srgbClr val="7E7E7E"/>
                </a:solidFill>
                <a:latin typeface="Arial MT"/>
                <a:cs typeface="Arial MT"/>
              </a:rPr>
              <a:t> </a:t>
            </a:r>
            <a:r>
              <a:rPr sz="700" dirty="0">
                <a:solidFill>
                  <a:srgbClr val="595959"/>
                </a:solidFill>
                <a:latin typeface="Arial MT"/>
                <a:cs typeface="Arial MT"/>
              </a:rPr>
              <a:t>v¥o</a:t>
            </a:r>
            <a:r>
              <a:rPr sz="700" spc="285" dirty="0">
                <a:solidFill>
                  <a:srgbClr val="595959"/>
                </a:solidFill>
                <a:latin typeface="Arial MT"/>
                <a:cs typeface="Arial MT"/>
              </a:rPr>
              <a:t> </a:t>
            </a:r>
            <a:r>
              <a:rPr sz="700" spc="90" dirty="0">
                <a:solidFill>
                  <a:srgbClr val="5D5D5D"/>
                </a:solidFill>
                <a:latin typeface="Arial MT"/>
                <a:cs typeface="Arial MT"/>
              </a:rPr>
              <a:t>toareg</a:t>
            </a:r>
            <a:r>
              <a:rPr sz="700" spc="40" dirty="0">
                <a:solidFill>
                  <a:srgbClr val="5D5D5D"/>
                </a:solidFill>
                <a:latin typeface="Arial MT"/>
                <a:cs typeface="Arial MT"/>
              </a:rPr>
              <a:t> </a:t>
            </a:r>
            <a:r>
              <a:rPr sz="700" dirty="0">
                <a:solidFill>
                  <a:srgbClr val="8A8A8A"/>
                </a:solidFill>
                <a:latin typeface="Arial MT"/>
                <a:cs typeface="Arial MT"/>
              </a:rPr>
              <a:t>inc</a:t>
            </a:r>
            <a:r>
              <a:rPr sz="700" spc="80" dirty="0">
                <a:solidFill>
                  <a:srgbClr val="8A8A8A"/>
                </a:solidFill>
                <a:latin typeface="Arial MT"/>
                <a:cs typeface="Arial MT"/>
              </a:rPr>
              <a:t> </a:t>
            </a:r>
            <a:r>
              <a:rPr sz="700" dirty="0">
                <a:solidFill>
                  <a:srgbClr val="8C8C8C"/>
                </a:solidFill>
                <a:latin typeface="Arial MT"/>
                <a:cs typeface="Arial MT"/>
              </a:rPr>
              <a:t>or </a:t>
            </a:r>
            <a:r>
              <a:rPr sz="700" dirty="0">
                <a:solidFill>
                  <a:srgbClr val="606060"/>
                </a:solidFill>
                <a:latin typeface="Arial MT"/>
                <a:cs typeface="Arial MT"/>
              </a:rPr>
              <a:t>its</a:t>
            </a:r>
            <a:r>
              <a:rPr sz="700" spc="-95" dirty="0">
                <a:solidFill>
                  <a:srgbClr val="606060"/>
                </a:solidFill>
                <a:latin typeface="Arial MT"/>
                <a:cs typeface="Arial MT"/>
              </a:rPr>
              <a:t> </a:t>
            </a:r>
            <a:r>
              <a:rPr sz="700" spc="-10" dirty="0">
                <a:solidFill>
                  <a:srgbClr val="6B6B6B"/>
                </a:solidFill>
                <a:latin typeface="Arial MT"/>
                <a:cs typeface="Arial MT"/>
              </a:rPr>
              <a:t>aGliares.</a:t>
            </a:r>
            <a:r>
              <a:rPr sz="700" spc="40" dirty="0">
                <a:solidFill>
                  <a:srgbClr val="6B6B6B"/>
                </a:solidFill>
                <a:latin typeface="Arial MT"/>
                <a:cs typeface="Arial MT"/>
              </a:rPr>
              <a:t> </a:t>
            </a:r>
            <a:r>
              <a:rPr sz="700" spc="-25" dirty="0">
                <a:solidFill>
                  <a:srgbClr val="878787"/>
                </a:solidFill>
                <a:latin typeface="Arial MT"/>
                <a:cs typeface="Arial MT"/>
              </a:rPr>
              <a:t>Alt</a:t>
            </a:r>
            <a:r>
              <a:rPr sz="700" spc="-5" dirty="0">
                <a:solidFill>
                  <a:srgbClr val="878787"/>
                </a:solidFill>
                <a:latin typeface="Arial MT"/>
                <a:cs typeface="Arial MT"/>
              </a:rPr>
              <a:t> </a:t>
            </a:r>
            <a:r>
              <a:rPr sz="700" spc="-20" dirty="0">
                <a:solidFill>
                  <a:srgbClr val="6E6E6E"/>
                </a:solidFill>
                <a:latin typeface="Arial MT"/>
                <a:cs typeface="Arial MT"/>
              </a:rPr>
              <a:t>nghJs</a:t>
            </a:r>
            <a:r>
              <a:rPr sz="700" dirty="0">
                <a:solidFill>
                  <a:srgbClr val="6E6E6E"/>
                </a:solidFill>
                <a:latin typeface="Arial MT"/>
                <a:cs typeface="Arial MT"/>
              </a:rPr>
              <a:t> </a:t>
            </a:r>
            <a:r>
              <a:rPr sz="700" spc="-10" dirty="0">
                <a:solidFill>
                  <a:srgbClr val="828282"/>
                </a:solidFill>
                <a:latin typeface="Arial MT"/>
                <a:cs typeface="Arial MT"/>
              </a:rPr>
              <a:t>reserved</a:t>
            </a:r>
            <a:endParaRPr sz="700">
              <a:latin typeface="Arial MT"/>
              <a:cs typeface="Arial MT"/>
            </a:endParaRPr>
          </a:p>
        </p:txBody>
      </p:sp>
      <p:sp>
        <p:nvSpPr>
          <p:cNvPr id="4" name="object 4" descr="$PPTXTitle"/>
          <p:cNvSpPr txBox="1">
            <a:spLocks noGrp="1"/>
          </p:cNvSpPr>
          <p:nvPr>
            <p:ph type="title"/>
          </p:nvPr>
        </p:nvSpPr>
        <p:spPr>
          <a:xfrm>
            <a:off x="4655532" y="1324091"/>
            <a:ext cx="5925185" cy="576580"/>
          </a:xfrm>
          <a:prstGeom prst="rect">
            <a:avLst/>
          </a:prstGeom>
        </p:spPr>
        <p:txBody>
          <a:bodyPr vert="horz" wrap="square" lIns="0" tIns="10795" rIns="0" bIns="0" rtlCol="0">
            <a:spAutoFit/>
          </a:bodyPr>
          <a:lstStyle/>
          <a:p>
            <a:pPr marL="12700" marR="5080" indent="55880">
              <a:lnSpc>
                <a:spcPct val="100699"/>
              </a:lnSpc>
              <a:spcBef>
                <a:spcPts val="85"/>
              </a:spcBef>
            </a:pPr>
            <a:r>
              <a:rPr sz="1800" spc="-280" dirty="0">
                <a:latin typeface="Arial MT"/>
                <a:cs typeface="Arial MT"/>
              </a:rPr>
              <a:t>AWS</a:t>
            </a:r>
            <a:r>
              <a:rPr sz="1800" spc="50" dirty="0">
                <a:latin typeface="Arial MT"/>
                <a:cs typeface="Arial MT"/>
              </a:rPr>
              <a:t> </a:t>
            </a:r>
            <a:r>
              <a:rPr sz="1800" spc="-114" dirty="0">
                <a:latin typeface="Arial MT"/>
                <a:cs typeface="Arial MT"/>
              </a:rPr>
              <a:t>evaluates</a:t>
            </a:r>
            <a:r>
              <a:rPr sz="1800" spc="20" dirty="0">
                <a:latin typeface="Arial MT"/>
                <a:cs typeface="Arial MT"/>
              </a:rPr>
              <a:t> </a:t>
            </a:r>
            <a:r>
              <a:rPr sz="1800" spc="-95" dirty="0">
                <a:solidFill>
                  <a:srgbClr val="0C0C0C"/>
                </a:solidFill>
                <a:latin typeface="Arial MT"/>
                <a:cs typeface="Arial MT"/>
              </a:rPr>
              <a:t>policies</a:t>
            </a:r>
            <a:r>
              <a:rPr sz="1800" spc="10" dirty="0">
                <a:solidFill>
                  <a:srgbClr val="0C0C0C"/>
                </a:solidFill>
                <a:latin typeface="Arial MT"/>
                <a:cs typeface="Arial MT"/>
              </a:rPr>
              <a:t> </a:t>
            </a:r>
            <a:r>
              <a:rPr sz="1800" spc="-105" dirty="0">
                <a:latin typeface="Arial MT"/>
                <a:cs typeface="Arial MT"/>
              </a:rPr>
              <a:t>depends</a:t>
            </a:r>
            <a:r>
              <a:rPr sz="1800" spc="10" dirty="0">
                <a:latin typeface="Arial MT"/>
                <a:cs typeface="Arial MT"/>
              </a:rPr>
              <a:t> </a:t>
            </a:r>
            <a:r>
              <a:rPr sz="1800" spc="-80" dirty="0">
                <a:solidFill>
                  <a:srgbClr val="1C1C1C"/>
                </a:solidFill>
                <a:latin typeface="Arial MT"/>
                <a:cs typeface="Arial MT"/>
              </a:rPr>
              <a:t>on</a:t>
            </a:r>
            <a:r>
              <a:rPr sz="1800" spc="-85" dirty="0">
                <a:solidFill>
                  <a:srgbClr val="1C1C1C"/>
                </a:solidFill>
                <a:latin typeface="Arial MT"/>
                <a:cs typeface="Arial MT"/>
              </a:rPr>
              <a:t> </a:t>
            </a:r>
            <a:r>
              <a:rPr sz="1800" spc="-45" dirty="0">
                <a:solidFill>
                  <a:srgbClr val="232323"/>
                </a:solidFill>
                <a:latin typeface="Arial MT"/>
                <a:cs typeface="Arial MT"/>
              </a:rPr>
              <a:t>the</a:t>
            </a:r>
            <a:r>
              <a:rPr sz="1800" spc="-105" dirty="0">
                <a:solidFill>
                  <a:srgbClr val="232323"/>
                </a:solidFill>
                <a:latin typeface="Arial MT"/>
                <a:cs typeface="Arial MT"/>
              </a:rPr>
              <a:t> </a:t>
            </a:r>
            <a:r>
              <a:rPr sz="1800" spc="-75" dirty="0">
                <a:solidFill>
                  <a:srgbClr val="111111"/>
                </a:solidFill>
                <a:latin typeface="Arial MT"/>
                <a:cs typeface="Arial MT"/>
              </a:rPr>
              <a:t>types</a:t>
            </a:r>
            <a:r>
              <a:rPr sz="1800" spc="-35" dirty="0">
                <a:solidFill>
                  <a:srgbClr val="111111"/>
                </a:solidFill>
                <a:latin typeface="Arial MT"/>
                <a:cs typeface="Arial MT"/>
              </a:rPr>
              <a:t> </a:t>
            </a:r>
            <a:r>
              <a:rPr sz="1800" dirty="0">
                <a:solidFill>
                  <a:srgbClr val="0F0F0F"/>
                </a:solidFill>
                <a:latin typeface="Arial MT"/>
                <a:cs typeface="Arial MT"/>
              </a:rPr>
              <a:t>of</a:t>
            </a:r>
            <a:r>
              <a:rPr sz="1800" spc="-25" dirty="0">
                <a:solidFill>
                  <a:srgbClr val="0F0F0F"/>
                </a:solidFill>
                <a:latin typeface="Arial MT"/>
                <a:cs typeface="Arial MT"/>
              </a:rPr>
              <a:t> </a:t>
            </a:r>
            <a:r>
              <a:rPr sz="1800" spc="-90" dirty="0">
                <a:latin typeface="Arial MT"/>
                <a:cs typeface="Arial MT"/>
              </a:rPr>
              <a:t>policies</a:t>
            </a:r>
            <a:r>
              <a:rPr sz="1800" spc="40" dirty="0">
                <a:latin typeface="Arial MT"/>
                <a:cs typeface="Arial MT"/>
              </a:rPr>
              <a:t> </a:t>
            </a:r>
            <a:r>
              <a:rPr sz="1800" spc="-20" dirty="0">
                <a:solidFill>
                  <a:srgbClr val="181818"/>
                </a:solidFill>
                <a:latin typeface="Arial MT"/>
                <a:cs typeface="Arial MT"/>
              </a:rPr>
              <a:t>that </a:t>
            </a:r>
            <a:r>
              <a:rPr sz="1800" spc="-105" dirty="0">
                <a:latin typeface="Arial MT"/>
                <a:cs typeface="Arial MT"/>
              </a:rPr>
              <a:t>apply.</a:t>
            </a:r>
            <a:r>
              <a:rPr sz="1800" spc="-15" dirty="0">
                <a:latin typeface="Arial MT"/>
                <a:cs typeface="Arial MT"/>
              </a:rPr>
              <a:t> </a:t>
            </a:r>
            <a:r>
              <a:rPr sz="1800" spc="-165" dirty="0">
                <a:solidFill>
                  <a:srgbClr val="131313"/>
                </a:solidFill>
                <a:latin typeface="Arial MT"/>
                <a:cs typeface="Arial MT"/>
              </a:rPr>
              <a:t>Choose</a:t>
            </a:r>
            <a:r>
              <a:rPr sz="1800" spc="60" dirty="0">
                <a:solidFill>
                  <a:srgbClr val="131313"/>
                </a:solidFill>
                <a:latin typeface="Arial MT"/>
                <a:cs typeface="Arial MT"/>
              </a:rPr>
              <a:t> </a:t>
            </a:r>
            <a:r>
              <a:rPr sz="1800" spc="-150" dirty="0">
                <a:solidFill>
                  <a:srgbClr val="181818"/>
                </a:solidFill>
                <a:latin typeface="Arial MT"/>
                <a:cs typeface="Arial MT"/>
              </a:rPr>
              <a:t>each</a:t>
            </a:r>
            <a:r>
              <a:rPr sz="1800" spc="-45" dirty="0">
                <a:solidFill>
                  <a:srgbClr val="181818"/>
                </a:solidFill>
                <a:latin typeface="Arial MT"/>
                <a:cs typeface="Arial MT"/>
              </a:rPr>
              <a:t> </a:t>
            </a:r>
            <a:r>
              <a:rPr sz="1800" spc="-70" dirty="0">
                <a:solidFill>
                  <a:srgbClr val="0F0F0F"/>
                </a:solidFill>
                <a:latin typeface="Arial MT"/>
                <a:cs typeface="Arial MT"/>
              </a:rPr>
              <a:t>policy</a:t>
            </a:r>
            <a:r>
              <a:rPr sz="1800" dirty="0">
                <a:solidFill>
                  <a:srgbClr val="0F0F0F"/>
                </a:solidFill>
                <a:latin typeface="Arial MT"/>
                <a:cs typeface="Arial MT"/>
              </a:rPr>
              <a:t> </a:t>
            </a:r>
            <a:r>
              <a:rPr sz="1800" spc="-45" dirty="0">
                <a:solidFill>
                  <a:srgbClr val="1A1A1A"/>
                </a:solidFill>
                <a:latin typeface="Arial MT"/>
                <a:cs typeface="Arial MT"/>
              </a:rPr>
              <a:t>type</a:t>
            </a:r>
            <a:r>
              <a:rPr sz="1800" spc="-40" dirty="0">
                <a:solidFill>
                  <a:srgbClr val="1A1A1A"/>
                </a:solidFill>
                <a:latin typeface="Arial MT"/>
                <a:cs typeface="Arial MT"/>
              </a:rPr>
              <a:t> </a:t>
            </a:r>
            <a:r>
              <a:rPr sz="1800" dirty="0">
                <a:latin typeface="Arial MT"/>
                <a:cs typeface="Arial MT"/>
              </a:rPr>
              <a:t>to</a:t>
            </a:r>
            <a:r>
              <a:rPr sz="1800" spc="-90" dirty="0">
                <a:latin typeface="Arial MT"/>
                <a:cs typeface="Arial MT"/>
              </a:rPr>
              <a:t> </a:t>
            </a:r>
            <a:r>
              <a:rPr sz="1800" spc="-185" dirty="0">
                <a:latin typeface="Arial MT"/>
                <a:cs typeface="Arial MT"/>
              </a:rPr>
              <a:t>see</a:t>
            </a:r>
            <a:r>
              <a:rPr sz="1800" spc="-20" dirty="0">
                <a:latin typeface="Arial MT"/>
                <a:cs typeface="Arial MT"/>
              </a:rPr>
              <a:t> </a:t>
            </a:r>
            <a:r>
              <a:rPr sz="1800" spc="-85" dirty="0">
                <a:latin typeface="Arial MT"/>
                <a:cs typeface="Arial MT"/>
              </a:rPr>
              <a:t>how</a:t>
            </a:r>
            <a:r>
              <a:rPr sz="1800" spc="-40" dirty="0">
                <a:latin typeface="Arial MT"/>
                <a:cs typeface="Arial MT"/>
              </a:rPr>
              <a:t> </a:t>
            </a:r>
            <a:r>
              <a:rPr sz="1800" spc="-25" dirty="0">
                <a:latin typeface="Arial MT"/>
                <a:cs typeface="Arial MT"/>
              </a:rPr>
              <a:t>the</a:t>
            </a:r>
            <a:r>
              <a:rPr sz="1800" spc="-60" dirty="0">
                <a:latin typeface="Arial MT"/>
                <a:cs typeface="Arial MT"/>
              </a:rPr>
              <a:t> </a:t>
            </a:r>
            <a:r>
              <a:rPr sz="1800" spc="-70" dirty="0">
                <a:solidFill>
                  <a:srgbClr val="131313"/>
                </a:solidFill>
                <a:latin typeface="Arial MT"/>
                <a:cs typeface="Arial MT"/>
              </a:rPr>
              <a:t>logic</a:t>
            </a:r>
            <a:r>
              <a:rPr sz="1800" spc="-35" dirty="0">
                <a:solidFill>
                  <a:srgbClr val="131313"/>
                </a:solidFill>
                <a:latin typeface="Arial MT"/>
                <a:cs typeface="Arial MT"/>
              </a:rPr>
              <a:t> </a:t>
            </a:r>
            <a:r>
              <a:rPr sz="1800" spc="-105" dirty="0">
                <a:solidFill>
                  <a:srgbClr val="262626"/>
                </a:solidFill>
                <a:latin typeface="Arial MT"/>
                <a:cs typeface="Arial MT"/>
              </a:rPr>
              <a:t>is</a:t>
            </a:r>
            <a:r>
              <a:rPr sz="1800" spc="-65" dirty="0">
                <a:solidFill>
                  <a:srgbClr val="262626"/>
                </a:solidFill>
                <a:latin typeface="Arial MT"/>
                <a:cs typeface="Arial MT"/>
              </a:rPr>
              <a:t> </a:t>
            </a:r>
            <a:r>
              <a:rPr sz="1800" spc="-95" dirty="0">
                <a:latin typeface="Arial MT"/>
                <a:cs typeface="Arial MT"/>
              </a:rPr>
              <a:t>evaluated.</a:t>
            </a:r>
            <a:endParaRPr sz="1800">
              <a:latin typeface="Arial MT"/>
              <a:cs typeface="Arial MT"/>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356360" y="365125"/>
            <a:ext cx="9449813" cy="4896437"/>
          </a:xfrm>
          <a:prstGeom prst="rect">
            <a:avLst/>
          </a:prstGeom>
        </p:spPr>
      </p:pic>
      <p:sp>
        <p:nvSpPr>
          <p:cNvPr id="3" name="object 3"/>
          <p:cNvSpPr txBox="1"/>
          <p:nvPr/>
        </p:nvSpPr>
        <p:spPr>
          <a:xfrm>
            <a:off x="1662381" y="5377465"/>
            <a:ext cx="2669540" cy="140335"/>
          </a:xfrm>
          <a:prstGeom prst="rect">
            <a:avLst/>
          </a:prstGeom>
        </p:spPr>
        <p:txBody>
          <a:bodyPr vert="horz" wrap="square" lIns="0" tIns="12700" rIns="0" bIns="0" rtlCol="0">
            <a:spAutoFit/>
          </a:bodyPr>
          <a:lstStyle/>
          <a:p>
            <a:pPr marL="12700">
              <a:lnSpc>
                <a:spcPct val="100000"/>
              </a:lnSpc>
              <a:spcBef>
                <a:spcPts val="100"/>
              </a:spcBef>
            </a:pPr>
            <a:r>
              <a:rPr sz="750" spc="-75" dirty="0">
                <a:solidFill>
                  <a:srgbClr val="676767"/>
                </a:solidFill>
                <a:latin typeface="Arial MT"/>
                <a:cs typeface="Arial MT"/>
              </a:rPr>
              <a:t>@2o2</a:t>
            </a:r>
            <a:r>
              <a:rPr sz="750" spc="-130" dirty="0">
                <a:solidFill>
                  <a:srgbClr val="676767"/>
                </a:solidFill>
                <a:latin typeface="Arial MT"/>
                <a:cs typeface="Arial MT"/>
              </a:rPr>
              <a:t> </a:t>
            </a:r>
            <a:r>
              <a:rPr sz="750" dirty="0">
                <a:solidFill>
                  <a:srgbClr val="999999"/>
                </a:solidFill>
                <a:latin typeface="Arial MT"/>
                <a:cs typeface="Arial MT"/>
              </a:rPr>
              <a:t>1</a:t>
            </a:r>
            <a:r>
              <a:rPr sz="750" spc="35" dirty="0">
                <a:solidFill>
                  <a:srgbClr val="999999"/>
                </a:solidFill>
                <a:latin typeface="Arial MT"/>
                <a:cs typeface="Arial MT"/>
              </a:rPr>
              <a:t> </a:t>
            </a:r>
            <a:r>
              <a:rPr sz="750" spc="-55" dirty="0">
                <a:solidFill>
                  <a:srgbClr val="676767"/>
                </a:solidFill>
                <a:latin typeface="Arial MT"/>
                <a:cs typeface="Arial MT"/>
              </a:rPr>
              <a:t>Amazon</a:t>
            </a:r>
            <a:r>
              <a:rPr sz="750" spc="10" dirty="0">
                <a:solidFill>
                  <a:srgbClr val="676767"/>
                </a:solidFill>
                <a:latin typeface="Arial MT"/>
                <a:cs typeface="Arial MT"/>
              </a:rPr>
              <a:t> </a:t>
            </a:r>
            <a:r>
              <a:rPr sz="750" dirty="0">
                <a:solidFill>
                  <a:srgbClr val="565656"/>
                </a:solidFill>
                <a:latin typeface="Arial MT"/>
                <a:cs typeface="Arial MT"/>
              </a:rPr>
              <a:t>web</a:t>
            </a:r>
            <a:r>
              <a:rPr sz="750" spc="-20" dirty="0">
                <a:solidFill>
                  <a:srgbClr val="565656"/>
                </a:solidFill>
                <a:latin typeface="Arial MT"/>
                <a:cs typeface="Arial MT"/>
              </a:rPr>
              <a:t> </a:t>
            </a:r>
            <a:r>
              <a:rPr sz="750" dirty="0">
                <a:solidFill>
                  <a:srgbClr val="898989"/>
                </a:solidFill>
                <a:latin typeface="Arial MT"/>
                <a:cs typeface="Arial MT"/>
              </a:rPr>
              <a:t>drrsuza</a:t>
            </a:r>
            <a:r>
              <a:rPr sz="750" spc="-30" dirty="0">
                <a:solidFill>
                  <a:srgbClr val="898989"/>
                </a:solidFill>
                <a:latin typeface="Arial MT"/>
                <a:cs typeface="Arial MT"/>
              </a:rPr>
              <a:t> </a:t>
            </a:r>
            <a:r>
              <a:rPr sz="750" dirty="0">
                <a:solidFill>
                  <a:srgbClr val="7C7C7C"/>
                </a:solidFill>
                <a:latin typeface="Arial MT"/>
                <a:cs typeface="Arial MT"/>
              </a:rPr>
              <a:t>Inc</a:t>
            </a:r>
            <a:r>
              <a:rPr sz="750" spc="70" dirty="0">
                <a:solidFill>
                  <a:srgbClr val="7C7C7C"/>
                </a:solidFill>
                <a:latin typeface="Arial MT"/>
                <a:cs typeface="Arial MT"/>
              </a:rPr>
              <a:t> </a:t>
            </a:r>
            <a:r>
              <a:rPr sz="750" spc="-30" dirty="0">
                <a:solidFill>
                  <a:srgbClr val="7C7C7C"/>
                </a:solidFill>
                <a:latin typeface="Arial MT"/>
                <a:cs typeface="Arial MT"/>
              </a:rPr>
              <a:t>or</a:t>
            </a:r>
            <a:r>
              <a:rPr sz="750" spc="-10" dirty="0">
                <a:solidFill>
                  <a:srgbClr val="7C7C7C"/>
                </a:solidFill>
                <a:latin typeface="Arial MT"/>
                <a:cs typeface="Arial MT"/>
              </a:rPr>
              <a:t> </a:t>
            </a:r>
            <a:r>
              <a:rPr sz="750" spc="-10" dirty="0">
                <a:solidFill>
                  <a:srgbClr val="575757"/>
                </a:solidFill>
                <a:latin typeface="Arial MT"/>
                <a:cs typeface="Arial MT"/>
              </a:rPr>
              <a:t>its</a:t>
            </a:r>
            <a:r>
              <a:rPr sz="750" spc="-105" dirty="0">
                <a:solidFill>
                  <a:srgbClr val="575757"/>
                </a:solidFill>
                <a:latin typeface="Arial MT"/>
                <a:cs typeface="Arial MT"/>
              </a:rPr>
              <a:t> </a:t>
            </a:r>
            <a:r>
              <a:rPr sz="750" spc="-25" dirty="0">
                <a:solidFill>
                  <a:srgbClr val="3D3D3D"/>
                </a:solidFill>
                <a:latin typeface="Arial MT"/>
                <a:cs typeface="Arial MT"/>
              </a:rPr>
              <a:t>affiliates.</a:t>
            </a:r>
            <a:r>
              <a:rPr sz="750" spc="25" dirty="0">
                <a:solidFill>
                  <a:srgbClr val="3D3D3D"/>
                </a:solidFill>
                <a:latin typeface="Arial MT"/>
                <a:cs typeface="Arial MT"/>
              </a:rPr>
              <a:t> </a:t>
            </a:r>
            <a:r>
              <a:rPr sz="750" spc="-85" dirty="0">
                <a:solidFill>
                  <a:srgbClr val="9A9A9A"/>
                </a:solidFill>
                <a:latin typeface="Arial MT"/>
                <a:cs typeface="Arial MT"/>
              </a:rPr>
              <a:t>Ab</a:t>
            </a:r>
            <a:r>
              <a:rPr sz="750" spc="-50" dirty="0">
                <a:solidFill>
                  <a:srgbClr val="9A9A9A"/>
                </a:solidFill>
                <a:latin typeface="Arial MT"/>
                <a:cs typeface="Arial MT"/>
              </a:rPr>
              <a:t> </a:t>
            </a:r>
            <a:r>
              <a:rPr sz="750" dirty="0">
                <a:solidFill>
                  <a:srgbClr val="626262"/>
                </a:solidFill>
                <a:latin typeface="Arial MT"/>
                <a:cs typeface="Arial MT"/>
              </a:rPr>
              <a:t>ngh</a:t>
            </a:r>
            <a:r>
              <a:rPr sz="750" spc="114" dirty="0">
                <a:solidFill>
                  <a:srgbClr val="626262"/>
                </a:solidFill>
                <a:latin typeface="Arial MT"/>
                <a:cs typeface="Arial MT"/>
              </a:rPr>
              <a:t> </a:t>
            </a:r>
            <a:r>
              <a:rPr sz="750" spc="-145" dirty="0">
                <a:solidFill>
                  <a:srgbClr val="626262"/>
                </a:solidFill>
                <a:latin typeface="Arial MT"/>
                <a:cs typeface="Arial MT"/>
              </a:rPr>
              <a:t>c</a:t>
            </a:r>
            <a:r>
              <a:rPr sz="750" spc="-20" dirty="0">
                <a:solidFill>
                  <a:srgbClr val="626262"/>
                </a:solidFill>
                <a:latin typeface="Arial MT"/>
                <a:cs typeface="Arial MT"/>
              </a:rPr>
              <a:t> </a:t>
            </a:r>
            <a:r>
              <a:rPr sz="750" spc="-10" dirty="0">
                <a:solidFill>
                  <a:srgbClr val="808080"/>
                </a:solidFill>
                <a:latin typeface="Arial MT"/>
                <a:cs typeface="Arial MT"/>
              </a:rPr>
              <a:t>reserved</a:t>
            </a:r>
            <a:endParaRPr sz="750">
              <a:latin typeface="Arial MT"/>
              <a:cs typeface="Arial MT"/>
            </a:endParaRPr>
          </a:p>
        </p:txBody>
      </p:sp>
      <p:sp>
        <p:nvSpPr>
          <p:cNvPr id="4" name="object 4" descr="$PPTXTitle"/>
          <p:cNvSpPr txBox="1">
            <a:spLocks noGrp="1"/>
          </p:cNvSpPr>
          <p:nvPr>
            <p:ph type="title"/>
          </p:nvPr>
        </p:nvSpPr>
        <p:spPr>
          <a:xfrm>
            <a:off x="4669505" y="1305039"/>
            <a:ext cx="5925185" cy="576580"/>
          </a:xfrm>
          <a:prstGeom prst="rect">
            <a:avLst/>
          </a:prstGeom>
        </p:spPr>
        <p:txBody>
          <a:bodyPr vert="horz" wrap="square" lIns="0" tIns="10795" rIns="0" bIns="0" rtlCol="0">
            <a:spAutoFit/>
          </a:bodyPr>
          <a:lstStyle/>
          <a:p>
            <a:pPr marL="12700" marR="5080" indent="55880">
              <a:lnSpc>
                <a:spcPct val="100699"/>
              </a:lnSpc>
              <a:spcBef>
                <a:spcPts val="85"/>
              </a:spcBef>
            </a:pPr>
            <a:r>
              <a:rPr sz="1800" spc="-280" dirty="0">
                <a:latin typeface="Arial MT"/>
                <a:cs typeface="Arial MT"/>
              </a:rPr>
              <a:t>AWS</a:t>
            </a:r>
            <a:r>
              <a:rPr sz="1800" spc="50" dirty="0">
                <a:latin typeface="Arial MT"/>
                <a:cs typeface="Arial MT"/>
              </a:rPr>
              <a:t> </a:t>
            </a:r>
            <a:r>
              <a:rPr sz="1800" spc="-114" dirty="0">
                <a:latin typeface="Arial MT"/>
                <a:cs typeface="Arial MT"/>
              </a:rPr>
              <a:t>evaluates</a:t>
            </a:r>
            <a:r>
              <a:rPr sz="1800" spc="55" dirty="0">
                <a:latin typeface="Arial MT"/>
                <a:cs typeface="Arial MT"/>
              </a:rPr>
              <a:t> </a:t>
            </a:r>
            <a:r>
              <a:rPr sz="1800" spc="-95" dirty="0">
                <a:solidFill>
                  <a:srgbClr val="0E0E0E"/>
                </a:solidFill>
                <a:latin typeface="Arial MT"/>
                <a:cs typeface="Arial MT"/>
              </a:rPr>
              <a:t>policies</a:t>
            </a:r>
            <a:r>
              <a:rPr sz="1800" spc="20" dirty="0">
                <a:solidFill>
                  <a:srgbClr val="0E0E0E"/>
                </a:solidFill>
                <a:latin typeface="Arial MT"/>
                <a:cs typeface="Arial MT"/>
              </a:rPr>
              <a:t> </a:t>
            </a:r>
            <a:r>
              <a:rPr sz="1800" spc="-105" dirty="0">
                <a:latin typeface="Arial MT"/>
                <a:cs typeface="Arial MT"/>
              </a:rPr>
              <a:t>depends</a:t>
            </a:r>
            <a:r>
              <a:rPr sz="1800" spc="20" dirty="0">
                <a:latin typeface="Arial MT"/>
                <a:cs typeface="Arial MT"/>
              </a:rPr>
              <a:t> </a:t>
            </a:r>
            <a:r>
              <a:rPr sz="1800" spc="-80" dirty="0">
                <a:solidFill>
                  <a:srgbClr val="111111"/>
                </a:solidFill>
                <a:latin typeface="Arial MT"/>
                <a:cs typeface="Arial MT"/>
              </a:rPr>
              <a:t>on</a:t>
            </a:r>
            <a:r>
              <a:rPr sz="1800" spc="-85" dirty="0">
                <a:solidFill>
                  <a:srgbClr val="111111"/>
                </a:solidFill>
                <a:latin typeface="Arial MT"/>
                <a:cs typeface="Arial MT"/>
              </a:rPr>
              <a:t> </a:t>
            </a:r>
            <a:r>
              <a:rPr sz="1800" spc="-45" dirty="0">
                <a:latin typeface="Arial MT"/>
                <a:cs typeface="Arial MT"/>
              </a:rPr>
              <a:t>the</a:t>
            </a:r>
            <a:r>
              <a:rPr sz="1800" spc="-105" dirty="0">
                <a:latin typeface="Arial MT"/>
                <a:cs typeface="Arial MT"/>
              </a:rPr>
              <a:t> </a:t>
            </a:r>
            <a:r>
              <a:rPr sz="1800" spc="-75" dirty="0">
                <a:solidFill>
                  <a:srgbClr val="0C0C0C"/>
                </a:solidFill>
                <a:latin typeface="Arial MT"/>
                <a:cs typeface="Arial MT"/>
              </a:rPr>
              <a:t>types</a:t>
            </a:r>
            <a:r>
              <a:rPr sz="1800" spc="-30" dirty="0">
                <a:solidFill>
                  <a:srgbClr val="0C0C0C"/>
                </a:solidFill>
                <a:latin typeface="Arial MT"/>
                <a:cs typeface="Arial MT"/>
              </a:rPr>
              <a:t> </a:t>
            </a:r>
            <a:r>
              <a:rPr sz="1800" dirty="0">
                <a:solidFill>
                  <a:srgbClr val="1A1A1A"/>
                </a:solidFill>
                <a:latin typeface="Arial MT"/>
                <a:cs typeface="Arial MT"/>
              </a:rPr>
              <a:t>of</a:t>
            </a:r>
            <a:r>
              <a:rPr sz="1800" spc="-15" dirty="0">
                <a:solidFill>
                  <a:srgbClr val="1A1A1A"/>
                </a:solidFill>
                <a:latin typeface="Arial MT"/>
                <a:cs typeface="Arial MT"/>
              </a:rPr>
              <a:t> </a:t>
            </a:r>
            <a:r>
              <a:rPr sz="1800" spc="-100" dirty="0">
                <a:latin typeface="Arial MT"/>
                <a:cs typeface="Arial MT"/>
              </a:rPr>
              <a:t>policies</a:t>
            </a:r>
            <a:r>
              <a:rPr sz="1800" spc="-25" dirty="0">
                <a:latin typeface="Arial MT"/>
                <a:cs typeface="Arial MT"/>
              </a:rPr>
              <a:t> </a:t>
            </a:r>
            <a:r>
              <a:rPr sz="1800" spc="-20" dirty="0">
                <a:solidFill>
                  <a:srgbClr val="0E0E0E"/>
                </a:solidFill>
                <a:latin typeface="Arial MT"/>
                <a:cs typeface="Arial MT"/>
              </a:rPr>
              <a:t>that </a:t>
            </a:r>
            <a:r>
              <a:rPr sz="1800" spc="-105" dirty="0">
                <a:latin typeface="Arial MT"/>
                <a:cs typeface="Arial MT"/>
              </a:rPr>
              <a:t>apply.</a:t>
            </a:r>
            <a:r>
              <a:rPr sz="1800" spc="-20" dirty="0">
                <a:latin typeface="Arial MT"/>
                <a:cs typeface="Arial MT"/>
              </a:rPr>
              <a:t> </a:t>
            </a:r>
            <a:r>
              <a:rPr sz="1800" spc="-165" dirty="0">
                <a:latin typeface="Arial MT"/>
                <a:cs typeface="Arial MT"/>
              </a:rPr>
              <a:t>Choose</a:t>
            </a:r>
            <a:r>
              <a:rPr sz="1800" spc="40" dirty="0">
                <a:latin typeface="Arial MT"/>
                <a:cs typeface="Arial MT"/>
              </a:rPr>
              <a:t> </a:t>
            </a:r>
            <a:r>
              <a:rPr sz="1800" spc="-150" dirty="0">
                <a:latin typeface="Arial MT"/>
                <a:cs typeface="Arial MT"/>
              </a:rPr>
              <a:t>each</a:t>
            </a:r>
            <a:r>
              <a:rPr sz="1800" spc="-45" dirty="0">
                <a:latin typeface="Arial MT"/>
                <a:cs typeface="Arial MT"/>
              </a:rPr>
              <a:t> </a:t>
            </a:r>
            <a:r>
              <a:rPr sz="1800" spc="-70" dirty="0">
                <a:solidFill>
                  <a:srgbClr val="0F0F0F"/>
                </a:solidFill>
                <a:latin typeface="Arial MT"/>
                <a:cs typeface="Arial MT"/>
              </a:rPr>
              <a:t>policy</a:t>
            </a:r>
            <a:r>
              <a:rPr sz="1800" spc="-5" dirty="0">
                <a:solidFill>
                  <a:srgbClr val="0F0F0F"/>
                </a:solidFill>
                <a:latin typeface="Arial MT"/>
                <a:cs typeface="Arial MT"/>
              </a:rPr>
              <a:t> </a:t>
            </a:r>
            <a:r>
              <a:rPr sz="1800" spc="-45" dirty="0">
                <a:solidFill>
                  <a:srgbClr val="0F0F0F"/>
                </a:solidFill>
                <a:latin typeface="Arial MT"/>
                <a:cs typeface="Arial MT"/>
              </a:rPr>
              <a:t>type</a:t>
            </a:r>
            <a:r>
              <a:rPr sz="1800" spc="-35" dirty="0">
                <a:solidFill>
                  <a:srgbClr val="0F0F0F"/>
                </a:solidFill>
                <a:latin typeface="Arial MT"/>
                <a:cs typeface="Arial MT"/>
              </a:rPr>
              <a:t> </a:t>
            </a:r>
            <a:r>
              <a:rPr sz="1800" dirty="0">
                <a:solidFill>
                  <a:srgbClr val="131313"/>
                </a:solidFill>
                <a:latin typeface="Arial MT"/>
                <a:cs typeface="Arial MT"/>
              </a:rPr>
              <a:t>to</a:t>
            </a:r>
            <a:r>
              <a:rPr sz="1800" spc="-85" dirty="0">
                <a:solidFill>
                  <a:srgbClr val="131313"/>
                </a:solidFill>
                <a:latin typeface="Arial MT"/>
                <a:cs typeface="Arial MT"/>
              </a:rPr>
              <a:t> </a:t>
            </a:r>
            <a:r>
              <a:rPr sz="1800" spc="-185" dirty="0">
                <a:latin typeface="Arial MT"/>
                <a:cs typeface="Arial MT"/>
              </a:rPr>
              <a:t>see</a:t>
            </a:r>
            <a:r>
              <a:rPr sz="1800" spc="-20" dirty="0">
                <a:latin typeface="Arial MT"/>
                <a:cs typeface="Arial MT"/>
              </a:rPr>
              <a:t> </a:t>
            </a:r>
            <a:r>
              <a:rPr sz="1800" spc="-85" dirty="0">
                <a:latin typeface="Arial MT"/>
                <a:cs typeface="Arial MT"/>
              </a:rPr>
              <a:t>how</a:t>
            </a:r>
            <a:r>
              <a:rPr sz="1800" spc="-40" dirty="0">
                <a:latin typeface="Arial MT"/>
                <a:cs typeface="Arial MT"/>
              </a:rPr>
              <a:t> </a:t>
            </a:r>
            <a:r>
              <a:rPr sz="1800" spc="-25" dirty="0">
                <a:solidFill>
                  <a:srgbClr val="111111"/>
                </a:solidFill>
                <a:latin typeface="Arial MT"/>
                <a:cs typeface="Arial MT"/>
              </a:rPr>
              <a:t>the</a:t>
            </a:r>
            <a:r>
              <a:rPr sz="1800" spc="-45" dirty="0">
                <a:solidFill>
                  <a:srgbClr val="111111"/>
                </a:solidFill>
                <a:latin typeface="Arial MT"/>
                <a:cs typeface="Arial MT"/>
              </a:rPr>
              <a:t> </a:t>
            </a:r>
            <a:r>
              <a:rPr sz="1800" spc="-70" dirty="0">
                <a:latin typeface="Arial MT"/>
                <a:cs typeface="Arial MT"/>
              </a:rPr>
              <a:t>logic</a:t>
            </a:r>
            <a:r>
              <a:rPr sz="1800" spc="-25" dirty="0">
                <a:latin typeface="Arial MT"/>
                <a:cs typeface="Arial MT"/>
              </a:rPr>
              <a:t> </a:t>
            </a:r>
            <a:r>
              <a:rPr sz="1800" spc="-105" dirty="0">
                <a:solidFill>
                  <a:srgbClr val="1A1A1A"/>
                </a:solidFill>
                <a:latin typeface="Arial MT"/>
                <a:cs typeface="Arial MT"/>
              </a:rPr>
              <a:t>is</a:t>
            </a:r>
            <a:r>
              <a:rPr sz="1800" spc="-65" dirty="0">
                <a:solidFill>
                  <a:srgbClr val="1A1A1A"/>
                </a:solidFill>
                <a:latin typeface="Arial MT"/>
                <a:cs typeface="Arial MT"/>
              </a:rPr>
              <a:t> </a:t>
            </a:r>
            <a:r>
              <a:rPr sz="1800" spc="-95" dirty="0">
                <a:latin typeface="Arial MT"/>
                <a:cs typeface="Arial MT"/>
              </a:rPr>
              <a:t>evaluated.</a:t>
            </a:r>
            <a:endParaRPr sz="1800">
              <a:latin typeface="Arial MT"/>
              <a:cs typeface="Arial MT"/>
            </a:endParaRPr>
          </a:p>
        </p:txBody>
      </p:sp>
      <p:sp>
        <p:nvSpPr>
          <p:cNvPr id="5" name="object 5"/>
          <p:cNvSpPr txBox="1">
            <a:spLocks noGrp="1"/>
          </p:cNvSpPr>
          <p:nvPr>
            <p:ph type="body" idx="1"/>
          </p:nvPr>
        </p:nvSpPr>
        <p:spPr>
          <a:prstGeom prst="rect">
            <a:avLst/>
          </a:prstGeom>
        </p:spPr>
        <p:txBody>
          <a:bodyPr vert="horz" wrap="square" lIns="0" tIns="225529" rIns="0" bIns="0" rtlCol="0">
            <a:spAutoFit/>
          </a:bodyPr>
          <a:lstStyle/>
          <a:p>
            <a:pPr marL="2540" marR="5080" indent="6985">
              <a:lnSpc>
                <a:spcPct val="100600"/>
              </a:lnSpc>
              <a:spcBef>
                <a:spcPts val="85"/>
              </a:spcBef>
            </a:pPr>
            <a:r>
              <a:rPr sz="1850" spc="-170" dirty="0">
                <a:solidFill>
                  <a:srgbClr val="131313"/>
                </a:solidFill>
              </a:rPr>
              <a:t>An</a:t>
            </a:r>
            <a:r>
              <a:rPr sz="1850" spc="-105" dirty="0">
                <a:solidFill>
                  <a:srgbClr val="131313"/>
                </a:solidFill>
              </a:rPr>
              <a:t> </a:t>
            </a:r>
            <a:r>
              <a:rPr sz="1850" spc="-55" dirty="0"/>
              <a:t>implicit</a:t>
            </a:r>
            <a:r>
              <a:rPr sz="1850" spc="-10" dirty="0"/>
              <a:t> </a:t>
            </a:r>
            <a:r>
              <a:rPr sz="1850" spc="-140" dirty="0"/>
              <a:t>deny</a:t>
            </a:r>
            <a:r>
              <a:rPr sz="1850" spc="30" dirty="0"/>
              <a:t> </a:t>
            </a:r>
            <a:r>
              <a:rPr sz="1850" spc="-150" dirty="0">
                <a:solidFill>
                  <a:srgbClr val="161616"/>
                </a:solidFill>
              </a:rPr>
              <a:t>denies</a:t>
            </a:r>
            <a:r>
              <a:rPr sz="1850" spc="15" dirty="0">
                <a:solidFill>
                  <a:srgbClr val="161616"/>
                </a:solidFill>
              </a:rPr>
              <a:t> </a:t>
            </a:r>
            <a:r>
              <a:rPr sz="1850" spc="-180" dirty="0">
                <a:solidFill>
                  <a:srgbClr val="0F0F0F"/>
                </a:solidFill>
              </a:rPr>
              <a:t>a</a:t>
            </a:r>
            <a:r>
              <a:rPr sz="1850" spc="-55" dirty="0">
                <a:solidFill>
                  <a:srgbClr val="0F0F0F"/>
                </a:solidFill>
              </a:rPr>
              <a:t> </a:t>
            </a:r>
            <a:r>
              <a:rPr sz="1850" spc="-190" dirty="0"/>
              <a:t>user,</a:t>
            </a:r>
            <a:r>
              <a:rPr sz="1850" spc="30" dirty="0"/>
              <a:t> </a:t>
            </a:r>
            <a:r>
              <a:rPr sz="1850" spc="-114" dirty="0"/>
              <a:t>group,</a:t>
            </a:r>
            <a:r>
              <a:rPr sz="1850" spc="-15" dirty="0"/>
              <a:t> </a:t>
            </a:r>
            <a:r>
              <a:rPr sz="1850" spc="-65" dirty="0"/>
              <a:t>or</a:t>
            </a:r>
            <a:r>
              <a:rPr sz="1850" spc="-30" dirty="0"/>
              <a:t> </a:t>
            </a:r>
            <a:r>
              <a:rPr sz="1850" spc="-95" dirty="0"/>
              <a:t>role</a:t>
            </a:r>
            <a:r>
              <a:rPr sz="1850" spc="-45" dirty="0"/>
              <a:t> </a:t>
            </a:r>
            <a:r>
              <a:rPr sz="1850" spc="-229" dirty="0"/>
              <a:t>access</a:t>
            </a:r>
            <a:r>
              <a:rPr sz="1850" spc="-25" dirty="0"/>
              <a:t> </a:t>
            </a:r>
            <a:r>
              <a:rPr sz="1850" dirty="0">
                <a:solidFill>
                  <a:srgbClr val="161616"/>
                </a:solidFill>
              </a:rPr>
              <a:t>to</a:t>
            </a:r>
            <a:r>
              <a:rPr sz="1850" spc="-85" dirty="0">
                <a:solidFill>
                  <a:srgbClr val="161616"/>
                </a:solidFill>
              </a:rPr>
              <a:t> </a:t>
            </a:r>
            <a:r>
              <a:rPr sz="1850" spc="-320" dirty="0"/>
              <a:t>a</a:t>
            </a:r>
            <a:r>
              <a:rPr sz="1850" spc="-135" dirty="0"/>
              <a:t> </a:t>
            </a:r>
            <a:r>
              <a:rPr sz="1800" spc="-135" dirty="0"/>
              <a:t>service.</a:t>
            </a:r>
            <a:r>
              <a:rPr sz="1800" dirty="0"/>
              <a:t> </a:t>
            </a:r>
            <a:r>
              <a:rPr sz="1800" spc="-120" dirty="0"/>
              <a:t>This</a:t>
            </a:r>
            <a:r>
              <a:rPr sz="1800" spc="-85" dirty="0"/>
              <a:t> </a:t>
            </a:r>
            <a:r>
              <a:rPr sz="1800" spc="-75" dirty="0">
                <a:solidFill>
                  <a:srgbClr val="1C1C1C"/>
                </a:solidFill>
              </a:rPr>
              <a:t>policy</a:t>
            </a:r>
            <a:r>
              <a:rPr sz="1800" spc="-50" dirty="0">
                <a:solidFill>
                  <a:srgbClr val="1C1C1C"/>
                </a:solidFill>
              </a:rPr>
              <a:t> </a:t>
            </a:r>
            <a:r>
              <a:rPr sz="1800" spc="-150" dirty="0">
                <a:solidFill>
                  <a:srgbClr val="181818"/>
                </a:solidFill>
              </a:rPr>
              <a:t>is</a:t>
            </a:r>
            <a:r>
              <a:rPr sz="1800" spc="-90" dirty="0">
                <a:solidFill>
                  <a:srgbClr val="181818"/>
                </a:solidFill>
              </a:rPr>
              <a:t> </a:t>
            </a:r>
            <a:r>
              <a:rPr sz="1800" dirty="0">
                <a:solidFill>
                  <a:srgbClr val="0C0C0C"/>
                </a:solidFill>
              </a:rPr>
              <a:t>the</a:t>
            </a:r>
            <a:r>
              <a:rPr sz="1800" spc="-75" dirty="0">
                <a:solidFill>
                  <a:srgbClr val="0C0C0C"/>
                </a:solidFill>
              </a:rPr>
              <a:t> </a:t>
            </a:r>
            <a:r>
              <a:rPr sz="1800" spc="-30" dirty="0"/>
              <a:t>default</a:t>
            </a:r>
            <a:r>
              <a:rPr sz="1800" spc="-5" dirty="0"/>
              <a:t> </a:t>
            </a:r>
            <a:r>
              <a:rPr sz="1800" spc="-55" dirty="0"/>
              <a:t>setting</a:t>
            </a:r>
            <a:r>
              <a:rPr sz="1800" spc="-10" dirty="0"/>
              <a:t> </a:t>
            </a:r>
            <a:r>
              <a:rPr sz="1800" dirty="0">
                <a:solidFill>
                  <a:srgbClr val="181818"/>
                </a:solidFill>
              </a:rPr>
              <a:t>for</a:t>
            </a:r>
            <a:r>
              <a:rPr sz="1800" spc="-65" dirty="0">
                <a:solidFill>
                  <a:srgbClr val="181818"/>
                </a:solidFill>
              </a:rPr>
              <a:t> </a:t>
            </a:r>
            <a:r>
              <a:rPr sz="1800" spc="-30" dirty="0"/>
              <a:t>all</a:t>
            </a:r>
            <a:r>
              <a:rPr sz="1800" spc="-110" dirty="0"/>
              <a:t> </a:t>
            </a:r>
            <a:r>
              <a:rPr sz="1800" spc="-114" dirty="0"/>
              <a:t>new</a:t>
            </a:r>
            <a:r>
              <a:rPr sz="1800" spc="-25" dirty="0"/>
              <a:t> </a:t>
            </a:r>
            <a:r>
              <a:rPr sz="1800" spc="-60" dirty="0"/>
              <a:t>identities </a:t>
            </a:r>
            <a:r>
              <a:rPr sz="1800" spc="-120" dirty="0"/>
              <a:t>when</a:t>
            </a:r>
            <a:r>
              <a:rPr sz="1800" spc="-60" dirty="0"/>
              <a:t> </a:t>
            </a:r>
            <a:r>
              <a:rPr sz="1800" spc="-25" dirty="0"/>
              <a:t>they</a:t>
            </a:r>
            <a:r>
              <a:rPr sz="1800" spc="-60" dirty="0"/>
              <a:t> </a:t>
            </a:r>
            <a:r>
              <a:rPr sz="1800" spc="-155" dirty="0"/>
              <a:t>are</a:t>
            </a:r>
            <a:r>
              <a:rPr sz="1800" spc="30" dirty="0"/>
              <a:t> </a:t>
            </a:r>
            <a:r>
              <a:rPr sz="1800" spc="-114" dirty="0"/>
              <a:t>created.</a:t>
            </a:r>
            <a:r>
              <a:rPr sz="1800" spc="40" dirty="0"/>
              <a:t> </a:t>
            </a:r>
            <a:r>
              <a:rPr sz="1800" spc="-180" dirty="0">
                <a:solidFill>
                  <a:srgbClr val="131313"/>
                </a:solidFill>
              </a:rPr>
              <a:t>For</a:t>
            </a:r>
            <a:r>
              <a:rPr sz="1800" spc="25" dirty="0">
                <a:solidFill>
                  <a:srgbClr val="131313"/>
                </a:solidFill>
              </a:rPr>
              <a:t> </a:t>
            </a:r>
            <a:r>
              <a:rPr sz="1800" spc="-25" dirty="0"/>
              <a:t>the</a:t>
            </a:r>
            <a:r>
              <a:rPr sz="1800" spc="-50" dirty="0"/>
              <a:t> </a:t>
            </a:r>
            <a:r>
              <a:rPr sz="1800" spc="-25" dirty="0"/>
              <a:t>identity</a:t>
            </a:r>
            <a:r>
              <a:rPr sz="1800" dirty="0"/>
              <a:t> to</a:t>
            </a:r>
            <a:r>
              <a:rPr sz="1800" spc="-20" dirty="0"/>
              <a:t> </a:t>
            </a:r>
            <a:r>
              <a:rPr sz="1800" spc="-95" dirty="0">
                <a:solidFill>
                  <a:srgbClr val="111111"/>
                </a:solidFill>
              </a:rPr>
              <a:t>gain</a:t>
            </a:r>
            <a:r>
              <a:rPr sz="1800" spc="-25" dirty="0">
                <a:solidFill>
                  <a:srgbClr val="111111"/>
                </a:solidFill>
              </a:rPr>
              <a:t> </a:t>
            </a:r>
            <a:r>
              <a:rPr sz="1800" spc="-195" dirty="0"/>
              <a:t>access</a:t>
            </a:r>
            <a:r>
              <a:rPr sz="1800" spc="-145" dirty="0"/>
              <a:t> </a:t>
            </a:r>
            <a:r>
              <a:rPr sz="1800" i="1" spc="-180" dirty="0">
                <a:solidFill>
                  <a:srgbClr val="0F0F0F"/>
                </a:solidFill>
                <a:latin typeface="Arial"/>
                <a:cs typeface="Arial"/>
              </a:rPr>
              <a:t>tO</a:t>
            </a:r>
            <a:r>
              <a:rPr sz="1800" i="1" spc="-10" dirty="0">
                <a:solidFill>
                  <a:srgbClr val="0F0F0F"/>
                </a:solidFill>
                <a:latin typeface="Arial"/>
                <a:cs typeface="Arial"/>
              </a:rPr>
              <a:t> </a:t>
            </a:r>
            <a:r>
              <a:rPr sz="1800" i="1" spc="-50" dirty="0">
                <a:latin typeface="Arial"/>
                <a:cs typeface="Arial"/>
              </a:rPr>
              <a:t>a </a:t>
            </a:r>
            <a:r>
              <a:rPr sz="1800" spc="-125" dirty="0"/>
              <a:t>service,</a:t>
            </a:r>
            <a:r>
              <a:rPr sz="1800" spc="60" dirty="0"/>
              <a:t> </a:t>
            </a:r>
            <a:r>
              <a:rPr sz="1800" spc="-160" dirty="0"/>
              <a:t>an</a:t>
            </a:r>
            <a:r>
              <a:rPr sz="1800" spc="-30" dirty="0"/>
              <a:t> </a:t>
            </a:r>
            <a:r>
              <a:rPr sz="1800" spc="-70" dirty="0"/>
              <a:t>explicit</a:t>
            </a:r>
            <a:r>
              <a:rPr sz="1800" spc="85" dirty="0"/>
              <a:t> </a:t>
            </a:r>
            <a:r>
              <a:rPr sz="1800" spc="-70" dirty="0"/>
              <a:t>allow </a:t>
            </a:r>
            <a:r>
              <a:rPr sz="1800" spc="-60" dirty="0"/>
              <a:t>IAN</a:t>
            </a:r>
            <a:r>
              <a:rPr sz="1800" spc="-20" dirty="0"/>
              <a:t> </a:t>
            </a:r>
            <a:r>
              <a:rPr sz="1800" spc="-75" dirty="0"/>
              <a:t>policy</a:t>
            </a:r>
            <a:r>
              <a:rPr sz="1800" spc="5" dirty="0"/>
              <a:t> </a:t>
            </a:r>
            <a:r>
              <a:rPr sz="1800" spc="-60" dirty="0">
                <a:solidFill>
                  <a:srgbClr val="0C0C0C"/>
                </a:solidFill>
              </a:rPr>
              <a:t>must</a:t>
            </a:r>
            <a:r>
              <a:rPr sz="1800" spc="-40" dirty="0">
                <a:solidFill>
                  <a:srgbClr val="0C0C0C"/>
                </a:solidFill>
              </a:rPr>
              <a:t> </a:t>
            </a:r>
            <a:r>
              <a:rPr sz="1800" spc="-120" dirty="0"/>
              <a:t>be</a:t>
            </a:r>
            <a:r>
              <a:rPr sz="1800" spc="-55" dirty="0"/>
              <a:t> </a:t>
            </a:r>
            <a:r>
              <a:rPr sz="1800" spc="-85" dirty="0"/>
              <a:t>attached</a:t>
            </a:r>
            <a:r>
              <a:rPr sz="1800" dirty="0"/>
              <a:t> </a:t>
            </a:r>
            <a:r>
              <a:rPr sz="1800" dirty="0">
                <a:solidFill>
                  <a:srgbClr val="212121"/>
                </a:solidFill>
              </a:rPr>
              <a:t>to</a:t>
            </a:r>
            <a:r>
              <a:rPr sz="1800" spc="-55" dirty="0">
                <a:solidFill>
                  <a:srgbClr val="212121"/>
                </a:solidFill>
              </a:rPr>
              <a:t> </a:t>
            </a:r>
            <a:r>
              <a:rPr sz="1800" spc="-25" dirty="0">
                <a:solidFill>
                  <a:srgbClr val="0F0F0F"/>
                </a:solidFill>
              </a:rPr>
              <a:t>the </a:t>
            </a:r>
            <a:r>
              <a:rPr sz="1800" spc="-60" dirty="0"/>
              <a:t>identity.</a:t>
            </a:r>
            <a:r>
              <a:rPr sz="1800" spc="-65" dirty="0"/>
              <a:t> </a:t>
            </a:r>
            <a:r>
              <a:rPr sz="1800" spc="-125" dirty="0"/>
              <a:t>The</a:t>
            </a:r>
            <a:r>
              <a:rPr sz="1800" spc="-60" dirty="0"/>
              <a:t> </a:t>
            </a:r>
            <a:r>
              <a:rPr sz="1800" spc="-70" dirty="0"/>
              <a:t>explicit</a:t>
            </a:r>
            <a:r>
              <a:rPr sz="1800" spc="-55" dirty="0"/>
              <a:t> </a:t>
            </a:r>
            <a:r>
              <a:rPr sz="1800" spc="-50" dirty="0"/>
              <a:t>allow</a:t>
            </a:r>
            <a:r>
              <a:rPr sz="1800" spc="-15" dirty="0"/>
              <a:t> </a:t>
            </a:r>
            <a:r>
              <a:rPr sz="1800" spc="-25" dirty="0"/>
              <a:t>will</a:t>
            </a:r>
            <a:r>
              <a:rPr sz="1800" spc="-155" dirty="0"/>
              <a:t> </a:t>
            </a:r>
            <a:r>
              <a:rPr sz="1800" spc="-35" dirty="0">
                <a:solidFill>
                  <a:srgbClr val="1C1C1C"/>
                </a:solidFill>
              </a:rPr>
              <a:t>then</a:t>
            </a:r>
            <a:r>
              <a:rPr sz="1800" spc="-20" dirty="0">
                <a:solidFill>
                  <a:srgbClr val="1C1C1C"/>
                </a:solidFill>
              </a:rPr>
              <a:t> </a:t>
            </a:r>
            <a:r>
              <a:rPr sz="1800" spc="-90" dirty="0"/>
              <a:t>override</a:t>
            </a:r>
            <a:r>
              <a:rPr sz="1800" spc="20" dirty="0"/>
              <a:t> </a:t>
            </a:r>
            <a:r>
              <a:rPr sz="1800" spc="-25" dirty="0">
                <a:solidFill>
                  <a:srgbClr val="161616"/>
                </a:solidFill>
              </a:rPr>
              <a:t>the</a:t>
            </a:r>
            <a:r>
              <a:rPr sz="1800" spc="-55" dirty="0">
                <a:solidFill>
                  <a:srgbClr val="161616"/>
                </a:solidFill>
              </a:rPr>
              <a:t> </a:t>
            </a:r>
            <a:r>
              <a:rPr sz="1800" spc="-10" dirty="0"/>
              <a:t>implicit</a:t>
            </a:r>
            <a:endParaRPr sz="1800">
              <a:latin typeface="Arial"/>
              <a:cs typeface="Arial"/>
            </a:endParaRPr>
          </a:p>
        </p:txBody>
      </p:sp>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390014" y="1327265"/>
            <a:ext cx="3134062" cy="3915245"/>
          </a:xfrm>
          <a:prstGeom prst="rect">
            <a:avLst/>
          </a:prstGeom>
        </p:spPr>
      </p:pic>
      <p:pic>
        <p:nvPicPr>
          <p:cNvPr id="3" name="object 3"/>
          <p:cNvPicPr/>
          <p:nvPr/>
        </p:nvPicPr>
        <p:blipFill>
          <a:blip r:embed="rId3" cstate="print"/>
          <a:stretch>
            <a:fillRect/>
          </a:stretch>
        </p:blipFill>
        <p:spPr>
          <a:xfrm>
            <a:off x="5019431" y="1936939"/>
            <a:ext cx="1686106" cy="352467"/>
          </a:xfrm>
          <a:prstGeom prst="rect">
            <a:avLst/>
          </a:prstGeom>
        </p:spPr>
      </p:pic>
      <p:pic>
        <p:nvPicPr>
          <p:cNvPr id="4" name="object 4"/>
          <p:cNvPicPr/>
          <p:nvPr/>
        </p:nvPicPr>
        <p:blipFill>
          <a:blip r:embed="rId4" cstate="print"/>
          <a:stretch>
            <a:fillRect/>
          </a:stretch>
        </p:blipFill>
        <p:spPr>
          <a:xfrm>
            <a:off x="6896059" y="1936939"/>
            <a:ext cx="1695632" cy="352467"/>
          </a:xfrm>
          <a:prstGeom prst="rect">
            <a:avLst/>
          </a:prstGeom>
        </p:spPr>
      </p:pic>
      <p:pic>
        <p:nvPicPr>
          <p:cNvPr id="5" name="object 5"/>
          <p:cNvPicPr/>
          <p:nvPr/>
        </p:nvPicPr>
        <p:blipFill>
          <a:blip r:embed="rId5" cstate="print"/>
          <a:stretch>
            <a:fillRect/>
          </a:stretch>
        </p:blipFill>
        <p:spPr>
          <a:xfrm>
            <a:off x="8782212" y="1936939"/>
            <a:ext cx="1686106" cy="352467"/>
          </a:xfrm>
          <a:prstGeom prst="rect">
            <a:avLst/>
          </a:prstGeom>
        </p:spPr>
      </p:pic>
      <p:pic>
        <p:nvPicPr>
          <p:cNvPr id="6" name="object 6"/>
          <p:cNvPicPr/>
          <p:nvPr/>
        </p:nvPicPr>
        <p:blipFill>
          <a:blip r:embed="rId6" cstate="print"/>
          <a:stretch>
            <a:fillRect/>
          </a:stretch>
        </p:blipFill>
        <p:spPr>
          <a:xfrm>
            <a:off x="1390014" y="365125"/>
            <a:ext cx="9411716" cy="838300"/>
          </a:xfrm>
          <a:prstGeom prst="rect">
            <a:avLst/>
          </a:prstGeom>
        </p:spPr>
      </p:pic>
      <p:sp>
        <p:nvSpPr>
          <p:cNvPr id="7" name="object 7"/>
          <p:cNvSpPr txBox="1"/>
          <p:nvPr/>
        </p:nvSpPr>
        <p:spPr>
          <a:xfrm>
            <a:off x="1672602" y="5339360"/>
            <a:ext cx="2660650" cy="163195"/>
          </a:xfrm>
          <a:prstGeom prst="rect">
            <a:avLst/>
          </a:prstGeom>
        </p:spPr>
        <p:txBody>
          <a:bodyPr vert="horz" wrap="square" lIns="0" tIns="12700" rIns="0" bIns="0" rtlCol="0">
            <a:spAutoFit/>
          </a:bodyPr>
          <a:lstStyle/>
          <a:p>
            <a:pPr marL="12700">
              <a:lnSpc>
                <a:spcPct val="100000"/>
              </a:lnSpc>
              <a:spcBef>
                <a:spcPts val="100"/>
              </a:spcBef>
            </a:pPr>
            <a:r>
              <a:rPr sz="900" dirty="0">
                <a:solidFill>
                  <a:srgbClr val="5B5B5B"/>
                </a:solidFill>
                <a:latin typeface="Courier New"/>
                <a:cs typeface="Courier New"/>
              </a:rPr>
              <a:t>rM2AmaonnebMr</a:t>
            </a:r>
            <a:r>
              <a:rPr sz="900" spc="245" dirty="0">
                <a:solidFill>
                  <a:srgbClr val="5B5B5B"/>
                </a:solidFill>
                <a:latin typeface="Courier New"/>
                <a:cs typeface="Courier New"/>
              </a:rPr>
              <a:t> </a:t>
            </a:r>
            <a:r>
              <a:rPr sz="900" spc="-30" dirty="0">
                <a:solidFill>
                  <a:srgbClr val="5B5B5B"/>
                </a:solidFill>
                <a:latin typeface="Courier New"/>
                <a:cs typeface="Courier New"/>
              </a:rPr>
              <a:t>r&amp;</a:t>
            </a:r>
            <a:r>
              <a:rPr sz="900" spc="-135" dirty="0">
                <a:solidFill>
                  <a:srgbClr val="5B5B5B"/>
                </a:solidFill>
                <a:latin typeface="Courier New"/>
                <a:cs typeface="Courier New"/>
              </a:rPr>
              <a:t> </a:t>
            </a:r>
            <a:r>
              <a:rPr sz="900" dirty="0">
                <a:solidFill>
                  <a:srgbClr val="5B5B5B"/>
                </a:solidFill>
                <a:latin typeface="Courier New"/>
                <a:cs typeface="Courier New"/>
              </a:rPr>
              <a:t>u.</a:t>
            </a:r>
            <a:r>
              <a:rPr sz="900" spc="25" dirty="0">
                <a:solidFill>
                  <a:srgbClr val="5B5B5B"/>
                </a:solidFill>
                <a:latin typeface="Courier New"/>
                <a:cs typeface="Courier New"/>
              </a:rPr>
              <a:t>  </a:t>
            </a:r>
            <a:r>
              <a:rPr sz="900" dirty="0">
                <a:solidFill>
                  <a:srgbClr val="5B5B5B"/>
                </a:solidFill>
                <a:latin typeface="Courier New"/>
                <a:cs typeface="Courier New"/>
              </a:rPr>
              <a:t>aa</a:t>
            </a:r>
            <a:r>
              <a:rPr sz="900" spc="20" dirty="0">
                <a:solidFill>
                  <a:srgbClr val="5B5B5B"/>
                </a:solidFill>
                <a:latin typeface="Courier New"/>
                <a:cs typeface="Courier New"/>
              </a:rPr>
              <a:t>  </a:t>
            </a:r>
            <a:r>
              <a:rPr sz="900" spc="80" dirty="0">
                <a:solidFill>
                  <a:srgbClr val="5B5B5B"/>
                </a:solidFill>
                <a:latin typeface="Courier New"/>
                <a:cs typeface="Courier New"/>
              </a:rPr>
              <a:t>atflngnaeem</a:t>
            </a:r>
            <a:endParaRPr sz="900">
              <a:latin typeface="Courier New"/>
              <a:cs typeface="Courier New"/>
            </a:endParaRPr>
          </a:p>
        </p:txBody>
      </p:sp>
      <p:sp>
        <p:nvSpPr>
          <p:cNvPr id="8" name="object 8" descr="$PPTXTitle"/>
          <p:cNvSpPr txBox="1">
            <a:spLocks noGrp="1"/>
          </p:cNvSpPr>
          <p:nvPr>
            <p:ph type="title"/>
          </p:nvPr>
        </p:nvSpPr>
        <p:spPr>
          <a:xfrm>
            <a:off x="4684110" y="1285987"/>
            <a:ext cx="5925185" cy="576580"/>
          </a:xfrm>
          <a:prstGeom prst="rect">
            <a:avLst/>
          </a:prstGeom>
        </p:spPr>
        <p:txBody>
          <a:bodyPr vert="horz" wrap="square" lIns="0" tIns="10795" rIns="0" bIns="0" rtlCol="0">
            <a:spAutoFit/>
          </a:bodyPr>
          <a:lstStyle/>
          <a:p>
            <a:pPr marL="12700" marR="5080" indent="55880">
              <a:lnSpc>
                <a:spcPct val="100699"/>
              </a:lnSpc>
              <a:spcBef>
                <a:spcPts val="85"/>
              </a:spcBef>
            </a:pPr>
            <a:r>
              <a:rPr sz="1800" spc="-280" dirty="0">
                <a:latin typeface="Arial MT"/>
                <a:cs typeface="Arial MT"/>
              </a:rPr>
              <a:t>AWS</a:t>
            </a:r>
            <a:r>
              <a:rPr sz="1800" spc="50" dirty="0">
                <a:latin typeface="Arial MT"/>
                <a:cs typeface="Arial MT"/>
              </a:rPr>
              <a:t> </a:t>
            </a:r>
            <a:r>
              <a:rPr sz="1800" spc="-114" dirty="0">
                <a:latin typeface="Arial MT"/>
                <a:cs typeface="Arial MT"/>
              </a:rPr>
              <a:t>evaluates</a:t>
            </a:r>
            <a:r>
              <a:rPr sz="1800" spc="5" dirty="0">
                <a:latin typeface="Arial MT"/>
                <a:cs typeface="Arial MT"/>
              </a:rPr>
              <a:t> </a:t>
            </a:r>
            <a:r>
              <a:rPr sz="1800" spc="-95" dirty="0">
                <a:solidFill>
                  <a:srgbClr val="0C0C0C"/>
                </a:solidFill>
                <a:latin typeface="Arial MT"/>
                <a:cs typeface="Arial MT"/>
              </a:rPr>
              <a:t>policies</a:t>
            </a:r>
            <a:r>
              <a:rPr sz="1800" spc="30" dirty="0">
                <a:solidFill>
                  <a:srgbClr val="0C0C0C"/>
                </a:solidFill>
                <a:latin typeface="Arial MT"/>
                <a:cs typeface="Arial MT"/>
              </a:rPr>
              <a:t> </a:t>
            </a:r>
            <a:r>
              <a:rPr sz="1800" spc="-105" dirty="0">
                <a:latin typeface="Arial MT"/>
                <a:cs typeface="Arial MT"/>
              </a:rPr>
              <a:t>depends</a:t>
            </a:r>
            <a:r>
              <a:rPr sz="1800" spc="30" dirty="0">
                <a:latin typeface="Arial MT"/>
                <a:cs typeface="Arial MT"/>
              </a:rPr>
              <a:t> </a:t>
            </a:r>
            <a:r>
              <a:rPr sz="1800" spc="-80" dirty="0">
                <a:solidFill>
                  <a:srgbClr val="2D2D2D"/>
                </a:solidFill>
                <a:latin typeface="Arial MT"/>
                <a:cs typeface="Arial MT"/>
              </a:rPr>
              <a:t>on</a:t>
            </a:r>
            <a:r>
              <a:rPr sz="1800" spc="-85" dirty="0">
                <a:solidFill>
                  <a:srgbClr val="2D2D2D"/>
                </a:solidFill>
                <a:latin typeface="Arial MT"/>
                <a:cs typeface="Arial MT"/>
              </a:rPr>
              <a:t> </a:t>
            </a:r>
            <a:r>
              <a:rPr sz="1800" spc="-45" dirty="0">
                <a:latin typeface="Arial MT"/>
                <a:cs typeface="Arial MT"/>
              </a:rPr>
              <a:t>the</a:t>
            </a:r>
            <a:r>
              <a:rPr sz="1800" spc="-105" dirty="0">
                <a:latin typeface="Arial MT"/>
                <a:cs typeface="Arial MT"/>
              </a:rPr>
              <a:t> </a:t>
            </a:r>
            <a:r>
              <a:rPr sz="1800" spc="-75" dirty="0">
                <a:solidFill>
                  <a:srgbClr val="181818"/>
                </a:solidFill>
                <a:latin typeface="Arial MT"/>
                <a:cs typeface="Arial MT"/>
              </a:rPr>
              <a:t>types</a:t>
            </a:r>
            <a:r>
              <a:rPr sz="1800" spc="-20" dirty="0">
                <a:solidFill>
                  <a:srgbClr val="181818"/>
                </a:solidFill>
                <a:latin typeface="Arial MT"/>
                <a:cs typeface="Arial MT"/>
              </a:rPr>
              <a:t> </a:t>
            </a:r>
            <a:r>
              <a:rPr sz="1800" dirty="0">
                <a:latin typeface="Arial MT"/>
                <a:cs typeface="Arial MT"/>
              </a:rPr>
              <a:t>of</a:t>
            </a:r>
            <a:r>
              <a:rPr sz="1800" spc="-10" dirty="0">
                <a:latin typeface="Arial MT"/>
                <a:cs typeface="Arial MT"/>
              </a:rPr>
              <a:t> </a:t>
            </a:r>
            <a:r>
              <a:rPr sz="1800" spc="-100" dirty="0">
                <a:latin typeface="Arial MT"/>
                <a:cs typeface="Arial MT"/>
              </a:rPr>
              <a:t>policies</a:t>
            </a:r>
            <a:r>
              <a:rPr sz="1800" spc="-15" dirty="0">
                <a:latin typeface="Arial MT"/>
                <a:cs typeface="Arial MT"/>
              </a:rPr>
              <a:t> </a:t>
            </a:r>
            <a:r>
              <a:rPr sz="1800" spc="-20" dirty="0">
                <a:solidFill>
                  <a:srgbClr val="161616"/>
                </a:solidFill>
                <a:latin typeface="Arial MT"/>
                <a:cs typeface="Arial MT"/>
              </a:rPr>
              <a:t>that </a:t>
            </a:r>
            <a:r>
              <a:rPr sz="1800" spc="-105" dirty="0">
                <a:latin typeface="Arial MT"/>
                <a:cs typeface="Arial MT"/>
              </a:rPr>
              <a:t>apply.</a:t>
            </a:r>
            <a:r>
              <a:rPr sz="1800" spc="-20" dirty="0">
                <a:latin typeface="Arial MT"/>
                <a:cs typeface="Arial MT"/>
              </a:rPr>
              <a:t> </a:t>
            </a:r>
            <a:r>
              <a:rPr sz="1800" spc="-245" dirty="0">
                <a:latin typeface="Arial MT"/>
                <a:cs typeface="Arial MT"/>
              </a:rPr>
              <a:t>ChoOse</a:t>
            </a:r>
            <a:r>
              <a:rPr sz="1800" spc="145" dirty="0">
                <a:latin typeface="Arial MT"/>
                <a:cs typeface="Arial MT"/>
              </a:rPr>
              <a:t> </a:t>
            </a:r>
            <a:r>
              <a:rPr sz="1800" spc="-150" dirty="0">
                <a:latin typeface="Arial MT"/>
                <a:cs typeface="Arial MT"/>
              </a:rPr>
              <a:t>each</a:t>
            </a:r>
            <a:r>
              <a:rPr sz="1800" spc="-40" dirty="0">
                <a:latin typeface="Arial MT"/>
                <a:cs typeface="Arial MT"/>
              </a:rPr>
              <a:t> </a:t>
            </a:r>
            <a:r>
              <a:rPr sz="1800" spc="-70" dirty="0">
                <a:latin typeface="Arial MT"/>
                <a:cs typeface="Arial MT"/>
              </a:rPr>
              <a:t>policy</a:t>
            </a:r>
            <a:r>
              <a:rPr sz="1800" spc="20" dirty="0">
                <a:latin typeface="Arial MT"/>
                <a:cs typeface="Arial MT"/>
              </a:rPr>
              <a:t> </a:t>
            </a:r>
            <a:r>
              <a:rPr sz="1800" spc="-45" dirty="0">
                <a:solidFill>
                  <a:srgbClr val="282828"/>
                </a:solidFill>
                <a:latin typeface="Arial MT"/>
                <a:cs typeface="Arial MT"/>
              </a:rPr>
              <a:t>type</a:t>
            </a:r>
            <a:r>
              <a:rPr sz="1800" spc="-20" dirty="0">
                <a:solidFill>
                  <a:srgbClr val="282828"/>
                </a:solidFill>
                <a:latin typeface="Arial MT"/>
                <a:cs typeface="Arial MT"/>
              </a:rPr>
              <a:t> </a:t>
            </a:r>
            <a:r>
              <a:rPr sz="1800" dirty="0">
                <a:solidFill>
                  <a:srgbClr val="131313"/>
                </a:solidFill>
                <a:latin typeface="Arial MT"/>
                <a:cs typeface="Arial MT"/>
              </a:rPr>
              <a:t>to</a:t>
            </a:r>
            <a:r>
              <a:rPr sz="1800" spc="-75" dirty="0">
                <a:solidFill>
                  <a:srgbClr val="131313"/>
                </a:solidFill>
                <a:latin typeface="Arial MT"/>
                <a:cs typeface="Arial MT"/>
              </a:rPr>
              <a:t> </a:t>
            </a:r>
            <a:r>
              <a:rPr sz="1800" spc="-185" dirty="0">
                <a:solidFill>
                  <a:srgbClr val="0F0F0F"/>
                </a:solidFill>
                <a:latin typeface="Arial MT"/>
                <a:cs typeface="Arial MT"/>
              </a:rPr>
              <a:t>see</a:t>
            </a:r>
            <a:r>
              <a:rPr sz="1800" spc="-20" dirty="0">
                <a:solidFill>
                  <a:srgbClr val="0F0F0F"/>
                </a:solidFill>
                <a:latin typeface="Arial MT"/>
                <a:cs typeface="Arial MT"/>
              </a:rPr>
              <a:t> </a:t>
            </a:r>
            <a:r>
              <a:rPr sz="1800" spc="-85" dirty="0">
                <a:latin typeface="Arial MT"/>
                <a:cs typeface="Arial MT"/>
              </a:rPr>
              <a:t>how</a:t>
            </a:r>
            <a:r>
              <a:rPr sz="1800" spc="-30" dirty="0">
                <a:latin typeface="Arial MT"/>
                <a:cs typeface="Arial MT"/>
              </a:rPr>
              <a:t> </a:t>
            </a:r>
            <a:r>
              <a:rPr sz="1800" spc="-50" dirty="0">
                <a:solidFill>
                  <a:srgbClr val="151515"/>
                </a:solidFill>
                <a:latin typeface="Arial MT"/>
                <a:cs typeface="Arial MT"/>
              </a:rPr>
              <a:t>the</a:t>
            </a:r>
            <a:r>
              <a:rPr sz="1800" spc="-114" dirty="0">
                <a:solidFill>
                  <a:srgbClr val="151515"/>
                </a:solidFill>
                <a:latin typeface="Arial MT"/>
                <a:cs typeface="Arial MT"/>
              </a:rPr>
              <a:t> </a:t>
            </a:r>
            <a:r>
              <a:rPr sz="1800" spc="-55" dirty="0">
                <a:solidFill>
                  <a:srgbClr val="161616"/>
                </a:solidFill>
                <a:latin typeface="Arial MT"/>
                <a:cs typeface="Arial MT"/>
              </a:rPr>
              <a:t>logic</a:t>
            </a:r>
            <a:r>
              <a:rPr sz="1800" spc="-50" dirty="0">
                <a:solidFill>
                  <a:srgbClr val="161616"/>
                </a:solidFill>
                <a:latin typeface="Arial MT"/>
                <a:cs typeface="Arial MT"/>
              </a:rPr>
              <a:t> </a:t>
            </a:r>
            <a:r>
              <a:rPr sz="1800" spc="-105" dirty="0">
                <a:solidFill>
                  <a:srgbClr val="282828"/>
                </a:solidFill>
                <a:latin typeface="Arial MT"/>
                <a:cs typeface="Arial MT"/>
              </a:rPr>
              <a:t>is</a:t>
            </a:r>
            <a:r>
              <a:rPr sz="1800" spc="-60" dirty="0">
                <a:solidFill>
                  <a:srgbClr val="282828"/>
                </a:solidFill>
                <a:latin typeface="Arial MT"/>
                <a:cs typeface="Arial MT"/>
              </a:rPr>
              <a:t> </a:t>
            </a:r>
            <a:r>
              <a:rPr sz="1800" spc="-95" dirty="0">
                <a:latin typeface="Arial MT"/>
                <a:cs typeface="Arial MT"/>
              </a:rPr>
              <a:t>evaluated.</a:t>
            </a:r>
            <a:endParaRPr sz="1800">
              <a:latin typeface="Arial MT"/>
              <a:cs typeface="Arial MT"/>
            </a:endParaRPr>
          </a:p>
        </p:txBody>
      </p:sp>
      <p:sp>
        <p:nvSpPr>
          <p:cNvPr id="9" name="object 9"/>
          <p:cNvSpPr txBox="1"/>
          <p:nvPr/>
        </p:nvSpPr>
        <p:spPr>
          <a:xfrm>
            <a:off x="4783837" y="2451352"/>
            <a:ext cx="5579110" cy="2629535"/>
          </a:xfrm>
          <a:prstGeom prst="rect">
            <a:avLst/>
          </a:prstGeom>
        </p:spPr>
        <p:txBody>
          <a:bodyPr vert="horz" wrap="square" lIns="0" tIns="0" rIns="0" bIns="0" rtlCol="0">
            <a:spAutoFit/>
          </a:bodyPr>
          <a:lstStyle/>
          <a:p>
            <a:pPr marL="17780" marR="246379" indent="7620">
              <a:lnSpc>
                <a:spcPct val="104800"/>
              </a:lnSpc>
            </a:pPr>
            <a:r>
              <a:rPr sz="1700" spc="-55" dirty="0">
                <a:solidFill>
                  <a:srgbClr val="0F0F0F"/>
                </a:solidFill>
                <a:latin typeface="Arial MT"/>
                <a:cs typeface="Arial MT"/>
              </a:rPr>
              <a:t>An</a:t>
            </a:r>
            <a:r>
              <a:rPr sz="1700" spc="-65" dirty="0">
                <a:solidFill>
                  <a:srgbClr val="0F0F0F"/>
                </a:solidFill>
                <a:latin typeface="Arial MT"/>
                <a:cs typeface="Arial MT"/>
              </a:rPr>
              <a:t> </a:t>
            </a:r>
            <a:r>
              <a:rPr sz="1700" spc="-25" dirty="0">
                <a:latin typeface="Arial MT"/>
                <a:cs typeface="Arial MT"/>
              </a:rPr>
              <a:t>explicit</a:t>
            </a:r>
            <a:r>
              <a:rPr sz="1700" spc="-95" dirty="0">
                <a:latin typeface="Arial MT"/>
                <a:cs typeface="Arial MT"/>
              </a:rPr>
              <a:t> </a:t>
            </a:r>
            <a:r>
              <a:rPr sz="1700" spc="-10" dirty="0">
                <a:latin typeface="Arial MT"/>
                <a:cs typeface="Arial MT"/>
              </a:rPr>
              <a:t>allow</a:t>
            </a:r>
            <a:r>
              <a:rPr sz="1700" spc="-30" dirty="0">
                <a:latin typeface="Arial MT"/>
                <a:cs typeface="Arial MT"/>
              </a:rPr>
              <a:t> </a:t>
            </a:r>
            <a:r>
              <a:rPr sz="1700" dirty="0">
                <a:latin typeface="Arial MT"/>
                <a:cs typeface="Arial MT"/>
              </a:rPr>
              <a:t>wil[</a:t>
            </a:r>
            <a:r>
              <a:rPr sz="1700" spc="-95" dirty="0">
                <a:latin typeface="Arial MT"/>
                <a:cs typeface="Arial MT"/>
              </a:rPr>
              <a:t> </a:t>
            </a:r>
            <a:r>
              <a:rPr sz="1700" spc="-35" dirty="0">
                <a:latin typeface="Arial MT"/>
                <a:cs typeface="Arial MT"/>
              </a:rPr>
              <a:t>override</a:t>
            </a:r>
            <a:r>
              <a:rPr sz="1700" spc="5" dirty="0">
                <a:latin typeface="Arial MT"/>
                <a:cs typeface="Arial MT"/>
              </a:rPr>
              <a:t> </a:t>
            </a:r>
            <a:r>
              <a:rPr sz="1700" spc="-70" dirty="0">
                <a:solidFill>
                  <a:srgbClr val="232323"/>
                </a:solidFill>
                <a:latin typeface="Arial MT"/>
                <a:cs typeface="Arial MT"/>
              </a:rPr>
              <a:t>an</a:t>
            </a:r>
            <a:r>
              <a:rPr sz="1700" spc="-55" dirty="0">
                <a:solidFill>
                  <a:srgbClr val="232323"/>
                </a:solidFill>
                <a:latin typeface="Arial MT"/>
                <a:cs typeface="Arial MT"/>
              </a:rPr>
              <a:t> </a:t>
            </a:r>
            <a:r>
              <a:rPr sz="1700" dirty="0">
                <a:latin typeface="Arial MT"/>
                <a:cs typeface="Arial MT"/>
              </a:rPr>
              <a:t>implicit</a:t>
            </a:r>
            <a:r>
              <a:rPr sz="1700" spc="35" dirty="0">
                <a:latin typeface="Arial MT"/>
                <a:cs typeface="Arial MT"/>
              </a:rPr>
              <a:t> </a:t>
            </a:r>
            <a:r>
              <a:rPr sz="1700" spc="-95" dirty="0">
                <a:latin typeface="Arial MT"/>
                <a:cs typeface="Arial MT"/>
              </a:rPr>
              <a:t>deny.</a:t>
            </a:r>
            <a:r>
              <a:rPr sz="1700" spc="-110" dirty="0">
                <a:latin typeface="Arial MT"/>
                <a:cs typeface="Arial MT"/>
              </a:rPr>
              <a:t> </a:t>
            </a:r>
            <a:r>
              <a:rPr sz="1700" spc="-70" dirty="0">
                <a:latin typeface="Arial MT"/>
                <a:cs typeface="Arial MT"/>
              </a:rPr>
              <a:t>The</a:t>
            </a:r>
            <a:r>
              <a:rPr sz="1700" spc="-50" dirty="0">
                <a:latin typeface="Arial MT"/>
                <a:cs typeface="Arial MT"/>
              </a:rPr>
              <a:t> </a:t>
            </a:r>
            <a:r>
              <a:rPr sz="1700" spc="-10" dirty="0">
                <a:latin typeface="Arial MT"/>
                <a:cs typeface="Arial MT"/>
              </a:rPr>
              <a:t>explicit </a:t>
            </a:r>
            <a:r>
              <a:rPr sz="1700" spc="-10" dirty="0">
                <a:solidFill>
                  <a:srgbClr val="0A0A0A"/>
                </a:solidFill>
                <a:latin typeface="Arial MT"/>
                <a:cs typeface="Arial MT"/>
              </a:rPr>
              <a:t>allow</a:t>
            </a:r>
            <a:r>
              <a:rPr sz="1700" spc="-110" dirty="0">
                <a:solidFill>
                  <a:srgbClr val="0A0A0A"/>
                </a:solidFill>
                <a:latin typeface="Arial MT"/>
                <a:cs typeface="Arial MT"/>
              </a:rPr>
              <a:t> </a:t>
            </a:r>
            <a:r>
              <a:rPr sz="1700" spc="-70" dirty="0">
                <a:solidFill>
                  <a:srgbClr val="0F0F0F"/>
                </a:solidFill>
                <a:latin typeface="Arial MT"/>
                <a:cs typeface="Arial MT"/>
              </a:rPr>
              <a:t>can</a:t>
            </a:r>
            <a:r>
              <a:rPr sz="1700" spc="-50" dirty="0">
                <a:solidFill>
                  <a:srgbClr val="0F0F0F"/>
                </a:solidFill>
                <a:latin typeface="Arial MT"/>
                <a:cs typeface="Arial MT"/>
              </a:rPr>
              <a:t> </a:t>
            </a:r>
            <a:r>
              <a:rPr sz="1700" dirty="0">
                <a:latin typeface="Arial MT"/>
                <a:cs typeface="Arial MT"/>
              </a:rPr>
              <a:t>grant</a:t>
            </a:r>
            <a:r>
              <a:rPr sz="1700" spc="-120" dirty="0">
                <a:latin typeface="Arial MT"/>
                <a:cs typeface="Arial MT"/>
              </a:rPr>
              <a:t> </a:t>
            </a:r>
            <a:r>
              <a:rPr sz="1700" spc="55" dirty="0">
                <a:latin typeface="Arial MT"/>
                <a:cs typeface="Arial MT"/>
              </a:rPr>
              <a:t>full</a:t>
            </a:r>
            <a:r>
              <a:rPr sz="1700" spc="-180" dirty="0">
                <a:latin typeface="Arial MT"/>
                <a:cs typeface="Arial MT"/>
              </a:rPr>
              <a:t> </a:t>
            </a:r>
            <a:r>
              <a:rPr sz="1700" spc="-135" dirty="0">
                <a:latin typeface="Arial MT"/>
                <a:cs typeface="Arial MT"/>
              </a:rPr>
              <a:t>access</a:t>
            </a:r>
            <a:r>
              <a:rPr sz="1700" spc="20" dirty="0">
                <a:latin typeface="Arial MT"/>
                <a:cs typeface="Arial MT"/>
              </a:rPr>
              <a:t> </a:t>
            </a:r>
            <a:r>
              <a:rPr sz="1700" dirty="0">
                <a:latin typeface="Arial MT"/>
                <a:cs typeface="Arial MT"/>
              </a:rPr>
              <a:t>or</a:t>
            </a:r>
            <a:r>
              <a:rPr sz="1700" spc="-65" dirty="0">
                <a:latin typeface="Arial MT"/>
                <a:cs typeface="Arial MT"/>
              </a:rPr>
              <a:t> </a:t>
            </a:r>
            <a:r>
              <a:rPr sz="1700" dirty="0">
                <a:latin typeface="Arial MT"/>
                <a:cs typeface="Arial MT"/>
              </a:rPr>
              <a:t>partial</a:t>
            </a:r>
            <a:r>
              <a:rPr sz="1700" spc="-95" dirty="0">
                <a:latin typeface="Arial MT"/>
                <a:cs typeface="Arial MT"/>
              </a:rPr>
              <a:t> </a:t>
            </a:r>
            <a:r>
              <a:rPr sz="1700" spc="-150" dirty="0">
                <a:latin typeface="Arial MT"/>
                <a:cs typeface="Arial MT"/>
              </a:rPr>
              <a:t>access,</a:t>
            </a:r>
            <a:r>
              <a:rPr sz="1700" spc="35" dirty="0">
                <a:latin typeface="Arial MT"/>
                <a:cs typeface="Arial MT"/>
              </a:rPr>
              <a:t> </a:t>
            </a:r>
            <a:r>
              <a:rPr sz="1700" spc="-35" dirty="0">
                <a:latin typeface="Arial MT"/>
                <a:cs typeface="Arial MT"/>
              </a:rPr>
              <a:t>depending</a:t>
            </a:r>
            <a:r>
              <a:rPr sz="1700" dirty="0">
                <a:latin typeface="Arial MT"/>
                <a:cs typeface="Arial MT"/>
              </a:rPr>
              <a:t> </a:t>
            </a:r>
            <a:r>
              <a:rPr sz="1700" spc="-25" dirty="0">
                <a:solidFill>
                  <a:srgbClr val="1C1C1C"/>
                </a:solidFill>
                <a:latin typeface="Arial MT"/>
                <a:cs typeface="Arial MT"/>
              </a:rPr>
              <a:t>on</a:t>
            </a:r>
            <a:endParaRPr sz="1700">
              <a:latin typeface="Arial MT"/>
              <a:cs typeface="Arial MT"/>
            </a:endParaRPr>
          </a:p>
          <a:p>
            <a:pPr marL="12700">
              <a:lnSpc>
                <a:spcPct val="100000"/>
              </a:lnSpc>
              <a:spcBef>
                <a:spcPts val="175"/>
              </a:spcBef>
            </a:pPr>
            <a:r>
              <a:rPr sz="1700" dirty="0">
                <a:solidFill>
                  <a:srgbClr val="232323"/>
                </a:solidFill>
                <a:latin typeface="Arial MT"/>
                <a:cs typeface="Arial MT"/>
              </a:rPr>
              <a:t>the</a:t>
            </a:r>
            <a:r>
              <a:rPr sz="1700" spc="-65" dirty="0">
                <a:solidFill>
                  <a:srgbClr val="232323"/>
                </a:solidFill>
                <a:latin typeface="Arial MT"/>
                <a:cs typeface="Arial MT"/>
              </a:rPr>
              <a:t> </a:t>
            </a:r>
            <a:r>
              <a:rPr sz="1700" spc="-70" dirty="0">
                <a:latin typeface="Arial MT"/>
                <a:cs typeface="Arial MT"/>
              </a:rPr>
              <a:t>IAM</a:t>
            </a:r>
            <a:r>
              <a:rPr sz="1700" spc="45" dirty="0">
                <a:latin typeface="Arial MT"/>
                <a:cs typeface="Arial MT"/>
              </a:rPr>
              <a:t> </a:t>
            </a:r>
            <a:r>
              <a:rPr sz="1700" spc="-35" dirty="0">
                <a:latin typeface="Arial MT"/>
                <a:cs typeface="Arial MT"/>
              </a:rPr>
              <a:t>policy</a:t>
            </a:r>
            <a:r>
              <a:rPr sz="1700" spc="-65" dirty="0">
                <a:latin typeface="Arial MT"/>
                <a:cs typeface="Arial MT"/>
              </a:rPr>
              <a:t> </a:t>
            </a:r>
            <a:r>
              <a:rPr sz="1700" dirty="0">
                <a:solidFill>
                  <a:srgbClr val="0C0C0C"/>
                </a:solidFill>
                <a:latin typeface="Arial MT"/>
                <a:cs typeface="Arial MT"/>
              </a:rPr>
              <a:t>that</a:t>
            </a:r>
            <a:r>
              <a:rPr sz="1700" spc="5" dirty="0">
                <a:solidFill>
                  <a:srgbClr val="0C0C0C"/>
                </a:solidFill>
                <a:latin typeface="Arial MT"/>
                <a:cs typeface="Arial MT"/>
              </a:rPr>
              <a:t> </a:t>
            </a:r>
            <a:r>
              <a:rPr sz="1700" dirty="0">
                <a:latin typeface="Arial MT"/>
                <a:cs typeface="Arial MT"/>
              </a:rPr>
              <a:t>you</a:t>
            </a:r>
            <a:r>
              <a:rPr sz="1700" spc="5" dirty="0">
                <a:latin typeface="Arial MT"/>
                <a:cs typeface="Arial MT"/>
              </a:rPr>
              <a:t> </a:t>
            </a:r>
            <a:r>
              <a:rPr sz="1700" spc="-10" dirty="0">
                <a:solidFill>
                  <a:srgbClr val="080808"/>
                </a:solidFill>
                <a:latin typeface="Arial MT"/>
                <a:cs typeface="Arial MT"/>
              </a:rPr>
              <a:t>attach.</a:t>
            </a:r>
            <a:endParaRPr sz="1700">
              <a:latin typeface="Arial MT"/>
              <a:cs typeface="Arial MT"/>
            </a:endParaRPr>
          </a:p>
          <a:p>
            <a:pPr marL="13970" marR="5080" indent="2540">
              <a:lnSpc>
                <a:spcPct val="102600"/>
              </a:lnSpc>
              <a:spcBef>
                <a:spcPts val="1005"/>
              </a:spcBef>
            </a:pPr>
            <a:r>
              <a:rPr sz="1750" spc="-114" dirty="0">
                <a:latin typeface="Arial MT"/>
                <a:cs typeface="Arial MT"/>
              </a:rPr>
              <a:t>For</a:t>
            </a:r>
            <a:r>
              <a:rPr sz="1750" spc="-20" dirty="0">
                <a:latin typeface="Arial MT"/>
                <a:cs typeface="Arial MT"/>
              </a:rPr>
              <a:t> </a:t>
            </a:r>
            <a:r>
              <a:rPr sz="1750" spc="-90" dirty="0">
                <a:latin typeface="Arial MT"/>
                <a:cs typeface="Arial MT"/>
              </a:rPr>
              <a:t>example,</a:t>
            </a:r>
            <a:r>
              <a:rPr sz="1750" spc="35" dirty="0">
                <a:latin typeface="Arial MT"/>
                <a:cs typeface="Arial MT"/>
              </a:rPr>
              <a:t> </a:t>
            </a:r>
            <a:r>
              <a:rPr sz="1750" spc="-120" dirty="0">
                <a:latin typeface="Arial MT"/>
                <a:cs typeface="Arial MT"/>
              </a:rPr>
              <a:t>suppose</a:t>
            </a:r>
            <a:r>
              <a:rPr sz="1750" spc="90" dirty="0">
                <a:latin typeface="Arial MT"/>
                <a:cs typeface="Arial MT"/>
              </a:rPr>
              <a:t> </a:t>
            </a:r>
            <a:r>
              <a:rPr sz="1750" dirty="0">
                <a:latin typeface="Arial MT"/>
                <a:cs typeface="Arial MT"/>
              </a:rPr>
              <a:t>that</a:t>
            </a:r>
            <a:r>
              <a:rPr sz="1750" spc="-15" dirty="0">
                <a:latin typeface="Arial MT"/>
                <a:cs typeface="Arial MT"/>
              </a:rPr>
              <a:t> </a:t>
            </a:r>
            <a:r>
              <a:rPr sz="1750" spc="-65" dirty="0">
                <a:latin typeface="Arial MT"/>
                <a:cs typeface="Arial MT"/>
              </a:rPr>
              <a:t>you</a:t>
            </a:r>
            <a:r>
              <a:rPr sz="1750" spc="-25" dirty="0">
                <a:latin typeface="Arial MT"/>
                <a:cs typeface="Arial MT"/>
              </a:rPr>
              <a:t> </a:t>
            </a:r>
            <a:r>
              <a:rPr sz="1750" spc="-45" dirty="0">
                <a:solidFill>
                  <a:srgbClr val="1A1A1A"/>
                </a:solidFill>
                <a:latin typeface="Arial MT"/>
                <a:cs typeface="Arial MT"/>
              </a:rPr>
              <a:t>attach</a:t>
            </a:r>
            <a:r>
              <a:rPr sz="1750" spc="10" dirty="0">
                <a:solidFill>
                  <a:srgbClr val="1A1A1A"/>
                </a:solidFill>
                <a:latin typeface="Arial MT"/>
                <a:cs typeface="Arial MT"/>
              </a:rPr>
              <a:t> </a:t>
            </a:r>
            <a:r>
              <a:rPr sz="1750" spc="-145" dirty="0">
                <a:latin typeface="Arial MT"/>
                <a:cs typeface="Arial MT"/>
              </a:rPr>
              <a:t>an</a:t>
            </a:r>
            <a:r>
              <a:rPr sz="1750" spc="-30" dirty="0">
                <a:latin typeface="Arial MT"/>
                <a:cs typeface="Arial MT"/>
              </a:rPr>
              <a:t> </a:t>
            </a:r>
            <a:r>
              <a:rPr sz="1750" spc="-120" dirty="0">
                <a:latin typeface="Arial MT"/>
                <a:cs typeface="Arial MT"/>
              </a:rPr>
              <a:t>IAM</a:t>
            </a:r>
            <a:r>
              <a:rPr sz="1750" spc="10" dirty="0">
                <a:latin typeface="Arial MT"/>
                <a:cs typeface="Arial MT"/>
              </a:rPr>
              <a:t> </a:t>
            </a:r>
            <a:r>
              <a:rPr sz="1750" spc="-60" dirty="0">
                <a:latin typeface="Arial MT"/>
                <a:cs typeface="Arial MT"/>
              </a:rPr>
              <a:t>policy</a:t>
            </a:r>
            <a:r>
              <a:rPr sz="1750" spc="-65" dirty="0">
                <a:latin typeface="Arial MT"/>
                <a:cs typeface="Arial MT"/>
              </a:rPr>
              <a:t> </a:t>
            </a:r>
            <a:r>
              <a:rPr sz="1750" dirty="0">
                <a:latin typeface="Arial MT"/>
                <a:cs typeface="Arial MT"/>
              </a:rPr>
              <a:t>to</a:t>
            </a:r>
            <a:r>
              <a:rPr sz="1750" spc="5" dirty="0">
                <a:latin typeface="Arial MT"/>
                <a:cs typeface="Arial MT"/>
              </a:rPr>
              <a:t> </a:t>
            </a:r>
            <a:r>
              <a:rPr sz="1750" spc="-50" dirty="0">
                <a:latin typeface="Arial MT"/>
                <a:cs typeface="Arial MT"/>
              </a:rPr>
              <a:t>a</a:t>
            </a:r>
            <a:r>
              <a:rPr sz="1750" spc="500" dirty="0">
                <a:latin typeface="Arial MT"/>
                <a:cs typeface="Arial MT"/>
              </a:rPr>
              <a:t> </a:t>
            </a:r>
            <a:r>
              <a:rPr sz="1750" spc="-105" dirty="0">
                <a:latin typeface="Arial MT"/>
                <a:cs typeface="Arial MT"/>
              </a:rPr>
              <a:t>user</a:t>
            </a:r>
            <a:r>
              <a:rPr sz="1750" spc="-20" dirty="0">
                <a:latin typeface="Arial MT"/>
                <a:cs typeface="Arial MT"/>
              </a:rPr>
              <a:t> </a:t>
            </a:r>
            <a:r>
              <a:rPr sz="1750" spc="-35" dirty="0">
                <a:latin typeface="Arial MT"/>
                <a:cs typeface="Arial MT"/>
              </a:rPr>
              <a:t>explicitly</a:t>
            </a:r>
            <a:r>
              <a:rPr sz="1750" spc="25" dirty="0">
                <a:latin typeface="Arial MT"/>
                <a:cs typeface="Arial MT"/>
              </a:rPr>
              <a:t> </a:t>
            </a:r>
            <a:r>
              <a:rPr sz="1750" spc="-45" dirty="0">
                <a:latin typeface="Arial MT"/>
                <a:cs typeface="Arial MT"/>
              </a:rPr>
              <a:t>granting</a:t>
            </a:r>
            <a:r>
              <a:rPr sz="1750" spc="-30" dirty="0">
                <a:latin typeface="Arial MT"/>
                <a:cs typeface="Arial MT"/>
              </a:rPr>
              <a:t> </a:t>
            </a:r>
            <a:r>
              <a:rPr sz="1750" dirty="0">
                <a:solidFill>
                  <a:srgbClr val="0F0F0F"/>
                </a:solidFill>
                <a:latin typeface="Arial MT"/>
                <a:cs typeface="Arial MT"/>
              </a:rPr>
              <a:t>them</a:t>
            </a:r>
            <a:r>
              <a:rPr sz="1750" spc="-55" dirty="0">
                <a:solidFill>
                  <a:srgbClr val="0F0F0F"/>
                </a:solidFill>
                <a:latin typeface="Arial MT"/>
                <a:cs typeface="Arial MT"/>
              </a:rPr>
              <a:t> </a:t>
            </a:r>
            <a:r>
              <a:rPr sz="1750" spc="-180" dirty="0">
                <a:solidFill>
                  <a:srgbClr val="0E0E0E"/>
                </a:solidFill>
                <a:latin typeface="Arial MT"/>
                <a:cs typeface="Arial MT"/>
              </a:rPr>
              <a:t>access</a:t>
            </a:r>
            <a:r>
              <a:rPr sz="1750" spc="55" dirty="0">
                <a:solidFill>
                  <a:srgbClr val="0E0E0E"/>
                </a:solidFill>
                <a:latin typeface="Arial MT"/>
                <a:cs typeface="Arial MT"/>
              </a:rPr>
              <a:t> </a:t>
            </a:r>
            <a:r>
              <a:rPr sz="1750" dirty="0">
                <a:solidFill>
                  <a:srgbClr val="181818"/>
                </a:solidFill>
                <a:latin typeface="Arial MT"/>
                <a:cs typeface="Arial MT"/>
              </a:rPr>
              <a:t>to</a:t>
            </a:r>
            <a:r>
              <a:rPr sz="1750" spc="-110" dirty="0">
                <a:solidFill>
                  <a:srgbClr val="181818"/>
                </a:solidFill>
                <a:latin typeface="Arial MT"/>
                <a:cs typeface="Arial MT"/>
              </a:rPr>
              <a:t> </a:t>
            </a:r>
            <a:r>
              <a:rPr sz="1750" spc="-90" dirty="0">
                <a:solidFill>
                  <a:srgbClr val="131313"/>
                </a:solidFill>
                <a:latin typeface="Arial MT"/>
                <a:cs typeface="Arial MT"/>
              </a:rPr>
              <a:t>read</a:t>
            </a:r>
            <a:r>
              <a:rPr sz="1750" spc="-30" dirty="0">
                <a:solidFill>
                  <a:srgbClr val="131313"/>
                </a:solidFill>
                <a:latin typeface="Arial MT"/>
                <a:cs typeface="Arial MT"/>
              </a:rPr>
              <a:t> </a:t>
            </a:r>
            <a:r>
              <a:rPr sz="1750" spc="-60" dirty="0">
                <a:latin typeface="Arial MT"/>
                <a:cs typeface="Arial MT"/>
              </a:rPr>
              <a:t>objects</a:t>
            </a:r>
            <a:r>
              <a:rPr sz="1750" spc="-5" dirty="0">
                <a:latin typeface="Arial MT"/>
                <a:cs typeface="Arial MT"/>
              </a:rPr>
              <a:t> </a:t>
            </a:r>
            <a:r>
              <a:rPr sz="1750" spc="-25" dirty="0">
                <a:latin typeface="Arial MT"/>
                <a:cs typeface="Arial MT"/>
              </a:rPr>
              <a:t>fn </a:t>
            </a:r>
            <a:r>
              <a:rPr sz="1800" spc="-130" dirty="0">
                <a:latin typeface="Arial MT"/>
                <a:cs typeface="Arial MT"/>
              </a:rPr>
              <a:t>Amazon</a:t>
            </a:r>
            <a:r>
              <a:rPr sz="1800" spc="5" dirty="0">
                <a:latin typeface="Arial MT"/>
                <a:cs typeface="Arial MT"/>
              </a:rPr>
              <a:t> </a:t>
            </a:r>
            <a:r>
              <a:rPr sz="1800" spc="-235" dirty="0">
                <a:latin typeface="Arial MT"/>
                <a:cs typeface="Arial MT"/>
              </a:rPr>
              <a:t>SP.</a:t>
            </a:r>
            <a:r>
              <a:rPr sz="1800" spc="-70" dirty="0">
                <a:latin typeface="Arial MT"/>
                <a:cs typeface="Arial MT"/>
              </a:rPr>
              <a:t> </a:t>
            </a:r>
            <a:r>
              <a:rPr sz="1800" spc="-130" dirty="0">
                <a:latin typeface="Arial MT"/>
                <a:cs typeface="Arial MT"/>
              </a:rPr>
              <a:t>Then,</a:t>
            </a:r>
            <a:r>
              <a:rPr sz="1800" spc="-65" dirty="0">
                <a:latin typeface="Arial MT"/>
                <a:cs typeface="Arial MT"/>
              </a:rPr>
              <a:t> </a:t>
            </a:r>
            <a:r>
              <a:rPr sz="1800" spc="-25" dirty="0">
                <a:latin typeface="Arial MT"/>
                <a:cs typeface="Arial MT"/>
              </a:rPr>
              <a:t>the</a:t>
            </a:r>
            <a:r>
              <a:rPr sz="1800" spc="-100" dirty="0">
                <a:latin typeface="Arial MT"/>
                <a:cs typeface="Arial MT"/>
              </a:rPr>
              <a:t> </a:t>
            </a:r>
            <a:r>
              <a:rPr sz="1800" spc="-25" dirty="0">
                <a:latin typeface="Arial MT"/>
                <a:cs typeface="Arial MT"/>
              </a:rPr>
              <a:t>implicit</a:t>
            </a:r>
            <a:r>
              <a:rPr sz="1800" spc="-20" dirty="0">
                <a:latin typeface="Arial MT"/>
                <a:cs typeface="Arial MT"/>
              </a:rPr>
              <a:t> </a:t>
            </a:r>
            <a:r>
              <a:rPr sz="1800" spc="-110" dirty="0">
                <a:latin typeface="Arial MT"/>
                <a:cs typeface="Arial MT"/>
              </a:rPr>
              <a:t>deny</a:t>
            </a:r>
            <a:r>
              <a:rPr sz="1800" spc="-15" dirty="0">
                <a:latin typeface="Arial MT"/>
                <a:cs typeface="Arial MT"/>
              </a:rPr>
              <a:t> </a:t>
            </a:r>
            <a:r>
              <a:rPr sz="1800" spc="-20" dirty="0">
                <a:latin typeface="Arial MT"/>
                <a:cs typeface="Arial MT"/>
              </a:rPr>
              <a:t>will</a:t>
            </a:r>
            <a:r>
              <a:rPr sz="1800" spc="-105" dirty="0">
                <a:latin typeface="Arial MT"/>
                <a:cs typeface="Arial MT"/>
              </a:rPr>
              <a:t> </a:t>
            </a:r>
            <a:r>
              <a:rPr sz="1800" spc="-30" dirty="0">
                <a:latin typeface="Arial MT"/>
                <a:cs typeface="Arial MT"/>
              </a:rPr>
              <a:t>still</a:t>
            </a:r>
            <a:r>
              <a:rPr sz="1800" spc="-160" dirty="0">
                <a:latin typeface="Arial MT"/>
                <a:cs typeface="Arial MT"/>
              </a:rPr>
              <a:t> </a:t>
            </a:r>
            <a:r>
              <a:rPr sz="1800" spc="-55" dirty="0">
                <a:latin typeface="Arial MT"/>
                <a:cs typeface="Arial MT"/>
              </a:rPr>
              <a:t>restrict</a:t>
            </a:r>
            <a:r>
              <a:rPr sz="1800" spc="-10" dirty="0">
                <a:latin typeface="Arial MT"/>
                <a:cs typeface="Arial MT"/>
              </a:rPr>
              <a:t> </a:t>
            </a:r>
            <a:r>
              <a:rPr sz="1800" spc="-25" dirty="0">
                <a:latin typeface="Arial MT"/>
                <a:cs typeface="Arial MT"/>
              </a:rPr>
              <a:t>the</a:t>
            </a:r>
            <a:r>
              <a:rPr sz="1800" spc="-70" dirty="0">
                <a:latin typeface="Arial MT"/>
                <a:cs typeface="Arial MT"/>
              </a:rPr>
              <a:t> </a:t>
            </a:r>
            <a:r>
              <a:rPr sz="1800" spc="-20" dirty="0">
                <a:solidFill>
                  <a:srgbClr val="111111"/>
                </a:solidFill>
                <a:latin typeface="Arial MT"/>
                <a:cs typeface="Arial MT"/>
              </a:rPr>
              <a:t>user </a:t>
            </a:r>
            <a:r>
              <a:rPr sz="1800" spc="-145" dirty="0">
                <a:latin typeface="Arial MT"/>
                <a:cs typeface="Arial MT"/>
              </a:rPr>
              <a:t>frOm</a:t>
            </a:r>
            <a:r>
              <a:rPr sz="1800" spc="20" dirty="0">
                <a:latin typeface="Arial MT"/>
                <a:cs typeface="Arial MT"/>
              </a:rPr>
              <a:t> </a:t>
            </a:r>
            <a:r>
              <a:rPr sz="1800" spc="-40" dirty="0">
                <a:solidFill>
                  <a:srgbClr val="0F0F0F"/>
                </a:solidFill>
                <a:latin typeface="Arial MT"/>
                <a:cs typeface="Arial MT"/>
              </a:rPr>
              <a:t>editing</a:t>
            </a:r>
            <a:r>
              <a:rPr sz="1800" spc="-85" dirty="0">
                <a:solidFill>
                  <a:srgbClr val="0F0F0F"/>
                </a:solidFill>
                <a:latin typeface="Arial MT"/>
                <a:cs typeface="Arial MT"/>
              </a:rPr>
              <a:t> </a:t>
            </a:r>
            <a:r>
              <a:rPr sz="1800" spc="-35" dirty="0">
                <a:latin typeface="Arial MT"/>
                <a:cs typeface="Arial MT"/>
              </a:rPr>
              <a:t>or</a:t>
            </a:r>
            <a:r>
              <a:rPr sz="1800" spc="-90" dirty="0">
                <a:latin typeface="Arial MT"/>
                <a:cs typeface="Arial MT"/>
              </a:rPr>
              <a:t> </a:t>
            </a:r>
            <a:r>
              <a:rPr sz="1800" spc="-120" dirty="0">
                <a:latin typeface="Arial MT"/>
                <a:cs typeface="Arial MT"/>
              </a:rPr>
              <a:t>deIetin.g</a:t>
            </a:r>
            <a:r>
              <a:rPr sz="1800" spc="-40" dirty="0">
                <a:latin typeface="Arial MT"/>
                <a:cs typeface="Arial MT"/>
              </a:rPr>
              <a:t> </a:t>
            </a:r>
            <a:r>
              <a:rPr sz="1800" spc="-20" dirty="0">
                <a:latin typeface="Arial MT"/>
                <a:cs typeface="Arial MT"/>
              </a:rPr>
              <a:t>the</a:t>
            </a:r>
            <a:r>
              <a:rPr sz="1800" spc="-100" dirty="0">
                <a:latin typeface="Arial MT"/>
                <a:cs typeface="Arial MT"/>
              </a:rPr>
              <a:t> </a:t>
            </a:r>
            <a:r>
              <a:rPr sz="1800" spc="-40" dirty="0">
                <a:latin typeface="Arial MT"/>
                <a:cs typeface="Arial MT"/>
              </a:rPr>
              <a:t>file.</a:t>
            </a:r>
            <a:r>
              <a:rPr sz="1800" spc="-185" dirty="0">
                <a:latin typeface="Arial MT"/>
                <a:cs typeface="Arial MT"/>
              </a:rPr>
              <a:t> </a:t>
            </a:r>
            <a:r>
              <a:rPr sz="1800" spc="-110" dirty="0">
                <a:latin typeface="Arial MT"/>
                <a:cs typeface="Arial MT"/>
              </a:rPr>
              <a:t>This</a:t>
            </a:r>
            <a:r>
              <a:rPr sz="1800" spc="-15" dirty="0">
                <a:latin typeface="Arial MT"/>
                <a:cs typeface="Arial MT"/>
              </a:rPr>
              <a:t> </a:t>
            </a:r>
            <a:r>
              <a:rPr sz="1800" spc="-55" dirty="0">
                <a:latin typeface="Arial MT"/>
                <a:cs typeface="Arial MT"/>
              </a:rPr>
              <a:t>restriction</a:t>
            </a:r>
            <a:r>
              <a:rPr sz="1800" spc="45" dirty="0">
                <a:latin typeface="Arial MT"/>
                <a:cs typeface="Arial MT"/>
              </a:rPr>
              <a:t> </a:t>
            </a:r>
            <a:r>
              <a:rPr sz="1800" spc="-10" dirty="0">
                <a:latin typeface="Arial MT"/>
                <a:cs typeface="Arial MT"/>
              </a:rPr>
              <a:t>occurs </a:t>
            </a:r>
            <a:r>
              <a:rPr sz="1800" spc="-155" dirty="0">
                <a:latin typeface="Arial MT"/>
                <a:cs typeface="Arial MT"/>
              </a:rPr>
              <a:t>because,</a:t>
            </a:r>
            <a:r>
              <a:rPr sz="1800" spc="55" dirty="0">
                <a:latin typeface="Arial MT"/>
                <a:cs typeface="Arial MT"/>
              </a:rPr>
              <a:t> </a:t>
            </a:r>
            <a:r>
              <a:rPr sz="1800" spc="-45" dirty="0">
                <a:latin typeface="Arial MT"/>
                <a:cs typeface="Arial MT"/>
              </a:rPr>
              <a:t>in</a:t>
            </a:r>
            <a:r>
              <a:rPr sz="1800" spc="-170" dirty="0">
                <a:latin typeface="Arial MT"/>
                <a:cs typeface="Arial MT"/>
              </a:rPr>
              <a:t> </a:t>
            </a:r>
            <a:r>
              <a:rPr sz="1800" spc="-25" dirty="0">
                <a:solidFill>
                  <a:srgbClr val="0F0F0F"/>
                </a:solidFill>
                <a:latin typeface="Arial MT"/>
                <a:cs typeface="Arial MT"/>
              </a:rPr>
              <a:t>this</a:t>
            </a:r>
            <a:r>
              <a:rPr sz="1800" spc="-60" dirty="0">
                <a:solidFill>
                  <a:srgbClr val="0F0F0F"/>
                </a:solidFill>
                <a:latin typeface="Arial MT"/>
                <a:cs typeface="Arial MT"/>
              </a:rPr>
              <a:t> </a:t>
            </a:r>
            <a:r>
              <a:rPr sz="1800" spc="-114" dirty="0">
                <a:latin typeface="Arial MT"/>
                <a:cs typeface="Arial MT"/>
              </a:rPr>
              <a:t>example,</a:t>
            </a:r>
            <a:r>
              <a:rPr sz="1800" spc="70" dirty="0">
                <a:latin typeface="Arial MT"/>
                <a:cs typeface="Arial MT"/>
              </a:rPr>
              <a:t> </a:t>
            </a:r>
            <a:r>
              <a:rPr sz="1800" spc="-25" dirty="0">
                <a:solidFill>
                  <a:srgbClr val="0F0F0F"/>
                </a:solidFill>
                <a:latin typeface="Arial MT"/>
                <a:cs typeface="Arial MT"/>
              </a:rPr>
              <a:t>the</a:t>
            </a:r>
            <a:r>
              <a:rPr sz="1800" spc="-50" dirty="0">
                <a:solidFill>
                  <a:srgbClr val="0F0F0F"/>
                </a:solidFill>
                <a:latin typeface="Arial MT"/>
                <a:cs typeface="Arial MT"/>
              </a:rPr>
              <a:t> </a:t>
            </a:r>
            <a:r>
              <a:rPr sz="1800" spc="-130" dirty="0">
                <a:latin typeface="Arial MT"/>
                <a:cs typeface="Arial MT"/>
              </a:rPr>
              <a:t>user</a:t>
            </a:r>
            <a:r>
              <a:rPr sz="1800" spc="-65" dirty="0">
                <a:latin typeface="Arial MT"/>
                <a:cs typeface="Arial MT"/>
              </a:rPr>
              <a:t> </a:t>
            </a:r>
            <a:r>
              <a:rPr sz="1800" spc="-140" dirty="0">
                <a:latin typeface="Arial MT"/>
                <a:cs typeface="Arial MT"/>
              </a:rPr>
              <a:t>has</a:t>
            </a:r>
            <a:r>
              <a:rPr sz="1800" spc="-20" dirty="0">
                <a:latin typeface="Arial MT"/>
                <a:cs typeface="Arial MT"/>
              </a:rPr>
              <a:t> </a:t>
            </a:r>
            <a:r>
              <a:rPr sz="1800" spc="-70" dirty="0">
                <a:latin typeface="Arial MT"/>
                <a:cs typeface="Arial MT"/>
              </a:rPr>
              <a:t>explicit</a:t>
            </a:r>
            <a:r>
              <a:rPr sz="1800" spc="-75" dirty="0">
                <a:latin typeface="Arial MT"/>
                <a:cs typeface="Arial MT"/>
              </a:rPr>
              <a:t> </a:t>
            </a:r>
            <a:r>
              <a:rPr sz="1800" spc="-105" dirty="0">
                <a:latin typeface="Arial MT"/>
                <a:cs typeface="Arial MT"/>
              </a:rPr>
              <a:t>permissions</a:t>
            </a:r>
            <a:r>
              <a:rPr sz="1800" spc="45" dirty="0">
                <a:latin typeface="Arial MT"/>
                <a:cs typeface="Arial MT"/>
              </a:rPr>
              <a:t> </a:t>
            </a:r>
            <a:r>
              <a:rPr sz="1800" spc="-25" dirty="0">
                <a:solidFill>
                  <a:srgbClr val="0C0C0C"/>
                </a:solidFill>
                <a:latin typeface="Arial MT"/>
                <a:cs typeface="Arial MT"/>
              </a:rPr>
              <a:t>to </a:t>
            </a:r>
            <a:r>
              <a:rPr sz="1750" spc="-25" dirty="0">
                <a:latin typeface="Arial MT"/>
                <a:cs typeface="Arial MT"/>
              </a:rPr>
              <a:t>only</a:t>
            </a:r>
            <a:r>
              <a:rPr sz="1750" spc="-65" dirty="0">
                <a:latin typeface="Arial MT"/>
                <a:cs typeface="Arial MT"/>
              </a:rPr>
              <a:t> </a:t>
            </a:r>
            <a:r>
              <a:rPr sz="1750" spc="-105" dirty="0">
                <a:solidFill>
                  <a:srgbClr val="0C0C0C"/>
                </a:solidFill>
                <a:latin typeface="Arial MT"/>
                <a:cs typeface="Arial MT"/>
              </a:rPr>
              <a:t>read</a:t>
            </a:r>
            <a:r>
              <a:rPr sz="1750" spc="-30" dirty="0">
                <a:solidFill>
                  <a:srgbClr val="0C0C0C"/>
                </a:solidFill>
                <a:latin typeface="Arial MT"/>
                <a:cs typeface="Arial MT"/>
              </a:rPr>
              <a:t> </a:t>
            </a:r>
            <a:r>
              <a:rPr sz="1750" dirty="0">
                <a:latin typeface="Arial MT"/>
                <a:cs typeface="Arial MT"/>
              </a:rPr>
              <a:t>the</a:t>
            </a:r>
            <a:r>
              <a:rPr sz="1750" spc="-75" dirty="0">
                <a:latin typeface="Arial MT"/>
                <a:cs typeface="Arial MT"/>
              </a:rPr>
              <a:t> </a:t>
            </a:r>
            <a:r>
              <a:rPr sz="1750" spc="-20" dirty="0">
                <a:solidFill>
                  <a:srgbClr val="0E0E0E"/>
                </a:solidFill>
                <a:latin typeface="Arial MT"/>
                <a:cs typeface="Arial MT"/>
              </a:rPr>
              <a:t>Ale.</a:t>
            </a:r>
            <a:endParaRPr sz="1750">
              <a:latin typeface="Arial MT"/>
              <a:cs typeface="Arial MT"/>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009906" y="1994094"/>
            <a:ext cx="1686106" cy="352466"/>
          </a:xfrm>
          <a:prstGeom prst="rect">
            <a:avLst/>
          </a:prstGeom>
        </p:spPr>
      </p:pic>
      <p:pic>
        <p:nvPicPr>
          <p:cNvPr id="3" name="object 3"/>
          <p:cNvPicPr/>
          <p:nvPr/>
        </p:nvPicPr>
        <p:blipFill>
          <a:blip r:embed="rId3" cstate="print"/>
          <a:stretch>
            <a:fillRect/>
          </a:stretch>
        </p:blipFill>
        <p:spPr>
          <a:xfrm>
            <a:off x="6886533" y="1994094"/>
            <a:ext cx="1695632" cy="352466"/>
          </a:xfrm>
          <a:prstGeom prst="rect">
            <a:avLst/>
          </a:prstGeom>
        </p:spPr>
      </p:pic>
      <p:pic>
        <p:nvPicPr>
          <p:cNvPr id="4" name="object 4"/>
          <p:cNvPicPr/>
          <p:nvPr/>
        </p:nvPicPr>
        <p:blipFill>
          <a:blip r:embed="rId4" cstate="print"/>
          <a:stretch>
            <a:fillRect/>
          </a:stretch>
        </p:blipFill>
        <p:spPr>
          <a:xfrm>
            <a:off x="8772686" y="1994094"/>
            <a:ext cx="1686106" cy="352466"/>
          </a:xfrm>
          <a:prstGeom prst="rect">
            <a:avLst/>
          </a:prstGeom>
        </p:spPr>
      </p:pic>
      <p:sp>
        <p:nvSpPr>
          <p:cNvPr id="5" name="object 5"/>
          <p:cNvSpPr/>
          <p:nvPr/>
        </p:nvSpPr>
        <p:spPr>
          <a:xfrm>
            <a:off x="4491308" y="5099613"/>
            <a:ext cx="0" cy="222250"/>
          </a:xfrm>
          <a:custGeom>
            <a:avLst/>
            <a:gdLst/>
            <a:ahLst/>
            <a:cxnLst/>
            <a:rect l="l" t="t" r="r" b="b"/>
            <a:pathLst>
              <a:path h="222250">
                <a:moveTo>
                  <a:pt x="0" y="0"/>
                </a:moveTo>
                <a:lnTo>
                  <a:pt x="0" y="222149"/>
                </a:lnTo>
              </a:path>
            </a:pathLst>
          </a:custGeom>
          <a:ln w="9144">
            <a:solidFill>
              <a:srgbClr val="3B9790"/>
            </a:solidFill>
          </a:ln>
        </p:spPr>
        <p:txBody>
          <a:bodyPr wrap="square" lIns="0" tIns="0" rIns="0" bIns="0" rtlCol="0"/>
          <a:lstStyle/>
          <a:p>
            <a:endParaRPr/>
          </a:p>
        </p:txBody>
      </p:sp>
      <p:sp>
        <p:nvSpPr>
          <p:cNvPr id="6" name="object 6"/>
          <p:cNvSpPr/>
          <p:nvPr/>
        </p:nvSpPr>
        <p:spPr>
          <a:xfrm>
            <a:off x="4491308" y="4442309"/>
            <a:ext cx="0" cy="495934"/>
          </a:xfrm>
          <a:custGeom>
            <a:avLst/>
            <a:gdLst/>
            <a:ahLst/>
            <a:cxnLst/>
            <a:rect l="l" t="t" r="r" b="b"/>
            <a:pathLst>
              <a:path h="495935">
                <a:moveTo>
                  <a:pt x="0" y="0"/>
                </a:moveTo>
                <a:lnTo>
                  <a:pt x="0" y="495360"/>
                </a:lnTo>
              </a:path>
            </a:pathLst>
          </a:custGeom>
          <a:ln w="9144">
            <a:solidFill>
              <a:srgbClr val="3B9790"/>
            </a:solidFill>
          </a:ln>
        </p:spPr>
        <p:txBody>
          <a:bodyPr wrap="square" lIns="0" tIns="0" rIns="0" bIns="0" rtlCol="0"/>
          <a:lstStyle/>
          <a:p>
            <a:endParaRPr/>
          </a:p>
        </p:txBody>
      </p:sp>
      <p:sp>
        <p:nvSpPr>
          <p:cNvPr id="7" name="object 7"/>
          <p:cNvSpPr/>
          <p:nvPr/>
        </p:nvSpPr>
        <p:spPr>
          <a:xfrm>
            <a:off x="4491308" y="3584957"/>
            <a:ext cx="0" cy="657860"/>
          </a:xfrm>
          <a:custGeom>
            <a:avLst/>
            <a:gdLst/>
            <a:ahLst/>
            <a:cxnLst/>
            <a:rect l="l" t="t" r="r" b="b"/>
            <a:pathLst>
              <a:path h="657860">
                <a:moveTo>
                  <a:pt x="0" y="0"/>
                </a:moveTo>
                <a:lnTo>
                  <a:pt x="0" y="657302"/>
                </a:lnTo>
              </a:path>
            </a:pathLst>
          </a:custGeom>
          <a:ln w="9144">
            <a:solidFill>
              <a:srgbClr val="3B9790"/>
            </a:solidFill>
          </a:ln>
        </p:spPr>
        <p:txBody>
          <a:bodyPr wrap="square" lIns="0" tIns="0" rIns="0" bIns="0" rtlCol="0"/>
          <a:lstStyle/>
          <a:p>
            <a:endParaRPr/>
          </a:p>
        </p:txBody>
      </p:sp>
      <p:sp>
        <p:nvSpPr>
          <p:cNvPr id="8" name="object 8"/>
          <p:cNvSpPr/>
          <p:nvPr/>
        </p:nvSpPr>
        <p:spPr>
          <a:xfrm>
            <a:off x="4491308" y="3270595"/>
            <a:ext cx="0" cy="105410"/>
          </a:xfrm>
          <a:custGeom>
            <a:avLst/>
            <a:gdLst/>
            <a:ahLst/>
            <a:cxnLst/>
            <a:rect l="l" t="t" r="r" b="b"/>
            <a:pathLst>
              <a:path h="105410">
                <a:moveTo>
                  <a:pt x="0" y="0"/>
                </a:moveTo>
                <a:lnTo>
                  <a:pt x="0" y="104787"/>
                </a:lnTo>
              </a:path>
            </a:pathLst>
          </a:custGeom>
          <a:ln w="9144">
            <a:solidFill>
              <a:srgbClr val="3B9790"/>
            </a:solidFill>
          </a:ln>
        </p:spPr>
        <p:txBody>
          <a:bodyPr wrap="square" lIns="0" tIns="0" rIns="0" bIns="0" rtlCol="0"/>
          <a:lstStyle/>
          <a:p>
            <a:endParaRPr/>
          </a:p>
        </p:txBody>
      </p:sp>
      <p:sp>
        <p:nvSpPr>
          <p:cNvPr id="9" name="object 9"/>
          <p:cNvSpPr/>
          <p:nvPr/>
        </p:nvSpPr>
        <p:spPr>
          <a:xfrm>
            <a:off x="4491308" y="2860972"/>
            <a:ext cx="0" cy="248285"/>
          </a:xfrm>
          <a:custGeom>
            <a:avLst/>
            <a:gdLst/>
            <a:ahLst/>
            <a:cxnLst/>
            <a:rect l="l" t="t" r="r" b="b"/>
            <a:pathLst>
              <a:path h="248285">
                <a:moveTo>
                  <a:pt x="0" y="0"/>
                </a:moveTo>
                <a:lnTo>
                  <a:pt x="0" y="247679"/>
                </a:lnTo>
              </a:path>
            </a:pathLst>
          </a:custGeom>
          <a:ln w="9144">
            <a:solidFill>
              <a:srgbClr val="3B9790"/>
            </a:solidFill>
          </a:ln>
        </p:spPr>
        <p:txBody>
          <a:bodyPr wrap="square" lIns="0" tIns="0" rIns="0" bIns="0" rtlCol="0"/>
          <a:lstStyle/>
          <a:p>
            <a:endParaRPr/>
          </a:p>
        </p:txBody>
      </p:sp>
      <p:sp>
        <p:nvSpPr>
          <p:cNvPr id="10" name="object 10"/>
          <p:cNvSpPr/>
          <p:nvPr/>
        </p:nvSpPr>
        <p:spPr>
          <a:xfrm>
            <a:off x="4491308" y="2337034"/>
            <a:ext cx="0" cy="343535"/>
          </a:xfrm>
          <a:custGeom>
            <a:avLst/>
            <a:gdLst/>
            <a:ahLst/>
            <a:cxnLst/>
            <a:rect l="l" t="t" r="r" b="b"/>
            <a:pathLst>
              <a:path h="343535">
                <a:moveTo>
                  <a:pt x="0" y="0"/>
                </a:moveTo>
                <a:lnTo>
                  <a:pt x="0" y="342941"/>
                </a:lnTo>
              </a:path>
            </a:pathLst>
          </a:custGeom>
          <a:ln w="9144">
            <a:solidFill>
              <a:srgbClr val="3B9790"/>
            </a:solidFill>
          </a:ln>
        </p:spPr>
        <p:txBody>
          <a:bodyPr wrap="square" lIns="0" tIns="0" rIns="0" bIns="0" rtlCol="0"/>
          <a:lstStyle/>
          <a:p>
            <a:endParaRPr/>
          </a:p>
        </p:txBody>
      </p:sp>
      <p:sp>
        <p:nvSpPr>
          <p:cNvPr id="11" name="object 11"/>
          <p:cNvSpPr/>
          <p:nvPr/>
        </p:nvSpPr>
        <p:spPr>
          <a:xfrm>
            <a:off x="4491308" y="1736888"/>
            <a:ext cx="0" cy="391160"/>
          </a:xfrm>
          <a:custGeom>
            <a:avLst/>
            <a:gdLst/>
            <a:ahLst/>
            <a:cxnLst/>
            <a:rect l="l" t="t" r="r" b="b"/>
            <a:pathLst>
              <a:path h="391160">
                <a:moveTo>
                  <a:pt x="0" y="0"/>
                </a:moveTo>
                <a:lnTo>
                  <a:pt x="0" y="390570"/>
                </a:lnTo>
              </a:path>
            </a:pathLst>
          </a:custGeom>
          <a:ln w="9144">
            <a:solidFill>
              <a:srgbClr val="3B9790"/>
            </a:solidFill>
          </a:ln>
        </p:spPr>
        <p:txBody>
          <a:bodyPr wrap="square" lIns="0" tIns="0" rIns="0" bIns="0" rtlCol="0"/>
          <a:lstStyle/>
          <a:p>
            <a:endParaRPr/>
          </a:p>
        </p:txBody>
      </p:sp>
      <p:sp>
        <p:nvSpPr>
          <p:cNvPr id="12" name="object 12"/>
          <p:cNvSpPr/>
          <p:nvPr/>
        </p:nvSpPr>
        <p:spPr>
          <a:xfrm>
            <a:off x="4491308" y="1395472"/>
            <a:ext cx="0" cy="170180"/>
          </a:xfrm>
          <a:custGeom>
            <a:avLst/>
            <a:gdLst/>
            <a:ahLst/>
            <a:cxnLst/>
            <a:rect l="l" t="t" r="r" b="b"/>
            <a:pathLst>
              <a:path h="170180">
                <a:moveTo>
                  <a:pt x="0" y="0"/>
                </a:moveTo>
                <a:lnTo>
                  <a:pt x="0" y="169946"/>
                </a:lnTo>
              </a:path>
            </a:pathLst>
          </a:custGeom>
          <a:ln w="9144">
            <a:solidFill>
              <a:srgbClr val="3B9790"/>
            </a:solidFill>
          </a:ln>
        </p:spPr>
        <p:txBody>
          <a:bodyPr wrap="square" lIns="0" tIns="0" rIns="0" bIns="0" rtlCol="0"/>
          <a:lstStyle/>
          <a:p>
            <a:endParaRPr/>
          </a:p>
        </p:txBody>
      </p:sp>
      <p:sp>
        <p:nvSpPr>
          <p:cNvPr id="13" name="object 13"/>
          <p:cNvSpPr/>
          <p:nvPr/>
        </p:nvSpPr>
        <p:spPr>
          <a:xfrm>
            <a:off x="1380489" y="365125"/>
            <a:ext cx="9421495" cy="895985"/>
          </a:xfrm>
          <a:custGeom>
            <a:avLst/>
            <a:gdLst/>
            <a:ahLst/>
            <a:cxnLst/>
            <a:rect l="l" t="t" r="r" b="b"/>
            <a:pathLst>
              <a:path w="9421495" h="895985">
                <a:moveTo>
                  <a:pt x="9420225" y="895350"/>
                </a:moveTo>
                <a:lnTo>
                  <a:pt x="0" y="895350"/>
                </a:lnTo>
                <a:lnTo>
                  <a:pt x="0" y="0"/>
                </a:lnTo>
                <a:lnTo>
                  <a:pt x="9420225" y="0"/>
                </a:lnTo>
                <a:lnTo>
                  <a:pt x="9420225" y="895350"/>
                </a:lnTo>
                <a:close/>
              </a:path>
            </a:pathLst>
          </a:custGeom>
          <a:solidFill>
            <a:srgbClr val="389189"/>
          </a:solidFill>
        </p:spPr>
        <p:txBody>
          <a:bodyPr wrap="square" lIns="0" tIns="0" rIns="0" bIns="0" rtlCol="0"/>
          <a:lstStyle/>
          <a:p>
            <a:endParaRPr/>
          </a:p>
        </p:txBody>
      </p:sp>
      <p:sp>
        <p:nvSpPr>
          <p:cNvPr id="14" name="object 14" descr="$PPTXTitle"/>
          <p:cNvSpPr txBox="1">
            <a:spLocks noGrp="1"/>
          </p:cNvSpPr>
          <p:nvPr>
            <p:ph type="title"/>
          </p:nvPr>
        </p:nvSpPr>
        <p:spPr>
          <a:xfrm>
            <a:off x="1771588" y="590578"/>
            <a:ext cx="6799580" cy="460375"/>
          </a:xfrm>
          <a:prstGeom prst="rect">
            <a:avLst/>
          </a:prstGeom>
        </p:spPr>
        <p:txBody>
          <a:bodyPr vert="horz" wrap="square" lIns="0" tIns="12700" rIns="0" bIns="0" rtlCol="0">
            <a:spAutoFit/>
          </a:bodyPr>
          <a:lstStyle/>
          <a:p>
            <a:pPr>
              <a:lnSpc>
                <a:spcPct val="100000"/>
              </a:lnSpc>
              <a:spcBef>
                <a:spcPts val="100"/>
              </a:spcBef>
            </a:pPr>
            <a:r>
              <a:rPr sz="2850" spc="-350" dirty="0">
                <a:solidFill>
                  <a:srgbClr val="3D918E"/>
                </a:solidFill>
                <a:latin typeface="Arial MT"/>
                <a:cs typeface="Arial MT"/>
              </a:rPr>
              <a:t>AWS</a:t>
            </a:r>
            <a:r>
              <a:rPr sz="2850" spc="75" dirty="0">
                <a:solidFill>
                  <a:srgbClr val="3D918E"/>
                </a:solidFill>
                <a:latin typeface="Arial MT"/>
                <a:cs typeface="Arial MT"/>
              </a:rPr>
              <a:t> </a:t>
            </a:r>
            <a:r>
              <a:rPr sz="2850" dirty="0">
                <a:solidFill>
                  <a:srgbClr val="C8FFFF"/>
                </a:solidFill>
                <a:latin typeface="Arial MT"/>
                <a:cs typeface="Arial MT"/>
              </a:rPr>
              <a:t>Identity</a:t>
            </a:r>
            <a:r>
              <a:rPr sz="2850" spc="-20" dirty="0">
                <a:solidFill>
                  <a:srgbClr val="C8FFFF"/>
                </a:solidFill>
                <a:latin typeface="Arial MT"/>
                <a:cs typeface="Arial MT"/>
              </a:rPr>
              <a:t> </a:t>
            </a:r>
            <a:r>
              <a:rPr sz="2850" spc="-40" dirty="0">
                <a:solidFill>
                  <a:srgbClr val="4D9395"/>
                </a:solidFill>
                <a:latin typeface="Arial MT"/>
                <a:cs typeface="Arial MT"/>
              </a:rPr>
              <a:t>and</a:t>
            </a:r>
            <a:r>
              <a:rPr sz="2850" spc="60" dirty="0">
                <a:solidFill>
                  <a:srgbClr val="4D9395"/>
                </a:solidFill>
                <a:latin typeface="Arial MT"/>
                <a:cs typeface="Arial MT"/>
              </a:rPr>
              <a:t> </a:t>
            </a:r>
            <a:r>
              <a:rPr sz="2850" spc="-280" dirty="0">
                <a:solidFill>
                  <a:srgbClr val="287E7E"/>
                </a:solidFill>
                <a:latin typeface="Arial MT"/>
                <a:cs typeface="Arial MT"/>
              </a:rPr>
              <a:t>Access</a:t>
            </a:r>
            <a:r>
              <a:rPr sz="2850" spc="85" dirty="0">
                <a:solidFill>
                  <a:srgbClr val="287E7E"/>
                </a:solidFill>
                <a:latin typeface="Arial MT"/>
                <a:cs typeface="Arial MT"/>
              </a:rPr>
              <a:t> </a:t>
            </a:r>
            <a:r>
              <a:rPr sz="2850" spc="-75" dirty="0">
                <a:solidFill>
                  <a:srgbClr val="447772"/>
                </a:solidFill>
                <a:latin typeface="Arial MT"/>
                <a:cs typeface="Arial MT"/>
              </a:rPr>
              <a:t>Management</a:t>
            </a:r>
            <a:r>
              <a:rPr sz="2850" spc="185" dirty="0">
                <a:solidFill>
                  <a:srgbClr val="447772"/>
                </a:solidFill>
                <a:latin typeface="Arial MT"/>
                <a:cs typeface="Arial MT"/>
              </a:rPr>
              <a:t> </a:t>
            </a:r>
            <a:r>
              <a:rPr sz="2850" spc="-105" dirty="0">
                <a:solidFill>
                  <a:srgbClr val="9CD8DF"/>
                </a:solidFill>
                <a:latin typeface="Arial MT"/>
                <a:cs typeface="Arial MT"/>
              </a:rPr>
              <a:t>(IAM)</a:t>
            </a:r>
            <a:endParaRPr sz="2850">
              <a:latin typeface="Arial MT"/>
              <a:cs typeface="Arial MT"/>
            </a:endParaRPr>
          </a:p>
        </p:txBody>
      </p:sp>
      <p:sp>
        <p:nvSpPr>
          <p:cNvPr id="15" name="object 15"/>
          <p:cNvSpPr txBox="1"/>
          <p:nvPr/>
        </p:nvSpPr>
        <p:spPr>
          <a:xfrm>
            <a:off x="9058294" y="565175"/>
            <a:ext cx="558800" cy="330835"/>
          </a:xfrm>
          <a:prstGeom prst="rect">
            <a:avLst/>
          </a:prstGeom>
        </p:spPr>
        <p:txBody>
          <a:bodyPr vert="horz" wrap="square" lIns="0" tIns="12700" rIns="0" bIns="0" rtlCol="0">
            <a:spAutoFit/>
          </a:bodyPr>
          <a:lstStyle/>
          <a:p>
            <a:pPr>
              <a:lnSpc>
                <a:spcPct val="100000"/>
              </a:lnSpc>
              <a:spcBef>
                <a:spcPts val="100"/>
              </a:spcBef>
            </a:pPr>
            <a:r>
              <a:rPr sz="1700" spc="85" dirty="0">
                <a:solidFill>
                  <a:srgbClr val="5497AA"/>
                </a:solidFill>
                <a:latin typeface="Arial MT"/>
                <a:cs typeface="Arial MT"/>
              </a:rPr>
              <a:t>S</a:t>
            </a:r>
            <a:r>
              <a:rPr sz="2325" spc="127" baseline="3584" dirty="0">
                <a:solidFill>
                  <a:srgbClr val="5497AA"/>
                </a:solidFill>
                <a:latin typeface="Arial MT"/>
                <a:cs typeface="Arial MT"/>
              </a:rPr>
              <a:t>W</a:t>
            </a:r>
            <a:r>
              <a:rPr sz="2000" spc="85" dirty="0">
                <a:solidFill>
                  <a:srgbClr val="5497AA"/>
                </a:solidFill>
                <a:latin typeface="Arial MT"/>
                <a:cs typeface="Arial MT"/>
              </a:rPr>
              <a:t>S</a:t>
            </a:r>
            <a:endParaRPr sz="2000">
              <a:latin typeface="Arial MT"/>
              <a:cs typeface="Arial MT"/>
            </a:endParaRPr>
          </a:p>
        </p:txBody>
      </p:sp>
      <p:sp>
        <p:nvSpPr>
          <p:cNvPr id="16" name="object 16"/>
          <p:cNvSpPr txBox="1"/>
          <p:nvPr/>
        </p:nvSpPr>
        <p:spPr>
          <a:xfrm>
            <a:off x="1390016" y="1565418"/>
            <a:ext cx="3101340" cy="172085"/>
          </a:xfrm>
          <a:prstGeom prst="rect">
            <a:avLst/>
          </a:prstGeom>
          <a:solidFill>
            <a:srgbClr val="139A90"/>
          </a:solidFill>
        </p:spPr>
        <p:txBody>
          <a:bodyPr vert="horz" wrap="square" lIns="0" tIns="0" rIns="0" bIns="0" rtlCol="0">
            <a:spAutoFit/>
          </a:bodyPr>
          <a:lstStyle/>
          <a:p>
            <a:pPr marL="654685">
              <a:lnSpc>
                <a:spcPts val="1350"/>
              </a:lnSpc>
            </a:pPr>
            <a:r>
              <a:rPr sz="1650" dirty="0">
                <a:solidFill>
                  <a:srgbClr val="1C7C70"/>
                </a:solidFill>
                <a:latin typeface="Arial MT"/>
                <a:cs typeface="Arial MT"/>
              </a:rPr>
              <a:t>What</a:t>
            </a:r>
            <a:r>
              <a:rPr sz="1650" spc="70" dirty="0">
                <a:solidFill>
                  <a:srgbClr val="1C7C70"/>
                </a:solidFill>
                <a:latin typeface="Arial MT"/>
                <a:cs typeface="Arial MT"/>
              </a:rPr>
              <a:t> </a:t>
            </a:r>
            <a:r>
              <a:rPr sz="1650" spc="-45" dirty="0">
                <a:solidFill>
                  <a:srgbClr val="2F938E"/>
                </a:solidFill>
                <a:latin typeface="Arial MT"/>
                <a:cs typeface="Arial MT"/>
              </a:rPr>
              <a:t>does</a:t>
            </a:r>
            <a:r>
              <a:rPr sz="1650" spc="-70" dirty="0">
                <a:solidFill>
                  <a:srgbClr val="2F938E"/>
                </a:solidFill>
                <a:latin typeface="Arial MT"/>
                <a:cs typeface="Arial MT"/>
              </a:rPr>
              <a:t> </a:t>
            </a:r>
            <a:r>
              <a:rPr sz="1650" spc="-30" dirty="0">
                <a:solidFill>
                  <a:srgbClr val="2A9A95"/>
                </a:solidFill>
                <a:latin typeface="Arial MT"/>
                <a:cs typeface="Arial MT"/>
              </a:rPr>
              <a:t>IAM</a:t>
            </a:r>
            <a:r>
              <a:rPr sz="1650" spc="-75" dirty="0">
                <a:solidFill>
                  <a:srgbClr val="2A9A95"/>
                </a:solidFill>
                <a:latin typeface="Arial MT"/>
                <a:cs typeface="Arial MT"/>
              </a:rPr>
              <a:t> </a:t>
            </a:r>
            <a:r>
              <a:rPr sz="1650" spc="-25" dirty="0">
                <a:solidFill>
                  <a:srgbClr val="3D9C97"/>
                </a:solidFill>
                <a:latin typeface="Arial MT"/>
                <a:cs typeface="Arial MT"/>
              </a:rPr>
              <a:t>do*</a:t>
            </a:r>
            <a:endParaRPr sz="1650">
              <a:latin typeface="Arial MT"/>
              <a:cs typeface="Arial MT"/>
            </a:endParaRPr>
          </a:p>
        </p:txBody>
      </p:sp>
      <p:sp>
        <p:nvSpPr>
          <p:cNvPr id="17" name="object 17"/>
          <p:cNvSpPr txBox="1"/>
          <p:nvPr/>
        </p:nvSpPr>
        <p:spPr>
          <a:xfrm>
            <a:off x="1390016" y="2127459"/>
            <a:ext cx="3101340" cy="210185"/>
          </a:xfrm>
          <a:prstGeom prst="rect">
            <a:avLst/>
          </a:prstGeom>
          <a:solidFill>
            <a:srgbClr val="139A90"/>
          </a:solidFill>
        </p:spPr>
        <p:txBody>
          <a:bodyPr vert="horz" wrap="square" lIns="0" tIns="0" rIns="0" bIns="0" rtlCol="0">
            <a:spAutoFit/>
          </a:bodyPr>
          <a:lstStyle/>
          <a:p>
            <a:pPr marL="120650">
              <a:lnSpc>
                <a:spcPts val="1635"/>
              </a:lnSpc>
            </a:pPr>
            <a:r>
              <a:rPr sz="1800" spc="-90" dirty="0">
                <a:solidFill>
                  <a:srgbClr val="2D9187"/>
                </a:solidFill>
                <a:latin typeface="Arial MT"/>
                <a:cs typeface="Arial MT"/>
              </a:rPr>
              <a:t>What</a:t>
            </a:r>
            <a:r>
              <a:rPr sz="1800" spc="-35" dirty="0">
                <a:solidFill>
                  <a:srgbClr val="2D9187"/>
                </a:solidFill>
                <a:latin typeface="Arial MT"/>
                <a:cs typeface="Arial MT"/>
              </a:rPr>
              <a:t> </a:t>
            </a:r>
            <a:r>
              <a:rPr sz="1800" spc="-50" dirty="0">
                <a:solidFill>
                  <a:srgbClr val="60A7A8"/>
                </a:solidFill>
                <a:latin typeface="Arial MT"/>
                <a:cs typeface="Arial MT"/>
              </a:rPr>
              <a:t>problem</a:t>
            </a:r>
            <a:r>
              <a:rPr sz="1800" spc="-40" dirty="0">
                <a:solidFill>
                  <a:srgbClr val="60A7A8"/>
                </a:solidFill>
                <a:latin typeface="Arial MT"/>
                <a:cs typeface="Arial MT"/>
              </a:rPr>
              <a:t> </a:t>
            </a:r>
            <a:r>
              <a:rPr sz="1800" spc="-145" dirty="0">
                <a:solidFill>
                  <a:srgbClr val="4DA5A7"/>
                </a:solidFill>
                <a:latin typeface="Arial MT"/>
                <a:cs typeface="Arial MT"/>
              </a:rPr>
              <a:t>does</a:t>
            </a:r>
            <a:r>
              <a:rPr sz="1800" spc="10" dirty="0">
                <a:solidFill>
                  <a:srgbClr val="4DA5A7"/>
                </a:solidFill>
                <a:latin typeface="Arial MT"/>
                <a:cs typeface="Arial MT"/>
              </a:rPr>
              <a:t> </a:t>
            </a:r>
            <a:r>
              <a:rPr sz="1800" spc="-160" dirty="0">
                <a:solidFill>
                  <a:srgbClr val="287E74"/>
                </a:solidFill>
                <a:latin typeface="Arial MT"/>
                <a:cs typeface="Arial MT"/>
              </a:rPr>
              <a:t>IAM</a:t>
            </a:r>
            <a:r>
              <a:rPr sz="1800" spc="45" dirty="0">
                <a:solidFill>
                  <a:srgbClr val="287E74"/>
                </a:solidFill>
                <a:latin typeface="Arial MT"/>
                <a:cs typeface="Arial MT"/>
              </a:rPr>
              <a:t> </a:t>
            </a:r>
            <a:r>
              <a:rPr sz="1800" spc="-10" dirty="0">
                <a:solidFill>
                  <a:srgbClr val="1A7472"/>
                </a:solidFill>
                <a:latin typeface="Arial MT"/>
                <a:cs typeface="Arial MT"/>
              </a:rPr>
              <a:t>solve*</a:t>
            </a:r>
            <a:endParaRPr sz="1800">
              <a:latin typeface="Arial MT"/>
              <a:cs typeface="Arial MT"/>
            </a:endParaRPr>
          </a:p>
        </p:txBody>
      </p:sp>
      <p:sp>
        <p:nvSpPr>
          <p:cNvPr id="18" name="object 18"/>
          <p:cNvSpPr txBox="1"/>
          <p:nvPr/>
        </p:nvSpPr>
        <p:spPr>
          <a:xfrm>
            <a:off x="1390016" y="2679975"/>
            <a:ext cx="3101340" cy="181610"/>
          </a:xfrm>
          <a:prstGeom prst="rect">
            <a:avLst/>
          </a:prstGeom>
          <a:solidFill>
            <a:srgbClr val="139A90"/>
          </a:solidFill>
        </p:spPr>
        <p:txBody>
          <a:bodyPr vert="horz" wrap="square" lIns="0" tIns="0" rIns="0" bIns="0" rtlCol="0">
            <a:spAutoFit/>
          </a:bodyPr>
          <a:lstStyle/>
          <a:p>
            <a:pPr marL="177800">
              <a:lnSpc>
                <a:spcPts val="1425"/>
              </a:lnSpc>
            </a:pPr>
            <a:r>
              <a:rPr sz="1850" spc="-145" dirty="0">
                <a:solidFill>
                  <a:srgbClr val="368589"/>
                </a:solidFill>
                <a:latin typeface="Arial MT"/>
                <a:cs typeface="Arial MT"/>
              </a:rPr>
              <a:t>What</a:t>
            </a:r>
            <a:r>
              <a:rPr sz="1850" spc="15" dirty="0">
                <a:solidFill>
                  <a:srgbClr val="368589"/>
                </a:solidFill>
                <a:latin typeface="Arial MT"/>
                <a:cs typeface="Arial MT"/>
              </a:rPr>
              <a:t> </a:t>
            </a:r>
            <a:r>
              <a:rPr sz="1850" spc="-270" dirty="0">
                <a:solidFill>
                  <a:srgbClr val="1C7775"/>
                </a:solidFill>
                <a:latin typeface="Arial MT"/>
                <a:cs typeface="Arial MT"/>
              </a:rPr>
              <a:t>a</a:t>
            </a:r>
            <a:r>
              <a:rPr sz="1850" spc="140" dirty="0">
                <a:solidFill>
                  <a:srgbClr val="1C7775"/>
                </a:solidFill>
                <a:latin typeface="Arial MT"/>
                <a:cs typeface="Arial MT"/>
              </a:rPr>
              <a:t> </a:t>
            </a:r>
            <a:r>
              <a:rPr sz="1850" spc="-270" dirty="0">
                <a:solidFill>
                  <a:srgbClr val="34908C"/>
                </a:solidFill>
                <a:latin typeface="Arial MT"/>
                <a:cs typeface="Arial MT"/>
              </a:rPr>
              <a:t>e</a:t>
            </a:r>
            <a:r>
              <a:rPr sz="1850" spc="-45" dirty="0">
                <a:solidFill>
                  <a:srgbClr val="34908C"/>
                </a:solidFill>
                <a:latin typeface="Arial MT"/>
                <a:cs typeface="Arial MT"/>
              </a:rPr>
              <a:t> </a:t>
            </a:r>
            <a:r>
              <a:rPr sz="1850" spc="-75" dirty="0">
                <a:solidFill>
                  <a:srgbClr val="3AA39C"/>
                </a:solidFill>
                <a:latin typeface="Arial MT"/>
                <a:cs typeface="Arial MT"/>
              </a:rPr>
              <a:t>the</a:t>
            </a:r>
            <a:r>
              <a:rPr sz="1850" spc="-50" dirty="0">
                <a:solidFill>
                  <a:srgbClr val="3AA39C"/>
                </a:solidFill>
                <a:latin typeface="Arial MT"/>
                <a:cs typeface="Arial MT"/>
              </a:rPr>
              <a:t> </a:t>
            </a:r>
            <a:r>
              <a:rPr sz="1850" spc="-80" dirty="0">
                <a:solidFill>
                  <a:srgbClr val="0C7770"/>
                </a:solidFill>
                <a:latin typeface="Arial MT"/>
                <a:cs typeface="Arial MT"/>
              </a:rPr>
              <a:t>benefits</a:t>
            </a:r>
            <a:r>
              <a:rPr sz="1850" spc="-30" dirty="0">
                <a:solidFill>
                  <a:srgbClr val="0C7770"/>
                </a:solidFill>
                <a:latin typeface="Arial MT"/>
                <a:cs typeface="Arial MT"/>
              </a:rPr>
              <a:t> </a:t>
            </a:r>
            <a:r>
              <a:rPr sz="1850" spc="-30" dirty="0">
                <a:solidFill>
                  <a:srgbClr val="1A8980"/>
                </a:solidFill>
                <a:latin typeface="Arial MT"/>
                <a:cs typeface="Arial MT"/>
              </a:rPr>
              <a:t>of</a:t>
            </a:r>
            <a:r>
              <a:rPr sz="1850" spc="-5" dirty="0">
                <a:solidFill>
                  <a:srgbClr val="1A8980"/>
                </a:solidFill>
                <a:latin typeface="Arial MT"/>
                <a:cs typeface="Arial MT"/>
              </a:rPr>
              <a:t> </a:t>
            </a:r>
            <a:r>
              <a:rPr sz="1850" spc="-20" dirty="0">
                <a:solidFill>
                  <a:srgbClr val="23908C"/>
                </a:solidFill>
                <a:latin typeface="Arial MT"/>
                <a:cs typeface="Arial MT"/>
              </a:rPr>
              <a:t>IAM?</a:t>
            </a:r>
            <a:endParaRPr sz="1850">
              <a:latin typeface="Arial MT"/>
              <a:cs typeface="Arial MT"/>
            </a:endParaRPr>
          </a:p>
        </p:txBody>
      </p:sp>
      <p:sp>
        <p:nvSpPr>
          <p:cNvPr id="19" name="object 19"/>
          <p:cNvSpPr txBox="1"/>
          <p:nvPr/>
        </p:nvSpPr>
        <p:spPr>
          <a:xfrm>
            <a:off x="1390016" y="3108651"/>
            <a:ext cx="3101340" cy="162560"/>
          </a:xfrm>
          <a:prstGeom prst="rect">
            <a:avLst/>
          </a:prstGeom>
          <a:solidFill>
            <a:srgbClr val="139A90"/>
          </a:solidFill>
        </p:spPr>
        <p:txBody>
          <a:bodyPr vert="horz" wrap="square" lIns="0" tIns="0" rIns="0" bIns="0" rtlCol="0">
            <a:spAutoFit/>
          </a:bodyPr>
          <a:lstStyle/>
          <a:p>
            <a:pPr marL="307340">
              <a:lnSpc>
                <a:spcPts val="1275"/>
              </a:lnSpc>
            </a:pPr>
            <a:r>
              <a:rPr sz="1600" spc="-55" dirty="0">
                <a:solidFill>
                  <a:srgbClr val="AEE6E4"/>
                </a:solidFill>
                <a:latin typeface="Arial MT"/>
                <a:cs typeface="Arial MT"/>
              </a:rPr>
              <a:t>HOw</a:t>
            </a:r>
            <a:r>
              <a:rPr sz="1600" spc="10" dirty="0">
                <a:solidFill>
                  <a:srgbClr val="AEE6E4"/>
                </a:solidFill>
                <a:latin typeface="Arial MT"/>
                <a:cs typeface="Arial MT"/>
              </a:rPr>
              <a:t> </a:t>
            </a:r>
            <a:r>
              <a:rPr sz="2400" spc="-15" baseline="3472" dirty="0">
                <a:solidFill>
                  <a:srgbClr val="49ACAA"/>
                </a:solidFill>
                <a:latin typeface="Arial MT"/>
                <a:cs typeface="Arial MT"/>
              </a:rPr>
              <a:t>can</a:t>
            </a:r>
            <a:r>
              <a:rPr sz="2400" spc="-135" baseline="3472" dirty="0">
                <a:solidFill>
                  <a:srgbClr val="49ACAA"/>
                </a:solidFill>
                <a:latin typeface="Arial MT"/>
                <a:cs typeface="Arial MT"/>
              </a:rPr>
              <a:t> </a:t>
            </a:r>
            <a:r>
              <a:rPr sz="2400" baseline="3472" dirty="0">
                <a:solidFill>
                  <a:srgbClr val="418787"/>
                </a:solidFill>
                <a:latin typeface="Arial MT"/>
                <a:cs typeface="Arial MT"/>
              </a:rPr>
              <a:t>I</a:t>
            </a:r>
            <a:r>
              <a:rPr sz="2400" spc="-165" baseline="3472" dirty="0">
                <a:solidFill>
                  <a:srgbClr val="418787"/>
                </a:solidFill>
                <a:latin typeface="Arial MT"/>
                <a:cs typeface="Arial MT"/>
              </a:rPr>
              <a:t> </a:t>
            </a:r>
            <a:r>
              <a:rPr sz="2400" spc="-37" baseline="3472" dirty="0">
                <a:solidFill>
                  <a:srgbClr val="289585"/>
                </a:solidFill>
                <a:latin typeface="Arial MT"/>
                <a:cs typeface="Arial MT"/>
              </a:rPr>
              <a:t>arChitect</a:t>
            </a:r>
            <a:r>
              <a:rPr sz="2400" spc="22" baseline="3472" dirty="0">
                <a:solidFill>
                  <a:srgbClr val="289585"/>
                </a:solidFill>
                <a:latin typeface="Arial MT"/>
                <a:cs typeface="Arial MT"/>
              </a:rPr>
              <a:t> </a:t>
            </a:r>
            <a:r>
              <a:rPr sz="2400" baseline="3472" dirty="0">
                <a:solidFill>
                  <a:srgbClr val="348782"/>
                </a:solidFill>
                <a:latin typeface="Arial MT"/>
                <a:cs typeface="Arial MT"/>
              </a:rPr>
              <a:t>a</a:t>
            </a:r>
            <a:r>
              <a:rPr sz="2400" spc="-82" baseline="3472" dirty="0">
                <a:solidFill>
                  <a:srgbClr val="348782"/>
                </a:solidFill>
                <a:latin typeface="Arial MT"/>
                <a:cs typeface="Arial MT"/>
              </a:rPr>
              <a:t> </a:t>
            </a:r>
            <a:r>
              <a:rPr sz="2400" spc="-15" baseline="3472" dirty="0">
                <a:solidFill>
                  <a:srgbClr val="15937E"/>
                </a:solidFill>
                <a:latin typeface="Arial MT"/>
                <a:cs typeface="Arial MT"/>
              </a:rPr>
              <a:t>clOud</a:t>
            </a:r>
            <a:endParaRPr sz="2400" baseline="3472">
              <a:latin typeface="Arial MT"/>
              <a:cs typeface="Arial MT"/>
            </a:endParaRPr>
          </a:p>
        </p:txBody>
      </p:sp>
      <p:sp>
        <p:nvSpPr>
          <p:cNvPr id="20" name="object 20"/>
          <p:cNvSpPr txBox="1"/>
          <p:nvPr/>
        </p:nvSpPr>
        <p:spPr>
          <a:xfrm>
            <a:off x="1390016" y="3375383"/>
            <a:ext cx="3101340" cy="210185"/>
          </a:xfrm>
          <a:prstGeom prst="rect">
            <a:avLst/>
          </a:prstGeom>
          <a:solidFill>
            <a:srgbClr val="139C8C"/>
          </a:solidFill>
        </p:spPr>
        <p:txBody>
          <a:bodyPr vert="horz" wrap="square" lIns="0" tIns="0" rIns="0" bIns="0" rtlCol="0">
            <a:spAutoFit/>
          </a:bodyPr>
          <a:lstStyle/>
          <a:p>
            <a:pPr marL="660400">
              <a:lnSpc>
                <a:spcPts val="1520"/>
              </a:lnSpc>
            </a:pPr>
            <a:r>
              <a:rPr sz="1600" dirty="0">
                <a:solidFill>
                  <a:srgbClr val="4FB3AC"/>
                </a:solidFill>
                <a:latin typeface="Arial MT"/>
                <a:cs typeface="Arial MT"/>
              </a:rPr>
              <a:t>solution</a:t>
            </a:r>
            <a:r>
              <a:rPr sz="1600" spc="135" dirty="0">
                <a:solidFill>
                  <a:srgbClr val="4FB3AC"/>
                </a:solidFill>
                <a:latin typeface="Arial MT"/>
                <a:cs typeface="Arial MT"/>
              </a:rPr>
              <a:t> </a:t>
            </a:r>
            <a:r>
              <a:rPr sz="1600" dirty="0">
                <a:solidFill>
                  <a:srgbClr val="3B958E"/>
                </a:solidFill>
                <a:latin typeface="Arial MT"/>
                <a:cs typeface="Arial MT"/>
              </a:rPr>
              <a:t>using</a:t>
            </a:r>
            <a:r>
              <a:rPr sz="1600" spc="70" dirty="0">
                <a:solidFill>
                  <a:srgbClr val="3B958E"/>
                </a:solidFill>
                <a:latin typeface="Arial MT"/>
                <a:cs typeface="Arial MT"/>
              </a:rPr>
              <a:t> </a:t>
            </a:r>
            <a:r>
              <a:rPr sz="1600" spc="-295" dirty="0">
                <a:solidFill>
                  <a:srgbClr val="1D8782"/>
                </a:solidFill>
                <a:latin typeface="Arial MT"/>
                <a:cs typeface="Arial MT"/>
              </a:rPr>
              <a:t>RAM?</a:t>
            </a:r>
            <a:endParaRPr sz="1600">
              <a:latin typeface="Arial MT"/>
              <a:cs typeface="Arial MT"/>
            </a:endParaRPr>
          </a:p>
        </p:txBody>
      </p:sp>
      <p:grpSp>
        <p:nvGrpSpPr>
          <p:cNvPr id="21" name="object 21"/>
          <p:cNvGrpSpPr/>
          <p:nvPr/>
        </p:nvGrpSpPr>
        <p:grpSpPr>
          <a:xfrm>
            <a:off x="1390016" y="3804058"/>
            <a:ext cx="3134360" cy="172085"/>
            <a:chOff x="1390016" y="3804058"/>
            <a:chExt cx="3134360" cy="172085"/>
          </a:xfrm>
        </p:grpSpPr>
        <p:pic>
          <p:nvPicPr>
            <p:cNvPr id="22" name="object 22"/>
            <p:cNvPicPr/>
            <p:nvPr/>
          </p:nvPicPr>
          <p:blipFill>
            <a:blip r:embed="rId5" cstate="print"/>
            <a:stretch>
              <a:fillRect/>
            </a:stretch>
          </p:blipFill>
          <p:spPr>
            <a:xfrm>
              <a:off x="1390016" y="3804058"/>
              <a:ext cx="3134062" cy="171470"/>
            </a:xfrm>
            <a:prstGeom prst="rect">
              <a:avLst/>
            </a:prstGeom>
          </p:spPr>
        </p:pic>
        <p:pic>
          <p:nvPicPr>
            <p:cNvPr id="23" name="object 23"/>
            <p:cNvPicPr/>
            <p:nvPr/>
          </p:nvPicPr>
          <p:blipFill>
            <a:blip r:embed="rId6" cstate="print"/>
            <a:stretch>
              <a:fillRect/>
            </a:stretch>
          </p:blipFill>
          <p:spPr>
            <a:xfrm>
              <a:off x="1390016" y="3804058"/>
              <a:ext cx="3134062" cy="171470"/>
            </a:xfrm>
            <a:prstGeom prst="rect">
              <a:avLst/>
            </a:prstGeom>
          </p:spPr>
        </p:pic>
      </p:grpSp>
      <p:grpSp>
        <p:nvGrpSpPr>
          <p:cNvPr id="24" name="object 24"/>
          <p:cNvGrpSpPr/>
          <p:nvPr/>
        </p:nvGrpSpPr>
        <p:grpSpPr>
          <a:xfrm>
            <a:off x="1390016" y="4242260"/>
            <a:ext cx="3134360" cy="210185"/>
            <a:chOff x="1390016" y="4242260"/>
            <a:chExt cx="3134360" cy="210185"/>
          </a:xfrm>
        </p:grpSpPr>
        <p:pic>
          <p:nvPicPr>
            <p:cNvPr id="25" name="object 25"/>
            <p:cNvPicPr/>
            <p:nvPr/>
          </p:nvPicPr>
          <p:blipFill>
            <a:blip r:embed="rId7" cstate="print"/>
            <a:stretch>
              <a:fillRect/>
            </a:stretch>
          </p:blipFill>
          <p:spPr>
            <a:xfrm>
              <a:off x="3981094" y="4280365"/>
              <a:ext cx="542983" cy="133365"/>
            </a:xfrm>
            <a:prstGeom prst="rect">
              <a:avLst/>
            </a:prstGeom>
          </p:spPr>
        </p:pic>
        <p:pic>
          <p:nvPicPr>
            <p:cNvPr id="26" name="object 26"/>
            <p:cNvPicPr/>
            <p:nvPr/>
          </p:nvPicPr>
          <p:blipFill>
            <a:blip r:embed="rId8" cstate="print"/>
            <a:stretch>
              <a:fillRect/>
            </a:stretch>
          </p:blipFill>
          <p:spPr>
            <a:xfrm>
              <a:off x="1504327" y="4280365"/>
              <a:ext cx="2095726" cy="152418"/>
            </a:xfrm>
            <a:prstGeom prst="rect">
              <a:avLst/>
            </a:prstGeom>
          </p:spPr>
        </p:pic>
        <p:pic>
          <p:nvPicPr>
            <p:cNvPr id="27" name="object 27"/>
            <p:cNvPicPr/>
            <p:nvPr/>
          </p:nvPicPr>
          <p:blipFill>
            <a:blip r:embed="rId9" cstate="print"/>
            <a:stretch>
              <a:fillRect/>
            </a:stretch>
          </p:blipFill>
          <p:spPr>
            <a:xfrm>
              <a:off x="1390016" y="4242260"/>
              <a:ext cx="3134062" cy="209574"/>
            </a:xfrm>
            <a:prstGeom prst="rect">
              <a:avLst/>
            </a:prstGeom>
          </p:spPr>
        </p:pic>
      </p:grpSp>
      <p:grpSp>
        <p:nvGrpSpPr>
          <p:cNvPr id="28" name="object 28"/>
          <p:cNvGrpSpPr/>
          <p:nvPr/>
        </p:nvGrpSpPr>
        <p:grpSpPr>
          <a:xfrm>
            <a:off x="1390016" y="4518519"/>
            <a:ext cx="3134360" cy="210185"/>
            <a:chOff x="1390016" y="4518519"/>
            <a:chExt cx="3134360" cy="210185"/>
          </a:xfrm>
        </p:grpSpPr>
        <p:pic>
          <p:nvPicPr>
            <p:cNvPr id="29" name="object 29"/>
            <p:cNvPicPr/>
            <p:nvPr/>
          </p:nvPicPr>
          <p:blipFill>
            <a:blip r:embed="rId10" cstate="print"/>
            <a:stretch>
              <a:fillRect/>
            </a:stretch>
          </p:blipFill>
          <p:spPr>
            <a:xfrm>
              <a:off x="1390016" y="4518519"/>
              <a:ext cx="3134062" cy="209574"/>
            </a:xfrm>
            <a:prstGeom prst="rect">
              <a:avLst/>
            </a:prstGeom>
          </p:spPr>
        </p:pic>
        <p:pic>
          <p:nvPicPr>
            <p:cNvPr id="30" name="object 30"/>
            <p:cNvPicPr/>
            <p:nvPr/>
          </p:nvPicPr>
          <p:blipFill>
            <a:blip r:embed="rId11" cstate="print"/>
            <a:stretch>
              <a:fillRect/>
            </a:stretch>
          </p:blipFill>
          <p:spPr>
            <a:xfrm>
              <a:off x="1390016" y="4518519"/>
              <a:ext cx="3134062" cy="209574"/>
            </a:xfrm>
            <a:prstGeom prst="rect">
              <a:avLst/>
            </a:prstGeom>
          </p:spPr>
        </p:pic>
      </p:grpSp>
      <p:sp>
        <p:nvSpPr>
          <p:cNvPr id="31" name="object 31"/>
          <p:cNvSpPr txBox="1"/>
          <p:nvPr/>
        </p:nvSpPr>
        <p:spPr>
          <a:xfrm>
            <a:off x="1380489" y="4937669"/>
            <a:ext cx="3110865" cy="162560"/>
          </a:xfrm>
          <a:prstGeom prst="rect">
            <a:avLst/>
          </a:prstGeom>
          <a:solidFill>
            <a:srgbClr val="139A90"/>
          </a:solidFill>
        </p:spPr>
        <p:txBody>
          <a:bodyPr vert="horz" wrap="square" lIns="0" tIns="0" rIns="0" bIns="0" rtlCol="0">
            <a:spAutoFit/>
          </a:bodyPr>
          <a:lstStyle/>
          <a:p>
            <a:pPr marL="344805">
              <a:lnSpc>
                <a:spcPts val="1275"/>
              </a:lnSpc>
            </a:pPr>
            <a:r>
              <a:rPr sz="1650" dirty="0">
                <a:solidFill>
                  <a:srgbClr val="BAFBF7"/>
                </a:solidFill>
                <a:latin typeface="Arial MT"/>
                <a:cs typeface="Arial MT"/>
              </a:rPr>
              <a:t>How</a:t>
            </a:r>
            <a:r>
              <a:rPr sz="1650" spc="-30" dirty="0">
                <a:solidFill>
                  <a:srgbClr val="BAFBF7"/>
                </a:solidFill>
                <a:latin typeface="Arial MT"/>
                <a:cs typeface="Arial MT"/>
              </a:rPr>
              <a:t> </a:t>
            </a:r>
            <a:r>
              <a:rPr sz="1650" dirty="0">
                <a:solidFill>
                  <a:srgbClr val="1C938E"/>
                </a:solidFill>
                <a:latin typeface="Arial MT"/>
                <a:cs typeface="Arial MT"/>
              </a:rPr>
              <a:t>much</a:t>
            </a:r>
            <a:r>
              <a:rPr sz="1650" spc="25" dirty="0">
                <a:solidFill>
                  <a:srgbClr val="1C938E"/>
                </a:solidFill>
                <a:latin typeface="Arial MT"/>
                <a:cs typeface="Arial MT"/>
              </a:rPr>
              <a:t> </a:t>
            </a:r>
            <a:r>
              <a:rPr sz="1650" spc="-45" dirty="0">
                <a:solidFill>
                  <a:srgbClr val="0C7974"/>
                </a:solidFill>
                <a:latin typeface="Arial MT"/>
                <a:cs typeface="Arial MT"/>
              </a:rPr>
              <a:t>does</a:t>
            </a:r>
            <a:r>
              <a:rPr sz="1650" spc="-70" dirty="0">
                <a:solidFill>
                  <a:srgbClr val="0C7974"/>
                </a:solidFill>
                <a:latin typeface="Arial MT"/>
                <a:cs typeface="Arial MT"/>
              </a:rPr>
              <a:t> </a:t>
            </a:r>
            <a:r>
              <a:rPr sz="1650" spc="-10" dirty="0">
                <a:solidFill>
                  <a:srgbClr val="A8FFFF"/>
                </a:solidFill>
                <a:latin typeface="Arial MT"/>
                <a:cs typeface="Arial MT"/>
              </a:rPr>
              <a:t>IAM</a:t>
            </a:r>
            <a:r>
              <a:rPr sz="1650" spc="-15" dirty="0">
                <a:solidFill>
                  <a:srgbClr val="A8FFFF"/>
                </a:solidFill>
                <a:latin typeface="Arial MT"/>
                <a:cs typeface="Arial MT"/>
              </a:rPr>
              <a:t> </a:t>
            </a:r>
            <a:r>
              <a:rPr sz="1650" spc="-10" dirty="0">
                <a:solidFill>
                  <a:srgbClr val="3B8982"/>
                </a:solidFill>
                <a:latin typeface="Arial MT"/>
                <a:cs typeface="Arial MT"/>
              </a:rPr>
              <a:t>cost*</a:t>
            </a:r>
            <a:endParaRPr sz="1650">
              <a:latin typeface="Arial MT"/>
              <a:cs typeface="Arial MT"/>
            </a:endParaRPr>
          </a:p>
        </p:txBody>
      </p:sp>
      <p:sp>
        <p:nvSpPr>
          <p:cNvPr id="32" name="object 32"/>
          <p:cNvSpPr txBox="1"/>
          <p:nvPr/>
        </p:nvSpPr>
        <p:spPr>
          <a:xfrm>
            <a:off x="1672343" y="5415564"/>
            <a:ext cx="2664460" cy="140335"/>
          </a:xfrm>
          <a:prstGeom prst="rect">
            <a:avLst/>
          </a:prstGeom>
        </p:spPr>
        <p:txBody>
          <a:bodyPr vert="horz" wrap="square" lIns="0" tIns="12700" rIns="0" bIns="0" rtlCol="0">
            <a:spAutoFit/>
          </a:bodyPr>
          <a:lstStyle/>
          <a:p>
            <a:pPr marL="12700">
              <a:lnSpc>
                <a:spcPct val="100000"/>
              </a:lnSpc>
              <a:spcBef>
                <a:spcPts val="100"/>
              </a:spcBef>
            </a:pPr>
            <a:r>
              <a:rPr sz="750" dirty="0">
                <a:solidFill>
                  <a:srgbClr val="777777"/>
                </a:solidFill>
                <a:latin typeface="Arial MT"/>
                <a:cs typeface="Arial MT"/>
              </a:rPr>
              <a:t>Yyur</a:t>
            </a:r>
            <a:r>
              <a:rPr sz="750" spc="-80" dirty="0">
                <a:solidFill>
                  <a:srgbClr val="777777"/>
                </a:solidFill>
                <a:latin typeface="Arial MT"/>
                <a:cs typeface="Arial MT"/>
              </a:rPr>
              <a:t> </a:t>
            </a:r>
            <a:r>
              <a:rPr sz="750" dirty="0">
                <a:solidFill>
                  <a:srgbClr val="838383"/>
                </a:solidFill>
                <a:latin typeface="Arial MT"/>
                <a:cs typeface="Arial MT"/>
              </a:rPr>
              <a:t>1</a:t>
            </a:r>
            <a:r>
              <a:rPr sz="750" spc="-40" dirty="0">
                <a:solidFill>
                  <a:srgbClr val="838383"/>
                </a:solidFill>
                <a:latin typeface="Arial MT"/>
                <a:cs typeface="Arial MT"/>
              </a:rPr>
              <a:t> </a:t>
            </a:r>
            <a:r>
              <a:rPr sz="750" spc="-55" dirty="0">
                <a:solidFill>
                  <a:srgbClr val="444444"/>
                </a:solidFill>
                <a:latin typeface="Arial MT"/>
                <a:cs typeface="Arial MT"/>
              </a:rPr>
              <a:t>Amazon</a:t>
            </a:r>
            <a:r>
              <a:rPr sz="750" spc="45" dirty="0">
                <a:solidFill>
                  <a:srgbClr val="444444"/>
                </a:solidFill>
                <a:latin typeface="Arial MT"/>
                <a:cs typeface="Arial MT"/>
              </a:rPr>
              <a:t> </a:t>
            </a:r>
            <a:r>
              <a:rPr sz="750" spc="-30" dirty="0">
                <a:solidFill>
                  <a:srgbClr val="666666"/>
                </a:solidFill>
                <a:latin typeface="Arial MT"/>
                <a:cs typeface="Arial MT"/>
              </a:rPr>
              <a:t>\veG</a:t>
            </a:r>
            <a:r>
              <a:rPr sz="750" spc="254" dirty="0">
                <a:solidFill>
                  <a:srgbClr val="666666"/>
                </a:solidFill>
                <a:latin typeface="Arial MT"/>
                <a:cs typeface="Arial MT"/>
              </a:rPr>
              <a:t> </a:t>
            </a:r>
            <a:r>
              <a:rPr sz="750" spc="-90" dirty="0">
                <a:solidFill>
                  <a:srgbClr val="464646"/>
                </a:solidFill>
                <a:latin typeface="Arial MT"/>
                <a:cs typeface="Arial MT"/>
              </a:rPr>
              <a:t>›erY+ozs</a:t>
            </a:r>
            <a:r>
              <a:rPr sz="750" spc="110" dirty="0">
                <a:solidFill>
                  <a:srgbClr val="464646"/>
                </a:solidFill>
                <a:latin typeface="Arial MT"/>
                <a:cs typeface="Arial MT"/>
              </a:rPr>
              <a:t> </a:t>
            </a:r>
            <a:r>
              <a:rPr sz="750" dirty="0">
                <a:solidFill>
                  <a:srgbClr val="828282"/>
                </a:solidFill>
                <a:latin typeface="Arial MT"/>
                <a:cs typeface="Arial MT"/>
              </a:rPr>
              <a:t>inc</a:t>
            </a:r>
            <a:r>
              <a:rPr sz="750" spc="35" dirty="0">
                <a:solidFill>
                  <a:srgbClr val="828282"/>
                </a:solidFill>
                <a:latin typeface="Arial MT"/>
                <a:cs typeface="Arial MT"/>
              </a:rPr>
              <a:t> </a:t>
            </a:r>
            <a:r>
              <a:rPr sz="750" spc="-30" dirty="0">
                <a:solidFill>
                  <a:srgbClr val="838383"/>
                </a:solidFill>
                <a:latin typeface="Arial MT"/>
                <a:cs typeface="Arial MT"/>
              </a:rPr>
              <a:t>or</a:t>
            </a:r>
            <a:r>
              <a:rPr sz="750" spc="20" dirty="0">
                <a:solidFill>
                  <a:srgbClr val="838383"/>
                </a:solidFill>
                <a:latin typeface="Arial MT"/>
                <a:cs typeface="Arial MT"/>
              </a:rPr>
              <a:t> </a:t>
            </a:r>
            <a:r>
              <a:rPr sz="750" spc="-175" dirty="0">
                <a:solidFill>
                  <a:srgbClr val="5D5D5D"/>
                </a:solidFill>
                <a:latin typeface="Arial MT"/>
                <a:cs typeface="Arial MT"/>
              </a:rPr>
              <a:t>me</a:t>
            </a:r>
            <a:r>
              <a:rPr sz="750" spc="-50" dirty="0">
                <a:solidFill>
                  <a:srgbClr val="5D5D5D"/>
                </a:solidFill>
                <a:latin typeface="Arial MT"/>
                <a:cs typeface="Arial MT"/>
              </a:rPr>
              <a:t> </a:t>
            </a:r>
            <a:r>
              <a:rPr sz="750" spc="-35" dirty="0">
                <a:solidFill>
                  <a:srgbClr val="575757"/>
                </a:solidFill>
                <a:latin typeface="Arial MT"/>
                <a:cs typeface="Arial MT"/>
              </a:rPr>
              <a:t>aGiiares.</a:t>
            </a:r>
            <a:r>
              <a:rPr sz="750" spc="45" dirty="0">
                <a:solidFill>
                  <a:srgbClr val="575757"/>
                </a:solidFill>
                <a:latin typeface="Arial MT"/>
                <a:cs typeface="Arial MT"/>
              </a:rPr>
              <a:t> </a:t>
            </a:r>
            <a:r>
              <a:rPr sz="750" spc="-145" dirty="0">
                <a:solidFill>
                  <a:srgbClr val="707070"/>
                </a:solidFill>
                <a:latin typeface="Arial MT"/>
                <a:cs typeface="Arial MT"/>
              </a:rPr>
              <a:t>AU</a:t>
            </a:r>
            <a:r>
              <a:rPr sz="750" spc="-30" dirty="0">
                <a:solidFill>
                  <a:srgbClr val="707070"/>
                </a:solidFill>
                <a:latin typeface="Arial MT"/>
                <a:cs typeface="Arial MT"/>
              </a:rPr>
              <a:t> </a:t>
            </a:r>
            <a:r>
              <a:rPr sz="750" dirty="0">
                <a:solidFill>
                  <a:srgbClr val="5D5D5D"/>
                </a:solidFill>
                <a:latin typeface="Arial MT"/>
                <a:cs typeface="Arial MT"/>
              </a:rPr>
              <a:t>n9nu</a:t>
            </a:r>
            <a:r>
              <a:rPr sz="750" spc="-35" dirty="0">
                <a:solidFill>
                  <a:srgbClr val="5D5D5D"/>
                </a:solidFill>
                <a:latin typeface="Arial MT"/>
                <a:cs typeface="Arial MT"/>
              </a:rPr>
              <a:t> </a:t>
            </a:r>
            <a:r>
              <a:rPr sz="750" spc="-20" dirty="0">
                <a:solidFill>
                  <a:srgbClr val="727272"/>
                </a:solidFill>
                <a:latin typeface="Arial MT"/>
                <a:cs typeface="Arial MT"/>
              </a:rPr>
              <a:t>reserved</a:t>
            </a:r>
            <a:endParaRPr sz="750">
              <a:latin typeface="Arial MT"/>
              <a:cs typeface="Arial MT"/>
            </a:endParaRPr>
          </a:p>
        </p:txBody>
      </p:sp>
      <p:sp>
        <p:nvSpPr>
          <p:cNvPr id="33" name="object 33"/>
          <p:cNvSpPr txBox="1"/>
          <p:nvPr/>
        </p:nvSpPr>
        <p:spPr>
          <a:xfrm>
            <a:off x="4674814" y="1330442"/>
            <a:ext cx="5929630" cy="588010"/>
          </a:xfrm>
          <a:prstGeom prst="rect">
            <a:avLst/>
          </a:prstGeom>
        </p:spPr>
        <p:txBody>
          <a:bodyPr vert="horz" wrap="square" lIns="0" tIns="12700" rIns="0" bIns="0" rtlCol="0">
            <a:spAutoFit/>
          </a:bodyPr>
          <a:lstStyle/>
          <a:p>
            <a:pPr marL="12700" marR="5080" indent="55880">
              <a:lnSpc>
                <a:spcPct val="105400"/>
              </a:lnSpc>
              <a:spcBef>
                <a:spcPts val="100"/>
              </a:spcBef>
            </a:pPr>
            <a:r>
              <a:rPr sz="1750" spc="-235" dirty="0">
                <a:latin typeface="Arial MT"/>
                <a:cs typeface="Arial MT"/>
              </a:rPr>
              <a:t>AWS</a:t>
            </a:r>
            <a:r>
              <a:rPr sz="1750" spc="40" dirty="0">
                <a:latin typeface="Arial MT"/>
                <a:cs typeface="Arial MT"/>
              </a:rPr>
              <a:t> </a:t>
            </a:r>
            <a:r>
              <a:rPr sz="1750" spc="-95" dirty="0">
                <a:latin typeface="Arial MT"/>
                <a:cs typeface="Arial MT"/>
              </a:rPr>
              <a:t>evaluates</a:t>
            </a:r>
            <a:r>
              <a:rPr sz="1750" spc="10" dirty="0">
                <a:latin typeface="Arial MT"/>
                <a:cs typeface="Arial MT"/>
              </a:rPr>
              <a:t> </a:t>
            </a:r>
            <a:r>
              <a:rPr sz="1750" spc="-80" dirty="0">
                <a:latin typeface="Arial MT"/>
                <a:cs typeface="Arial MT"/>
              </a:rPr>
              <a:t>policies</a:t>
            </a:r>
            <a:r>
              <a:rPr sz="1750" spc="-5" dirty="0">
                <a:latin typeface="Arial MT"/>
                <a:cs typeface="Arial MT"/>
              </a:rPr>
              <a:t> </a:t>
            </a:r>
            <a:r>
              <a:rPr sz="1750" spc="-85" dirty="0">
                <a:latin typeface="Arial MT"/>
                <a:cs typeface="Arial MT"/>
              </a:rPr>
              <a:t>depends</a:t>
            </a:r>
            <a:r>
              <a:rPr sz="1750" spc="65" dirty="0">
                <a:latin typeface="Arial MT"/>
                <a:cs typeface="Arial MT"/>
              </a:rPr>
              <a:t> </a:t>
            </a:r>
            <a:r>
              <a:rPr sz="1750" spc="-55" dirty="0">
                <a:solidFill>
                  <a:srgbClr val="232323"/>
                </a:solidFill>
                <a:latin typeface="Arial MT"/>
                <a:cs typeface="Arial MT"/>
              </a:rPr>
              <a:t>on</a:t>
            </a:r>
            <a:r>
              <a:rPr sz="1750" spc="-80" dirty="0">
                <a:solidFill>
                  <a:srgbClr val="232323"/>
                </a:solidFill>
                <a:latin typeface="Arial MT"/>
                <a:cs typeface="Arial MT"/>
              </a:rPr>
              <a:t> </a:t>
            </a:r>
            <a:r>
              <a:rPr sz="1750" spc="-35" dirty="0">
                <a:latin typeface="Arial MT"/>
                <a:cs typeface="Arial MT"/>
              </a:rPr>
              <a:t>the</a:t>
            </a:r>
            <a:r>
              <a:rPr sz="1750" spc="-95" dirty="0">
                <a:latin typeface="Arial MT"/>
                <a:cs typeface="Arial MT"/>
              </a:rPr>
              <a:t> </a:t>
            </a:r>
            <a:r>
              <a:rPr sz="1750" spc="-55" dirty="0">
                <a:solidFill>
                  <a:srgbClr val="0E0E0E"/>
                </a:solidFill>
                <a:latin typeface="Arial MT"/>
                <a:cs typeface="Arial MT"/>
              </a:rPr>
              <a:t>types</a:t>
            </a:r>
            <a:r>
              <a:rPr sz="1750" spc="-40" dirty="0">
                <a:solidFill>
                  <a:srgbClr val="0E0E0E"/>
                </a:solidFill>
                <a:latin typeface="Arial MT"/>
                <a:cs typeface="Arial MT"/>
              </a:rPr>
              <a:t> </a:t>
            </a:r>
            <a:r>
              <a:rPr sz="1750" dirty="0">
                <a:solidFill>
                  <a:srgbClr val="161616"/>
                </a:solidFill>
                <a:latin typeface="Arial MT"/>
                <a:cs typeface="Arial MT"/>
              </a:rPr>
              <a:t>of</a:t>
            </a:r>
            <a:r>
              <a:rPr sz="1750" spc="-10" dirty="0">
                <a:solidFill>
                  <a:srgbClr val="161616"/>
                </a:solidFill>
                <a:latin typeface="Arial MT"/>
                <a:cs typeface="Arial MT"/>
              </a:rPr>
              <a:t> </a:t>
            </a:r>
            <a:r>
              <a:rPr sz="1750" spc="-75" dirty="0">
                <a:latin typeface="Arial MT"/>
                <a:cs typeface="Arial MT"/>
              </a:rPr>
              <a:t>policies</a:t>
            </a:r>
            <a:r>
              <a:rPr sz="1750" spc="25" dirty="0">
                <a:latin typeface="Arial MT"/>
                <a:cs typeface="Arial MT"/>
              </a:rPr>
              <a:t> </a:t>
            </a:r>
            <a:r>
              <a:rPr sz="1750" spc="-20" dirty="0">
                <a:latin typeface="Arial MT"/>
                <a:cs typeface="Arial MT"/>
              </a:rPr>
              <a:t>that </a:t>
            </a:r>
            <a:r>
              <a:rPr sz="1750" spc="-85" dirty="0">
                <a:latin typeface="Arial MT"/>
                <a:cs typeface="Arial MT"/>
              </a:rPr>
              <a:t>apply.</a:t>
            </a:r>
            <a:r>
              <a:rPr sz="1750" spc="-40" dirty="0">
                <a:latin typeface="Arial MT"/>
                <a:cs typeface="Arial MT"/>
              </a:rPr>
              <a:t> </a:t>
            </a:r>
            <a:r>
              <a:rPr sz="1750" spc="-200" dirty="0">
                <a:latin typeface="Arial MT"/>
                <a:cs typeface="Arial MT"/>
              </a:rPr>
              <a:t>Ch.oose</a:t>
            </a:r>
            <a:r>
              <a:rPr sz="1750" spc="80" dirty="0">
                <a:latin typeface="Arial MT"/>
                <a:cs typeface="Arial MT"/>
              </a:rPr>
              <a:t> </a:t>
            </a:r>
            <a:r>
              <a:rPr sz="1750" spc="-145" dirty="0">
                <a:solidFill>
                  <a:srgbClr val="161616"/>
                </a:solidFill>
                <a:latin typeface="Arial MT"/>
                <a:cs typeface="Arial MT"/>
              </a:rPr>
              <a:t>each</a:t>
            </a:r>
            <a:r>
              <a:rPr sz="1750" spc="-15" dirty="0">
                <a:solidFill>
                  <a:srgbClr val="161616"/>
                </a:solidFill>
                <a:latin typeface="Arial MT"/>
                <a:cs typeface="Arial MT"/>
              </a:rPr>
              <a:t> </a:t>
            </a:r>
            <a:r>
              <a:rPr sz="1750" spc="-55" dirty="0">
                <a:latin typeface="Arial MT"/>
                <a:cs typeface="Arial MT"/>
              </a:rPr>
              <a:t>policy</a:t>
            </a:r>
            <a:r>
              <a:rPr sz="1750" spc="-40" dirty="0">
                <a:latin typeface="Arial MT"/>
                <a:cs typeface="Arial MT"/>
              </a:rPr>
              <a:t> </a:t>
            </a:r>
            <a:r>
              <a:rPr sz="1750" spc="-20" dirty="0">
                <a:solidFill>
                  <a:srgbClr val="181818"/>
                </a:solidFill>
                <a:latin typeface="Arial MT"/>
                <a:cs typeface="Arial MT"/>
              </a:rPr>
              <a:t>type</a:t>
            </a:r>
            <a:r>
              <a:rPr sz="1750" spc="-15" dirty="0">
                <a:solidFill>
                  <a:srgbClr val="181818"/>
                </a:solidFill>
                <a:latin typeface="Arial MT"/>
                <a:cs typeface="Arial MT"/>
              </a:rPr>
              <a:t> </a:t>
            </a:r>
            <a:r>
              <a:rPr sz="1750" dirty="0">
                <a:latin typeface="Arial MT"/>
                <a:cs typeface="Arial MT"/>
              </a:rPr>
              <a:t>to</a:t>
            </a:r>
            <a:r>
              <a:rPr sz="1750" spc="-85" dirty="0">
                <a:latin typeface="Arial MT"/>
                <a:cs typeface="Arial MT"/>
              </a:rPr>
              <a:t> </a:t>
            </a:r>
            <a:r>
              <a:rPr sz="1750" spc="-170" dirty="0">
                <a:solidFill>
                  <a:srgbClr val="0F0F0F"/>
                </a:solidFill>
                <a:latin typeface="Arial MT"/>
                <a:cs typeface="Arial MT"/>
              </a:rPr>
              <a:t>see</a:t>
            </a:r>
            <a:r>
              <a:rPr sz="1750" spc="5" dirty="0">
                <a:solidFill>
                  <a:srgbClr val="0F0F0F"/>
                </a:solidFill>
                <a:latin typeface="Arial MT"/>
                <a:cs typeface="Arial MT"/>
              </a:rPr>
              <a:t> </a:t>
            </a:r>
            <a:r>
              <a:rPr sz="1750" spc="-45" dirty="0">
                <a:latin typeface="Arial MT"/>
                <a:cs typeface="Arial MT"/>
              </a:rPr>
              <a:t>how</a:t>
            </a:r>
            <a:r>
              <a:rPr sz="1750" spc="-25" dirty="0">
                <a:latin typeface="Arial MT"/>
                <a:cs typeface="Arial MT"/>
              </a:rPr>
              <a:t> </a:t>
            </a:r>
            <a:r>
              <a:rPr sz="1750" dirty="0">
                <a:solidFill>
                  <a:srgbClr val="181818"/>
                </a:solidFill>
                <a:latin typeface="Arial MT"/>
                <a:cs typeface="Arial MT"/>
              </a:rPr>
              <a:t>the</a:t>
            </a:r>
            <a:r>
              <a:rPr sz="1750" spc="-50" dirty="0">
                <a:solidFill>
                  <a:srgbClr val="181818"/>
                </a:solidFill>
                <a:latin typeface="Arial MT"/>
                <a:cs typeface="Arial MT"/>
              </a:rPr>
              <a:t> </a:t>
            </a:r>
            <a:r>
              <a:rPr sz="1750" spc="-55" dirty="0">
                <a:latin typeface="Arial MT"/>
                <a:cs typeface="Arial MT"/>
              </a:rPr>
              <a:t>logic</a:t>
            </a:r>
            <a:r>
              <a:rPr sz="1750" spc="-35" dirty="0">
                <a:latin typeface="Arial MT"/>
                <a:cs typeface="Arial MT"/>
              </a:rPr>
              <a:t> </a:t>
            </a:r>
            <a:r>
              <a:rPr sz="1750" spc="-85" dirty="0">
                <a:latin typeface="Arial MT"/>
                <a:cs typeface="Arial MT"/>
              </a:rPr>
              <a:t>is</a:t>
            </a:r>
            <a:r>
              <a:rPr sz="1750" spc="-50" dirty="0">
                <a:latin typeface="Arial MT"/>
                <a:cs typeface="Arial MT"/>
              </a:rPr>
              <a:t> </a:t>
            </a:r>
            <a:r>
              <a:rPr sz="1750" spc="-40" dirty="0">
                <a:latin typeface="Arial MT"/>
                <a:cs typeface="Arial MT"/>
              </a:rPr>
              <a:t>evaluated.</a:t>
            </a:r>
            <a:endParaRPr sz="1750">
              <a:latin typeface="Arial MT"/>
              <a:cs typeface="Arial MT"/>
            </a:endParaRPr>
          </a:p>
        </p:txBody>
      </p:sp>
      <p:sp>
        <p:nvSpPr>
          <p:cNvPr id="34" name="object 34"/>
          <p:cNvSpPr txBox="1"/>
          <p:nvPr/>
        </p:nvSpPr>
        <p:spPr>
          <a:xfrm>
            <a:off x="4740320" y="2446586"/>
            <a:ext cx="5800090" cy="285115"/>
          </a:xfrm>
          <a:prstGeom prst="rect">
            <a:avLst/>
          </a:prstGeom>
        </p:spPr>
        <p:txBody>
          <a:bodyPr vert="horz" wrap="square" lIns="0" tIns="12700" rIns="0" bIns="0" rtlCol="0">
            <a:spAutoFit/>
          </a:bodyPr>
          <a:lstStyle/>
          <a:p>
            <a:pPr marL="12700">
              <a:lnSpc>
                <a:spcPct val="100000"/>
              </a:lnSpc>
              <a:spcBef>
                <a:spcPts val="100"/>
              </a:spcBef>
            </a:pPr>
            <a:r>
              <a:rPr sz="1700" spc="-165" dirty="0">
                <a:solidFill>
                  <a:srgbClr val="2B2B2B"/>
                </a:solidFill>
                <a:latin typeface="Arial MT"/>
                <a:cs typeface="Arial MT"/>
              </a:rPr>
              <a:t>An</a:t>
            </a:r>
            <a:r>
              <a:rPr sz="1700" dirty="0">
                <a:solidFill>
                  <a:srgbClr val="2B2B2B"/>
                </a:solidFill>
                <a:latin typeface="Arial MT"/>
                <a:cs typeface="Arial MT"/>
              </a:rPr>
              <a:t> </a:t>
            </a:r>
            <a:r>
              <a:rPr sz="1700" spc="-85" dirty="0">
                <a:latin typeface="Arial MT"/>
                <a:cs typeface="Arial MT"/>
              </a:rPr>
              <a:t>explicit</a:t>
            </a:r>
            <a:r>
              <a:rPr sz="1700" spc="20" dirty="0">
                <a:latin typeface="Arial MT"/>
                <a:cs typeface="Arial MT"/>
              </a:rPr>
              <a:t> </a:t>
            </a:r>
            <a:r>
              <a:rPr sz="1700" spc="-135" dirty="0">
                <a:solidFill>
                  <a:srgbClr val="161616"/>
                </a:solidFill>
                <a:latin typeface="Arial MT"/>
                <a:cs typeface="Arial MT"/>
              </a:rPr>
              <a:t>deny</a:t>
            </a:r>
            <a:r>
              <a:rPr sz="1700" spc="15" dirty="0">
                <a:solidFill>
                  <a:srgbClr val="161616"/>
                </a:solidFill>
                <a:latin typeface="Arial MT"/>
                <a:cs typeface="Arial MT"/>
              </a:rPr>
              <a:t> </a:t>
            </a:r>
            <a:r>
              <a:rPr sz="1700" spc="-100" dirty="0">
                <a:latin typeface="Arial MT"/>
                <a:cs typeface="Arial MT"/>
              </a:rPr>
              <a:t>is</a:t>
            </a:r>
            <a:r>
              <a:rPr sz="1700" spc="-25" dirty="0">
                <a:latin typeface="Arial MT"/>
                <a:cs typeface="Arial MT"/>
              </a:rPr>
              <a:t> </a:t>
            </a:r>
            <a:r>
              <a:rPr sz="1700" spc="-145" dirty="0">
                <a:solidFill>
                  <a:srgbClr val="1F1F1F"/>
                </a:solidFill>
                <a:latin typeface="Arial MT"/>
                <a:cs typeface="Arial MT"/>
              </a:rPr>
              <a:t>an</a:t>
            </a:r>
            <a:r>
              <a:rPr sz="1700" spc="-100" dirty="0">
                <a:solidFill>
                  <a:srgbClr val="1F1F1F"/>
                </a:solidFill>
                <a:latin typeface="Arial MT"/>
                <a:cs typeface="Arial MT"/>
              </a:rPr>
              <a:t> </a:t>
            </a:r>
            <a:r>
              <a:rPr sz="1700" spc="-160" dirty="0">
                <a:solidFill>
                  <a:srgbClr val="111111"/>
                </a:solidFill>
                <a:latin typeface="Arial MT"/>
                <a:cs typeface="Arial MT"/>
              </a:rPr>
              <a:t>IAM</a:t>
            </a:r>
            <a:r>
              <a:rPr sz="1700" spc="-25" dirty="0">
                <a:solidFill>
                  <a:srgbClr val="111111"/>
                </a:solidFill>
                <a:latin typeface="Arial MT"/>
                <a:cs typeface="Arial MT"/>
              </a:rPr>
              <a:t> </a:t>
            </a:r>
            <a:r>
              <a:rPr sz="1700" spc="-70" dirty="0">
                <a:latin typeface="Arial MT"/>
                <a:cs typeface="Arial MT"/>
              </a:rPr>
              <a:t>policy</a:t>
            </a:r>
            <a:r>
              <a:rPr sz="1700" spc="50" dirty="0">
                <a:latin typeface="Arial MT"/>
                <a:cs typeface="Arial MT"/>
              </a:rPr>
              <a:t> </a:t>
            </a:r>
            <a:r>
              <a:rPr sz="1700" spc="-35" dirty="0">
                <a:solidFill>
                  <a:srgbClr val="212121"/>
                </a:solidFill>
                <a:latin typeface="Arial MT"/>
                <a:cs typeface="Arial MT"/>
              </a:rPr>
              <a:t>that</a:t>
            </a:r>
            <a:r>
              <a:rPr sz="1700" spc="-5" dirty="0">
                <a:solidFill>
                  <a:srgbClr val="212121"/>
                </a:solidFill>
                <a:latin typeface="Arial MT"/>
                <a:cs typeface="Arial MT"/>
              </a:rPr>
              <a:t> </a:t>
            </a:r>
            <a:r>
              <a:rPr sz="1700" spc="-95" dirty="0">
                <a:solidFill>
                  <a:srgbClr val="363636"/>
                </a:solidFill>
                <a:latin typeface="Arial MT"/>
                <a:cs typeface="Arial MT"/>
              </a:rPr>
              <a:t>you</a:t>
            </a:r>
            <a:r>
              <a:rPr sz="1700" spc="-5" dirty="0">
                <a:solidFill>
                  <a:srgbClr val="363636"/>
                </a:solidFill>
                <a:latin typeface="Arial MT"/>
                <a:cs typeface="Arial MT"/>
              </a:rPr>
              <a:t> </a:t>
            </a:r>
            <a:r>
              <a:rPr sz="1700" spc="-80" dirty="0">
                <a:latin typeface="Arial MT"/>
                <a:cs typeface="Arial MT"/>
              </a:rPr>
              <a:t>attach</a:t>
            </a:r>
            <a:r>
              <a:rPr sz="1700" dirty="0">
                <a:latin typeface="Arial MT"/>
                <a:cs typeface="Arial MT"/>
              </a:rPr>
              <a:t> </a:t>
            </a:r>
            <a:r>
              <a:rPr sz="1700" dirty="0">
                <a:solidFill>
                  <a:srgbClr val="1C1C1C"/>
                </a:solidFill>
                <a:latin typeface="Arial MT"/>
                <a:cs typeface="Arial MT"/>
              </a:rPr>
              <a:t>to</a:t>
            </a:r>
            <a:r>
              <a:rPr sz="1700" spc="-50" dirty="0">
                <a:solidFill>
                  <a:srgbClr val="1C1C1C"/>
                </a:solidFill>
                <a:latin typeface="Arial MT"/>
                <a:cs typeface="Arial MT"/>
              </a:rPr>
              <a:t> </a:t>
            </a:r>
            <a:r>
              <a:rPr sz="1700" spc="-280" dirty="0">
                <a:solidFill>
                  <a:srgbClr val="3A3A3A"/>
                </a:solidFill>
                <a:latin typeface="Arial MT"/>
                <a:cs typeface="Arial MT"/>
              </a:rPr>
              <a:t>a</a:t>
            </a:r>
            <a:r>
              <a:rPr sz="1700" spc="-5" dirty="0">
                <a:solidFill>
                  <a:srgbClr val="3A3A3A"/>
                </a:solidFill>
                <a:latin typeface="Arial MT"/>
                <a:cs typeface="Arial MT"/>
              </a:rPr>
              <a:t> </a:t>
            </a:r>
            <a:r>
              <a:rPr sz="1700" spc="-165" dirty="0">
                <a:solidFill>
                  <a:srgbClr val="0E0E0E"/>
                </a:solidFill>
                <a:latin typeface="Arial MT"/>
                <a:cs typeface="Arial MT"/>
              </a:rPr>
              <a:t>user,</a:t>
            </a:r>
            <a:r>
              <a:rPr sz="1700" spc="-20" dirty="0">
                <a:solidFill>
                  <a:srgbClr val="0E0E0E"/>
                </a:solidFill>
                <a:latin typeface="Arial MT"/>
                <a:cs typeface="Arial MT"/>
              </a:rPr>
              <a:t> </a:t>
            </a:r>
            <a:r>
              <a:rPr sz="1700" spc="-90" dirty="0">
                <a:solidFill>
                  <a:srgbClr val="181818"/>
                </a:solidFill>
                <a:latin typeface="Arial MT"/>
                <a:cs typeface="Arial MT"/>
              </a:rPr>
              <a:t>group,</a:t>
            </a:r>
            <a:r>
              <a:rPr sz="1700" spc="-55" dirty="0">
                <a:solidFill>
                  <a:srgbClr val="181818"/>
                </a:solidFill>
                <a:latin typeface="Arial MT"/>
                <a:cs typeface="Arial MT"/>
              </a:rPr>
              <a:t> </a:t>
            </a:r>
            <a:r>
              <a:rPr sz="1700" spc="-25" dirty="0">
                <a:solidFill>
                  <a:srgbClr val="161616"/>
                </a:solidFill>
                <a:latin typeface="Arial MT"/>
                <a:cs typeface="Arial MT"/>
              </a:rPr>
              <a:t>or</a:t>
            </a:r>
            <a:endParaRPr sz="1700">
              <a:latin typeface="Arial MT"/>
              <a:cs typeface="Arial MT"/>
            </a:endParaRPr>
          </a:p>
        </p:txBody>
      </p:sp>
      <p:sp>
        <p:nvSpPr>
          <p:cNvPr id="35" name="object 35"/>
          <p:cNvSpPr txBox="1"/>
          <p:nvPr/>
        </p:nvSpPr>
        <p:spPr>
          <a:xfrm>
            <a:off x="4733359" y="2708555"/>
            <a:ext cx="5778500" cy="794385"/>
          </a:xfrm>
          <a:prstGeom prst="rect">
            <a:avLst/>
          </a:prstGeom>
        </p:spPr>
        <p:txBody>
          <a:bodyPr vert="horz" wrap="square" lIns="0" tIns="16510" rIns="0" bIns="0" rtlCol="0">
            <a:spAutoFit/>
          </a:bodyPr>
          <a:lstStyle/>
          <a:p>
            <a:pPr marL="12700" marR="5080" indent="1905" algn="just">
              <a:lnSpc>
                <a:spcPct val="98400"/>
              </a:lnSpc>
              <a:spcBef>
                <a:spcPts val="130"/>
              </a:spcBef>
            </a:pPr>
            <a:r>
              <a:rPr sz="1700" spc="-100" dirty="0">
                <a:latin typeface="Arial MT"/>
                <a:cs typeface="Arial MT"/>
              </a:rPr>
              <a:t>role.</a:t>
            </a:r>
            <a:r>
              <a:rPr sz="1700" spc="-20" dirty="0">
                <a:latin typeface="Arial MT"/>
                <a:cs typeface="Arial MT"/>
              </a:rPr>
              <a:t> </a:t>
            </a:r>
            <a:r>
              <a:rPr sz="1700" dirty="0">
                <a:solidFill>
                  <a:srgbClr val="2B2B2B"/>
                </a:solidFill>
                <a:latin typeface="Arial MT"/>
                <a:cs typeface="Arial MT"/>
              </a:rPr>
              <a:t>It</a:t>
            </a:r>
            <a:r>
              <a:rPr sz="1700" spc="-120" dirty="0">
                <a:solidFill>
                  <a:srgbClr val="2B2B2B"/>
                </a:solidFill>
                <a:latin typeface="Arial MT"/>
                <a:cs typeface="Arial MT"/>
              </a:rPr>
              <a:t> </a:t>
            </a:r>
            <a:r>
              <a:rPr sz="1700" spc="-75" dirty="0">
                <a:latin typeface="Arial MT"/>
                <a:cs typeface="Arial MT"/>
              </a:rPr>
              <a:t>restricts</a:t>
            </a:r>
            <a:r>
              <a:rPr sz="1700" spc="-45" dirty="0">
                <a:latin typeface="Arial MT"/>
                <a:cs typeface="Arial MT"/>
              </a:rPr>
              <a:t> </a:t>
            </a:r>
            <a:r>
              <a:rPr sz="1700" spc="-10" dirty="0">
                <a:latin typeface="Arial MT"/>
                <a:cs typeface="Arial MT"/>
              </a:rPr>
              <a:t>that</a:t>
            </a:r>
            <a:r>
              <a:rPr sz="1700" spc="-105" dirty="0">
                <a:latin typeface="Arial MT"/>
                <a:cs typeface="Arial MT"/>
              </a:rPr>
              <a:t> </a:t>
            </a:r>
            <a:r>
              <a:rPr sz="1700" dirty="0">
                <a:latin typeface="Arial MT"/>
                <a:cs typeface="Arial MT"/>
              </a:rPr>
              <a:t>identi</a:t>
            </a:r>
            <a:r>
              <a:rPr sz="1700" spc="260" dirty="0">
                <a:latin typeface="Arial MT"/>
                <a:cs typeface="Arial MT"/>
              </a:rPr>
              <a:t>  </a:t>
            </a:r>
            <a:r>
              <a:rPr sz="1700" spc="-50" dirty="0">
                <a:solidFill>
                  <a:srgbClr val="0C0C0C"/>
                </a:solidFill>
                <a:latin typeface="Arial MT"/>
                <a:cs typeface="Arial MT"/>
              </a:rPr>
              <a:t>from</a:t>
            </a:r>
            <a:r>
              <a:rPr sz="1700" spc="-65" dirty="0">
                <a:solidFill>
                  <a:srgbClr val="0C0C0C"/>
                </a:solidFill>
                <a:latin typeface="Arial MT"/>
                <a:cs typeface="Arial MT"/>
              </a:rPr>
              <a:t> </a:t>
            </a:r>
            <a:r>
              <a:rPr sz="1700" spc="-90" dirty="0">
                <a:latin typeface="Arial MT"/>
                <a:cs typeface="Arial MT"/>
              </a:rPr>
              <a:t>having</a:t>
            </a:r>
            <a:r>
              <a:rPr sz="1700" spc="35" dirty="0">
                <a:latin typeface="Arial MT"/>
                <a:cs typeface="Arial MT"/>
              </a:rPr>
              <a:t> </a:t>
            </a:r>
            <a:r>
              <a:rPr sz="1700" spc="-220" dirty="0">
                <a:latin typeface="Arial MT"/>
                <a:cs typeface="Arial MT"/>
              </a:rPr>
              <a:t>access</a:t>
            </a:r>
            <a:r>
              <a:rPr sz="1700" spc="100" dirty="0">
                <a:latin typeface="Arial MT"/>
                <a:cs typeface="Arial MT"/>
              </a:rPr>
              <a:t> </a:t>
            </a:r>
            <a:r>
              <a:rPr sz="1700" dirty="0">
                <a:solidFill>
                  <a:srgbClr val="212121"/>
                </a:solidFill>
                <a:latin typeface="Arial MT"/>
                <a:cs typeface="Arial MT"/>
              </a:rPr>
              <a:t>to</a:t>
            </a:r>
            <a:r>
              <a:rPr sz="1700" spc="-40" dirty="0">
                <a:solidFill>
                  <a:srgbClr val="212121"/>
                </a:solidFill>
                <a:latin typeface="Arial MT"/>
                <a:cs typeface="Arial MT"/>
              </a:rPr>
              <a:t> </a:t>
            </a:r>
            <a:r>
              <a:rPr sz="1700" spc="-45" dirty="0">
                <a:solidFill>
                  <a:srgbClr val="161616"/>
                </a:solidFill>
                <a:latin typeface="Arial MT"/>
                <a:cs typeface="Arial MT"/>
              </a:rPr>
              <a:t>the</a:t>
            </a:r>
            <a:r>
              <a:rPr sz="1700" spc="-50" dirty="0">
                <a:solidFill>
                  <a:srgbClr val="161616"/>
                </a:solidFill>
                <a:latin typeface="Arial MT"/>
                <a:cs typeface="Arial MT"/>
              </a:rPr>
              <a:t> </a:t>
            </a:r>
            <a:r>
              <a:rPr sz="1700" spc="-140" dirty="0">
                <a:latin typeface="Arial MT"/>
                <a:cs typeface="Arial MT"/>
              </a:rPr>
              <a:t>service</a:t>
            </a:r>
            <a:r>
              <a:rPr sz="1700" spc="20" dirty="0">
                <a:latin typeface="Arial MT"/>
                <a:cs typeface="Arial MT"/>
              </a:rPr>
              <a:t> </a:t>
            </a:r>
            <a:r>
              <a:rPr sz="1700" spc="-60" dirty="0">
                <a:solidFill>
                  <a:srgbClr val="262626"/>
                </a:solidFill>
                <a:latin typeface="Arial MT"/>
                <a:cs typeface="Arial MT"/>
              </a:rPr>
              <a:t>or</a:t>
            </a:r>
            <a:r>
              <a:rPr sz="1700" spc="-25" dirty="0">
                <a:solidFill>
                  <a:srgbClr val="262626"/>
                </a:solidFill>
                <a:latin typeface="Arial MT"/>
                <a:cs typeface="Arial MT"/>
              </a:rPr>
              <a:t> </a:t>
            </a:r>
            <a:r>
              <a:rPr sz="1700" spc="-25" dirty="0">
                <a:latin typeface="Arial MT"/>
                <a:cs typeface="Arial MT"/>
              </a:rPr>
              <a:t>tO </a:t>
            </a:r>
            <a:r>
              <a:rPr sz="1700" spc="-100" dirty="0">
                <a:latin typeface="Arial MT"/>
                <a:cs typeface="Arial MT"/>
              </a:rPr>
              <a:t>specified</a:t>
            </a:r>
            <a:r>
              <a:rPr sz="1700" spc="-20" dirty="0">
                <a:latin typeface="Arial MT"/>
                <a:cs typeface="Arial MT"/>
              </a:rPr>
              <a:t> </a:t>
            </a:r>
            <a:r>
              <a:rPr sz="1700" spc="-100" dirty="0">
                <a:latin typeface="Arial MT"/>
                <a:cs typeface="Arial MT"/>
              </a:rPr>
              <a:t>actions</a:t>
            </a:r>
            <a:r>
              <a:rPr sz="1700" spc="-20" dirty="0">
                <a:latin typeface="Arial MT"/>
                <a:cs typeface="Arial MT"/>
              </a:rPr>
              <a:t> </a:t>
            </a:r>
            <a:r>
              <a:rPr sz="1700" spc="-30" dirty="0">
                <a:latin typeface="Arial MT"/>
                <a:cs typeface="Arial MT"/>
              </a:rPr>
              <a:t>within</a:t>
            </a:r>
            <a:r>
              <a:rPr sz="1700" spc="-5" dirty="0">
                <a:latin typeface="Arial MT"/>
                <a:cs typeface="Arial MT"/>
              </a:rPr>
              <a:t> </a:t>
            </a:r>
            <a:r>
              <a:rPr sz="1700" spc="-80" dirty="0">
                <a:solidFill>
                  <a:srgbClr val="2A2A2A"/>
                </a:solidFill>
                <a:latin typeface="Arial MT"/>
                <a:cs typeface="Arial MT"/>
              </a:rPr>
              <a:t>the</a:t>
            </a:r>
            <a:r>
              <a:rPr sz="1700" dirty="0">
                <a:solidFill>
                  <a:srgbClr val="2A2A2A"/>
                </a:solidFill>
                <a:latin typeface="Arial MT"/>
                <a:cs typeface="Arial MT"/>
              </a:rPr>
              <a:t> </a:t>
            </a:r>
            <a:r>
              <a:rPr sz="1700" spc="-135" dirty="0">
                <a:solidFill>
                  <a:srgbClr val="161616"/>
                </a:solidFill>
                <a:latin typeface="Arial MT"/>
                <a:cs typeface="Arial MT"/>
              </a:rPr>
              <a:t>service.</a:t>
            </a:r>
            <a:r>
              <a:rPr sz="1700" spc="75" dirty="0">
                <a:solidFill>
                  <a:srgbClr val="161616"/>
                </a:solidFill>
                <a:latin typeface="Arial MT"/>
                <a:cs typeface="Arial MT"/>
              </a:rPr>
              <a:t> </a:t>
            </a:r>
            <a:r>
              <a:rPr sz="1700" spc="-200" dirty="0">
                <a:solidFill>
                  <a:srgbClr val="2D2D2D"/>
                </a:solidFill>
                <a:latin typeface="Arial MT"/>
                <a:cs typeface="Arial MT"/>
              </a:rPr>
              <a:t>An</a:t>
            </a:r>
            <a:r>
              <a:rPr sz="1700" spc="80" dirty="0">
                <a:solidFill>
                  <a:srgbClr val="2D2D2D"/>
                </a:solidFill>
                <a:latin typeface="Arial MT"/>
                <a:cs typeface="Arial MT"/>
              </a:rPr>
              <a:t> </a:t>
            </a:r>
            <a:r>
              <a:rPr sz="1700" spc="-85" dirty="0">
                <a:latin typeface="Arial MT"/>
                <a:cs typeface="Arial MT"/>
              </a:rPr>
              <a:t>explicit</a:t>
            </a:r>
            <a:r>
              <a:rPr sz="1700" spc="40" dirty="0">
                <a:latin typeface="Arial MT"/>
                <a:cs typeface="Arial MT"/>
              </a:rPr>
              <a:t> </a:t>
            </a:r>
            <a:r>
              <a:rPr sz="1700" spc="-135" dirty="0">
                <a:latin typeface="Arial MT"/>
                <a:cs typeface="Arial MT"/>
              </a:rPr>
              <a:t>deny</a:t>
            </a:r>
            <a:r>
              <a:rPr sz="1700" spc="40" dirty="0">
                <a:latin typeface="Arial MT"/>
                <a:cs typeface="Arial MT"/>
              </a:rPr>
              <a:t> </a:t>
            </a:r>
            <a:r>
              <a:rPr sz="1700" spc="-175" dirty="0">
                <a:solidFill>
                  <a:srgbClr val="0C0C0C"/>
                </a:solidFill>
                <a:latin typeface="Arial MT"/>
                <a:cs typeface="Arial MT"/>
              </a:rPr>
              <a:t>is</a:t>
            </a:r>
            <a:r>
              <a:rPr sz="1700" spc="55" dirty="0">
                <a:solidFill>
                  <a:srgbClr val="0C0C0C"/>
                </a:solidFill>
                <a:latin typeface="Arial MT"/>
                <a:cs typeface="Arial MT"/>
              </a:rPr>
              <a:t> </a:t>
            </a:r>
            <a:r>
              <a:rPr sz="1700" spc="-80" dirty="0">
                <a:solidFill>
                  <a:srgbClr val="131313"/>
                </a:solidFill>
                <a:latin typeface="Arial MT"/>
                <a:cs typeface="Arial MT"/>
              </a:rPr>
              <a:t>similar</a:t>
            </a:r>
            <a:r>
              <a:rPr sz="1700" spc="-5" dirty="0">
                <a:solidFill>
                  <a:srgbClr val="131313"/>
                </a:solidFill>
                <a:latin typeface="Arial MT"/>
                <a:cs typeface="Arial MT"/>
              </a:rPr>
              <a:t> </a:t>
            </a:r>
            <a:r>
              <a:rPr sz="1700" dirty="0">
                <a:solidFill>
                  <a:srgbClr val="0E0E0E"/>
                </a:solidFill>
                <a:latin typeface="Arial MT"/>
                <a:cs typeface="Arial MT"/>
              </a:rPr>
              <a:t>to</a:t>
            </a:r>
            <a:r>
              <a:rPr sz="1700" spc="-40" dirty="0">
                <a:solidFill>
                  <a:srgbClr val="0E0E0E"/>
                </a:solidFill>
                <a:latin typeface="Arial MT"/>
                <a:cs typeface="Arial MT"/>
              </a:rPr>
              <a:t> </a:t>
            </a:r>
            <a:r>
              <a:rPr sz="1700" spc="-25" dirty="0">
                <a:solidFill>
                  <a:srgbClr val="232323"/>
                </a:solidFill>
                <a:latin typeface="Arial MT"/>
                <a:cs typeface="Arial MT"/>
              </a:rPr>
              <a:t>an </a:t>
            </a:r>
            <a:r>
              <a:rPr sz="1700" spc="-35" dirty="0">
                <a:latin typeface="Arial MT"/>
                <a:cs typeface="Arial MT"/>
              </a:rPr>
              <a:t>implicit</a:t>
            </a:r>
            <a:r>
              <a:rPr sz="1700" spc="-85" dirty="0">
                <a:latin typeface="Arial MT"/>
                <a:cs typeface="Arial MT"/>
              </a:rPr>
              <a:t> </a:t>
            </a:r>
            <a:r>
              <a:rPr sz="1700" spc="-155" dirty="0">
                <a:latin typeface="Arial MT"/>
                <a:cs typeface="Arial MT"/>
              </a:rPr>
              <a:t>deny,</a:t>
            </a:r>
            <a:r>
              <a:rPr sz="1700" spc="30" dirty="0">
                <a:latin typeface="Arial MT"/>
                <a:cs typeface="Arial MT"/>
              </a:rPr>
              <a:t> </a:t>
            </a:r>
            <a:r>
              <a:rPr sz="1700" spc="-35" dirty="0">
                <a:latin typeface="Arial MT"/>
                <a:cs typeface="Arial MT"/>
              </a:rPr>
              <a:t>with</a:t>
            </a:r>
            <a:r>
              <a:rPr sz="1700" spc="-85" dirty="0">
                <a:latin typeface="Arial MT"/>
                <a:cs typeface="Arial MT"/>
              </a:rPr>
              <a:t> </a:t>
            </a:r>
            <a:r>
              <a:rPr sz="1700" spc="-110" dirty="0">
                <a:latin typeface="Arial MT"/>
                <a:cs typeface="Arial MT"/>
              </a:rPr>
              <a:t>one</a:t>
            </a:r>
            <a:r>
              <a:rPr sz="1700" spc="-10" dirty="0">
                <a:latin typeface="Arial MT"/>
                <a:cs typeface="Arial MT"/>
              </a:rPr>
              <a:t> </a:t>
            </a:r>
            <a:r>
              <a:rPr sz="1700" spc="-45" dirty="0">
                <a:latin typeface="Arial MT"/>
                <a:cs typeface="Arial MT"/>
              </a:rPr>
              <a:t>important</a:t>
            </a:r>
            <a:r>
              <a:rPr sz="1700" spc="-10" dirty="0">
                <a:latin typeface="Arial MT"/>
                <a:cs typeface="Arial MT"/>
              </a:rPr>
              <a:t> </a:t>
            </a:r>
            <a:r>
              <a:rPr sz="1700" spc="-100" dirty="0">
                <a:solidFill>
                  <a:srgbClr val="0F0F0F"/>
                </a:solidFill>
                <a:latin typeface="Arial MT"/>
                <a:cs typeface="Arial MT"/>
              </a:rPr>
              <a:t>distinctiOn:</a:t>
            </a:r>
            <a:r>
              <a:rPr sz="1700" spc="35" dirty="0">
                <a:solidFill>
                  <a:srgbClr val="0F0F0F"/>
                </a:solidFill>
                <a:latin typeface="Arial MT"/>
                <a:cs typeface="Arial MT"/>
              </a:rPr>
              <a:t> </a:t>
            </a:r>
            <a:r>
              <a:rPr sz="1700" spc="-145" dirty="0">
                <a:solidFill>
                  <a:srgbClr val="282828"/>
                </a:solidFill>
                <a:latin typeface="Arial MT"/>
                <a:cs typeface="Arial MT"/>
              </a:rPr>
              <a:t>an</a:t>
            </a:r>
            <a:r>
              <a:rPr sz="1700" spc="-75" dirty="0">
                <a:solidFill>
                  <a:srgbClr val="282828"/>
                </a:solidFill>
                <a:latin typeface="Arial MT"/>
                <a:cs typeface="Arial MT"/>
              </a:rPr>
              <a:t> </a:t>
            </a:r>
            <a:r>
              <a:rPr sz="1700" spc="-65" dirty="0">
                <a:latin typeface="Arial MT"/>
                <a:cs typeface="Arial MT"/>
              </a:rPr>
              <a:t>explicit</a:t>
            </a:r>
            <a:r>
              <a:rPr sz="1700" spc="-30" dirty="0">
                <a:latin typeface="Arial MT"/>
                <a:cs typeface="Arial MT"/>
              </a:rPr>
              <a:t> </a:t>
            </a:r>
            <a:r>
              <a:rPr sz="1700" spc="-10" dirty="0">
                <a:latin typeface="Arial MT"/>
                <a:cs typeface="Arial MT"/>
              </a:rPr>
              <a:t>allow</a:t>
            </a:r>
            <a:endParaRPr sz="1700">
              <a:latin typeface="Arial MT"/>
              <a:cs typeface="Arial MT"/>
            </a:endParaRPr>
          </a:p>
        </p:txBody>
      </p:sp>
      <p:sp>
        <p:nvSpPr>
          <p:cNvPr id="36" name="object 36"/>
          <p:cNvSpPr txBox="1"/>
          <p:nvPr/>
        </p:nvSpPr>
        <p:spPr>
          <a:xfrm>
            <a:off x="4731569" y="3484935"/>
            <a:ext cx="2799080" cy="285115"/>
          </a:xfrm>
          <a:prstGeom prst="rect">
            <a:avLst/>
          </a:prstGeom>
        </p:spPr>
        <p:txBody>
          <a:bodyPr vert="horz" wrap="square" lIns="0" tIns="12700" rIns="0" bIns="0" rtlCol="0">
            <a:spAutoFit/>
          </a:bodyPr>
          <a:lstStyle/>
          <a:p>
            <a:pPr marL="12700">
              <a:lnSpc>
                <a:spcPct val="100000"/>
              </a:lnSpc>
              <a:spcBef>
                <a:spcPts val="100"/>
              </a:spcBef>
            </a:pPr>
            <a:r>
              <a:rPr sz="1700" spc="-90" dirty="0">
                <a:solidFill>
                  <a:srgbClr val="131313"/>
                </a:solidFill>
                <a:latin typeface="Arial MT"/>
                <a:cs typeface="Arial MT"/>
              </a:rPr>
              <a:t>cannot</a:t>
            </a:r>
            <a:r>
              <a:rPr sz="1700" spc="-20" dirty="0">
                <a:solidFill>
                  <a:srgbClr val="131313"/>
                </a:solidFill>
                <a:latin typeface="Arial MT"/>
                <a:cs typeface="Arial MT"/>
              </a:rPr>
              <a:t> </a:t>
            </a:r>
            <a:r>
              <a:rPr sz="1700" spc="-90" dirty="0">
                <a:latin typeface="Arial MT"/>
                <a:cs typeface="Arial MT"/>
              </a:rPr>
              <a:t>override</a:t>
            </a:r>
            <a:r>
              <a:rPr sz="1700" spc="45" dirty="0">
                <a:latin typeface="Arial MT"/>
                <a:cs typeface="Arial MT"/>
              </a:rPr>
              <a:t> </a:t>
            </a:r>
            <a:r>
              <a:rPr sz="1700" spc="-145" dirty="0">
                <a:solidFill>
                  <a:srgbClr val="3B3B3B"/>
                </a:solidFill>
                <a:latin typeface="Arial MT"/>
                <a:cs typeface="Arial MT"/>
              </a:rPr>
              <a:t>an</a:t>
            </a:r>
            <a:r>
              <a:rPr sz="1700" dirty="0">
                <a:solidFill>
                  <a:srgbClr val="3B3B3B"/>
                </a:solidFill>
                <a:latin typeface="Arial MT"/>
                <a:cs typeface="Arial MT"/>
              </a:rPr>
              <a:t> </a:t>
            </a:r>
            <a:r>
              <a:rPr sz="1700" spc="-85" dirty="0">
                <a:latin typeface="Arial MT"/>
                <a:cs typeface="Arial MT"/>
              </a:rPr>
              <a:t>explicit</a:t>
            </a:r>
            <a:r>
              <a:rPr sz="1700" spc="10" dirty="0">
                <a:latin typeface="Arial MT"/>
                <a:cs typeface="Arial MT"/>
              </a:rPr>
              <a:t> </a:t>
            </a:r>
            <a:r>
              <a:rPr sz="1700" spc="-80" dirty="0">
                <a:solidFill>
                  <a:srgbClr val="111111"/>
                </a:solidFill>
                <a:latin typeface="Arial MT"/>
                <a:cs typeface="Arial MT"/>
              </a:rPr>
              <a:t>deny.</a:t>
            </a:r>
            <a:endParaRPr sz="1700">
              <a:latin typeface="Arial MT"/>
              <a:cs typeface="Arial MT"/>
            </a:endParaRPr>
          </a:p>
        </p:txBody>
      </p:sp>
      <p:sp>
        <p:nvSpPr>
          <p:cNvPr id="37" name="object 37"/>
          <p:cNvSpPr txBox="1"/>
          <p:nvPr/>
        </p:nvSpPr>
        <p:spPr>
          <a:xfrm>
            <a:off x="4732658" y="3927265"/>
            <a:ext cx="5836920" cy="1316355"/>
          </a:xfrm>
          <a:prstGeom prst="rect">
            <a:avLst/>
          </a:prstGeom>
        </p:spPr>
        <p:txBody>
          <a:bodyPr vert="horz" wrap="square" lIns="0" tIns="11430" rIns="0" bIns="0" rtlCol="0">
            <a:spAutoFit/>
          </a:bodyPr>
          <a:lstStyle/>
          <a:p>
            <a:pPr marL="12700" marR="5080" algn="just">
              <a:lnSpc>
                <a:spcPct val="106000"/>
              </a:lnSpc>
              <a:spcBef>
                <a:spcPts val="90"/>
              </a:spcBef>
            </a:pPr>
            <a:r>
              <a:rPr sz="1600" spc="-90" dirty="0">
                <a:solidFill>
                  <a:srgbClr val="131313"/>
                </a:solidFill>
                <a:latin typeface="Arial MT"/>
                <a:cs typeface="Arial MT"/>
              </a:rPr>
              <a:t>For</a:t>
            </a:r>
            <a:r>
              <a:rPr sz="1600" spc="15" dirty="0">
                <a:solidFill>
                  <a:srgbClr val="131313"/>
                </a:solidFill>
                <a:latin typeface="Arial MT"/>
                <a:cs typeface="Arial MT"/>
              </a:rPr>
              <a:t> </a:t>
            </a:r>
            <a:r>
              <a:rPr sz="1600" spc="-70" dirty="0">
                <a:latin typeface="Arial MT"/>
                <a:cs typeface="Arial MT"/>
              </a:rPr>
              <a:t>example,</a:t>
            </a:r>
            <a:r>
              <a:rPr sz="1600" spc="50" dirty="0">
                <a:latin typeface="Arial MT"/>
                <a:cs typeface="Arial MT"/>
              </a:rPr>
              <a:t> </a:t>
            </a:r>
            <a:r>
              <a:rPr sz="1600" spc="-75" dirty="0">
                <a:latin typeface="Arial MT"/>
                <a:cs typeface="Arial MT"/>
              </a:rPr>
              <a:t>suppose</a:t>
            </a:r>
            <a:r>
              <a:rPr sz="1600" spc="85" dirty="0">
                <a:latin typeface="Arial MT"/>
                <a:cs typeface="Arial MT"/>
              </a:rPr>
              <a:t> </a:t>
            </a:r>
            <a:r>
              <a:rPr sz="1600" spc="-5" dirty="0">
                <a:latin typeface="Arial MT"/>
                <a:cs typeface="Arial MT"/>
              </a:rPr>
              <a:t>tha</a:t>
            </a:r>
            <a:r>
              <a:rPr sz="1600" dirty="0">
                <a:latin typeface="Arial MT"/>
                <a:cs typeface="Arial MT"/>
              </a:rPr>
              <a:t>t</a:t>
            </a:r>
            <a:r>
              <a:rPr sz="1600" spc="55" dirty="0">
                <a:latin typeface="Arial MT"/>
                <a:cs typeface="Arial MT"/>
              </a:rPr>
              <a:t> </a:t>
            </a:r>
            <a:r>
              <a:rPr sz="1600" spc="-204" dirty="0">
                <a:solidFill>
                  <a:srgbClr val="444444"/>
                </a:solidFill>
                <a:latin typeface="Arial MT"/>
                <a:cs typeface="Arial MT"/>
              </a:rPr>
              <a:t>a</a:t>
            </a:r>
            <a:r>
              <a:rPr sz="1600" spc="25" dirty="0">
                <a:solidFill>
                  <a:srgbClr val="444444"/>
                </a:solidFill>
                <a:latin typeface="Arial MT"/>
                <a:cs typeface="Arial MT"/>
              </a:rPr>
              <a:t> </a:t>
            </a:r>
            <a:r>
              <a:rPr sz="1600" spc="-90" dirty="0">
                <a:solidFill>
                  <a:srgbClr val="111111"/>
                </a:solidFill>
                <a:latin typeface="Arial MT"/>
                <a:cs typeface="Arial MT"/>
              </a:rPr>
              <a:t>user</a:t>
            </a:r>
            <a:r>
              <a:rPr sz="1600" spc="50" dirty="0">
                <a:solidFill>
                  <a:srgbClr val="111111"/>
                </a:solidFill>
                <a:latin typeface="Arial MT"/>
                <a:cs typeface="Arial MT"/>
              </a:rPr>
              <a:t> </a:t>
            </a:r>
            <a:r>
              <a:rPr sz="1600" spc="-105" dirty="0">
                <a:latin typeface="Arial MT"/>
                <a:cs typeface="Arial MT"/>
              </a:rPr>
              <a:t>has</a:t>
            </a:r>
            <a:r>
              <a:rPr sz="1600" spc="30" dirty="0">
                <a:latin typeface="Arial MT"/>
                <a:cs typeface="Arial MT"/>
              </a:rPr>
              <a:t> </a:t>
            </a:r>
            <a:r>
              <a:rPr sz="1600" spc="-85" dirty="0">
                <a:solidFill>
                  <a:srgbClr val="3B3B3B"/>
                </a:solidFill>
                <a:latin typeface="Arial MT"/>
                <a:cs typeface="Arial MT"/>
              </a:rPr>
              <a:t>an</a:t>
            </a:r>
            <a:r>
              <a:rPr sz="1600" spc="35" dirty="0">
                <a:solidFill>
                  <a:srgbClr val="3B3B3B"/>
                </a:solidFill>
                <a:latin typeface="Arial MT"/>
                <a:cs typeface="Arial MT"/>
              </a:rPr>
              <a:t> </a:t>
            </a:r>
            <a:r>
              <a:rPr sz="1600" spc="-45" dirty="0">
                <a:latin typeface="Arial MT"/>
                <a:cs typeface="Arial MT"/>
              </a:rPr>
              <a:t>explicit</a:t>
            </a:r>
            <a:r>
              <a:rPr sz="1600" spc="65" dirty="0">
                <a:latin typeface="Arial MT"/>
                <a:cs typeface="Arial MT"/>
              </a:rPr>
              <a:t> </a:t>
            </a:r>
            <a:r>
              <a:rPr sz="1600" spc="-85" dirty="0">
                <a:latin typeface="Arial MT"/>
                <a:cs typeface="Arial MT"/>
              </a:rPr>
              <a:t>alloW</a:t>
            </a:r>
            <a:r>
              <a:rPr sz="1600" spc="35" dirty="0">
                <a:latin typeface="Arial MT"/>
                <a:cs typeface="Arial MT"/>
              </a:rPr>
              <a:t> </a:t>
            </a:r>
            <a:r>
              <a:rPr sz="1600" spc="-160" dirty="0">
                <a:solidFill>
                  <a:srgbClr val="1C1C1C"/>
                </a:solidFill>
                <a:latin typeface="Arial MT"/>
                <a:cs typeface="Arial MT"/>
              </a:rPr>
              <a:t>tO</a:t>
            </a:r>
            <a:r>
              <a:rPr sz="1600" spc="-35" dirty="0">
                <a:solidFill>
                  <a:srgbClr val="1C1C1C"/>
                </a:solidFill>
                <a:latin typeface="Arial MT"/>
                <a:cs typeface="Arial MT"/>
              </a:rPr>
              <a:t> </a:t>
            </a:r>
            <a:r>
              <a:rPr sz="1600" spc="55" dirty="0">
                <a:latin typeface="Arial MT"/>
                <a:cs typeface="Arial MT"/>
              </a:rPr>
              <a:t>full</a:t>
            </a:r>
            <a:r>
              <a:rPr sz="1600" spc="-155" dirty="0">
                <a:latin typeface="Arial MT"/>
                <a:cs typeface="Arial MT"/>
              </a:rPr>
              <a:t> </a:t>
            </a:r>
            <a:r>
              <a:rPr sz="1600" spc="-145" dirty="0">
                <a:latin typeface="Arial MT"/>
                <a:cs typeface="Arial MT"/>
              </a:rPr>
              <a:t>access</a:t>
            </a:r>
            <a:r>
              <a:rPr sz="1600" spc="-80" dirty="0">
                <a:latin typeface="Arial MT"/>
                <a:cs typeface="Arial MT"/>
              </a:rPr>
              <a:t> </a:t>
            </a:r>
            <a:r>
              <a:rPr sz="1600" spc="30" dirty="0">
                <a:solidFill>
                  <a:srgbClr val="151515"/>
                </a:solidFill>
                <a:latin typeface="Arial MT"/>
                <a:cs typeface="Arial MT"/>
              </a:rPr>
              <a:t>to</a:t>
            </a:r>
            <a:r>
              <a:rPr sz="1600" spc="-30" dirty="0">
                <a:solidFill>
                  <a:srgbClr val="151515"/>
                </a:solidFill>
                <a:latin typeface="Arial MT"/>
                <a:cs typeface="Arial MT"/>
              </a:rPr>
              <a:t> </a:t>
            </a:r>
            <a:r>
              <a:rPr sz="1600" spc="-75" dirty="0">
                <a:solidFill>
                  <a:srgbClr val="1A1A1A"/>
                </a:solidFill>
                <a:latin typeface="Arial MT"/>
                <a:cs typeface="Arial MT"/>
              </a:rPr>
              <a:t>Amazon</a:t>
            </a:r>
            <a:r>
              <a:rPr sz="1600" spc="95" dirty="0">
                <a:solidFill>
                  <a:srgbClr val="1A1A1A"/>
                </a:solidFill>
                <a:latin typeface="Arial MT"/>
                <a:cs typeface="Arial MT"/>
              </a:rPr>
              <a:t> </a:t>
            </a:r>
            <a:r>
              <a:rPr sz="1600" spc="-110" dirty="0">
                <a:solidFill>
                  <a:srgbClr val="0F0F0F"/>
                </a:solidFill>
                <a:latin typeface="Arial MT"/>
                <a:cs typeface="Arial MT"/>
              </a:rPr>
              <a:t>S3.</a:t>
            </a:r>
            <a:r>
              <a:rPr sz="1600" spc="-25" dirty="0">
                <a:solidFill>
                  <a:srgbClr val="0F0F0F"/>
                </a:solidFill>
                <a:latin typeface="Arial MT"/>
                <a:cs typeface="Arial MT"/>
              </a:rPr>
              <a:t> </a:t>
            </a:r>
            <a:r>
              <a:rPr sz="1600" spc="-90" dirty="0">
                <a:latin typeface="Arial MT"/>
                <a:cs typeface="Arial MT"/>
              </a:rPr>
              <a:t>The</a:t>
            </a:r>
            <a:r>
              <a:rPr sz="1600" spc="-20" dirty="0">
                <a:latin typeface="Arial MT"/>
                <a:cs typeface="Arial MT"/>
              </a:rPr>
              <a:t> </a:t>
            </a:r>
            <a:r>
              <a:rPr sz="1600" spc="-90" dirty="0">
                <a:latin typeface="Arial MT"/>
                <a:cs typeface="Arial MT"/>
              </a:rPr>
              <a:t>user</a:t>
            </a:r>
            <a:r>
              <a:rPr sz="1600" spc="50" dirty="0">
                <a:latin typeface="Arial MT"/>
                <a:cs typeface="Arial MT"/>
              </a:rPr>
              <a:t> </a:t>
            </a:r>
            <a:r>
              <a:rPr sz="1600" spc="-65" dirty="0">
                <a:solidFill>
                  <a:srgbClr val="111111"/>
                </a:solidFill>
                <a:latin typeface="Arial MT"/>
                <a:cs typeface="Arial MT"/>
              </a:rPr>
              <a:t>is</a:t>
            </a:r>
            <a:r>
              <a:rPr sz="1600" spc="-45" dirty="0">
                <a:solidFill>
                  <a:srgbClr val="111111"/>
                </a:solidFill>
                <a:latin typeface="Arial MT"/>
                <a:cs typeface="Arial MT"/>
              </a:rPr>
              <a:t> </a:t>
            </a:r>
            <a:r>
              <a:rPr sz="1600" spc="-15" dirty="0">
                <a:solidFill>
                  <a:srgbClr val="161616"/>
                </a:solidFill>
                <a:latin typeface="Arial MT"/>
                <a:cs typeface="Arial MT"/>
              </a:rPr>
              <a:t>then</a:t>
            </a:r>
            <a:r>
              <a:rPr sz="1600" spc="-5" dirty="0">
                <a:solidFill>
                  <a:srgbClr val="161616"/>
                </a:solidFill>
                <a:latin typeface="Arial MT"/>
                <a:cs typeface="Arial MT"/>
              </a:rPr>
              <a:t> </a:t>
            </a:r>
            <a:r>
              <a:rPr sz="1600" spc="-5" dirty="0">
                <a:solidFill>
                  <a:srgbClr val="131313"/>
                </a:solidFill>
                <a:latin typeface="Arial MT"/>
                <a:cs typeface="Arial MT"/>
              </a:rPr>
              <a:t>pu</a:t>
            </a:r>
            <a:r>
              <a:rPr sz="1600" dirty="0">
                <a:solidFill>
                  <a:srgbClr val="131313"/>
                </a:solidFill>
                <a:latin typeface="Arial MT"/>
                <a:cs typeface="Arial MT"/>
              </a:rPr>
              <a:t>t</a:t>
            </a:r>
            <a:r>
              <a:rPr sz="1600" spc="10" dirty="0">
                <a:solidFill>
                  <a:srgbClr val="131313"/>
                </a:solidFill>
                <a:latin typeface="Arial MT"/>
                <a:cs typeface="Arial MT"/>
              </a:rPr>
              <a:t> </a:t>
            </a:r>
            <a:r>
              <a:rPr sz="1600" spc="20" dirty="0">
                <a:latin typeface="Arial MT"/>
                <a:cs typeface="Arial MT"/>
              </a:rPr>
              <a:t>into</a:t>
            </a:r>
            <a:r>
              <a:rPr sz="1600" spc="-80" dirty="0">
                <a:latin typeface="Arial MT"/>
                <a:cs typeface="Arial MT"/>
              </a:rPr>
              <a:t> </a:t>
            </a:r>
            <a:r>
              <a:rPr sz="1600" spc="-125" dirty="0">
                <a:latin typeface="Arial MT"/>
                <a:cs typeface="Arial MT"/>
              </a:rPr>
              <a:t>a</a:t>
            </a:r>
            <a:r>
              <a:rPr sz="1600" spc="-5" dirty="0">
                <a:latin typeface="Arial MT"/>
                <a:cs typeface="Arial MT"/>
              </a:rPr>
              <a:t> </a:t>
            </a:r>
            <a:r>
              <a:rPr sz="1600" spc="-25" dirty="0">
                <a:latin typeface="Arial MT"/>
                <a:cs typeface="Arial MT"/>
              </a:rPr>
              <a:t>group</a:t>
            </a:r>
            <a:r>
              <a:rPr sz="1600" spc="-10" dirty="0">
                <a:latin typeface="Arial MT"/>
                <a:cs typeface="Arial MT"/>
              </a:rPr>
              <a:t> </a:t>
            </a:r>
            <a:r>
              <a:rPr sz="1600" spc="15" dirty="0">
                <a:solidFill>
                  <a:srgbClr val="262626"/>
                </a:solidFill>
                <a:latin typeface="Arial MT"/>
                <a:cs typeface="Arial MT"/>
              </a:rPr>
              <a:t>that</a:t>
            </a:r>
            <a:r>
              <a:rPr sz="1600" spc="5" dirty="0">
                <a:solidFill>
                  <a:srgbClr val="262626"/>
                </a:solidFill>
                <a:latin typeface="Arial MT"/>
                <a:cs typeface="Arial MT"/>
              </a:rPr>
              <a:t> </a:t>
            </a:r>
            <a:r>
              <a:rPr sz="1600" spc="-105" dirty="0">
                <a:latin typeface="Arial MT"/>
                <a:cs typeface="Arial MT"/>
              </a:rPr>
              <a:t>has</a:t>
            </a:r>
            <a:r>
              <a:rPr sz="1600" spc="30" dirty="0">
                <a:latin typeface="Arial MT"/>
                <a:cs typeface="Arial MT"/>
              </a:rPr>
              <a:t> </a:t>
            </a:r>
            <a:r>
              <a:rPr sz="1600" spc="-85" dirty="0">
                <a:solidFill>
                  <a:srgbClr val="262626"/>
                </a:solidFill>
                <a:latin typeface="Arial MT"/>
                <a:cs typeface="Arial MT"/>
              </a:rPr>
              <a:t>an</a:t>
            </a:r>
            <a:r>
              <a:rPr sz="1600" spc="35" dirty="0">
                <a:solidFill>
                  <a:srgbClr val="262626"/>
                </a:solidFill>
                <a:latin typeface="Arial MT"/>
                <a:cs typeface="Arial MT"/>
              </a:rPr>
              <a:t> </a:t>
            </a:r>
            <a:r>
              <a:rPr sz="1600" spc="-45" dirty="0">
                <a:latin typeface="Arial MT"/>
                <a:cs typeface="Arial MT"/>
              </a:rPr>
              <a:t>explicit</a:t>
            </a:r>
            <a:r>
              <a:rPr sz="1600" spc="-35" dirty="0">
                <a:latin typeface="Arial MT"/>
                <a:cs typeface="Arial MT"/>
              </a:rPr>
              <a:t> </a:t>
            </a:r>
            <a:r>
              <a:rPr sz="1600" spc="-45" dirty="0">
                <a:solidFill>
                  <a:srgbClr val="282828"/>
                </a:solidFill>
                <a:latin typeface="Arial MT"/>
                <a:cs typeface="Arial MT"/>
              </a:rPr>
              <a:t>deny</a:t>
            </a:r>
            <a:r>
              <a:rPr sz="1600" spc="35" dirty="0">
                <a:solidFill>
                  <a:srgbClr val="282828"/>
                </a:solidFill>
                <a:latin typeface="Arial MT"/>
                <a:cs typeface="Arial MT"/>
              </a:rPr>
              <a:t> </a:t>
            </a:r>
            <a:r>
              <a:rPr sz="1600" spc="30" dirty="0">
                <a:latin typeface="Arial MT"/>
                <a:cs typeface="Arial MT"/>
              </a:rPr>
              <a:t>to</a:t>
            </a:r>
            <a:r>
              <a:rPr sz="1600" spc="-15" dirty="0">
                <a:latin typeface="Arial MT"/>
                <a:cs typeface="Arial MT"/>
              </a:rPr>
              <a:t> </a:t>
            </a:r>
            <a:r>
              <a:rPr sz="1600" spc="-45" dirty="0">
                <a:solidFill>
                  <a:srgbClr val="111111"/>
                </a:solidFill>
                <a:latin typeface="Arial MT"/>
                <a:cs typeface="Arial MT"/>
              </a:rPr>
              <a:t>delete</a:t>
            </a:r>
            <a:r>
              <a:rPr sz="1600" spc="10" dirty="0">
                <a:solidFill>
                  <a:srgbClr val="111111"/>
                </a:solidFill>
                <a:latin typeface="Arial MT"/>
                <a:cs typeface="Arial MT"/>
              </a:rPr>
              <a:t> </a:t>
            </a:r>
            <a:r>
              <a:rPr sz="1600" spc="-55" dirty="0">
                <a:solidFill>
                  <a:srgbClr val="111111"/>
                </a:solidFill>
                <a:latin typeface="Arial MT"/>
                <a:cs typeface="Arial MT"/>
              </a:rPr>
              <a:t>hles</a:t>
            </a:r>
            <a:r>
              <a:rPr sz="1600" spc="65" dirty="0">
                <a:solidFill>
                  <a:srgbClr val="111111"/>
                </a:solidFill>
                <a:latin typeface="Arial MT"/>
                <a:cs typeface="Arial MT"/>
              </a:rPr>
              <a:t> </a:t>
            </a:r>
            <a:r>
              <a:rPr sz="1600" spc="-10" dirty="0">
                <a:solidFill>
                  <a:srgbClr val="2B2B2B"/>
                </a:solidFill>
                <a:latin typeface="Arial MT"/>
                <a:cs typeface="Arial MT"/>
              </a:rPr>
              <a:t>from</a:t>
            </a:r>
            <a:r>
              <a:rPr sz="1600" spc="45" dirty="0">
                <a:solidFill>
                  <a:srgbClr val="2B2B2B"/>
                </a:solidFill>
                <a:latin typeface="Arial MT"/>
                <a:cs typeface="Arial MT"/>
              </a:rPr>
              <a:t> </a:t>
            </a:r>
            <a:r>
              <a:rPr sz="1600" spc="-75" dirty="0">
                <a:latin typeface="Arial MT"/>
                <a:cs typeface="Arial MT"/>
              </a:rPr>
              <a:t>Amazon</a:t>
            </a:r>
            <a:r>
              <a:rPr sz="1600" spc="25" dirty="0">
                <a:latin typeface="Arial MT"/>
                <a:cs typeface="Arial MT"/>
              </a:rPr>
              <a:t> </a:t>
            </a:r>
            <a:r>
              <a:rPr sz="1600" spc="-50" dirty="0">
                <a:latin typeface="Arial MT"/>
                <a:cs typeface="Arial MT"/>
              </a:rPr>
              <a:t>53.</a:t>
            </a:r>
            <a:r>
              <a:rPr sz="1600" spc="-55" dirty="0">
                <a:latin typeface="Arial MT"/>
                <a:cs typeface="Arial MT"/>
              </a:rPr>
              <a:t> </a:t>
            </a:r>
            <a:r>
              <a:rPr sz="1600" spc="-90" dirty="0">
                <a:solidFill>
                  <a:srgbClr val="212121"/>
                </a:solidFill>
                <a:latin typeface="Arial MT"/>
                <a:cs typeface="Arial MT"/>
              </a:rPr>
              <a:t>The</a:t>
            </a:r>
            <a:r>
              <a:rPr sz="1600" spc="55" dirty="0">
                <a:solidFill>
                  <a:srgbClr val="212121"/>
                </a:solidFill>
                <a:latin typeface="Arial MT"/>
                <a:cs typeface="Arial MT"/>
              </a:rPr>
              <a:t> </a:t>
            </a:r>
            <a:r>
              <a:rPr sz="1600" spc="-60" dirty="0">
                <a:latin typeface="Arial MT"/>
                <a:cs typeface="Arial MT"/>
              </a:rPr>
              <a:t>result</a:t>
            </a:r>
            <a:r>
              <a:rPr sz="1600" spc="120" dirty="0">
                <a:latin typeface="Arial MT"/>
                <a:cs typeface="Arial MT"/>
              </a:rPr>
              <a:t> </a:t>
            </a:r>
            <a:r>
              <a:rPr sz="1600" spc="-105" dirty="0">
                <a:latin typeface="Arial MT"/>
                <a:cs typeface="Arial MT"/>
              </a:rPr>
              <a:t>is</a:t>
            </a:r>
            <a:r>
              <a:rPr sz="1600" spc="35" dirty="0">
                <a:latin typeface="Arial MT"/>
                <a:cs typeface="Arial MT"/>
              </a:rPr>
              <a:t> </a:t>
            </a:r>
            <a:r>
              <a:rPr sz="1600" spc="-5" dirty="0">
                <a:latin typeface="Arial MT"/>
                <a:cs typeface="Arial MT"/>
              </a:rPr>
              <a:t>tha</a:t>
            </a:r>
            <a:r>
              <a:rPr sz="1600" dirty="0">
                <a:latin typeface="Arial MT"/>
                <a:cs typeface="Arial MT"/>
              </a:rPr>
              <a:t>t</a:t>
            </a:r>
            <a:r>
              <a:rPr sz="1600" spc="10" dirty="0">
                <a:latin typeface="Arial MT"/>
                <a:cs typeface="Arial MT"/>
              </a:rPr>
              <a:t> </a:t>
            </a:r>
            <a:r>
              <a:rPr sz="1600" spc="-15" dirty="0">
                <a:solidFill>
                  <a:srgbClr val="262626"/>
                </a:solidFill>
                <a:latin typeface="Arial MT"/>
                <a:cs typeface="Arial MT"/>
              </a:rPr>
              <a:t>the</a:t>
            </a:r>
            <a:r>
              <a:rPr sz="1600" spc="30" dirty="0">
                <a:solidFill>
                  <a:srgbClr val="262626"/>
                </a:solidFill>
                <a:latin typeface="Arial MT"/>
                <a:cs typeface="Arial MT"/>
              </a:rPr>
              <a:t> </a:t>
            </a:r>
            <a:r>
              <a:rPr sz="1600" spc="-90" dirty="0">
                <a:latin typeface="Arial MT"/>
                <a:cs typeface="Arial MT"/>
              </a:rPr>
              <a:t>user</a:t>
            </a:r>
            <a:r>
              <a:rPr sz="1600" dirty="0">
                <a:latin typeface="Arial MT"/>
                <a:cs typeface="Arial MT"/>
              </a:rPr>
              <a:t> </a:t>
            </a:r>
            <a:r>
              <a:rPr sz="1600" spc="25" dirty="0">
                <a:solidFill>
                  <a:srgbClr val="111111"/>
                </a:solidFill>
                <a:latin typeface="Arial MT"/>
                <a:cs typeface="Arial MT"/>
              </a:rPr>
              <a:t>will</a:t>
            </a:r>
            <a:r>
              <a:rPr sz="1600" spc="20" dirty="0">
                <a:solidFill>
                  <a:srgbClr val="111111"/>
                </a:solidFill>
                <a:latin typeface="Arial MT"/>
                <a:cs typeface="Arial MT"/>
              </a:rPr>
              <a:t> </a:t>
            </a:r>
            <a:r>
              <a:rPr sz="1600" spc="-85" dirty="0">
                <a:latin typeface="Arial MT"/>
                <a:cs typeface="Arial MT"/>
              </a:rPr>
              <a:t>have</a:t>
            </a:r>
            <a:r>
              <a:rPr sz="1600" spc="85" dirty="0">
                <a:latin typeface="Arial MT"/>
                <a:cs typeface="Arial MT"/>
              </a:rPr>
              <a:t> </a:t>
            </a:r>
            <a:r>
              <a:rPr sz="1600" spc="35" dirty="0">
                <a:latin typeface="Arial MT"/>
                <a:cs typeface="Arial MT"/>
              </a:rPr>
              <a:t>full</a:t>
            </a:r>
            <a:r>
              <a:rPr sz="1600" spc="-150" dirty="0">
                <a:latin typeface="Arial MT"/>
                <a:cs typeface="Arial MT"/>
              </a:rPr>
              <a:t> </a:t>
            </a:r>
            <a:r>
              <a:rPr sz="1600" spc="-135" dirty="0">
                <a:latin typeface="Arial MT"/>
                <a:cs typeface="Arial MT"/>
              </a:rPr>
              <a:t>access</a:t>
            </a:r>
            <a:r>
              <a:rPr sz="1600" spc="45" dirty="0">
                <a:latin typeface="Arial MT"/>
                <a:cs typeface="Arial MT"/>
              </a:rPr>
              <a:t> </a:t>
            </a:r>
            <a:r>
              <a:rPr sz="1600" spc="-5" dirty="0">
                <a:solidFill>
                  <a:srgbClr val="282828"/>
                </a:solidFill>
                <a:latin typeface="Arial MT"/>
                <a:cs typeface="Arial MT"/>
              </a:rPr>
              <a:t>i</a:t>
            </a:r>
            <a:r>
              <a:rPr sz="1600" dirty="0">
                <a:solidFill>
                  <a:srgbClr val="282828"/>
                </a:solidFill>
                <a:latin typeface="Arial MT"/>
                <a:cs typeface="Arial MT"/>
              </a:rPr>
              <a:t>n</a:t>
            </a:r>
            <a:r>
              <a:rPr sz="1600" spc="-70" dirty="0">
                <a:solidFill>
                  <a:srgbClr val="282828"/>
                </a:solidFill>
                <a:latin typeface="Arial MT"/>
                <a:cs typeface="Arial MT"/>
              </a:rPr>
              <a:t> </a:t>
            </a:r>
            <a:r>
              <a:rPr sz="1600" spc="-20" dirty="0">
                <a:latin typeface="Arial MT"/>
                <a:cs typeface="Arial MT"/>
              </a:rPr>
              <a:t>everything</a:t>
            </a:r>
            <a:r>
              <a:rPr sz="1600" spc="30" dirty="0">
                <a:latin typeface="Arial MT"/>
                <a:cs typeface="Arial MT"/>
              </a:rPr>
              <a:t> </a:t>
            </a:r>
            <a:r>
              <a:rPr sz="1600" spc="-75" dirty="0">
                <a:latin typeface="Arial MT"/>
                <a:cs typeface="Arial MT"/>
              </a:rPr>
              <a:t>Amazon</a:t>
            </a:r>
            <a:r>
              <a:rPr sz="1600" spc="95" dirty="0">
                <a:latin typeface="Arial MT"/>
                <a:cs typeface="Arial MT"/>
              </a:rPr>
              <a:t> </a:t>
            </a:r>
            <a:r>
              <a:rPr sz="1600" spc="-110" dirty="0">
                <a:solidFill>
                  <a:srgbClr val="131313"/>
                </a:solidFill>
                <a:latin typeface="Arial MT"/>
                <a:cs typeface="Arial MT"/>
              </a:rPr>
              <a:t>S3,</a:t>
            </a:r>
            <a:r>
              <a:rPr sz="1600" spc="10" dirty="0">
                <a:solidFill>
                  <a:srgbClr val="131313"/>
                </a:solidFill>
                <a:latin typeface="Arial MT"/>
                <a:cs typeface="Arial MT"/>
              </a:rPr>
              <a:t> </a:t>
            </a:r>
            <a:r>
              <a:rPr sz="1600" spc="10" dirty="0">
                <a:solidFill>
                  <a:srgbClr val="1F1F1F"/>
                </a:solidFill>
                <a:latin typeface="Arial MT"/>
                <a:cs typeface="Arial MT"/>
              </a:rPr>
              <a:t>with</a:t>
            </a:r>
            <a:r>
              <a:rPr sz="1600" spc="5" dirty="0">
                <a:solidFill>
                  <a:srgbClr val="1F1F1F"/>
                </a:solidFill>
                <a:latin typeface="Arial MT"/>
                <a:cs typeface="Arial MT"/>
              </a:rPr>
              <a:t> </a:t>
            </a:r>
            <a:r>
              <a:rPr sz="1600" spc="-15" dirty="0">
                <a:solidFill>
                  <a:srgbClr val="2B2B2B"/>
                </a:solidFill>
                <a:latin typeface="Arial MT"/>
                <a:cs typeface="Arial MT"/>
              </a:rPr>
              <a:t>the</a:t>
            </a:r>
            <a:r>
              <a:rPr sz="1600" spc="-75" dirty="0">
                <a:solidFill>
                  <a:srgbClr val="2B2B2B"/>
                </a:solidFill>
                <a:latin typeface="Arial MT"/>
                <a:cs typeface="Arial MT"/>
              </a:rPr>
              <a:t> </a:t>
            </a:r>
            <a:r>
              <a:rPr sz="1600" spc="-60" dirty="0">
                <a:latin typeface="Arial MT"/>
                <a:cs typeface="Arial MT"/>
              </a:rPr>
              <a:t>exception</a:t>
            </a:r>
            <a:r>
              <a:rPr sz="1600" spc="165" dirty="0">
                <a:latin typeface="Arial MT"/>
                <a:cs typeface="Arial MT"/>
              </a:rPr>
              <a:t> </a:t>
            </a:r>
            <a:r>
              <a:rPr sz="1600" spc="-20" dirty="0">
                <a:solidFill>
                  <a:srgbClr val="181818"/>
                </a:solidFill>
                <a:latin typeface="Arial MT"/>
                <a:cs typeface="Arial MT"/>
              </a:rPr>
              <a:t>of</a:t>
            </a:r>
            <a:r>
              <a:rPr sz="1600" spc="60" dirty="0">
                <a:solidFill>
                  <a:srgbClr val="181818"/>
                </a:solidFill>
                <a:latin typeface="Arial MT"/>
                <a:cs typeface="Arial MT"/>
              </a:rPr>
              <a:t> </a:t>
            </a:r>
            <a:r>
              <a:rPr sz="1600" spc="-15" dirty="0">
                <a:latin typeface="Arial MT"/>
                <a:cs typeface="Arial MT"/>
              </a:rPr>
              <a:t>the</a:t>
            </a:r>
            <a:r>
              <a:rPr sz="1600" spc="-10" dirty="0">
                <a:latin typeface="Arial MT"/>
                <a:cs typeface="Arial MT"/>
              </a:rPr>
              <a:t> ability</a:t>
            </a:r>
            <a:r>
              <a:rPr sz="1600" spc="35" dirty="0">
                <a:latin typeface="Arial MT"/>
                <a:cs typeface="Arial MT"/>
              </a:rPr>
              <a:t> </a:t>
            </a:r>
            <a:r>
              <a:rPr sz="1600" spc="30" dirty="0">
                <a:latin typeface="Arial MT"/>
                <a:cs typeface="Arial MT"/>
              </a:rPr>
              <a:t>to</a:t>
            </a:r>
            <a:r>
              <a:rPr sz="1600" spc="-15" dirty="0">
                <a:latin typeface="Arial MT"/>
                <a:cs typeface="Arial MT"/>
              </a:rPr>
              <a:t> </a:t>
            </a:r>
            <a:r>
              <a:rPr sz="1600" spc="-45" dirty="0">
                <a:latin typeface="Arial MT"/>
                <a:cs typeface="Arial MT"/>
              </a:rPr>
              <a:t>delete</a:t>
            </a:r>
            <a:r>
              <a:rPr sz="1600" spc="10" dirty="0">
                <a:latin typeface="Arial MT"/>
                <a:cs typeface="Arial MT"/>
              </a:rPr>
              <a:t> </a:t>
            </a:r>
            <a:r>
              <a:rPr sz="1600" spc="-70" dirty="0">
                <a:solidFill>
                  <a:srgbClr val="131313"/>
                </a:solidFill>
                <a:latin typeface="Arial MT"/>
                <a:cs typeface="Arial MT"/>
              </a:rPr>
              <a:t>hles.</a:t>
            </a:r>
            <a:endParaRPr sz="1600">
              <a:latin typeface="Arial MT"/>
              <a:cs typeface="Arial MT"/>
            </a:endParaRPr>
          </a:p>
        </p:txBody>
      </p:sp>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351914" y="365125"/>
            <a:ext cx="9487916" cy="5315584"/>
          </a:xfrm>
          <a:prstGeom prst="rect">
            <a:avLst/>
          </a:prstGeom>
        </p:spPr>
      </p:pic>
      <p:sp>
        <p:nvSpPr>
          <p:cNvPr id="3" name="object 3"/>
          <p:cNvSpPr txBox="1"/>
          <p:nvPr/>
        </p:nvSpPr>
        <p:spPr>
          <a:xfrm>
            <a:off x="1679416" y="5431444"/>
            <a:ext cx="960119" cy="132715"/>
          </a:xfrm>
          <a:prstGeom prst="rect">
            <a:avLst/>
          </a:prstGeom>
        </p:spPr>
        <p:txBody>
          <a:bodyPr vert="horz" wrap="square" lIns="0" tIns="12700" rIns="0" bIns="0" rtlCol="0">
            <a:spAutoFit/>
          </a:bodyPr>
          <a:lstStyle/>
          <a:p>
            <a:pPr marL="12700">
              <a:lnSpc>
                <a:spcPct val="100000"/>
              </a:lnSpc>
              <a:spcBef>
                <a:spcPts val="100"/>
              </a:spcBef>
            </a:pPr>
            <a:r>
              <a:rPr sz="700" spc="95" dirty="0">
                <a:solidFill>
                  <a:srgbClr val="666666"/>
                </a:solidFill>
                <a:latin typeface="Arial MT"/>
                <a:cs typeface="Arial MT"/>
              </a:rPr>
              <a:t>s3ut</a:t>
            </a:r>
            <a:r>
              <a:rPr sz="700" spc="-100" dirty="0">
                <a:solidFill>
                  <a:srgbClr val="666666"/>
                </a:solidFill>
                <a:latin typeface="Arial MT"/>
                <a:cs typeface="Arial MT"/>
              </a:rPr>
              <a:t> </a:t>
            </a:r>
            <a:r>
              <a:rPr sz="700" spc="120" dirty="0">
                <a:solidFill>
                  <a:srgbClr val="909090"/>
                </a:solidFill>
                <a:latin typeface="Arial MT"/>
                <a:cs typeface="Arial MT"/>
              </a:rPr>
              <a:t>1</a:t>
            </a:r>
            <a:r>
              <a:rPr sz="700" spc="-95" dirty="0">
                <a:solidFill>
                  <a:srgbClr val="909090"/>
                </a:solidFill>
                <a:latin typeface="Arial MT"/>
                <a:cs typeface="Arial MT"/>
              </a:rPr>
              <a:t> </a:t>
            </a:r>
            <a:r>
              <a:rPr sz="700" spc="50" dirty="0">
                <a:solidFill>
                  <a:srgbClr val="565656"/>
                </a:solidFill>
                <a:latin typeface="Arial MT"/>
                <a:cs typeface="Arial MT"/>
              </a:rPr>
              <a:t>Amaze</a:t>
            </a:r>
            <a:r>
              <a:rPr sz="700" spc="75" dirty="0">
                <a:solidFill>
                  <a:srgbClr val="565656"/>
                </a:solidFill>
                <a:latin typeface="Arial MT"/>
                <a:cs typeface="Arial MT"/>
              </a:rPr>
              <a:t> </a:t>
            </a:r>
            <a:r>
              <a:rPr sz="700" dirty="0">
                <a:solidFill>
                  <a:srgbClr val="757575"/>
                </a:solidFill>
                <a:latin typeface="Arial MT"/>
                <a:cs typeface="Arial MT"/>
              </a:rPr>
              <a:t>web</a:t>
            </a:r>
            <a:r>
              <a:rPr sz="700" spc="15" dirty="0">
                <a:solidFill>
                  <a:srgbClr val="757575"/>
                </a:solidFill>
                <a:latin typeface="Arial MT"/>
                <a:cs typeface="Arial MT"/>
              </a:rPr>
              <a:t> </a:t>
            </a:r>
            <a:r>
              <a:rPr sz="700" spc="-55" dirty="0">
                <a:solidFill>
                  <a:srgbClr val="A5A5A5"/>
                </a:solidFill>
                <a:latin typeface="Arial MT"/>
                <a:cs typeface="Arial MT"/>
              </a:rPr>
              <a:t>S'z</a:t>
            </a:r>
            <a:endParaRPr sz="700">
              <a:latin typeface="Arial MT"/>
              <a:cs typeface="Arial MT"/>
            </a:endParaRPr>
          </a:p>
        </p:txBody>
      </p:sp>
      <p:sp>
        <p:nvSpPr>
          <p:cNvPr id="4" name="object 4"/>
          <p:cNvSpPr txBox="1"/>
          <p:nvPr/>
        </p:nvSpPr>
        <p:spPr>
          <a:xfrm>
            <a:off x="2886052" y="5431444"/>
            <a:ext cx="1478915" cy="132715"/>
          </a:xfrm>
          <a:prstGeom prst="rect">
            <a:avLst/>
          </a:prstGeom>
        </p:spPr>
        <p:txBody>
          <a:bodyPr vert="horz" wrap="square" lIns="0" tIns="12700" rIns="0" bIns="0" rtlCol="0">
            <a:spAutoFit/>
          </a:bodyPr>
          <a:lstStyle/>
          <a:p>
            <a:pPr marL="12700">
              <a:lnSpc>
                <a:spcPct val="100000"/>
              </a:lnSpc>
              <a:spcBef>
                <a:spcPts val="100"/>
              </a:spcBef>
            </a:pPr>
            <a:r>
              <a:rPr sz="700" spc="-75" dirty="0">
                <a:solidFill>
                  <a:srgbClr val="9C9C9C"/>
                </a:solidFill>
                <a:latin typeface="Arial MT"/>
                <a:cs typeface="Arial MT"/>
              </a:rPr>
              <a:t>ir+c.</a:t>
            </a:r>
            <a:r>
              <a:rPr sz="700" spc="45" dirty="0">
                <a:solidFill>
                  <a:srgbClr val="9C9C9C"/>
                </a:solidFill>
                <a:latin typeface="Arial MT"/>
                <a:cs typeface="Arial MT"/>
              </a:rPr>
              <a:t> </a:t>
            </a:r>
            <a:r>
              <a:rPr sz="700" spc="-10" dirty="0">
                <a:solidFill>
                  <a:srgbClr val="757575"/>
                </a:solidFill>
                <a:latin typeface="Arial MT"/>
                <a:cs typeface="Arial MT"/>
              </a:rPr>
              <a:t>or</a:t>
            </a:r>
            <a:r>
              <a:rPr sz="700" spc="70" dirty="0">
                <a:solidFill>
                  <a:srgbClr val="757575"/>
                </a:solidFill>
                <a:latin typeface="Arial MT"/>
                <a:cs typeface="Arial MT"/>
              </a:rPr>
              <a:t> </a:t>
            </a:r>
            <a:r>
              <a:rPr sz="700" spc="-145" dirty="0">
                <a:solidFill>
                  <a:srgbClr val="5B5B5B"/>
                </a:solidFill>
                <a:latin typeface="Arial MT"/>
                <a:cs typeface="Arial MT"/>
              </a:rPr>
              <a:t>me</a:t>
            </a:r>
            <a:r>
              <a:rPr sz="700" spc="-60" dirty="0">
                <a:solidFill>
                  <a:srgbClr val="5B5B5B"/>
                </a:solidFill>
                <a:latin typeface="Arial MT"/>
                <a:cs typeface="Arial MT"/>
              </a:rPr>
              <a:t> </a:t>
            </a:r>
            <a:r>
              <a:rPr sz="700" spc="-10" dirty="0">
                <a:solidFill>
                  <a:srgbClr val="6D6D6D"/>
                </a:solidFill>
                <a:latin typeface="Arial MT"/>
                <a:cs typeface="Arial MT"/>
              </a:rPr>
              <a:t>aGliares.</a:t>
            </a:r>
            <a:r>
              <a:rPr sz="700" spc="35" dirty="0">
                <a:solidFill>
                  <a:srgbClr val="6D6D6D"/>
                </a:solidFill>
                <a:latin typeface="Arial MT"/>
                <a:cs typeface="Arial MT"/>
              </a:rPr>
              <a:t> </a:t>
            </a:r>
            <a:r>
              <a:rPr sz="700" spc="-50" dirty="0">
                <a:solidFill>
                  <a:srgbClr val="5E5E5E"/>
                </a:solidFill>
                <a:latin typeface="Arial MT"/>
                <a:cs typeface="Arial MT"/>
              </a:rPr>
              <a:t>Ag </a:t>
            </a:r>
            <a:r>
              <a:rPr sz="700" dirty="0">
                <a:solidFill>
                  <a:srgbClr val="676767"/>
                </a:solidFill>
                <a:latin typeface="Arial MT"/>
                <a:cs typeface="Arial MT"/>
              </a:rPr>
              <a:t>nghls</a:t>
            </a:r>
            <a:r>
              <a:rPr sz="700" spc="-25" dirty="0">
                <a:solidFill>
                  <a:srgbClr val="676767"/>
                </a:solidFill>
                <a:latin typeface="Arial MT"/>
                <a:cs typeface="Arial MT"/>
              </a:rPr>
              <a:t> </a:t>
            </a:r>
            <a:r>
              <a:rPr sz="700" spc="-10" dirty="0">
                <a:solidFill>
                  <a:srgbClr val="828282"/>
                </a:solidFill>
                <a:latin typeface="Arial MT"/>
                <a:cs typeface="Arial MT"/>
              </a:rPr>
              <a:t>reserved.</a:t>
            </a:r>
            <a:endParaRPr sz="700">
              <a:latin typeface="Arial MT"/>
              <a:cs typeface="Arial MT"/>
            </a:endParaRPr>
          </a:p>
        </p:txBody>
      </p:sp>
      <p:sp>
        <p:nvSpPr>
          <p:cNvPr id="5" name="object 5" descr="$PPTXTitle"/>
          <p:cNvSpPr txBox="1">
            <a:spLocks noGrp="1"/>
          </p:cNvSpPr>
          <p:nvPr>
            <p:ph type="title"/>
          </p:nvPr>
        </p:nvSpPr>
        <p:spPr>
          <a:xfrm>
            <a:off x="4786548" y="1413001"/>
            <a:ext cx="5769610" cy="808990"/>
          </a:xfrm>
          <a:prstGeom prst="rect">
            <a:avLst/>
          </a:prstGeom>
        </p:spPr>
        <p:txBody>
          <a:bodyPr vert="horz" wrap="square" lIns="0" tIns="9525" rIns="0" bIns="0" rtlCol="0">
            <a:spAutoFit/>
          </a:bodyPr>
          <a:lstStyle/>
          <a:p>
            <a:pPr marL="15240" marR="5080" indent="-3175">
              <a:lnSpc>
                <a:spcPct val="101099"/>
              </a:lnSpc>
              <a:spcBef>
                <a:spcPts val="75"/>
              </a:spcBef>
            </a:pPr>
            <a:r>
              <a:rPr sz="1700" spc="-70" dirty="0">
                <a:latin typeface="Arial MT"/>
                <a:cs typeface="Arial MT"/>
              </a:rPr>
              <a:t>IAM</a:t>
            </a:r>
            <a:r>
              <a:rPr sz="1700" spc="-50" dirty="0">
                <a:latin typeface="Arial MT"/>
                <a:cs typeface="Arial MT"/>
              </a:rPr>
              <a:t> </a:t>
            </a:r>
            <a:r>
              <a:rPr sz="1700" spc="-100" dirty="0">
                <a:solidFill>
                  <a:srgbClr val="111111"/>
                </a:solidFill>
                <a:latin typeface="Arial MT"/>
                <a:cs typeface="Arial MT"/>
              </a:rPr>
              <a:t>is</a:t>
            </a:r>
            <a:r>
              <a:rPr sz="1700" spc="-30" dirty="0">
                <a:solidFill>
                  <a:srgbClr val="111111"/>
                </a:solidFill>
                <a:latin typeface="Arial MT"/>
                <a:cs typeface="Arial MT"/>
              </a:rPr>
              <a:t> </a:t>
            </a:r>
            <a:r>
              <a:rPr sz="1700" spc="-190" dirty="0">
                <a:latin typeface="Arial MT"/>
                <a:cs typeface="Arial MT"/>
              </a:rPr>
              <a:t>a</a:t>
            </a:r>
            <a:r>
              <a:rPr sz="1700" spc="45" dirty="0">
                <a:latin typeface="Arial MT"/>
                <a:cs typeface="Arial MT"/>
              </a:rPr>
              <a:t> </a:t>
            </a:r>
            <a:r>
              <a:rPr sz="1700" spc="-85" dirty="0">
                <a:latin typeface="Arial MT"/>
                <a:cs typeface="Arial MT"/>
              </a:rPr>
              <a:t>service</a:t>
            </a:r>
            <a:r>
              <a:rPr sz="1700" spc="-30" dirty="0">
                <a:latin typeface="Arial MT"/>
                <a:cs typeface="Arial MT"/>
              </a:rPr>
              <a:t> </a:t>
            </a:r>
            <a:r>
              <a:rPr sz="1700" dirty="0">
                <a:solidFill>
                  <a:srgbClr val="262626"/>
                </a:solidFill>
                <a:latin typeface="Arial MT"/>
                <a:cs typeface="Arial MT"/>
              </a:rPr>
              <a:t>in</a:t>
            </a:r>
            <a:r>
              <a:rPr sz="1700" spc="-100" dirty="0">
                <a:solidFill>
                  <a:srgbClr val="262626"/>
                </a:solidFill>
                <a:latin typeface="Arial MT"/>
                <a:cs typeface="Arial MT"/>
              </a:rPr>
              <a:t> </a:t>
            </a:r>
            <a:r>
              <a:rPr sz="1700" spc="-125" dirty="0">
                <a:latin typeface="Arial MT"/>
                <a:cs typeface="Arial MT"/>
              </a:rPr>
              <a:t>yOur</a:t>
            </a:r>
            <a:r>
              <a:rPr sz="1700" spc="25" dirty="0">
                <a:latin typeface="Arial MT"/>
                <a:cs typeface="Arial MT"/>
              </a:rPr>
              <a:t> </a:t>
            </a:r>
            <a:r>
              <a:rPr sz="1700" spc="-210" dirty="0">
                <a:latin typeface="Arial MT"/>
                <a:cs typeface="Arial MT"/>
              </a:rPr>
              <a:t>AWS</a:t>
            </a:r>
            <a:r>
              <a:rPr sz="1700" dirty="0">
                <a:latin typeface="Arial MT"/>
                <a:cs typeface="Arial MT"/>
              </a:rPr>
              <a:t> </a:t>
            </a:r>
            <a:r>
              <a:rPr sz="1700" spc="-114" dirty="0">
                <a:latin typeface="Arial MT"/>
                <a:cs typeface="Arial MT"/>
              </a:rPr>
              <a:t>accOunt</a:t>
            </a:r>
            <a:r>
              <a:rPr sz="1700" spc="35" dirty="0">
                <a:latin typeface="Arial MT"/>
                <a:cs typeface="Arial MT"/>
              </a:rPr>
              <a:t> </a:t>
            </a:r>
            <a:r>
              <a:rPr sz="1700" dirty="0">
                <a:latin typeface="Arial MT"/>
                <a:cs typeface="Arial MT"/>
              </a:rPr>
              <a:t>that</a:t>
            </a:r>
            <a:r>
              <a:rPr sz="1700" spc="15" dirty="0">
                <a:latin typeface="Arial MT"/>
                <a:cs typeface="Arial MT"/>
              </a:rPr>
              <a:t> </a:t>
            </a:r>
            <a:r>
              <a:rPr sz="1700" spc="-105" dirty="0">
                <a:solidFill>
                  <a:srgbClr val="232323"/>
                </a:solidFill>
                <a:latin typeface="Arial MT"/>
                <a:cs typeface="Arial MT"/>
              </a:rPr>
              <a:t>is</a:t>
            </a:r>
            <a:r>
              <a:rPr sz="1700" spc="-25" dirty="0">
                <a:solidFill>
                  <a:srgbClr val="232323"/>
                </a:solidFill>
                <a:latin typeface="Arial MT"/>
                <a:cs typeface="Arial MT"/>
              </a:rPr>
              <a:t> </a:t>
            </a:r>
            <a:r>
              <a:rPr sz="1700" spc="-10" dirty="0">
                <a:latin typeface="Arial MT"/>
                <a:cs typeface="Arial MT"/>
              </a:rPr>
              <a:t>offered</a:t>
            </a:r>
            <a:r>
              <a:rPr sz="1700" dirty="0">
                <a:latin typeface="Arial MT"/>
                <a:cs typeface="Arial MT"/>
              </a:rPr>
              <a:t> </a:t>
            </a:r>
            <a:r>
              <a:rPr sz="1700" dirty="0">
                <a:solidFill>
                  <a:srgbClr val="1F1F1F"/>
                </a:solidFill>
                <a:latin typeface="Arial MT"/>
                <a:cs typeface="Arial MT"/>
              </a:rPr>
              <a:t>at</a:t>
            </a:r>
            <a:r>
              <a:rPr sz="1700" spc="-65" dirty="0">
                <a:solidFill>
                  <a:srgbClr val="1F1F1F"/>
                </a:solidFill>
                <a:latin typeface="Arial MT"/>
                <a:cs typeface="Arial MT"/>
              </a:rPr>
              <a:t> </a:t>
            </a:r>
            <a:r>
              <a:rPr sz="1700" spc="-25" dirty="0">
                <a:latin typeface="Arial MT"/>
                <a:cs typeface="Arial MT"/>
              </a:rPr>
              <a:t>no </a:t>
            </a:r>
            <a:r>
              <a:rPr sz="1700" spc="-20" dirty="0">
                <a:latin typeface="Arial MT"/>
                <a:cs typeface="Arial MT"/>
              </a:rPr>
              <a:t>additional</a:t>
            </a:r>
            <a:r>
              <a:rPr sz="1700" spc="-100" dirty="0">
                <a:latin typeface="Arial MT"/>
                <a:cs typeface="Arial MT"/>
              </a:rPr>
              <a:t> </a:t>
            </a:r>
            <a:r>
              <a:rPr sz="1700" spc="-70" dirty="0">
                <a:latin typeface="Arial MT"/>
                <a:cs typeface="Arial MT"/>
              </a:rPr>
              <a:t>charge.</a:t>
            </a:r>
            <a:r>
              <a:rPr sz="1700" spc="-50" dirty="0">
                <a:latin typeface="Arial MT"/>
                <a:cs typeface="Arial MT"/>
              </a:rPr>
              <a:t> </a:t>
            </a:r>
            <a:r>
              <a:rPr sz="1700" spc="-130" dirty="0">
                <a:latin typeface="Arial MT"/>
                <a:cs typeface="Arial MT"/>
              </a:rPr>
              <a:t>You</a:t>
            </a:r>
            <a:r>
              <a:rPr sz="1700" dirty="0">
                <a:latin typeface="Arial MT"/>
                <a:cs typeface="Arial MT"/>
              </a:rPr>
              <a:t> </a:t>
            </a:r>
            <a:r>
              <a:rPr sz="1700" spc="-85" dirty="0">
                <a:latin typeface="Arial MT"/>
                <a:cs typeface="Arial MT"/>
              </a:rPr>
              <a:t>are</a:t>
            </a:r>
            <a:r>
              <a:rPr sz="1700" spc="-35" dirty="0">
                <a:latin typeface="Arial MT"/>
                <a:cs typeface="Arial MT"/>
              </a:rPr>
              <a:t> </a:t>
            </a:r>
            <a:r>
              <a:rPr sz="1700" spc="-60" dirty="0">
                <a:latin typeface="Arial MT"/>
                <a:cs typeface="Arial MT"/>
              </a:rPr>
              <a:t>charged</a:t>
            </a:r>
            <a:r>
              <a:rPr sz="1700" spc="-35" dirty="0">
                <a:latin typeface="Arial MT"/>
                <a:cs typeface="Arial MT"/>
              </a:rPr>
              <a:t> </a:t>
            </a:r>
            <a:r>
              <a:rPr sz="1700" dirty="0">
                <a:latin typeface="Arial MT"/>
                <a:cs typeface="Arial MT"/>
              </a:rPr>
              <a:t>only</a:t>
            </a:r>
            <a:r>
              <a:rPr sz="1700" spc="20" dirty="0">
                <a:latin typeface="Arial MT"/>
                <a:cs typeface="Arial MT"/>
              </a:rPr>
              <a:t> </a:t>
            </a:r>
            <a:r>
              <a:rPr sz="1700" spc="-55" dirty="0">
                <a:latin typeface="Arial MT"/>
                <a:cs typeface="Arial MT"/>
              </a:rPr>
              <a:t>when</a:t>
            </a:r>
            <a:r>
              <a:rPr sz="1700" spc="-60" dirty="0">
                <a:latin typeface="Arial MT"/>
                <a:cs typeface="Arial MT"/>
              </a:rPr>
              <a:t> </a:t>
            </a:r>
            <a:r>
              <a:rPr sz="1700" spc="-10" dirty="0">
                <a:latin typeface="Arial MT"/>
                <a:cs typeface="Arial MT"/>
              </a:rPr>
              <a:t>you</a:t>
            </a:r>
            <a:r>
              <a:rPr sz="1700" spc="-65" dirty="0">
                <a:latin typeface="Arial MT"/>
                <a:cs typeface="Arial MT"/>
              </a:rPr>
              <a:t> </a:t>
            </a:r>
            <a:r>
              <a:rPr sz="1700" spc="-150" dirty="0">
                <a:latin typeface="Arial MT"/>
                <a:cs typeface="Arial MT"/>
              </a:rPr>
              <a:t>access</a:t>
            </a:r>
            <a:r>
              <a:rPr sz="1700" spc="30" dirty="0">
                <a:latin typeface="Arial MT"/>
                <a:cs typeface="Arial MT"/>
              </a:rPr>
              <a:t> </a:t>
            </a:r>
            <a:r>
              <a:rPr sz="1700" spc="-10" dirty="0">
                <a:latin typeface="Arial MT"/>
                <a:cs typeface="Arial MT"/>
              </a:rPr>
              <a:t>other </a:t>
            </a:r>
            <a:r>
              <a:rPr sz="1700" spc="-210" dirty="0">
                <a:latin typeface="Arial MT"/>
                <a:cs typeface="Arial MT"/>
              </a:rPr>
              <a:t>AWS</a:t>
            </a:r>
            <a:r>
              <a:rPr sz="1700" spc="5" dirty="0">
                <a:latin typeface="Arial MT"/>
                <a:cs typeface="Arial MT"/>
              </a:rPr>
              <a:t> </a:t>
            </a:r>
            <a:r>
              <a:rPr sz="1700" spc="-100" dirty="0">
                <a:latin typeface="Arial MT"/>
                <a:cs typeface="Arial MT"/>
              </a:rPr>
              <a:t>services</a:t>
            </a:r>
            <a:r>
              <a:rPr sz="1700" spc="-20" dirty="0">
                <a:latin typeface="Arial MT"/>
                <a:cs typeface="Arial MT"/>
              </a:rPr>
              <a:t> </a:t>
            </a:r>
            <a:r>
              <a:rPr sz="1700" dirty="0">
                <a:solidFill>
                  <a:srgbClr val="131313"/>
                </a:solidFill>
                <a:latin typeface="Arial MT"/>
                <a:cs typeface="Arial MT"/>
              </a:rPr>
              <a:t>by</a:t>
            </a:r>
            <a:r>
              <a:rPr sz="1700" spc="-120" dirty="0">
                <a:solidFill>
                  <a:srgbClr val="131313"/>
                </a:solidFill>
                <a:latin typeface="Arial MT"/>
                <a:cs typeface="Arial MT"/>
              </a:rPr>
              <a:t> </a:t>
            </a:r>
            <a:r>
              <a:rPr sz="1700" spc="-35" dirty="0">
                <a:solidFill>
                  <a:srgbClr val="151515"/>
                </a:solidFill>
                <a:latin typeface="Arial MT"/>
                <a:cs typeface="Arial MT"/>
              </a:rPr>
              <a:t>using</a:t>
            </a:r>
            <a:r>
              <a:rPr sz="1700" spc="-75" dirty="0">
                <a:solidFill>
                  <a:srgbClr val="151515"/>
                </a:solidFill>
                <a:latin typeface="Arial MT"/>
                <a:cs typeface="Arial MT"/>
              </a:rPr>
              <a:t> </a:t>
            </a:r>
            <a:r>
              <a:rPr sz="1700" spc="-35" dirty="0">
                <a:latin typeface="Arial MT"/>
                <a:cs typeface="Arial MT"/>
              </a:rPr>
              <a:t>your</a:t>
            </a:r>
            <a:r>
              <a:rPr sz="1700" spc="15" dirty="0">
                <a:latin typeface="Arial MT"/>
                <a:cs typeface="Arial MT"/>
              </a:rPr>
              <a:t> </a:t>
            </a:r>
            <a:r>
              <a:rPr sz="1700" spc="-110" dirty="0">
                <a:latin typeface="Arial MT"/>
                <a:cs typeface="Arial MT"/>
              </a:rPr>
              <a:t>IAM</a:t>
            </a:r>
            <a:r>
              <a:rPr sz="1700" spc="-25" dirty="0">
                <a:latin typeface="Arial MT"/>
                <a:cs typeface="Arial MT"/>
              </a:rPr>
              <a:t> </a:t>
            </a:r>
            <a:r>
              <a:rPr sz="1700" spc="-95" dirty="0">
                <a:latin typeface="Arial MT"/>
                <a:cs typeface="Arial MT"/>
              </a:rPr>
              <a:t>users'</a:t>
            </a:r>
            <a:r>
              <a:rPr sz="1700" spc="45" dirty="0">
                <a:latin typeface="Arial MT"/>
                <a:cs typeface="Arial MT"/>
              </a:rPr>
              <a:t> </a:t>
            </a:r>
            <a:r>
              <a:rPr sz="1700" spc="-10" dirty="0">
                <a:latin typeface="Arial MT"/>
                <a:cs typeface="Arial MT"/>
              </a:rPr>
              <a:t>credentials.</a:t>
            </a:r>
            <a:endParaRPr sz="1700">
              <a:latin typeface="Arial MT"/>
              <a:cs typeface="Arial MT"/>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1380489" y="1355844"/>
            <a:ext cx="3143885" cy="3924935"/>
            <a:chOff x="1380489" y="1355844"/>
            <a:chExt cx="3143885" cy="3924935"/>
          </a:xfrm>
        </p:grpSpPr>
        <p:pic>
          <p:nvPicPr>
            <p:cNvPr id="3" name="object 3"/>
            <p:cNvPicPr/>
            <p:nvPr/>
          </p:nvPicPr>
          <p:blipFill>
            <a:blip r:embed="rId2" cstate="print"/>
            <a:stretch>
              <a:fillRect/>
            </a:stretch>
          </p:blipFill>
          <p:spPr>
            <a:xfrm>
              <a:off x="1380489" y="3594488"/>
              <a:ext cx="3143589" cy="1686127"/>
            </a:xfrm>
            <a:prstGeom prst="rect">
              <a:avLst/>
            </a:prstGeom>
          </p:spPr>
        </p:pic>
        <p:pic>
          <p:nvPicPr>
            <p:cNvPr id="4" name="object 4"/>
            <p:cNvPicPr/>
            <p:nvPr/>
          </p:nvPicPr>
          <p:blipFill>
            <a:blip r:embed="rId3" cstate="print"/>
            <a:stretch>
              <a:fillRect/>
            </a:stretch>
          </p:blipFill>
          <p:spPr>
            <a:xfrm>
              <a:off x="1380489" y="1355844"/>
              <a:ext cx="3143589" cy="2219592"/>
            </a:xfrm>
            <a:prstGeom prst="rect">
              <a:avLst/>
            </a:prstGeom>
          </p:spPr>
        </p:pic>
      </p:grpSp>
      <p:sp>
        <p:nvSpPr>
          <p:cNvPr id="5" name="object 5"/>
          <p:cNvSpPr/>
          <p:nvPr/>
        </p:nvSpPr>
        <p:spPr>
          <a:xfrm>
            <a:off x="1380489" y="365125"/>
            <a:ext cx="9421495" cy="867410"/>
          </a:xfrm>
          <a:custGeom>
            <a:avLst/>
            <a:gdLst/>
            <a:ahLst/>
            <a:cxnLst/>
            <a:rect l="l" t="t" r="r" b="b"/>
            <a:pathLst>
              <a:path w="9421495" h="867410">
                <a:moveTo>
                  <a:pt x="9420225" y="866775"/>
                </a:moveTo>
                <a:lnTo>
                  <a:pt x="0" y="866775"/>
                </a:lnTo>
                <a:lnTo>
                  <a:pt x="0" y="0"/>
                </a:lnTo>
                <a:lnTo>
                  <a:pt x="9420225" y="0"/>
                </a:lnTo>
                <a:lnTo>
                  <a:pt x="9420225" y="866775"/>
                </a:lnTo>
                <a:close/>
              </a:path>
            </a:pathLst>
          </a:custGeom>
          <a:solidFill>
            <a:srgbClr val="369387"/>
          </a:solidFill>
        </p:spPr>
        <p:txBody>
          <a:bodyPr wrap="square" lIns="0" tIns="0" rIns="0" bIns="0" rtlCol="0"/>
          <a:lstStyle/>
          <a:p>
            <a:endParaRPr/>
          </a:p>
        </p:txBody>
      </p:sp>
      <p:sp>
        <p:nvSpPr>
          <p:cNvPr id="6" name="object 6"/>
          <p:cNvSpPr txBox="1"/>
          <p:nvPr/>
        </p:nvSpPr>
        <p:spPr>
          <a:xfrm>
            <a:off x="1758991" y="511194"/>
            <a:ext cx="6278245" cy="544195"/>
          </a:xfrm>
          <a:prstGeom prst="rect">
            <a:avLst/>
          </a:prstGeom>
        </p:spPr>
        <p:txBody>
          <a:bodyPr vert="horz" wrap="square" lIns="0" tIns="12700" rIns="0" bIns="0" rtlCol="0">
            <a:spAutoFit/>
          </a:bodyPr>
          <a:lstStyle/>
          <a:p>
            <a:pPr marL="12700">
              <a:lnSpc>
                <a:spcPct val="100000"/>
              </a:lnSpc>
              <a:spcBef>
                <a:spcPts val="100"/>
              </a:spcBef>
            </a:pPr>
            <a:r>
              <a:rPr sz="3400" spc="-275" dirty="0">
                <a:solidFill>
                  <a:srgbClr val="6BA897"/>
                </a:solidFill>
                <a:latin typeface="Arial MT"/>
                <a:cs typeface="Arial MT"/>
              </a:rPr>
              <a:t>Amazon</a:t>
            </a:r>
            <a:r>
              <a:rPr sz="3400" spc="140" dirty="0">
                <a:solidFill>
                  <a:srgbClr val="6BA897"/>
                </a:solidFill>
                <a:latin typeface="Arial MT"/>
                <a:cs typeface="Arial MT"/>
              </a:rPr>
              <a:t> </a:t>
            </a:r>
            <a:r>
              <a:rPr sz="3400" spc="-200" dirty="0">
                <a:solidFill>
                  <a:srgbClr val="3F8295"/>
                </a:solidFill>
                <a:latin typeface="Arial MT"/>
                <a:cs typeface="Arial MT"/>
              </a:rPr>
              <a:t>Simple</a:t>
            </a:r>
            <a:r>
              <a:rPr sz="3400" spc="90" dirty="0">
                <a:solidFill>
                  <a:srgbClr val="3F8295"/>
                </a:solidFill>
                <a:latin typeface="Arial MT"/>
                <a:cs typeface="Arial MT"/>
              </a:rPr>
              <a:t> </a:t>
            </a:r>
            <a:r>
              <a:rPr sz="3400" spc="-210" dirty="0">
                <a:solidFill>
                  <a:srgbClr val="3A8995"/>
                </a:solidFill>
                <a:latin typeface="Arial MT"/>
                <a:cs typeface="Arial MT"/>
              </a:rPr>
              <a:t>Storage</a:t>
            </a:r>
            <a:r>
              <a:rPr sz="3400" spc="45" dirty="0">
                <a:solidFill>
                  <a:srgbClr val="3A8995"/>
                </a:solidFill>
                <a:latin typeface="Arial MT"/>
                <a:cs typeface="Arial MT"/>
              </a:rPr>
              <a:t> </a:t>
            </a:r>
            <a:r>
              <a:rPr sz="3400" spc="-280" dirty="0">
                <a:solidFill>
                  <a:srgbClr val="316072"/>
                </a:solidFill>
                <a:latin typeface="Arial MT"/>
                <a:cs typeface="Arial MT"/>
              </a:rPr>
              <a:t>Service</a:t>
            </a:r>
            <a:r>
              <a:rPr sz="3400" spc="70" dirty="0">
                <a:solidFill>
                  <a:srgbClr val="316072"/>
                </a:solidFill>
                <a:latin typeface="Arial MT"/>
                <a:cs typeface="Arial MT"/>
              </a:rPr>
              <a:t> </a:t>
            </a:r>
            <a:r>
              <a:rPr sz="3400" dirty="0">
                <a:solidFill>
                  <a:srgbClr val="347989"/>
                </a:solidFill>
                <a:latin typeface="Arial MT"/>
                <a:cs typeface="Arial MT"/>
              </a:rPr>
              <a:t>-</a:t>
            </a:r>
            <a:r>
              <a:rPr sz="3400" spc="-185" dirty="0">
                <a:solidFill>
                  <a:srgbClr val="347989"/>
                </a:solidFill>
                <a:latin typeface="Arial MT"/>
                <a:cs typeface="Arial MT"/>
              </a:rPr>
              <a:t> </a:t>
            </a:r>
            <a:r>
              <a:rPr sz="3400" spc="-665" dirty="0">
                <a:solidFill>
                  <a:srgbClr val="2F7E87"/>
                </a:solidFill>
                <a:latin typeface="Arial MT"/>
                <a:cs typeface="Arial MT"/>
              </a:rPr>
              <a:t>SP</a:t>
            </a:r>
            <a:endParaRPr sz="3400">
              <a:latin typeface="Arial MT"/>
              <a:cs typeface="Arial MT"/>
            </a:endParaRPr>
          </a:p>
        </p:txBody>
      </p:sp>
      <p:sp>
        <p:nvSpPr>
          <p:cNvPr id="7" name="object 7"/>
          <p:cNvSpPr txBox="1"/>
          <p:nvPr/>
        </p:nvSpPr>
        <p:spPr>
          <a:xfrm>
            <a:off x="9052653" y="454036"/>
            <a:ext cx="599440" cy="429895"/>
          </a:xfrm>
          <a:prstGeom prst="rect">
            <a:avLst/>
          </a:prstGeom>
        </p:spPr>
        <p:txBody>
          <a:bodyPr vert="horz" wrap="square" lIns="0" tIns="12700" rIns="0" bIns="0" rtlCol="0">
            <a:spAutoFit/>
          </a:bodyPr>
          <a:lstStyle/>
          <a:p>
            <a:pPr marL="12700">
              <a:lnSpc>
                <a:spcPct val="100000"/>
              </a:lnSpc>
              <a:spcBef>
                <a:spcPts val="100"/>
              </a:spcBef>
            </a:pPr>
            <a:r>
              <a:rPr sz="2650" spc="-330" dirty="0">
                <a:solidFill>
                  <a:srgbClr val="24747B"/>
                </a:solidFill>
                <a:latin typeface="Arial MT"/>
                <a:cs typeface="Arial MT"/>
              </a:rPr>
              <a:t>a</a:t>
            </a:r>
            <a:r>
              <a:rPr sz="2500" spc="-330" dirty="0">
                <a:solidFill>
                  <a:srgbClr val="24747B"/>
                </a:solidFill>
                <a:latin typeface="Arial MT"/>
                <a:cs typeface="Arial MT"/>
              </a:rPr>
              <a:t>W</a:t>
            </a:r>
            <a:r>
              <a:rPr sz="2300" spc="-330" dirty="0">
                <a:solidFill>
                  <a:srgbClr val="24747B"/>
                </a:solidFill>
                <a:latin typeface="Arial MT"/>
                <a:cs typeface="Arial MT"/>
              </a:rPr>
              <a:t>S</a:t>
            </a:r>
            <a:endParaRPr sz="2300">
              <a:latin typeface="Arial MT"/>
              <a:cs typeface="Arial MT"/>
            </a:endParaRPr>
          </a:p>
        </p:txBody>
      </p:sp>
      <p:sp>
        <p:nvSpPr>
          <p:cNvPr id="8" name="object 8"/>
          <p:cNvSpPr txBox="1"/>
          <p:nvPr/>
        </p:nvSpPr>
        <p:spPr>
          <a:xfrm>
            <a:off x="9801866" y="349250"/>
            <a:ext cx="457200" cy="544195"/>
          </a:xfrm>
          <a:prstGeom prst="rect">
            <a:avLst/>
          </a:prstGeom>
        </p:spPr>
        <p:txBody>
          <a:bodyPr vert="horz" wrap="square" lIns="0" tIns="12700" rIns="0" bIns="0" rtlCol="0">
            <a:spAutoFit/>
          </a:bodyPr>
          <a:lstStyle/>
          <a:p>
            <a:pPr marL="38100">
              <a:lnSpc>
                <a:spcPct val="100000"/>
              </a:lnSpc>
              <a:spcBef>
                <a:spcPts val="100"/>
              </a:spcBef>
            </a:pPr>
            <a:r>
              <a:rPr sz="2300" spc="-25" dirty="0">
                <a:solidFill>
                  <a:srgbClr val="2D7793"/>
                </a:solidFill>
                <a:latin typeface="Arial MT"/>
                <a:cs typeface="Arial MT"/>
              </a:rPr>
              <a:t>u</a:t>
            </a:r>
            <a:r>
              <a:rPr sz="5100" spc="-37" baseline="-21241" dirty="0">
                <a:solidFill>
                  <a:srgbClr val="2D7793"/>
                </a:solidFill>
                <a:latin typeface="Arial MT"/>
                <a:cs typeface="Arial MT"/>
              </a:rPr>
              <a:t>"</a:t>
            </a:r>
            <a:r>
              <a:rPr sz="2500" spc="-25" dirty="0">
                <a:solidFill>
                  <a:srgbClr val="2D7793"/>
                </a:solidFill>
                <a:latin typeface="Arial MT"/>
                <a:cs typeface="Arial MT"/>
              </a:rPr>
              <a:t>t</a:t>
            </a:r>
            <a:endParaRPr sz="2500">
              <a:latin typeface="Arial MT"/>
              <a:cs typeface="Arial MT"/>
            </a:endParaRPr>
          </a:p>
        </p:txBody>
      </p:sp>
      <p:pic>
        <p:nvPicPr>
          <p:cNvPr id="9" name="object 9"/>
          <p:cNvPicPr/>
          <p:nvPr/>
        </p:nvPicPr>
        <p:blipFill>
          <a:blip r:embed="rId4" cstate="print"/>
          <a:stretch>
            <a:fillRect/>
          </a:stretch>
        </p:blipFill>
        <p:spPr>
          <a:xfrm>
            <a:off x="3819152" y="5433034"/>
            <a:ext cx="533457" cy="95261"/>
          </a:xfrm>
          <a:prstGeom prst="rect">
            <a:avLst/>
          </a:prstGeom>
        </p:spPr>
      </p:pic>
      <p:pic>
        <p:nvPicPr>
          <p:cNvPr id="10" name="object 10"/>
          <p:cNvPicPr/>
          <p:nvPr/>
        </p:nvPicPr>
        <p:blipFill>
          <a:blip r:embed="rId5" cstate="print"/>
          <a:stretch>
            <a:fillRect/>
          </a:stretch>
        </p:blipFill>
        <p:spPr>
          <a:xfrm>
            <a:off x="1875843" y="5423508"/>
            <a:ext cx="1695632" cy="104787"/>
          </a:xfrm>
          <a:prstGeom prst="rect">
            <a:avLst/>
          </a:prstGeom>
        </p:spPr>
      </p:pic>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375410" y="365125"/>
            <a:ext cx="9431020" cy="867410"/>
          </a:xfrm>
          <a:prstGeom prst="rect">
            <a:avLst/>
          </a:prstGeom>
          <a:solidFill>
            <a:srgbClr val="ACE4DF"/>
          </a:solidFill>
        </p:spPr>
        <p:txBody>
          <a:bodyPr vert="horz" wrap="square" lIns="0" tIns="130175" rIns="0" bIns="0" rtlCol="0">
            <a:spAutoFit/>
          </a:bodyPr>
          <a:lstStyle/>
          <a:p>
            <a:pPr marL="391160">
              <a:lnSpc>
                <a:spcPct val="100000"/>
              </a:lnSpc>
              <a:spcBef>
                <a:spcPts val="1025"/>
              </a:spcBef>
              <a:tabLst>
                <a:tab pos="7684770" algn="l"/>
              </a:tabLst>
            </a:pPr>
            <a:r>
              <a:rPr sz="3550" spc="-375" dirty="0">
                <a:solidFill>
                  <a:srgbClr val="629A99"/>
                </a:solidFill>
                <a:latin typeface="Arial MT"/>
                <a:cs typeface="Arial MT"/>
              </a:rPr>
              <a:t>Amazon</a:t>
            </a:r>
            <a:r>
              <a:rPr sz="3550" spc="-5" dirty="0">
                <a:solidFill>
                  <a:srgbClr val="629A99"/>
                </a:solidFill>
                <a:latin typeface="Arial MT"/>
                <a:cs typeface="Arial MT"/>
              </a:rPr>
              <a:t> </a:t>
            </a:r>
            <a:r>
              <a:rPr sz="3550" spc="-295" dirty="0">
                <a:solidFill>
                  <a:srgbClr val="287E8C"/>
                </a:solidFill>
                <a:latin typeface="Arial MT"/>
                <a:cs typeface="Arial MT"/>
              </a:rPr>
              <a:t>Simple</a:t>
            </a:r>
            <a:r>
              <a:rPr sz="3550" spc="105" dirty="0">
                <a:solidFill>
                  <a:srgbClr val="287E8C"/>
                </a:solidFill>
                <a:latin typeface="Arial MT"/>
                <a:cs typeface="Arial MT"/>
              </a:rPr>
              <a:t> </a:t>
            </a:r>
            <a:r>
              <a:rPr sz="3550" spc="-325" dirty="0">
                <a:solidFill>
                  <a:srgbClr val="368085"/>
                </a:solidFill>
                <a:latin typeface="Arial MT"/>
                <a:cs typeface="Arial MT"/>
              </a:rPr>
              <a:t>Storage</a:t>
            </a:r>
            <a:r>
              <a:rPr sz="3550" spc="105" dirty="0">
                <a:solidFill>
                  <a:srgbClr val="368085"/>
                </a:solidFill>
                <a:latin typeface="Arial MT"/>
                <a:cs typeface="Arial MT"/>
              </a:rPr>
              <a:t> </a:t>
            </a:r>
            <a:r>
              <a:rPr sz="3550" spc="-380" dirty="0">
                <a:solidFill>
                  <a:srgbClr val="2F7979"/>
                </a:solidFill>
                <a:latin typeface="Arial MT"/>
                <a:cs typeface="Arial MT"/>
              </a:rPr>
              <a:t>Service</a:t>
            </a:r>
            <a:r>
              <a:rPr sz="3550" spc="145" dirty="0">
                <a:solidFill>
                  <a:srgbClr val="2F7979"/>
                </a:solidFill>
                <a:latin typeface="Arial MT"/>
                <a:cs typeface="Arial MT"/>
              </a:rPr>
              <a:t> </a:t>
            </a:r>
            <a:r>
              <a:rPr sz="3550" dirty="0">
                <a:solidFill>
                  <a:srgbClr val="367987"/>
                </a:solidFill>
                <a:latin typeface="Arial MT"/>
                <a:cs typeface="Arial MT"/>
              </a:rPr>
              <a:t>-</a:t>
            </a:r>
            <a:r>
              <a:rPr sz="3550" spc="-195" dirty="0">
                <a:solidFill>
                  <a:srgbClr val="367987"/>
                </a:solidFill>
                <a:latin typeface="Arial MT"/>
                <a:cs typeface="Arial MT"/>
              </a:rPr>
              <a:t> </a:t>
            </a:r>
            <a:r>
              <a:rPr sz="3550" spc="-550" dirty="0">
                <a:solidFill>
                  <a:srgbClr val="2D6E87"/>
                </a:solidFill>
                <a:latin typeface="Arial MT"/>
                <a:cs typeface="Arial MT"/>
              </a:rPr>
              <a:t>S3</a:t>
            </a:r>
            <a:r>
              <a:rPr sz="3550" dirty="0">
                <a:solidFill>
                  <a:srgbClr val="2D6E87"/>
                </a:solidFill>
                <a:latin typeface="Arial MT"/>
                <a:cs typeface="Arial MT"/>
              </a:rPr>
              <a:t>	</a:t>
            </a:r>
            <a:r>
              <a:rPr sz="3975" spc="150" baseline="25157" dirty="0">
                <a:solidFill>
                  <a:srgbClr val="427990"/>
                </a:solidFill>
                <a:latin typeface="Arial MT"/>
                <a:cs typeface="Arial MT"/>
              </a:rPr>
              <a:t>a</a:t>
            </a:r>
            <a:r>
              <a:rPr sz="3750" spc="150" baseline="26666" dirty="0">
                <a:solidFill>
                  <a:srgbClr val="427990"/>
                </a:solidFill>
                <a:latin typeface="Arial MT"/>
                <a:cs typeface="Arial MT"/>
              </a:rPr>
              <a:t>W</a:t>
            </a:r>
            <a:r>
              <a:rPr sz="2100" spc="100" dirty="0">
                <a:solidFill>
                  <a:srgbClr val="427990"/>
                </a:solidFill>
                <a:latin typeface="Arial MT"/>
                <a:cs typeface="Arial MT"/>
              </a:rPr>
              <a:t>'</a:t>
            </a:r>
            <a:r>
              <a:rPr sz="3550" spc="100" dirty="0">
                <a:solidFill>
                  <a:srgbClr val="2A758E"/>
                </a:solidFill>
                <a:latin typeface="Arial MT"/>
                <a:cs typeface="Arial MT"/>
              </a:rPr>
              <a:t>"</a:t>
            </a:r>
            <a:r>
              <a:rPr sz="3550" spc="565" dirty="0">
                <a:solidFill>
                  <a:srgbClr val="2A758E"/>
                </a:solidFill>
                <a:latin typeface="Arial MT"/>
                <a:cs typeface="Arial MT"/>
              </a:rPr>
              <a:t> </a:t>
            </a:r>
            <a:r>
              <a:rPr sz="3550" dirty="0">
                <a:solidFill>
                  <a:srgbClr val="16647B"/>
                </a:solidFill>
                <a:latin typeface="Arial MT"/>
                <a:cs typeface="Arial MT"/>
              </a:rPr>
              <a:t>'</a:t>
            </a:r>
            <a:endParaRPr sz="3550">
              <a:latin typeface="Arial MT"/>
              <a:cs typeface="Arial MT"/>
            </a:endParaRPr>
          </a:p>
        </p:txBody>
      </p:sp>
      <p:grpSp>
        <p:nvGrpSpPr>
          <p:cNvPr id="3" name="object 3"/>
          <p:cNvGrpSpPr/>
          <p:nvPr/>
        </p:nvGrpSpPr>
        <p:grpSpPr>
          <a:xfrm>
            <a:off x="1375410" y="1317739"/>
            <a:ext cx="3153410" cy="3963035"/>
            <a:chOff x="1375410" y="1317739"/>
            <a:chExt cx="3153410" cy="3963035"/>
          </a:xfrm>
        </p:grpSpPr>
        <p:pic>
          <p:nvPicPr>
            <p:cNvPr id="4" name="object 4"/>
            <p:cNvPicPr/>
            <p:nvPr/>
          </p:nvPicPr>
          <p:blipFill>
            <a:blip r:embed="rId2" cstate="print"/>
            <a:stretch>
              <a:fillRect/>
            </a:stretch>
          </p:blipFill>
          <p:spPr>
            <a:xfrm>
              <a:off x="1375410" y="3604013"/>
              <a:ext cx="3153114" cy="1676602"/>
            </a:xfrm>
            <a:prstGeom prst="rect">
              <a:avLst/>
            </a:prstGeom>
          </p:spPr>
        </p:pic>
        <p:sp>
          <p:nvSpPr>
            <p:cNvPr id="5" name="object 5"/>
            <p:cNvSpPr/>
            <p:nvPr/>
          </p:nvSpPr>
          <p:spPr>
            <a:xfrm>
              <a:off x="1375410" y="1317739"/>
              <a:ext cx="3143885" cy="3953510"/>
            </a:xfrm>
            <a:custGeom>
              <a:avLst/>
              <a:gdLst/>
              <a:ahLst/>
              <a:cxnLst/>
              <a:rect l="l" t="t" r="r" b="b"/>
              <a:pathLst>
                <a:path w="3143885" h="3953510">
                  <a:moveTo>
                    <a:pt x="3143250" y="3952875"/>
                  </a:moveTo>
                  <a:lnTo>
                    <a:pt x="0" y="3952875"/>
                  </a:lnTo>
                  <a:lnTo>
                    <a:pt x="0" y="0"/>
                  </a:lnTo>
                  <a:lnTo>
                    <a:pt x="3143250" y="0"/>
                  </a:lnTo>
                  <a:lnTo>
                    <a:pt x="3143250" y="3952875"/>
                  </a:lnTo>
                  <a:close/>
                </a:path>
              </a:pathLst>
            </a:custGeom>
            <a:solidFill>
              <a:srgbClr val="97DDDA"/>
            </a:solidFill>
          </p:spPr>
          <p:txBody>
            <a:bodyPr wrap="square" lIns="0" tIns="0" rIns="0" bIns="0" rtlCol="0"/>
            <a:lstStyle/>
            <a:p>
              <a:endParaRPr/>
            </a:p>
          </p:txBody>
        </p:sp>
      </p:grpSp>
      <p:sp>
        <p:nvSpPr>
          <p:cNvPr id="6" name="object 6"/>
          <p:cNvSpPr txBox="1">
            <a:spLocks noGrp="1"/>
          </p:cNvSpPr>
          <p:nvPr>
            <p:ph sz="half" idx="2"/>
          </p:nvPr>
        </p:nvSpPr>
        <p:spPr>
          <a:prstGeom prst="rect">
            <a:avLst/>
          </a:prstGeom>
        </p:spPr>
        <p:txBody>
          <a:bodyPr vert="horz" wrap="square" lIns="0" tIns="123825" rIns="0" bIns="0" rtlCol="0">
            <a:spAutoFit/>
          </a:bodyPr>
          <a:lstStyle/>
          <a:p>
            <a:pPr marL="4445" marR="14604" algn="ctr">
              <a:lnSpc>
                <a:spcPct val="100000"/>
              </a:lnSpc>
              <a:spcBef>
                <a:spcPts val="975"/>
              </a:spcBef>
            </a:pPr>
            <a:r>
              <a:rPr sz="1950" spc="-190" dirty="0">
                <a:solidFill>
                  <a:srgbClr val="A518A3"/>
                </a:solidFill>
              </a:rPr>
              <a:t>What</a:t>
            </a:r>
            <a:r>
              <a:rPr sz="1950" spc="40" dirty="0">
                <a:solidFill>
                  <a:srgbClr val="A518A3"/>
                </a:solidFill>
              </a:rPr>
              <a:t> </a:t>
            </a:r>
            <a:r>
              <a:rPr sz="1950" spc="-240" dirty="0">
                <a:solidFill>
                  <a:srgbClr val="FFB1FF"/>
                </a:solidFill>
              </a:rPr>
              <a:t>does</a:t>
            </a:r>
            <a:r>
              <a:rPr sz="1950" spc="35" dirty="0">
                <a:solidFill>
                  <a:srgbClr val="FFB1FF"/>
                </a:solidFill>
              </a:rPr>
              <a:t> </a:t>
            </a:r>
            <a:r>
              <a:rPr sz="1950" spc="-250" dirty="0">
                <a:solidFill>
                  <a:srgbClr val="EF11E1"/>
                </a:solidFill>
              </a:rPr>
              <a:t>Amazon</a:t>
            </a:r>
            <a:r>
              <a:rPr sz="1950" spc="45" dirty="0">
                <a:solidFill>
                  <a:srgbClr val="EF11E1"/>
                </a:solidFill>
              </a:rPr>
              <a:t> </a:t>
            </a:r>
            <a:r>
              <a:rPr sz="1950" spc="-305" dirty="0">
                <a:solidFill>
                  <a:srgbClr val="DD24DB"/>
                </a:solidFill>
              </a:rPr>
              <a:t>S3</a:t>
            </a:r>
            <a:r>
              <a:rPr sz="1950" spc="15" dirty="0">
                <a:solidFill>
                  <a:srgbClr val="DD24DB"/>
                </a:solidFill>
              </a:rPr>
              <a:t> </a:t>
            </a:r>
            <a:r>
              <a:rPr sz="1950" spc="-285" dirty="0">
                <a:solidFill>
                  <a:srgbClr val="CA2AC8"/>
                </a:solidFill>
              </a:rPr>
              <a:t>do?</a:t>
            </a:r>
            <a:endParaRPr sz="1950"/>
          </a:p>
          <a:p>
            <a:pPr marL="106045" marR="116839" algn="ctr">
              <a:lnSpc>
                <a:spcPts val="2100"/>
              </a:lnSpc>
              <a:spcBef>
                <a:spcPts val="1305"/>
              </a:spcBef>
            </a:pPr>
            <a:r>
              <a:rPr sz="2000" spc="-235" dirty="0">
                <a:solidFill>
                  <a:srgbClr val="2D9582"/>
                </a:solidFill>
              </a:rPr>
              <a:t>What</a:t>
            </a:r>
            <a:r>
              <a:rPr sz="2000" spc="15" dirty="0">
                <a:solidFill>
                  <a:srgbClr val="2D9582"/>
                </a:solidFill>
              </a:rPr>
              <a:t> </a:t>
            </a:r>
            <a:r>
              <a:rPr sz="2000" spc="-185" dirty="0">
                <a:solidFill>
                  <a:srgbClr val="348A89"/>
                </a:solidFill>
              </a:rPr>
              <a:t>problem</a:t>
            </a:r>
            <a:r>
              <a:rPr sz="2000" spc="-5" dirty="0">
                <a:solidFill>
                  <a:srgbClr val="348A89"/>
                </a:solidFill>
              </a:rPr>
              <a:t> </a:t>
            </a:r>
            <a:r>
              <a:rPr sz="2000" spc="-235" dirty="0">
                <a:solidFill>
                  <a:srgbClr val="369993"/>
                </a:solidFill>
              </a:rPr>
              <a:t>does</a:t>
            </a:r>
            <a:r>
              <a:rPr sz="2000" spc="-20" dirty="0">
                <a:solidFill>
                  <a:srgbClr val="369993"/>
                </a:solidFill>
              </a:rPr>
              <a:t> </a:t>
            </a:r>
            <a:r>
              <a:rPr sz="2000" spc="-275" dirty="0">
                <a:solidFill>
                  <a:srgbClr val="2B9587"/>
                </a:solidFill>
              </a:rPr>
              <a:t>Amazon</a:t>
            </a:r>
            <a:r>
              <a:rPr sz="2000" spc="45" dirty="0">
                <a:solidFill>
                  <a:srgbClr val="2B9587"/>
                </a:solidFill>
              </a:rPr>
              <a:t> </a:t>
            </a:r>
            <a:r>
              <a:rPr sz="2000" spc="-365" dirty="0">
                <a:solidFill>
                  <a:srgbClr val="60AFA1"/>
                </a:solidFill>
              </a:rPr>
              <a:t>S3</a:t>
            </a:r>
            <a:r>
              <a:rPr sz="2000" spc="-270" dirty="0">
                <a:solidFill>
                  <a:srgbClr val="60AFA1"/>
                </a:solidFill>
              </a:rPr>
              <a:t> </a:t>
            </a:r>
            <a:r>
              <a:rPr sz="2000" spc="-270" dirty="0">
                <a:solidFill>
                  <a:srgbClr val="268A87"/>
                </a:solidFill>
              </a:rPr>
              <a:t>solve?</a:t>
            </a:r>
            <a:endParaRPr sz="2000"/>
          </a:p>
          <a:p>
            <a:pPr marL="448945" marR="452755" algn="ctr">
              <a:lnSpc>
                <a:spcPts val="2100"/>
              </a:lnSpc>
              <a:spcBef>
                <a:spcPts val="225"/>
              </a:spcBef>
            </a:pPr>
            <a:r>
              <a:rPr sz="2000" spc="-235" dirty="0">
                <a:solidFill>
                  <a:srgbClr val="239990"/>
                </a:solidFill>
              </a:rPr>
              <a:t>What</a:t>
            </a:r>
            <a:r>
              <a:rPr sz="2000" dirty="0">
                <a:solidFill>
                  <a:srgbClr val="239990"/>
                </a:solidFill>
              </a:rPr>
              <a:t> </a:t>
            </a:r>
            <a:r>
              <a:rPr sz="2000" spc="-225" dirty="0">
                <a:solidFill>
                  <a:srgbClr val="97E1DF"/>
                </a:solidFill>
              </a:rPr>
              <a:t>are</a:t>
            </a:r>
            <a:r>
              <a:rPr sz="2000" spc="-120" dirty="0">
                <a:solidFill>
                  <a:srgbClr val="97E1DF"/>
                </a:solidFill>
              </a:rPr>
              <a:t> </a:t>
            </a:r>
            <a:r>
              <a:rPr sz="2000" spc="-120" dirty="0">
                <a:solidFill>
                  <a:srgbClr val="3A7E83"/>
                </a:solidFill>
              </a:rPr>
              <a:t>the</a:t>
            </a:r>
            <a:r>
              <a:rPr sz="2000" spc="-145" dirty="0">
                <a:solidFill>
                  <a:srgbClr val="3A7E83"/>
                </a:solidFill>
              </a:rPr>
              <a:t> </a:t>
            </a:r>
            <a:r>
              <a:rPr sz="2000" spc="-190" dirty="0">
                <a:solidFill>
                  <a:srgbClr val="1C9189"/>
                </a:solidFill>
              </a:rPr>
              <a:t>beneñts</a:t>
            </a:r>
            <a:r>
              <a:rPr sz="2000" spc="10" dirty="0">
                <a:solidFill>
                  <a:srgbClr val="1C9189"/>
                </a:solidFill>
              </a:rPr>
              <a:t> </a:t>
            </a:r>
            <a:r>
              <a:rPr sz="2000" spc="-85" dirty="0">
                <a:solidFill>
                  <a:srgbClr val="2FA09E"/>
                </a:solidFill>
              </a:rPr>
              <a:t>of </a:t>
            </a:r>
            <a:r>
              <a:rPr sz="2000" spc="-265" dirty="0">
                <a:solidFill>
                  <a:srgbClr val="2F998C"/>
                </a:solidFill>
              </a:rPr>
              <a:t>Amazon</a:t>
            </a:r>
            <a:r>
              <a:rPr sz="2000" spc="25" dirty="0">
                <a:solidFill>
                  <a:srgbClr val="2F998C"/>
                </a:solidFill>
              </a:rPr>
              <a:t> </a:t>
            </a:r>
            <a:r>
              <a:rPr sz="2000" spc="-375" dirty="0">
                <a:solidFill>
                  <a:srgbClr val="219589"/>
                </a:solidFill>
              </a:rPr>
              <a:t>S3?</a:t>
            </a:r>
            <a:endParaRPr sz="2000"/>
          </a:p>
          <a:p>
            <a:pPr marL="186690" marR="192405" indent="-10160" algn="ctr">
              <a:lnSpc>
                <a:spcPts val="2100"/>
              </a:lnSpc>
              <a:spcBef>
                <a:spcPts val="150"/>
              </a:spcBef>
            </a:pPr>
            <a:r>
              <a:rPr sz="2000" spc="-260" dirty="0">
                <a:solidFill>
                  <a:srgbClr val="509995"/>
                </a:solidFill>
              </a:rPr>
              <a:t>How</a:t>
            </a:r>
            <a:r>
              <a:rPr sz="2000" spc="-60" dirty="0">
                <a:solidFill>
                  <a:srgbClr val="509995"/>
                </a:solidFill>
              </a:rPr>
              <a:t> </a:t>
            </a:r>
            <a:r>
              <a:rPr sz="2000" spc="-254" dirty="0">
                <a:solidFill>
                  <a:srgbClr val="3B8A82"/>
                </a:solidFill>
              </a:rPr>
              <a:t>can</a:t>
            </a:r>
            <a:r>
              <a:rPr sz="2000" spc="-85" dirty="0">
                <a:solidFill>
                  <a:srgbClr val="3B8A82"/>
                </a:solidFill>
              </a:rPr>
              <a:t> </a:t>
            </a:r>
            <a:r>
              <a:rPr sz="2000" spc="-135" dirty="0">
                <a:solidFill>
                  <a:srgbClr val="23938C"/>
                </a:solidFill>
              </a:rPr>
              <a:t>I</a:t>
            </a:r>
            <a:r>
              <a:rPr sz="2000" spc="-95" dirty="0">
                <a:solidFill>
                  <a:srgbClr val="23938C"/>
                </a:solidFill>
              </a:rPr>
              <a:t> </a:t>
            </a:r>
            <a:r>
              <a:rPr sz="2000" spc="-100" dirty="0">
                <a:solidFill>
                  <a:srgbClr val="217B75"/>
                </a:solidFill>
              </a:rPr>
              <a:t>axhitect</a:t>
            </a:r>
            <a:r>
              <a:rPr sz="2000" spc="-55" dirty="0">
                <a:solidFill>
                  <a:srgbClr val="217B75"/>
                </a:solidFill>
              </a:rPr>
              <a:t> </a:t>
            </a:r>
            <a:r>
              <a:rPr sz="2000" spc="-270" dirty="0">
                <a:solidFill>
                  <a:srgbClr val="2F797C"/>
                </a:solidFill>
              </a:rPr>
              <a:t>a</a:t>
            </a:r>
            <a:r>
              <a:rPr sz="2000" spc="-125" dirty="0">
                <a:solidFill>
                  <a:srgbClr val="2F797C"/>
                </a:solidFill>
              </a:rPr>
              <a:t> </a:t>
            </a:r>
            <a:r>
              <a:rPr sz="2000" spc="-10" dirty="0">
                <a:solidFill>
                  <a:srgbClr val="2D978C"/>
                </a:solidFill>
              </a:rPr>
              <a:t>cloud </a:t>
            </a:r>
            <a:r>
              <a:rPr sz="2000" spc="-165" dirty="0">
                <a:solidFill>
                  <a:srgbClr val="A0F4F6"/>
                </a:solidFill>
              </a:rPr>
              <a:t>solution</a:t>
            </a:r>
            <a:r>
              <a:rPr sz="2000" spc="-15" dirty="0">
                <a:solidFill>
                  <a:srgbClr val="A0F4F6"/>
                </a:solidFill>
              </a:rPr>
              <a:t> </a:t>
            </a:r>
            <a:r>
              <a:rPr sz="2000" spc="-210" dirty="0">
                <a:solidFill>
                  <a:srgbClr val="6BB1B3"/>
                </a:solidFill>
              </a:rPr>
              <a:t>by</a:t>
            </a:r>
            <a:r>
              <a:rPr sz="2000" spc="-80" dirty="0">
                <a:solidFill>
                  <a:srgbClr val="6BB1B3"/>
                </a:solidFill>
              </a:rPr>
              <a:t> </a:t>
            </a:r>
            <a:r>
              <a:rPr sz="2000" spc="-215" dirty="0">
                <a:solidFill>
                  <a:srgbClr val="56ACA5"/>
                </a:solidFill>
              </a:rPr>
              <a:t>usinp</a:t>
            </a:r>
            <a:r>
              <a:rPr sz="2000" spc="-15" dirty="0">
                <a:solidFill>
                  <a:srgbClr val="56ACA5"/>
                </a:solidFill>
              </a:rPr>
              <a:t> </a:t>
            </a:r>
            <a:r>
              <a:rPr sz="2000" spc="-265" dirty="0">
                <a:solidFill>
                  <a:srgbClr val="38898A"/>
                </a:solidFill>
              </a:rPr>
              <a:t>Amazon</a:t>
            </a:r>
            <a:r>
              <a:rPr sz="2000" spc="45" dirty="0">
                <a:solidFill>
                  <a:srgbClr val="38898A"/>
                </a:solidFill>
              </a:rPr>
              <a:t> </a:t>
            </a:r>
            <a:r>
              <a:rPr sz="2000" spc="-375" dirty="0">
                <a:solidFill>
                  <a:srgbClr val="4FBCB5"/>
                </a:solidFill>
              </a:rPr>
              <a:t>S3?</a:t>
            </a:r>
            <a:endParaRPr sz="2000"/>
          </a:p>
          <a:p>
            <a:pPr marL="4445" marR="13335" algn="ctr">
              <a:lnSpc>
                <a:spcPct val="100000"/>
              </a:lnSpc>
              <a:spcBef>
                <a:spcPts val="955"/>
              </a:spcBef>
            </a:pPr>
            <a:r>
              <a:rPr sz="2000" spc="-260" dirty="0">
                <a:solidFill>
                  <a:srgbClr val="67AFAC"/>
                </a:solidFill>
              </a:rPr>
              <a:t>How</a:t>
            </a:r>
            <a:r>
              <a:rPr sz="2000" spc="5" dirty="0">
                <a:solidFill>
                  <a:srgbClr val="67AFAC"/>
                </a:solidFill>
              </a:rPr>
              <a:t> </a:t>
            </a:r>
            <a:r>
              <a:rPr sz="2000" spc="-254" dirty="0">
                <a:solidFill>
                  <a:srgbClr val="3D9A8E"/>
                </a:solidFill>
              </a:rPr>
              <a:t>can</a:t>
            </a:r>
            <a:r>
              <a:rPr sz="2000" spc="-170" dirty="0">
                <a:solidFill>
                  <a:srgbClr val="3D9A8E"/>
                </a:solidFill>
              </a:rPr>
              <a:t> </a:t>
            </a:r>
            <a:r>
              <a:rPr sz="2000" spc="-135" dirty="0">
                <a:solidFill>
                  <a:srgbClr val="1D9590"/>
                </a:solidFill>
              </a:rPr>
              <a:t>I</a:t>
            </a:r>
            <a:r>
              <a:rPr sz="2000" spc="-85" dirty="0">
                <a:solidFill>
                  <a:srgbClr val="1D9590"/>
                </a:solidFill>
              </a:rPr>
              <a:t> </a:t>
            </a:r>
            <a:r>
              <a:rPr sz="2000" spc="-285" dirty="0">
                <a:solidFill>
                  <a:srgbClr val="70CDBF"/>
                </a:solidFill>
              </a:rPr>
              <a:t>use</a:t>
            </a:r>
            <a:r>
              <a:rPr sz="2000" spc="-60" dirty="0">
                <a:solidFill>
                  <a:srgbClr val="70CDBF"/>
                </a:solidFill>
              </a:rPr>
              <a:t> </a:t>
            </a:r>
            <a:r>
              <a:rPr sz="2000" spc="-265" dirty="0">
                <a:solidFill>
                  <a:srgbClr val="2D9A85"/>
                </a:solidFill>
              </a:rPr>
              <a:t>Amazon</a:t>
            </a:r>
            <a:r>
              <a:rPr sz="2000" spc="-55" dirty="0">
                <a:solidFill>
                  <a:srgbClr val="2D9A85"/>
                </a:solidFill>
              </a:rPr>
              <a:t> </a:t>
            </a:r>
            <a:r>
              <a:rPr sz="2000" spc="-355" dirty="0">
                <a:solidFill>
                  <a:srgbClr val="0A7972"/>
                </a:solidFill>
              </a:rPr>
              <a:t>S3?</a:t>
            </a:r>
            <a:endParaRPr sz="2000"/>
          </a:p>
          <a:p>
            <a:pPr marL="4445" marR="6350" algn="ctr">
              <a:lnSpc>
                <a:spcPts val="2045"/>
              </a:lnSpc>
              <a:spcBef>
                <a:spcPts val="1250"/>
              </a:spcBef>
            </a:pPr>
            <a:r>
              <a:rPr sz="1800" spc="-95" dirty="0">
                <a:solidFill>
                  <a:srgbClr val="2A9083"/>
                </a:solidFill>
              </a:rPr>
              <a:t>What</a:t>
            </a:r>
            <a:r>
              <a:rPr sz="1800" spc="25" dirty="0">
                <a:solidFill>
                  <a:srgbClr val="2A9083"/>
                </a:solidFill>
              </a:rPr>
              <a:t> </a:t>
            </a:r>
            <a:r>
              <a:rPr sz="1800" spc="-120" dirty="0">
                <a:solidFill>
                  <a:srgbClr val="AEEBE6"/>
                </a:solidFill>
              </a:rPr>
              <a:t>else</a:t>
            </a:r>
            <a:r>
              <a:rPr sz="1800" spc="-105" dirty="0">
                <a:solidFill>
                  <a:srgbClr val="AEEBE6"/>
                </a:solidFill>
              </a:rPr>
              <a:t> </a:t>
            </a:r>
            <a:r>
              <a:rPr sz="1800" spc="-75" dirty="0">
                <a:solidFill>
                  <a:srgbClr val="21938C"/>
                </a:solidFill>
              </a:rPr>
              <a:t>should</a:t>
            </a:r>
            <a:r>
              <a:rPr sz="1800" spc="-95" dirty="0">
                <a:solidFill>
                  <a:srgbClr val="21938C"/>
                </a:solidFill>
              </a:rPr>
              <a:t> </a:t>
            </a:r>
            <a:r>
              <a:rPr sz="1800" spc="-70" dirty="0">
                <a:solidFill>
                  <a:srgbClr val="188585"/>
                </a:solidFill>
              </a:rPr>
              <a:t>I</a:t>
            </a:r>
            <a:r>
              <a:rPr sz="1800" spc="-60" dirty="0">
                <a:solidFill>
                  <a:srgbClr val="188585"/>
                </a:solidFill>
              </a:rPr>
              <a:t> </a:t>
            </a:r>
            <a:r>
              <a:rPr sz="1800" spc="-140" dirty="0">
                <a:solidFill>
                  <a:srgbClr val="1F7977"/>
                </a:solidFill>
              </a:rPr>
              <a:t>keep</a:t>
            </a:r>
            <a:r>
              <a:rPr sz="1800" dirty="0">
                <a:solidFill>
                  <a:srgbClr val="1F7977"/>
                </a:solidFill>
              </a:rPr>
              <a:t> </a:t>
            </a:r>
            <a:r>
              <a:rPr sz="1800" spc="-45" dirty="0">
                <a:solidFill>
                  <a:srgbClr val="348589"/>
                </a:solidFill>
              </a:rPr>
              <a:t>in</a:t>
            </a:r>
            <a:r>
              <a:rPr sz="1800" spc="-105" dirty="0">
                <a:solidFill>
                  <a:srgbClr val="348589"/>
                </a:solidFill>
              </a:rPr>
              <a:t> </a:t>
            </a:r>
            <a:r>
              <a:rPr sz="1800" spc="-20" dirty="0">
                <a:solidFill>
                  <a:srgbClr val="287072"/>
                </a:solidFill>
              </a:rPr>
              <a:t>mind</a:t>
            </a:r>
            <a:endParaRPr sz="1800"/>
          </a:p>
          <a:p>
            <a:pPr marL="4445" marR="15240" algn="ctr">
              <a:lnSpc>
                <a:spcPts val="2165"/>
              </a:lnSpc>
            </a:pPr>
            <a:r>
              <a:rPr sz="1900" spc="-170" dirty="0">
                <a:solidFill>
                  <a:srgbClr val="2A877E"/>
                </a:solidFill>
              </a:rPr>
              <a:t>when</a:t>
            </a:r>
            <a:r>
              <a:rPr sz="1900" spc="-80" dirty="0">
                <a:solidFill>
                  <a:srgbClr val="2A877E"/>
                </a:solidFill>
              </a:rPr>
              <a:t> </a:t>
            </a:r>
            <a:r>
              <a:rPr sz="1900" spc="-155" dirty="0">
                <a:solidFill>
                  <a:srgbClr val="62AEAA"/>
                </a:solidFill>
              </a:rPr>
              <a:t>usinp</a:t>
            </a:r>
            <a:r>
              <a:rPr sz="1900" spc="75" dirty="0">
                <a:solidFill>
                  <a:srgbClr val="62AEAA"/>
                </a:solidFill>
              </a:rPr>
              <a:t> </a:t>
            </a:r>
            <a:r>
              <a:rPr sz="1900" spc="-210" dirty="0">
                <a:solidFill>
                  <a:srgbClr val="28957E"/>
                </a:solidFill>
              </a:rPr>
              <a:t>Amazon</a:t>
            </a:r>
            <a:r>
              <a:rPr sz="1900" spc="-5" dirty="0">
                <a:solidFill>
                  <a:srgbClr val="28957E"/>
                </a:solidFill>
              </a:rPr>
              <a:t> </a:t>
            </a:r>
            <a:r>
              <a:rPr sz="1900" spc="-325" dirty="0">
                <a:solidFill>
                  <a:srgbClr val="1F8582"/>
                </a:solidFill>
              </a:rPr>
              <a:t>S3?</a:t>
            </a:r>
            <a:endParaRPr sz="1900"/>
          </a:p>
          <a:p>
            <a:pPr marL="4445" marR="13970" algn="ctr">
              <a:lnSpc>
                <a:spcPts val="2130"/>
              </a:lnSpc>
              <a:spcBef>
                <a:spcPts val="120"/>
              </a:spcBef>
            </a:pPr>
            <a:r>
              <a:rPr sz="1900" spc="-190" dirty="0">
                <a:solidFill>
                  <a:srgbClr val="62AAA7"/>
                </a:solidFill>
              </a:rPr>
              <a:t>How</a:t>
            </a:r>
            <a:r>
              <a:rPr sz="1900" spc="-30" dirty="0">
                <a:solidFill>
                  <a:srgbClr val="62AAA7"/>
                </a:solidFill>
              </a:rPr>
              <a:t> </a:t>
            </a:r>
            <a:r>
              <a:rPr sz="1900" spc="-175" dirty="0">
                <a:solidFill>
                  <a:srgbClr val="2D9C99"/>
                </a:solidFill>
              </a:rPr>
              <a:t>much</a:t>
            </a:r>
            <a:r>
              <a:rPr sz="1900" spc="-60" dirty="0">
                <a:solidFill>
                  <a:srgbClr val="2D9C99"/>
                </a:solidFill>
              </a:rPr>
              <a:t> </a:t>
            </a:r>
            <a:r>
              <a:rPr sz="1900" spc="-20" dirty="0">
                <a:solidFill>
                  <a:srgbClr val="3B8E95"/>
                </a:solidFill>
              </a:rPr>
              <a:t>does</a:t>
            </a:r>
            <a:endParaRPr sz="1900"/>
          </a:p>
          <a:p>
            <a:pPr marL="4445" marR="12700" algn="ctr">
              <a:lnSpc>
                <a:spcPts val="2190"/>
              </a:lnSpc>
            </a:pPr>
            <a:r>
              <a:rPr sz="1950" spc="-250" dirty="0">
                <a:solidFill>
                  <a:srgbClr val="1C958C"/>
                </a:solidFill>
              </a:rPr>
              <a:t>Amazon</a:t>
            </a:r>
            <a:r>
              <a:rPr sz="1950" spc="45" dirty="0">
                <a:solidFill>
                  <a:srgbClr val="1C958C"/>
                </a:solidFill>
              </a:rPr>
              <a:t> </a:t>
            </a:r>
            <a:r>
              <a:rPr sz="1950" spc="-305" dirty="0">
                <a:solidFill>
                  <a:srgbClr val="388585"/>
                </a:solidFill>
              </a:rPr>
              <a:t>S3</a:t>
            </a:r>
            <a:r>
              <a:rPr sz="1950" spc="5" dirty="0">
                <a:solidFill>
                  <a:srgbClr val="388585"/>
                </a:solidFill>
              </a:rPr>
              <a:t> </a:t>
            </a:r>
            <a:r>
              <a:rPr sz="1950" spc="-20" dirty="0">
                <a:solidFill>
                  <a:srgbClr val="1D8580"/>
                </a:solidFill>
              </a:rPr>
              <a:t>cost?</a:t>
            </a:r>
            <a:endParaRPr sz="1950"/>
          </a:p>
        </p:txBody>
      </p:sp>
      <p:pic>
        <p:nvPicPr>
          <p:cNvPr id="7" name="object 7"/>
          <p:cNvPicPr/>
          <p:nvPr/>
        </p:nvPicPr>
        <p:blipFill>
          <a:blip r:embed="rId3" cstate="print"/>
          <a:stretch>
            <a:fillRect/>
          </a:stretch>
        </p:blipFill>
        <p:spPr>
          <a:xfrm>
            <a:off x="1689769" y="5394928"/>
            <a:ext cx="2648235" cy="123839"/>
          </a:xfrm>
          <a:prstGeom prst="rect">
            <a:avLst/>
          </a:prstGeom>
        </p:spPr>
      </p:pic>
      <p:sp>
        <p:nvSpPr>
          <p:cNvPr id="8" name="object 8"/>
          <p:cNvSpPr txBox="1"/>
          <p:nvPr/>
        </p:nvSpPr>
        <p:spPr>
          <a:xfrm>
            <a:off x="4788820" y="1343154"/>
            <a:ext cx="5490210" cy="1353185"/>
          </a:xfrm>
          <a:prstGeom prst="rect">
            <a:avLst/>
          </a:prstGeom>
        </p:spPr>
        <p:txBody>
          <a:bodyPr vert="horz" wrap="square" lIns="0" tIns="20320" rIns="0" bIns="0" rtlCol="0">
            <a:spAutoFit/>
          </a:bodyPr>
          <a:lstStyle/>
          <a:p>
            <a:pPr marL="12700" marR="5080" indent="3175">
              <a:lnSpc>
                <a:spcPct val="109100"/>
              </a:lnSpc>
              <a:spcBef>
                <a:spcPts val="160"/>
              </a:spcBef>
            </a:pPr>
            <a:r>
              <a:rPr sz="1600" dirty="0">
                <a:latin typeface="Arial MT"/>
                <a:cs typeface="Arial MT"/>
              </a:rPr>
              <a:t>Amazon</a:t>
            </a:r>
            <a:r>
              <a:rPr sz="1600" spc="130" dirty="0">
                <a:latin typeface="Arial MT"/>
                <a:cs typeface="Arial MT"/>
              </a:rPr>
              <a:t> </a:t>
            </a:r>
            <a:r>
              <a:rPr sz="1600" spc="-110" dirty="0">
                <a:solidFill>
                  <a:srgbClr val="262626"/>
                </a:solidFill>
                <a:latin typeface="Arial MT"/>
                <a:cs typeface="Arial MT"/>
              </a:rPr>
              <a:t>SP</a:t>
            </a:r>
            <a:r>
              <a:rPr sz="1600" spc="140" dirty="0">
                <a:solidFill>
                  <a:srgbClr val="262626"/>
                </a:solidFill>
                <a:latin typeface="Arial MT"/>
                <a:cs typeface="Arial MT"/>
              </a:rPr>
              <a:t> </a:t>
            </a:r>
            <a:r>
              <a:rPr sz="1600" spc="-10" dirty="0">
                <a:latin typeface="Arial MT"/>
                <a:cs typeface="Arial MT"/>
              </a:rPr>
              <a:t>is</a:t>
            </a:r>
            <a:r>
              <a:rPr sz="1600" spc="45" dirty="0">
                <a:latin typeface="Arial MT"/>
                <a:cs typeface="Arial MT"/>
              </a:rPr>
              <a:t> </a:t>
            </a:r>
            <a:r>
              <a:rPr sz="1600" dirty="0">
                <a:latin typeface="Arial MT"/>
                <a:cs typeface="Arial MT"/>
              </a:rPr>
              <a:t>object</a:t>
            </a:r>
            <a:r>
              <a:rPr sz="1600" spc="150" dirty="0">
                <a:latin typeface="Arial MT"/>
                <a:cs typeface="Arial MT"/>
              </a:rPr>
              <a:t> </a:t>
            </a:r>
            <a:r>
              <a:rPr sz="1600" dirty="0">
                <a:latin typeface="Arial MT"/>
                <a:cs typeface="Arial MT"/>
              </a:rPr>
              <a:t>storage</a:t>
            </a:r>
            <a:r>
              <a:rPr sz="1600" spc="25" dirty="0">
                <a:latin typeface="Arial MT"/>
                <a:cs typeface="Arial MT"/>
              </a:rPr>
              <a:t> </a:t>
            </a:r>
            <a:r>
              <a:rPr sz="1600" dirty="0">
                <a:latin typeface="Arial MT"/>
                <a:cs typeface="Arial MT"/>
              </a:rPr>
              <a:t>tnat</a:t>
            </a:r>
            <a:r>
              <a:rPr sz="1600" spc="55" dirty="0">
                <a:latin typeface="Arial MT"/>
                <a:cs typeface="Arial MT"/>
              </a:rPr>
              <a:t> </a:t>
            </a:r>
            <a:r>
              <a:rPr sz="1600" dirty="0">
                <a:solidFill>
                  <a:srgbClr val="1F1F1F"/>
                </a:solidFill>
                <a:latin typeface="Arial MT"/>
                <a:cs typeface="Arial MT"/>
              </a:rPr>
              <a:t>is</a:t>
            </a:r>
            <a:r>
              <a:rPr sz="1600" spc="-10" dirty="0">
                <a:solidFill>
                  <a:srgbClr val="1F1F1F"/>
                </a:solidFill>
                <a:latin typeface="Arial MT"/>
                <a:cs typeface="Arial MT"/>
              </a:rPr>
              <a:t> </a:t>
            </a:r>
            <a:r>
              <a:rPr sz="1600" dirty="0">
                <a:latin typeface="Arial MT"/>
                <a:cs typeface="Arial MT"/>
              </a:rPr>
              <a:t>built</a:t>
            </a:r>
            <a:r>
              <a:rPr sz="1600" spc="55" dirty="0">
                <a:latin typeface="Arial MT"/>
                <a:cs typeface="Arial MT"/>
              </a:rPr>
              <a:t> </a:t>
            </a:r>
            <a:r>
              <a:rPr sz="1600" dirty="0">
                <a:latin typeface="Arial MT"/>
                <a:cs typeface="Arial MT"/>
              </a:rPr>
              <a:t>to</a:t>
            </a:r>
            <a:r>
              <a:rPr sz="1600" spc="85" dirty="0">
                <a:latin typeface="Arial MT"/>
                <a:cs typeface="Arial MT"/>
              </a:rPr>
              <a:t> </a:t>
            </a:r>
            <a:r>
              <a:rPr sz="1600" dirty="0">
                <a:latin typeface="Arial MT"/>
                <a:cs typeface="Arial MT"/>
              </a:rPr>
              <a:t>store</a:t>
            </a:r>
            <a:r>
              <a:rPr sz="1600" spc="65" dirty="0">
                <a:latin typeface="Arial MT"/>
                <a:cs typeface="Arial MT"/>
              </a:rPr>
              <a:t> </a:t>
            </a:r>
            <a:r>
              <a:rPr sz="1600" spc="-25" dirty="0">
                <a:latin typeface="Arial MT"/>
                <a:cs typeface="Arial MT"/>
              </a:rPr>
              <a:t>and </a:t>
            </a:r>
            <a:r>
              <a:rPr sz="1550" dirty="0">
                <a:latin typeface="Arial MT"/>
                <a:cs typeface="Arial MT"/>
              </a:rPr>
              <a:t>retrieve</a:t>
            </a:r>
            <a:r>
              <a:rPr sz="1550" spc="225" dirty="0">
                <a:latin typeface="Arial MT"/>
                <a:cs typeface="Arial MT"/>
              </a:rPr>
              <a:t> </a:t>
            </a:r>
            <a:r>
              <a:rPr sz="1550" dirty="0">
                <a:latin typeface="Arial MT"/>
                <a:cs typeface="Arial MT"/>
              </a:rPr>
              <a:t>any</a:t>
            </a:r>
            <a:r>
              <a:rPr sz="1550" spc="210" dirty="0">
                <a:latin typeface="Arial MT"/>
                <a:cs typeface="Arial MT"/>
              </a:rPr>
              <a:t> </a:t>
            </a:r>
            <a:r>
              <a:rPr sz="1550" spc="55" dirty="0">
                <a:latin typeface="Arial MT"/>
                <a:cs typeface="Arial MT"/>
              </a:rPr>
              <a:t>amount</a:t>
            </a:r>
            <a:r>
              <a:rPr sz="1550" spc="260" dirty="0">
                <a:latin typeface="Arial MT"/>
                <a:cs typeface="Arial MT"/>
              </a:rPr>
              <a:t> </a:t>
            </a:r>
            <a:r>
              <a:rPr sz="1550" dirty="0">
                <a:solidFill>
                  <a:srgbClr val="262626"/>
                </a:solidFill>
                <a:latin typeface="Arial MT"/>
                <a:cs typeface="Arial MT"/>
              </a:rPr>
              <a:t>of</a:t>
            </a:r>
            <a:r>
              <a:rPr sz="1550" spc="185" dirty="0">
                <a:solidFill>
                  <a:srgbClr val="262626"/>
                </a:solidFill>
                <a:latin typeface="Arial MT"/>
                <a:cs typeface="Arial MT"/>
              </a:rPr>
              <a:t> </a:t>
            </a:r>
            <a:r>
              <a:rPr sz="1550" dirty="0">
                <a:latin typeface="Arial MT"/>
                <a:cs typeface="Arial MT"/>
              </a:rPr>
              <a:t>data</a:t>
            </a:r>
            <a:r>
              <a:rPr sz="1550" spc="204" dirty="0">
                <a:latin typeface="Arial MT"/>
                <a:cs typeface="Arial MT"/>
              </a:rPr>
              <a:t> </a:t>
            </a:r>
            <a:r>
              <a:rPr sz="1550" spc="80" dirty="0">
                <a:latin typeface="Arial MT"/>
                <a:cs typeface="Arial MT"/>
              </a:rPr>
              <a:t>from</a:t>
            </a:r>
            <a:r>
              <a:rPr sz="1550" spc="114" dirty="0">
                <a:latin typeface="Arial MT"/>
                <a:cs typeface="Arial MT"/>
              </a:rPr>
              <a:t> </a:t>
            </a:r>
            <a:r>
              <a:rPr sz="1550" dirty="0">
                <a:latin typeface="Arial MT"/>
                <a:cs typeface="Arial MT"/>
              </a:rPr>
              <a:t>anywhere</a:t>
            </a:r>
            <a:r>
              <a:rPr sz="1550" spc="204" dirty="0">
                <a:latin typeface="Arial MT"/>
                <a:cs typeface="Arial MT"/>
              </a:rPr>
              <a:t> </a:t>
            </a:r>
            <a:r>
              <a:rPr sz="1550" dirty="0">
                <a:latin typeface="Arial MT"/>
                <a:cs typeface="Arial MT"/>
              </a:rPr>
              <a:t>at</a:t>
            </a:r>
            <a:r>
              <a:rPr sz="1550" spc="95" dirty="0">
                <a:latin typeface="Arial MT"/>
                <a:cs typeface="Arial MT"/>
              </a:rPr>
              <a:t> </a:t>
            </a:r>
            <a:r>
              <a:rPr sz="1550" dirty="0">
                <a:solidFill>
                  <a:srgbClr val="151515"/>
                </a:solidFill>
                <a:latin typeface="Arial MT"/>
                <a:cs typeface="Arial MT"/>
              </a:rPr>
              <a:t>any</a:t>
            </a:r>
            <a:r>
              <a:rPr sz="1550" spc="150" dirty="0">
                <a:solidFill>
                  <a:srgbClr val="151515"/>
                </a:solidFill>
                <a:latin typeface="Arial MT"/>
                <a:cs typeface="Arial MT"/>
              </a:rPr>
              <a:t> </a:t>
            </a:r>
            <a:r>
              <a:rPr sz="1550" dirty="0">
                <a:latin typeface="Arial MT"/>
                <a:cs typeface="Arial MT"/>
              </a:rPr>
              <a:t>time.</a:t>
            </a:r>
            <a:r>
              <a:rPr sz="1550" spc="70" dirty="0">
                <a:latin typeface="Arial MT"/>
                <a:cs typeface="Arial MT"/>
              </a:rPr>
              <a:t> </a:t>
            </a:r>
            <a:r>
              <a:rPr sz="1550" dirty="0">
                <a:solidFill>
                  <a:srgbClr val="242424"/>
                </a:solidFill>
                <a:latin typeface="Arial MT"/>
                <a:cs typeface="Arial MT"/>
              </a:rPr>
              <a:t>It</a:t>
            </a:r>
            <a:r>
              <a:rPr sz="1550" spc="75" dirty="0">
                <a:solidFill>
                  <a:srgbClr val="242424"/>
                </a:solidFill>
                <a:latin typeface="Arial MT"/>
                <a:cs typeface="Arial MT"/>
              </a:rPr>
              <a:t> </a:t>
            </a:r>
            <a:r>
              <a:rPr sz="1550" spc="-50" dirty="0">
                <a:latin typeface="Arial MT"/>
                <a:cs typeface="Arial MT"/>
              </a:rPr>
              <a:t>s </a:t>
            </a:r>
            <a:r>
              <a:rPr sz="1600" dirty="0">
                <a:latin typeface="Arial MT"/>
                <a:cs typeface="Arial MT"/>
              </a:rPr>
              <a:t>a</a:t>
            </a:r>
            <a:r>
              <a:rPr sz="1600" spc="145" dirty="0">
                <a:latin typeface="Arial MT"/>
                <a:cs typeface="Arial MT"/>
              </a:rPr>
              <a:t> </a:t>
            </a:r>
            <a:r>
              <a:rPr sz="1600" dirty="0">
                <a:latin typeface="Arial MT"/>
                <a:cs typeface="Arial MT"/>
              </a:rPr>
              <a:t>simple</a:t>
            </a:r>
            <a:r>
              <a:rPr sz="1600" spc="105" dirty="0">
                <a:latin typeface="Arial MT"/>
                <a:cs typeface="Arial MT"/>
              </a:rPr>
              <a:t> </a:t>
            </a:r>
            <a:r>
              <a:rPr sz="1600" dirty="0">
                <a:latin typeface="Arial MT"/>
                <a:cs typeface="Arial MT"/>
              </a:rPr>
              <a:t>storage</a:t>
            </a:r>
            <a:r>
              <a:rPr sz="1600" spc="120" dirty="0">
                <a:latin typeface="Arial MT"/>
                <a:cs typeface="Arial MT"/>
              </a:rPr>
              <a:t> </a:t>
            </a:r>
            <a:r>
              <a:rPr sz="1600" spc="-20" dirty="0">
                <a:latin typeface="Arial MT"/>
                <a:cs typeface="Arial MT"/>
              </a:rPr>
              <a:t>service</a:t>
            </a:r>
            <a:r>
              <a:rPr sz="1600" spc="80" dirty="0">
                <a:latin typeface="Arial MT"/>
                <a:cs typeface="Arial MT"/>
              </a:rPr>
              <a:t> </a:t>
            </a:r>
            <a:r>
              <a:rPr sz="1600" dirty="0">
                <a:latin typeface="Arial MT"/>
                <a:cs typeface="Arial MT"/>
              </a:rPr>
              <a:t>that</a:t>
            </a:r>
            <a:r>
              <a:rPr sz="1600" spc="75" dirty="0">
                <a:latin typeface="Arial MT"/>
                <a:cs typeface="Arial MT"/>
              </a:rPr>
              <a:t> </a:t>
            </a:r>
            <a:r>
              <a:rPr sz="1600" dirty="0">
                <a:latin typeface="Arial MT"/>
                <a:cs typeface="Arial MT"/>
              </a:rPr>
              <a:t>offers</a:t>
            </a:r>
            <a:r>
              <a:rPr sz="1600" spc="70" dirty="0">
                <a:latin typeface="Arial MT"/>
                <a:cs typeface="Arial MT"/>
              </a:rPr>
              <a:t> </a:t>
            </a:r>
            <a:r>
              <a:rPr sz="1600" dirty="0">
                <a:latin typeface="Arial MT"/>
                <a:cs typeface="Arial MT"/>
              </a:rPr>
              <a:t>industry-</a:t>
            </a:r>
            <a:r>
              <a:rPr sz="1600" spc="-10" dirty="0">
                <a:latin typeface="Arial MT"/>
                <a:cs typeface="Arial MT"/>
              </a:rPr>
              <a:t>leading</a:t>
            </a:r>
            <a:endParaRPr sz="1600">
              <a:latin typeface="Arial MT"/>
              <a:cs typeface="Arial MT"/>
            </a:endParaRPr>
          </a:p>
          <a:p>
            <a:pPr marL="18415">
              <a:lnSpc>
                <a:spcPct val="100000"/>
              </a:lnSpc>
              <a:spcBef>
                <a:spcPts val="229"/>
              </a:spcBef>
            </a:pPr>
            <a:r>
              <a:rPr sz="1550" dirty="0">
                <a:latin typeface="Arial MT"/>
                <a:cs typeface="Arial MT"/>
              </a:rPr>
              <a:t>durabi</a:t>
            </a:r>
            <a:r>
              <a:rPr sz="1550" spc="-254" dirty="0">
                <a:latin typeface="Arial MT"/>
                <a:cs typeface="Arial MT"/>
              </a:rPr>
              <a:t> </a:t>
            </a:r>
            <a:r>
              <a:rPr sz="1550" dirty="0">
                <a:latin typeface="Arial MT"/>
                <a:cs typeface="Arial MT"/>
              </a:rPr>
              <a:t>lity,</a:t>
            </a:r>
            <a:r>
              <a:rPr sz="1550" spc="135" dirty="0">
                <a:latin typeface="Arial MT"/>
                <a:cs typeface="Arial MT"/>
              </a:rPr>
              <a:t> </a:t>
            </a:r>
            <a:r>
              <a:rPr sz="1550" dirty="0">
                <a:latin typeface="Arial MT"/>
                <a:cs typeface="Arial MT"/>
              </a:rPr>
              <a:t>availability,</a:t>
            </a:r>
            <a:r>
              <a:rPr sz="1550" spc="175" dirty="0">
                <a:latin typeface="Arial MT"/>
                <a:cs typeface="Arial MT"/>
              </a:rPr>
              <a:t> </a:t>
            </a:r>
            <a:r>
              <a:rPr sz="1550" dirty="0">
                <a:solidFill>
                  <a:srgbClr val="111111"/>
                </a:solidFill>
                <a:latin typeface="Arial MT"/>
                <a:cs typeface="Arial MT"/>
              </a:rPr>
              <a:t>performance,</a:t>
            </a:r>
            <a:r>
              <a:rPr sz="1550" spc="335" dirty="0">
                <a:solidFill>
                  <a:srgbClr val="111111"/>
                </a:solidFill>
                <a:latin typeface="Arial MT"/>
                <a:cs typeface="Arial MT"/>
              </a:rPr>
              <a:t> </a:t>
            </a:r>
            <a:r>
              <a:rPr sz="1550" dirty="0">
                <a:latin typeface="Arial MT"/>
                <a:cs typeface="Arial MT"/>
              </a:rPr>
              <a:t>security,</a:t>
            </a:r>
            <a:r>
              <a:rPr sz="1550" spc="200" dirty="0">
                <a:latin typeface="Arial MT"/>
                <a:cs typeface="Arial MT"/>
              </a:rPr>
              <a:t> </a:t>
            </a:r>
            <a:r>
              <a:rPr sz="1550" dirty="0">
                <a:latin typeface="Arial MT"/>
                <a:cs typeface="Arial MT"/>
              </a:rPr>
              <a:t>and</a:t>
            </a:r>
            <a:r>
              <a:rPr sz="1550" spc="130" dirty="0">
                <a:latin typeface="Arial MT"/>
                <a:cs typeface="Arial MT"/>
              </a:rPr>
              <a:t> </a:t>
            </a:r>
            <a:r>
              <a:rPr sz="1550" spc="-10" dirty="0">
                <a:latin typeface="Arial MT"/>
                <a:cs typeface="Arial MT"/>
              </a:rPr>
              <a:t>virtually</a:t>
            </a:r>
            <a:endParaRPr sz="1550">
              <a:latin typeface="Arial MT"/>
              <a:cs typeface="Arial MT"/>
            </a:endParaRPr>
          </a:p>
          <a:p>
            <a:pPr marL="13335">
              <a:lnSpc>
                <a:spcPct val="100000"/>
              </a:lnSpc>
              <a:spcBef>
                <a:spcPts val="340"/>
              </a:spcBef>
            </a:pPr>
            <a:r>
              <a:rPr sz="1450" spc="90" dirty="0">
                <a:latin typeface="Arial MT"/>
                <a:cs typeface="Arial MT"/>
              </a:rPr>
              <a:t>unlimited</a:t>
            </a:r>
            <a:r>
              <a:rPr sz="1450" spc="170" dirty="0">
                <a:latin typeface="Arial MT"/>
                <a:cs typeface="Arial MT"/>
              </a:rPr>
              <a:t> </a:t>
            </a:r>
            <a:r>
              <a:rPr sz="1450" spc="-25" dirty="0">
                <a:latin typeface="Arial MT"/>
                <a:cs typeface="Arial MT"/>
              </a:rPr>
              <a:t>scala</a:t>
            </a:r>
            <a:r>
              <a:rPr sz="1450" spc="-204" dirty="0">
                <a:latin typeface="Arial MT"/>
                <a:cs typeface="Arial MT"/>
              </a:rPr>
              <a:t> </a:t>
            </a:r>
            <a:r>
              <a:rPr sz="1450" spc="70" dirty="0">
                <a:solidFill>
                  <a:srgbClr val="111111"/>
                </a:solidFill>
                <a:latin typeface="Arial MT"/>
                <a:cs typeface="Arial MT"/>
              </a:rPr>
              <a:t>bility</a:t>
            </a:r>
            <a:r>
              <a:rPr sz="1450" spc="110" dirty="0">
                <a:solidFill>
                  <a:srgbClr val="111111"/>
                </a:solidFill>
                <a:latin typeface="Arial MT"/>
                <a:cs typeface="Arial MT"/>
              </a:rPr>
              <a:t> </a:t>
            </a:r>
            <a:r>
              <a:rPr sz="1450" dirty="0">
                <a:solidFill>
                  <a:srgbClr val="111111"/>
                </a:solidFill>
                <a:latin typeface="Arial MT"/>
                <a:cs typeface="Arial MT"/>
              </a:rPr>
              <a:t>Bt</a:t>
            </a:r>
            <a:r>
              <a:rPr sz="1450" spc="135" dirty="0">
                <a:solidFill>
                  <a:srgbClr val="111111"/>
                </a:solidFill>
                <a:latin typeface="Arial MT"/>
                <a:cs typeface="Arial MT"/>
              </a:rPr>
              <a:t> </a:t>
            </a:r>
            <a:r>
              <a:rPr sz="1450" spc="-75" dirty="0">
                <a:latin typeface="Arial MT"/>
                <a:cs typeface="Arial MT"/>
              </a:rPr>
              <a:t>IDW</a:t>
            </a:r>
            <a:r>
              <a:rPr sz="1450" spc="95" dirty="0">
                <a:latin typeface="Arial MT"/>
                <a:cs typeface="Arial MT"/>
              </a:rPr>
              <a:t> </a:t>
            </a:r>
            <a:r>
              <a:rPr sz="1450" spc="-10" dirty="0">
                <a:latin typeface="Arial MT"/>
                <a:cs typeface="Arial MT"/>
              </a:rPr>
              <a:t>COStS.</a:t>
            </a:r>
            <a:endParaRPr sz="1450">
              <a:latin typeface="Arial MT"/>
              <a:cs typeface="Arial MT"/>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1365885" y="365125"/>
            <a:ext cx="9450070" cy="5172710"/>
            <a:chOff x="1365885" y="365125"/>
            <a:chExt cx="9450070" cy="5172710"/>
          </a:xfrm>
        </p:grpSpPr>
        <p:pic>
          <p:nvPicPr>
            <p:cNvPr id="3" name="object 3"/>
            <p:cNvPicPr/>
            <p:nvPr/>
          </p:nvPicPr>
          <p:blipFill>
            <a:blip r:embed="rId2" cstate="print"/>
            <a:stretch>
              <a:fillRect/>
            </a:stretch>
          </p:blipFill>
          <p:spPr>
            <a:xfrm>
              <a:off x="1365885" y="365125"/>
              <a:ext cx="9449814" cy="5172697"/>
            </a:xfrm>
            <a:prstGeom prst="rect">
              <a:avLst/>
            </a:prstGeom>
          </p:spPr>
        </p:pic>
        <p:pic>
          <p:nvPicPr>
            <p:cNvPr id="4" name="object 4"/>
            <p:cNvPicPr/>
            <p:nvPr/>
          </p:nvPicPr>
          <p:blipFill>
            <a:blip r:embed="rId3" cstate="print"/>
            <a:stretch>
              <a:fillRect/>
            </a:stretch>
          </p:blipFill>
          <p:spPr>
            <a:xfrm>
              <a:off x="4804779" y="1479684"/>
              <a:ext cx="3534154" cy="200049"/>
            </a:xfrm>
            <a:prstGeom prst="rect">
              <a:avLst/>
            </a:prstGeom>
          </p:spPr>
        </p:pic>
      </p:grpSp>
      <p:sp>
        <p:nvSpPr>
          <p:cNvPr id="5" name="object 5"/>
          <p:cNvSpPr txBox="1"/>
          <p:nvPr/>
        </p:nvSpPr>
        <p:spPr>
          <a:xfrm>
            <a:off x="4787315" y="2054112"/>
            <a:ext cx="5595620" cy="2913380"/>
          </a:xfrm>
          <a:prstGeom prst="rect">
            <a:avLst/>
          </a:prstGeom>
        </p:spPr>
        <p:txBody>
          <a:bodyPr vert="horz" wrap="square" lIns="0" tIns="12065" rIns="0" bIns="0" rtlCol="0">
            <a:spAutoFit/>
          </a:bodyPr>
          <a:lstStyle/>
          <a:p>
            <a:pPr marL="13970" marR="5080" indent="118110">
              <a:lnSpc>
                <a:spcPct val="117200"/>
              </a:lnSpc>
              <a:spcBef>
                <a:spcPts val="95"/>
              </a:spcBef>
            </a:pPr>
            <a:r>
              <a:rPr sz="1550" dirty="0">
                <a:latin typeface="Arial MT"/>
                <a:cs typeface="Arial MT"/>
              </a:rPr>
              <a:t>.</a:t>
            </a:r>
            <a:r>
              <a:rPr sz="1550" spc="70" dirty="0">
                <a:latin typeface="Arial MT"/>
                <a:cs typeface="Arial MT"/>
              </a:rPr>
              <a:t> </a:t>
            </a:r>
            <a:r>
              <a:rPr sz="1550" dirty="0">
                <a:latin typeface="Arial MT"/>
                <a:cs typeface="Arial MT"/>
              </a:rPr>
              <a:t>Vou</a:t>
            </a:r>
            <a:r>
              <a:rPr sz="1550" spc="170" dirty="0">
                <a:latin typeface="Arial MT"/>
                <a:cs typeface="Arial MT"/>
              </a:rPr>
              <a:t> </a:t>
            </a:r>
            <a:r>
              <a:rPr sz="1550" dirty="0">
                <a:solidFill>
                  <a:srgbClr val="1A1A1A"/>
                </a:solidFill>
                <a:latin typeface="Arial MT"/>
                <a:cs typeface="Arial MT"/>
              </a:rPr>
              <a:t>don’t</a:t>
            </a:r>
            <a:r>
              <a:rPr sz="1550" spc="170" dirty="0">
                <a:solidFill>
                  <a:srgbClr val="1A1A1A"/>
                </a:solidFill>
                <a:latin typeface="Arial MT"/>
                <a:cs typeface="Arial MT"/>
              </a:rPr>
              <a:t> </a:t>
            </a:r>
            <a:r>
              <a:rPr sz="1550" dirty="0">
                <a:solidFill>
                  <a:srgbClr val="0F0F0F"/>
                </a:solidFill>
                <a:latin typeface="Arial MT"/>
                <a:cs typeface="Arial MT"/>
              </a:rPr>
              <a:t>rlr'ed</a:t>
            </a:r>
            <a:r>
              <a:rPr sz="1550" spc="120" dirty="0">
                <a:solidFill>
                  <a:srgbClr val="0F0F0F"/>
                </a:solidFill>
                <a:latin typeface="Arial MT"/>
                <a:cs typeface="Arial MT"/>
              </a:rPr>
              <a:t> </a:t>
            </a:r>
            <a:r>
              <a:rPr sz="1550" dirty="0">
                <a:latin typeface="Arial MT"/>
                <a:cs typeface="Arial MT"/>
              </a:rPr>
              <a:t>to</a:t>
            </a:r>
            <a:r>
              <a:rPr sz="1550" spc="265" dirty="0">
                <a:latin typeface="Arial MT"/>
                <a:cs typeface="Arial MT"/>
              </a:rPr>
              <a:t> </a:t>
            </a:r>
            <a:r>
              <a:rPr sz="1550" dirty="0">
                <a:latin typeface="Arial MT"/>
                <a:cs typeface="Arial MT"/>
              </a:rPr>
              <a:t>estimate</a:t>
            </a:r>
            <a:r>
              <a:rPr sz="1550" spc="145" dirty="0">
                <a:latin typeface="Arial MT"/>
                <a:cs typeface="Arial MT"/>
              </a:rPr>
              <a:t> </a:t>
            </a:r>
            <a:r>
              <a:rPr sz="1550" spc="60" dirty="0">
                <a:solidFill>
                  <a:srgbClr val="0F0F0F"/>
                </a:solidFill>
                <a:latin typeface="Arial MT"/>
                <a:cs typeface="Arial MT"/>
              </a:rPr>
              <a:t>now</a:t>
            </a:r>
            <a:r>
              <a:rPr sz="1550" spc="130" dirty="0">
                <a:solidFill>
                  <a:srgbClr val="0F0F0F"/>
                </a:solidFill>
                <a:latin typeface="Arial MT"/>
                <a:cs typeface="Arial MT"/>
              </a:rPr>
              <a:t> </a:t>
            </a:r>
            <a:r>
              <a:rPr sz="1550" dirty="0">
                <a:solidFill>
                  <a:srgbClr val="2D2D2D"/>
                </a:solidFill>
                <a:latin typeface="Arial MT"/>
                <a:cs typeface="Arial MT"/>
              </a:rPr>
              <a:t>much</a:t>
            </a:r>
            <a:r>
              <a:rPr sz="1550" spc="105" dirty="0">
                <a:solidFill>
                  <a:srgbClr val="2D2D2D"/>
                </a:solidFill>
                <a:latin typeface="Arial MT"/>
                <a:cs typeface="Arial MT"/>
              </a:rPr>
              <a:t> </a:t>
            </a:r>
            <a:r>
              <a:rPr sz="1550" dirty="0">
                <a:solidFill>
                  <a:srgbClr val="151515"/>
                </a:solidFill>
                <a:latin typeface="Arial MT"/>
                <a:cs typeface="Arial MT"/>
              </a:rPr>
              <a:t>storage</a:t>
            </a:r>
            <a:r>
              <a:rPr sz="1550" spc="185" dirty="0">
                <a:solidFill>
                  <a:srgbClr val="151515"/>
                </a:solidFill>
                <a:latin typeface="Arial MT"/>
                <a:cs typeface="Arial MT"/>
              </a:rPr>
              <a:t> </a:t>
            </a:r>
            <a:r>
              <a:rPr sz="1550" spc="-20" dirty="0">
                <a:latin typeface="Arial MT"/>
                <a:cs typeface="Arial MT"/>
              </a:rPr>
              <a:t>space</a:t>
            </a:r>
            <a:r>
              <a:rPr sz="1550" spc="204" dirty="0">
                <a:latin typeface="Arial MT"/>
                <a:cs typeface="Arial MT"/>
              </a:rPr>
              <a:t> </a:t>
            </a:r>
            <a:r>
              <a:rPr sz="1550" spc="-25" dirty="0">
                <a:solidFill>
                  <a:srgbClr val="111111"/>
                </a:solidFill>
                <a:latin typeface="Arial MT"/>
                <a:cs typeface="Arial MT"/>
              </a:rPr>
              <a:t>you </a:t>
            </a:r>
            <a:r>
              <a:rPr sz="1550" spc="50" dirty="0">
                <a:solidFill>
                  <a:srgbClr val="131313"/>
                </a:solidFill>
                <a:latin typeface="Arial MT"/>
                <a:cs typeface="Arial MT"/>
              </a:rPr>
              <a:t>will</a:t>
            </a:r>
            <a:r>
              <a:rPr sz="1550" spc="-15" dirty="0">
                <a:solidFill>
                  <a:srgbClr val="131313"/>
                </a:solidFill>
                <a:latin typeface="Arial MT"/>
                <a:cs typeface="Arial MT"/>
              </a:rPr>
              <a:t> </a:t>
            </a:r>
            <a:r>
              <a:rPr sz="1550" dirty="0">
                <a:latin typeface="Arial MT"/>
                <a:cs typeface="Arial MT"/>
              </a:rPr>
              <a:t>need.</a:t>
            </a:r>
            <a:r>
              <a:rPr sz="1550" spc="100" dirty="0">
                <a:latin typeface="Arial MT"/>
                <a:cs typeface="Arial MT"/>
              </a:rPr>
              <a:t> </a:t>
            </a:r>
            <a:r>
              <a:rPr sz="1550" dirty="0">
                <a:latin typeface="Arial MT"/>
                <a:cs typeface="Arial MT"/>
              </a:rPr>
              <a:t>You</a:t>
            </a:r>
            <a:r>
              <a:rPr sz="1550" spc="114" dirty="0">
                <a:latin typeface="Arial MT"/>
                <a:cs typeface="Arial MT"/>
              </a:rPr>
              <a:t> </a:t>
            </a:r>
            <a:r>
              <a:rPr sz="1550" dirty="0">
                <a:solidFill>
                  <a:srgbClr val="161616"/>
                </a:solidFill>
                <a:latin typeface="Arial MT"/>
                <a:cs typeface="Arial MT"/>
              </a:rPr>
              <a:t>create</a:t>
            </a:r>
            <a:r>
              <a:rPr sz="1550" spc="175" dirty="0">
                <a:solidFill>
                  <a:srgbClr val="161616"/>
                </a:solidFill>
                <a:latin typeface="Arial MT"/>
                <a:cs typeface="Arial MT"/>
              </a:rPr>
              <a:t> </a:t>
            </a:r>
            <a:r>
              <a:rPr sz="1550" dirty="0">
                <a:latin typeface="Arial MT"/>
                <a:cs typeface="Arial MT"/>
              </a:rPr>
              <a:t>your</a:t>
            </a:r>
            <a:r>
              <a:rPr sz="1550" spc="135" dirty="0">
                <a:latin typeface="Arial MT"/>
                <a:cs typeface="Arial MT"/>
              </a:rPr>
              <a:t> </a:t>
            </a:r>
            <a:r>
              <a:rPr sz="1550" dirty="0">
                <a:latin typeface="Arial MT"/>
                <a:cs typeface="Arial MT"/>
              </a:rPr>
              <a:t>bucket</a:t>
            </a:r>
            <a:r>
              <a:rPr sz="1550" spc="135" dirty="0">
                <a:latin typeface="Arial MT"/>
                <a:cs typeface="Arial MT"/>
              </a:rPr>
              <a:t> </a:t>
            </a:r>
            <a:r>
              <a:rPr sz="1550" dirty="0">
                <a:solidFill>
                  <a:srgbClr val="343434"/>
                </a:solidFill>
                <a:latin typeface="Arial MT"/>
                <a:cs typeface="Arial MT"/>
              </a:rPr>
              <a:t>and</a:t>
            </a:r>
            <a:r>
              <a:rPr sz="1550" spc="130" dirty="0">
                <a:solidFill>
                  <a:srgbClr val="343434"/>
                </a:solidFill>
                <a:latin typeface="Arial MT"/>
                <a:cs typeface="Arial MT"/>
              </a:rPr>
              <a:t> </a:t>
            </a:r>
            <a:r>
              <a:rPr sz="1550" dirty="0">
                <a:latin typeface="Arial MT"/>
                <a:cs typeface="Arial MT"/>
              </a:rPr>
              <a:t>add</a:t>
            </a:r>
            <a:r>
              <a:rPr sz="1550" spc="135" dirty="0">
                <a:latin typeface="Arial MT"/>
                <a:cs typeface="Arial MT"/>
              </a:rPr>
              <a:t> </a:t>
            </a:r>
            <a:r>
              <a:rPr sz="1550" spc="-10" dirty="0">
                <a:latin typeface="Arial MT"/>
                <a:cs typeface="Arial MT"/>
              </a:rPr>
              <a:t>as</a:t>
            </a:r>
            <a:r>
              <a:rPr sz="1550" spc="40" dirty="0">
                <a:latin typeface="Arial MT"/>
                <a:cs typeface="Arial MT"/>
              </a:rPr>
              <a:t> </a:t>
            </a:r>
            <a:r>
              <a:rPr sz="1550" dirty="0">
                <a:solidFill>
                  <a:srgbClr val="131313"/>
                </a:solidFill>
                <a:latin typeface="Arial MT"/>
                <a:cs typeface="Arial MT"/>
              </a:rPr>
              <a:t>many</a:t>
            </a:r>
            <a:r>
              <a:rPr sz="1550" spc="140" dirty="0">
                <a:solidFill>
                  <a:srgbClr val="131313"/>
                </a:solidFill>
                <a:latin typeface="Arial MT"/>
                <a:cs typeface="Arial MT"/>
              </a:rPr>
              <a:t> </a:t>
            </a:r>
            <a:r>
              <a:rPr sz="1550" dirty="0">
                <a:latin typeface="Arial MT"/>
                <a:cs typeface="Arial MT"/>
              </a:rPr>
              <a:t>files</a:t>
            </a:r>
            <a:r>
              <a:rPr sz="1550" spc="35" dirty="0">
                <a:latin typeface="Arial MT"/>
                <a:cs typeface="Arial MT"/>
              </a:rPr>
              <a:t> </a:t>
            </a:r>
            <a:r>
              <a:rPr sz="1550" spc="-25" dirty="0">
                <a:latin typeface="Arial MT"/>
                <a:cs typeface="Arial MT"/>
              </a:rPr>
              <a:t>as </a:t>
            </a:r>
            <a:r>
              <a:rPr sz="1550" dirty="0">
                <a:solidFill>
                  <a:srgbClr val="0A0A0A"/>
                </a:solidFill>
                <a:latin typeface="Arial MT"/>
                <a:cs typeface="Arial MT"/>
              </a:rPr>
              <a:t>you</a:t>
            </a:r>
            <a:r>
              <a:rPr sz="1550" spc="15" dirty="0">
                <a:solidFill>
                  <a:srgbClr val="0A0A0A"/>
                </a:solidFill>
                <a:latin typeface="Arial MT"/>
                <a:cs typeface="Arial MT"/>
              </a:rPr>
              <a:t> </a:t>
            </a:r>
            <a:r>
              <a:rPr sz="1550" dirty="0">
                <a:latin typeface="Arial MT"/>
                <a:cs typeface="Arial MT"/>
              </a:rPr>
              <a:t>neea</a:t>
            </a:r>
            <a:r>
              <a:rPr sz="1550" spc="175" dirty="0">
                <a:latin typeface="Arial MT"/>
                <a:cs typeface="Arial MT"/>
              </a:rPr>
              <a:t> </a:t>
            </a:r>
            <a:r>
              <a:rPr sz="1550" dirty="0">
                <a:latin typeface="Arial MT"/>
                <a:cs typeface="Arial MT"/>
              </a:rPr>
              <a:t>to.</a:t>
            </a:r>
            <a:r>
              <a:rPr sz="1550" spc="70" dirty="0">
                <a:latin typeface="Arial MT"/>
                <a:cs typeface="Arial MT"/>
              </a:rPr>
              <a:t> </a:t>
            </a:r>
            <a:r>
              <a:rPr sz="1550" spc="-280" dirty="0">
                <a:latin typeface="Arial MT"/>
                <a:cs typeface="Arial MT"/>
              </a:rPr>
              <a:t>YDM</a:t>
            </a:r>
            <a:r>
              <a:rPr sz="1550" spc="135" dirty="0">
                <a:latin typeface="Arial MT"/>
                <a:cs typeface="Arial MT"/>
              </a:rPr>
              <a:t> </a:t>
            </a:r>
            <a:r>
              <a:rPr sz="1550" dirty="0">
                <a:latin typeface="Arial MT"/>
                <a:cs typeface="Arial MT"/>
              </a:rPr>
              <a:t>simply</a:t>
            </a:r>
            <a:r>
              <a:rPr sz="1550" spc="120" dirty="0">
                <a:latin typeface="Arial MT"/>
                <a:cs typeface="Arial MT"/>
              </a:rPr>
              <a:t> </a:t>
            </a:r>
            <a:r>
              <a:rPr sz="1550" dirty="0">
                <a:latin typeface="Arial MT"/>
                <a:cs typeface="Arial MT"/>
              </a:rPr>
              <a:t>create</a:t>
            </a:r>
            <a:r>
              <a:rPr sz="1550" spc="210" dirty="0">
                <a:latin typeface="Arial MT"/>
                <a:cs typeface="Arial MT"/>
              </a:rPr>
              <a:t> </a:t>
            </a:r>
            <a:r>
              <a:rPr sz="1550" dirty="0">
                <a:solidFill>
                  <a:srgbClr val="181818"/>
                </a:solidFill>
                <a:latin typeface="Arial MT"/>
                <a:cs typeface="Arial MT"/>
              </a:rPr>
              <a:t>your</a:t>
            </a:r>
            <a:r>
              <a:rPr sz="1550" spc="175" dirty="0">
                <a:solidFill>
                  <a:srgbClr val="181818"/>
                </a:solidFill>
                <a:latin typeface="Arial MT"/>
                <a:cs typeface="Arial MT"/>
              </a:rPr>
              <a:t> </a:t>
            </a:r>
            <a:r>
              <a:rPr sz="1550" dirty="0">
                <a:latin typeface="Arial MT"/>
                <a:cs typeface="Arial MT"/>
              </a:rPr>
              <a:t>bucket</a:t>
            </a:r>
            <a:r>
              <a:rPr sz="1550" spc="250" dirty="0">
                <a:latin typeface="Arial MT"/>
                <a:cs typeface="Arial MT"/>
              </a:rPr>
              <a:t> </a:t>
            </a:r>
            <a:r>
              <a:rPr sz="1550" dirty="0">
                <a:latin typeface="Arial MT"/>
                <a:cs typeface="Arial MT"/>
              </a:rPr>
              <a:t>and</a:t>
            </a:r>
            <a:r>
              <a:rPr sz="1550" spc="170" dirty="0">
                <a:latin typeface="Arial MT"/>
                <a:cs typeface="Arial MT"/>
              </a:rPr>
              <a:t> </a:t>
            </a:r>
            <a:r>
              <a:rPr sz="1550" dirty="0">
                <a:solidFill>
                  <a:srgbClr val="0F0F0F"/>
                </a:solidFill>
                <a:latin typeface="Arial MT"/>
                <a:cs typeface="Arial MT"/>
              </a:rPr>
              <a:t>add</a:t>
            </a:r>
            <a:r>
              <a:rPr sz="1550" spc="90" dirty="0">
                <a:solidFill>
                  <a:srgbClr val="0F0F0F"/>
                </a:solidFill>
                <a:latin typeface="Arial MT"/>
                <a:cs typeface="Arial MT"/>
              </a:rPr>
              <a:t> </a:t>
            </a:r>
            <a:r>
              <a:rPr sz="1550" spc="-10" dirty="0">
                <a:latin typeface="Arial MT"/>
                <a:cs typeface="Arial MT"/>
              </a:rPr>
              <a:t>as</a:t>
            </a:r>
            <a:r>
              <a:rPr sz="1550" spc="70" dirty="0">
                <a:latin typeface="Arial MT"/>
                <a:cs typeface="Arial MT"/>
              </a:rPr>
              <a:t> </a:t>
            </a:r>
            <a:r>
              <a:rPr sz="1550" spc="-20" dirty="0">
                <a:latin typeface="Arial MT"/>
                <a:cs typeface="Arial MT"/>
              </a:rPr>
              <a:t>many </a:t>
            </a:r>
            <a:r>
              <a:rPr sz="1500" dirty="0">
                <a:latin typeface="Arial MT"/>
                <a:cs typeface="Arial MT"/>
              </a:rPr>
              <a:t>files</a:t>
            </a:r>
            <a:r>
              <a:rPr sz="1500" spc="130" dirty="0">
                <a:latin typeface="Arial MT"/>
                <a:cs typeface="Arial MT"/>
              </a:rPr>
              <a:t> </a:t>
            </a:r>
            <a:r>
              <a:rPr sz="1500" spc="-20" dirty="0">
                <a:latin typeface="Arial MT"/>
                <a:cs typeface="Arial MT"/>
              </a:rPr>
              <a:t>as</a:t>
            </a:r>
            <a:r>
              <a:rPr sz="1500" spc="85" dirty="0">
                <a:latin typeface="Arial MT"/>
                <a:cs typeface="Arial MT"/>
              </a:rPr>
              <a:t> </a:t>
            </a:r>
            <a:r>
              <a:rPr sz="1500" spc="65" dirty="0">
                <a:latin typeface="Arial MT"/>
                <a:cs typeface="Arial MT"/>
              </a:rPr>
              <a:t>you</a:t>
            </a:r>
            <a:r>
              <a:rPr sz="1500" spc="90" dirty="0">
                <a:latin typeface="Arial MT"/>
                <a:cs typeface="Arial MT"/>
              </a:rPr>
              <a:t> </a:t>
            </a:r>
            <a:r>
              <a:rPr sz="1500" dirty="0">
                <a:latin typeface="Arial MT"/>
                <a:cs typeface="Arial MT"/>
              </a:rPr>
              <a:t>need</a:t>
            </a:r>
            <a:r>
              <a:rPr sz="1500" spc="110" dirty="0">
                <a:latin typeface="Arial MT"/>
                <a:cs typeface="Arial MT"/>
              </a:rPr>
              <a:t> </a:t>
            </a:r>
            <a:r>
              <a:rPr sz="1500" dirty="0">
                <a:solidFill>
                  <a:srgbClr val="181818"/>
                </a:solidFill>
                <a:latin typeface="Arial MT"/>
                <a:cs typeface="Arial MT"/>
              </a:rPr>
              <a:t>to.</a:t>
            </a:r>
            <a:r>
              <a:rPr sz="1500" spc="200" dirty="0">
                <a:solidFill>
                  <a:srgbClr val="181818"/>
                </a:solidFill>
                <a:latin typeface="Arial MT"/>
                <a:cs typeface="Arial MT"/>
              </a:rPr>
              <a:t> </a:t>
            </a:r>
            <a:r>
              <a:rPr sz="1500" dirty="0">
                <a:latin typeface="Arial MT"/>
                <a:cs typeface="Arial MT"/>
              </a:rPr>
              <a:t>Amazon</a:t>
            </a:r>
            <a:r>
              <a:rPr sz="1500" spc="210" dirty="0">
                <a:latin typeface="Arial MT"/>
                <a:cs typeface="Arial MT"/>
              </a:rPr>
              <a:t> </a:t>
            </a:r>
            <a:r>
              <a:rPr sz="1500" dirty="0">
                <a:latin typeface="Arial MT"/>
                <a:cs typeface="Arial MT"/>
              </a:rPr>
              <a:t>S3</a:t>
            </a:r>
            <a:r>
              <a:rPr sz="1500" spc="155" dirty="0">
                <a:latin typeface="Arial MT"/>
                <a:cs typeface="Arial MT"/>
              </a:rPr>
              <a:t> </a:t>
            </a:r>
            <a:r>
              <a:rPr sz="1500" dirty="0">
                <a:solidFill>
                  <a:srgbClr val="3F3F3F"/>
                </a:solidFill>
                <a:latin typeface="Arial MT"/>
                <a:cs typeface="Arial MT"/>
              </a:rPr>
              <a:t>is</a:t>
            </a:r>
            <a:r>
              <a:rPr sz="1500" spc="120" dirty="0">
                <a:solidFill>
                  <a:srgbClr val="3F3F3F"/>
                </a:solidFill>
                <a:latin typeface="Arial MT"/>
                <a:cs typeface="Arial MT"/>
              </a:rPr>
              <a:t> </a:t>
            </a:r>
            <a:r>
              <a:rPr sz="1500" spc="-60" dirty="0">
                <a:latin typeface="Arial MT"/>
                <a:cs typeface="Arial MT"/>
              </a:rPr>
              <a:t>e’lastiC</a:t>
            </a:r>
            <a:r>
              <a:rPr sz="1500" spc="180" dirty="0">
                <a:latin typeface="Arial MT"/>
                <a:cs typeface="Arial MT"/>
              </a:rPr>
              <a:t> </a:t>
            </a:r>
            <a:r>
              <a:rPr sz="1500" dirty="0">
                <a:solidFill>
                  <a:srgbClr val="1F1F1F"/>
                </a:solidFill>
                <a:latin typeface="Arial MT"/>
                <a:cs typeface="Arial MT"/>
              </a:rPr>
              <a:t>and</a:t>
            </a:r>
            <a:r>
              <a:rPr sz="1500" spc="160" dirty="0">
                <a:solidFill>
                  <a:srgbClr val="1F1F1F"/>
                </a:solidFill>
                <a:latin typeface="Arial MT"/>
                <a:cs typeface="Arial MT"/>
              </a:rPr>
              <a:t> </a:t>
            </a:r>
            <a:r>
              <a:rPr sz="1500" spc="-10" dirty="0">
                <a:latin typeface="Arial MT"/>
                <a:cs typeface="Arial MT"/>
              </a:rPr>
              <a:t>scales </a:t>
            </a:r>
            <a:r>
              <a:rPr sz="1600" dirty="0">
                <a:latin typeface="Arial MT"/>
                <a:cs typeface="Arial MT"/>
              </a:rPr>
              <a:t>automatically</a:t>
            </a:r>
            <a:r>
              <a:rPr sz="1600" spc="195" dirty="0">
                <a:latin typeface="Arial MT"/>
                <a:cs typeface="Arial MT"/>
              </a:rPr>
              <a:t> </a:t>
            </a:r>
            <a:r>
              <a:rPr sz="1600" dirty="0">
                <a:solidFill>
                  <a:srgbClr val="0E0E0E"/>
                </a:solidFill>
                <a:latin typeface="Arial MT"/>
                <a:cs typeface="Arial MT"/>
              </a:rPr>
              <a:t>to</a:t>
            </a:r>
            <a:r>
              <a:rPr sz="1600" spc="150" dirty="0">
                <a:solidFill>
                  <a:srgbClr val="0E0E0E"/>
                </a:solidFill>
                <a:latin typeface="Arial MT"/>
                <a:cs typeface="Arial MT"/>
              </a:rPr>
              <a:t> </a:t>
            </a:r>
            <a:r>
              <a:rPr sz="1600" dirty="0">
                <a:solidFill>
                  <a:srgbClr val="161616"/>
                </a:solidFill>
                <a:latin typeface="Arial MT"/>
                <a:cs typeface="Arial MT"/>
              </a:rPr>
              <a:t>meet</a:t>
            </a:r>
            <a:r>
              <a:rPr sz="1600" spc="185" dirty="0">
                <a:solidFill>
                  <a:srgbClr val="161616"/>
                </a:solidFill>
                <a:latin typeface="Arial MT"/>
                <a:cs typeface="Arial MT"/>
              </a:rPr>
              <a:t> </a:t>
            </a:r>
            <a:r>
              <a:rPr sz="1600" dirty="0">
                <a:latin typeface="Arial MT"/>
                <a:cs typeface="Arial MT"/>
              </a:rPr>
              <a:t>your</a:t>
            </a:r>
            <a:r>
              <a:rPr sz="1600" spc="135" dirty="0">
                <a:latin typeface="Arial MT"/>
                <a:cs typeface="Arial MT"/>
              </a:rPr>
              <a:t> </a:t>
            </a:r>
            <a:r>
              <a:rPr sz="1600" dirty="0">
                <a:latin typeface="Arial MT"/>
                <a:cs typeface="Arial MT"/>
              </a:rPr>
              <a:t>storage</a:t>
            </a:r>
            <a:r>
              <a:rPr sz="1600" spc="150" dirty="0">
                <a:latin typeface="Arial MT"/>
                <a:cs typeface="Arial MT"/>
              </a:rPr>
              <a:t> </a:t>
            </a:r>
            <a:r>
              <a:rPr sz="1600" spc="-10" dirty="0">
                <a:latin typeface="Arial MT"/>
                <a:cs typeface="Arial MT"/>
              </a:rPr>
              <a:t>requirements.</a:t>
            </a:r>
            <a:endParaRPr sz="1600">
              <a:latin typeface="Arial MT"/>
              <a:cs typeface="Arial MT"/>
            </a:endParaRPr>
          </a:p>
          <a:p>
            <a:pPr>
              <a:lnSpc>
                <a:spcPct val="100000"/>
              </a:lnSpc>
              <a:spcBef>
                <a:spcPts val="1365"/>
              </a:spcBef>
            </a:pPr>
            <a:endParaRPr sz="1550">
              <a:latin typeface="Arial MT"/>
              <a:cs typeface="Arial MT"/>
            </a:endParaRPr>
          </a:p>
          <a:p>
            <a:pPr marL="12700" marR="129539" indent="8255">
              <a:lnSpc>
                <a:spcPct val="113300"/>
              </a:lnSpc>
            </a:pPr>
            <a:r>
              <a:rPr sz="1600" dirty="0">
                <a:latin typeface="Arial MT"/>
                <a:cs typeface="Arial MT"/>
              </a:rPr>
              <a:t>2.</a:t>
            </a:r>
            <a:r>
              <a:rPr sz="1600" spc="-60" dirty="0">
                <a:latin typeface="Arial MT"/>
                <a:cs typeface="Arial MT"/>
              </a:rPr>
              <a:t> </a:t>
            </a:r>
            <a:r>
              <a:rPr sz="1600" spc="-25" dirty="0">
                <a:solidFill>
                  <a:srgbClr val="111111"/>
                </a:solidFill>
                <a:latin typeface="Arial MT"/>
                <a:cs typeface="Arial MT"/>
              </a:rPr>
              <a:t>Files</a:t>
            </a:r>
            <a:r>
              <a:rPr sz="1600" spc="15" dirty="0">
                <a:solidFill>
                  <a:srgbClr val="111111"/>
                </a:solidFill>
                <a:latin typeface="Arial MT"/>
                <a:cs typeface="Arial MT"/>
              </a:rPr>
              <a:t> </a:t>
            </a:r>
            <a:r>
              <a:rPr sz="1600" dirty="0">
                <a:latin typeface="Arial MT"/>
                <a:cs typeface="Arial MT"/>
              </a:rPr>
              <a:t>that</a:t>
            </a:r>
            <a:r>
              <a:rPr sz="1600" spc="85" dirty="0">
                <a:latin typeface="Arial MT"/>
                <a:cs typeface="Arial MT"/>
              </a:rPr>
              <a:t> </a:t>
            </a:r>
            <a:r>
              <a:rPr sz="1600" spc="-20" dirty="0">
                <a:latin typeface="Arial MT"/>
                <a:cs typeface="Arial MT"/>
              </a:rPr>
              <a:t>are</a:t>
            </a:r>
            <a:r>
              <a:rPr sz="1600" spc="-15" dirty="0">
                <a:latin typeface="Arial MT"/>
                <a:cs typeface="Arial MT"/>
              </a:rPr>
              <a:t> </a:t>
            </a:r>
            <a:r>
              <a:rPr sz="1600" dirty="0">
                <a:latin typeface="Arial MT"/>
                <a:cs typeface="Arial MT"/>
              </a:rPr>
              <a:t>uploaded</a:t>
            </a:r>
            <a:r>
              <a:rPr sz="1600" spc="50" dirty="0">
                <a:latin typeface="Arial MT"/>
                <a:cs typeface="Arial MT"/>
              </a:rPr>
              <a:t> </a:t>
            </a:r>
            <a:r>
              <a:rPr sz="1600" dirty="0">
                <a:solidFill>
                  <a:srgbClr val="161616"/>
                </a:solidFill>
                <a:latin typeface="Arial MT"/>
                <a:cs typeface="Arial MT"/>
              </a:rPr>
              <a:t>to</a:t>
            </a:r>
            <a:r>
              <a:rPr sz="1600" spc="110" dirty="0">
                <a:solidFill>
                  <a:srgbClr val="161616"/>
                </a:solidFill>
                <a:latin typeface="Arial MT"/>
                <a:cs typeface="Arial MT"/>
              </a:rPr>
              <a:t> </a:t>
            </a:r>
            <a:r>
              <a:rPr sz="1600" dirty="0">
                <a:latin typeface="Arial MT"/>
                <a:cs typeface="Arial MT"/>
              </a:rPr>
              <a:t>Amazon</a:t>
            </a:r>
            <a:r>
              <a:rPr sz="1600" spc="110" dirty="0">
                <a:latin typeface="Arial MT"/>
                <a:cs typeface="Arial MT"/>
              </a:rPr>
              <a:t> </a:t>
            </a:r>
            <a:r>
              <a:rPr sz="1600" spc="-140" dirty="0">
                <a:solidFill>
                  <a:srgbClr val="111111"/>
                </a:solidFill>
                <a:latin typeface="Arial MT"/>
                <a:cs typeface="Arial MT"/>
              </a:rPr>
              <a:t>SP</a:t>
            </a:r>
            <a:r>
              <a:rPr sz="1600" spc="100" dirty="0">
                <a:solidFill>
                  <a:srgbClr val="111111"/>
                </a:solidFill>
                <a:latin typeface="Arial MT"/>
                <a:cs typeface="Arial MT"/>
              </a:rPr>
              <a:t> </a:t>
            </a:r>
            <a:r>
              <a:rPr sz="1600" dirty="0">
                <a:latin typeface="Arial MT"/>
                <a:cs typeface="Arial MT"/>
              </a:rPr>
              <a:t>are</a:t>
            </a:r>
            <a:r>
              <a:rPr sz="1600" spc="20" dirty="0">
                <a:latin typeface="Arial MT"/>
                <a:cs typeface="Arial MT"/>
              </a:rPr>
              <a:t> </a:t>
            </a:r>
            <a:r>
              <a:rPr sz="1600" spc="-10" dirty="0">
                <a:latin typeface="Arial MT"/>
                <a:cs typeface="Arial MT"/>
              </a:rPr>
              <a:t>automatically </a:t>
            </a:r>
            <a:r>
              <a:rPr sz="1600" dirty="0">
                <a:latin typeface="Arial MT"/>
                <a:cs typeface="Arial MT"/>
              </a:rPr>
              <a:t>replicated</a:t>
            </a:r>
            <a:r>
              <a:rPr sz="1600" spc="120" dirty="0">
                <a:latin typeface="Arial MT"/>
                <a:cs typeface="Arial MT"/>
              </a:rPr>
              <a:t> </a:t>
            </a:r>
            <a:r>
              <a:rPr sz="1600" spc="-40" dirty="0">
                <a:latin typeface="Arial MT"/>
                <a:cs typeface="Arial MT"/>
              </a:rPr>
              <a:t>across</a:t>
            </a:r>
            <a:r>
              <a:rPr sz="1600" spc="95" dirty="0">
                <a:latin typeface="Arial MT"/>
                <a:cs typeface="Arial MT"/>
              </a:rPr>
              <a:t> </a:t>
            </a:r>
            <a:r>
              <a:rPr sz="1600" dirty="0">
                <a:solidFill>
                  <a:srgbClr val="111111"/>
                </a:solidFill>
                <a:latin typeface="Arial MT"/>
                <a:cs typeface="Arial MT"/>
              </a:rPr>
              <a:t>multiple</a:t>
            </a:r>
            <a:r>
              <a:rPr sz="1600" spc="225" dirty="0">
                <a:solidFill>
                  <a:srgbClr val="111111"/>
                </a:solidFill>
                <a:latin typeface="Arial MT"/>
                <a:cs typeface="Arial MT"/>
              </a:rPr>
              <a:t> </a:t>
            </a:r>
            <a:r>
              <a:rPr sz="1600" dirty="0">
                <a:latin typeface="Arial MT"/>
                <a:cs typeface="Arial MT"/>
              </a:rPr>
              <a:t>Availability</a:t>
            </a:r>
            <a:r>
              <a:rPr sz="1600" spc="240" dirty="0">
                <a:latin typeface="Arial MT"/>
                <a:cs typeface="Arial MT"/>
              </a:rPr>
              <a:t> </a:t>
            </a:r>
            <a:r>
              <a:rPr sz="1600" spc="-20" dirty="0">
                <a:latin typeface="Arial MT"/>
                <a:cs typeface="Arial MT"/>
              </a:rPr>
              <a:t>Zones</a:t>
            </a:r>
            <a:r>
              <a:rPr sz="1600" spc="80" dirty="0">
                <a:latin typeface="Arial MT"/>
                <a:cs typeface="Arial MT"/>
              </a:rPr>
              <a:t> </a:t>
            </a:r>
            <a:r>
              <a:rPr sz="1600" dirty="0">
                <a:solidFill>
                  <a:srgbClr val="1A1A1A"/>
                </a:solidFill>
                <a:latin typeface="Arial MT"/>
                <a:cs typeface="Arial MT"/>
              </a:rPr>
              <a:t>in</a:t>
            </a:r>
            <a:r>
              <a:rPr sz="1600" spc="55" dirty="0">
                <a:solidFill>
                  <a:srgbClr val="1A1A1A"/>
                </a:solidFill>
                <a:latin typeface="Arial MT"/>
                <a:cs typeface="Arial MT"/>
              </a:rPr>
              <a:t> </a:t>
            </a:r>
            <a:r>
              <a:rPr sz="1600" dirty="0">
                <a:solidFill>
                  <a:srgbClr val="151515"/>
                </a:solidFill>
                <a:latin typeface="Arial MT"/>
                <a:cs typeface="Arial MT"/>
              </a:rPr>
              <a:t>the</a:t>
            </a:r>
            <a:r>
              <a:rPr sz="1600" spc="100" dirty="0">
                <a:solidFill>
                  <a:srgbClr val="151515"/>
                </a:solidFill>
                <a:latin typeface="Arial MT"/>
                <a:cs typeface="Arial MT"/>
              </a:rPr>
              <a:t> </a:t>
            </a:r>
            <a:r>
              <a:rPr sz="1600" spc="-10" dirty="0">
                <a:latin typeface="Arial MT"/>
                <a:cs typeface="Arial MT"/>
              </a:rPr>
              <a:t>Region. </a:t>
            </a:r>
            <a:r>
              <a:rPr sz="1600" spc="-20" dirty="0">
                <a:latin typeface="Arial MT"/>
                <a:cs typeface="Arial MT"/>
              </a:rPr>
              <a:t>Thus,</a:t>
            </a:r>
            <a:r>
              <a:rPr sz="1600" spc="20" dirty="0">
                <a:latin typeface="Arial MT"/>
                <a:cs typeface="Arial MT"/>
              </a:rPr>
              <a:t> </a:t>
            </a:r>
            <a:r>
              <a:rPr sz="1600" dirty="0">
                <a:latin typeface="Arial MT"/>
                <a:cs typeface="Arial MT"/>
              </a:rPr>
              <a:t>your</a:t>
            </a:r>
            <a:r>
              <a:rPr sz="1600" spc="95" dirty="0">
                <a:latin typeface="Arial MT"/>
                <a:cs typeface="Arial MT"/>
              </a:rPr>
              <a:t> </a:t>
            </a:r>
            <a:r>
              <a:rPr sz="1600" dirty="0">
                <a:latin typeface="Arial MT"/>
                <a:cs typeface="Arial MT"/>
              </a:rPr>
              <a:t>flies</a:t>
            </a:r>
            <a:r>
              <a:rPr sz="1600" spc="25" dirty="0">
                <a:latin typeface="Arial MT"/>
                <a:cs typeface="Arial MT"/>
              </a:rPr>
              <a:t> </a:t>
            </a:r>
            <a:r>
              <a:rPr sz="1600" spc="-35" dirty="0">
                <a:solidFill>
                  <a:srgbClr val="131313"/>
                </a:solidFill>
                <a:latin typeface="Arial MT"/>
                <a:cs typeface="Arial MT"/>
              </a:rPr>
              <a:t>are</a:t>
            </a:r>
            <a:r>
              <a:rPr sz="1600" spc="15" dirty="0">
                <a:solidFill>
                  <a:srgbClr val="131313"/>
                </a:solidFill>
                <a:latin typeface="Arial MT"/>
                <a:cs typeface="Arial MT"/>
              </a:rPr>
              <a:t> </a:t>
            </a:r>
            <a:r>
              <a:rPr sz="1600" dirty="0">
                <a:latin typeface="Arial MT"/>
                <a:cs typeface="Arial MT"/>
              </a:rPr>
              <a:t>always</a:t>
            </a:r>
            <a:r>
              <a:rPr sz="1600" spc="25" dirty="0">
                <a:latin typeface="Arial MT"/>
                <a:cs typeface="Arial MT"/>
              </a:rPr>
              <a:t> </a:t>
            </a:r>
            <a:r>
              <a:rPr sz="1600" dirty="0">
                <a:latin typeface="Arial MT"/>
                <a:cs typeface="Arial MT"/>
              </a:rPr>
              <a:t>highly</a:t>
            </a:r>
            <a:r>
              <a:rPr sz="1600" spc="30" dirty="0">
                <a:latin typeface="Arial MT"/>
                <a:cs typeface="Arial MT"/>
              </a:rPr>
              <a:t> </a:t>
            </a:r>
            <a:r>
              <a:rPr sz="1600" spc="-10" dirty="0">
                <a:latin typeface="Arial MT"/>
                <a:cs typeface="Arial MT"/>
              </a:rPr>
              <a:t>available</a:t>
            </a:r>
            <a:r>
              <a:rPr sz="1600" spc="110" dirty="0">
                <a:latin typeface="Arial MT"/>
                <a:cs typeface="Arial MT"/>
              </a:rPr>
              <a:t> </a:t>
            </a:r>
            <a:r>
              <a:rPr sz="1600" dirty="0">
                <a:solidFill>
                  <a:srgbClr val="111111"/>
                </a:solidFill>
                <a:latin typeface="Arial MT"/>
                <a:cs typeface="Arial MT"/>
              </a:rPr>
              <a:t>and </a:t>
            </a:r>
            <a:r>
              <a:rPr sz="1600" spc="-10" dirty="0">
                <a:solidFill>
                  <a:srgbClr val="0C0C0C"/>
                </a:solidFill>
                <a:latin typeface="Arial MT"/>
                <a:cs typeface="Arial MT"/>
              </a:rPr>
              <a:t>highly </a:t>
            </a:r>
            <a:r>
              <a:rPr sz="1600" dirty="0">
                <a:latin typeface="Arial MT"/>
                <a:cs typeface="Arial MT"/>
              </a:rPr>
              <a:t>durable,</a:t>
            </a:r>
            <a:r>
              <a:rPr sz="1600" spc="120" dirty="0">
                <a:latin typeface="Arial MT"/>
                <a:cs typeface="Arial MT"/>
              </a:rPr>
              <a:t> </a:t>
            </a:r>
            <a:r>
              <a:rPr sz="1600" spc="-65" dirty="0">
                <a:latin typeface="Arial MT"/>
                <a:cs typeface="Arial MT"/>
              </a:rPr>
              <a:t>so</a:t>
            </a:r>
            <a:r>
              <a:rPr sz="1600" spc="20" dirty="0">
                <a:latin typeface="Arial MT"/>
                <a:cs typeface="Arial MT"/>
              </a:rPr>
              <a:t> </a:t>
            </a:r>
            <a:r>
              <a:rPr sz="1600" dirty="0">
                <a:latin typeface="Arial MT"/>
                <a:cs typeface="Arial MT"/>
              </a:rPr>
              <a:t>that</a:t>
            </a:r>
            <a:r>
              <a:rPr sz="1600" spc="155" dirty="0">
                <a:latin typeface="Arial MT"/>
                <a:cs typeface="Arial MT"/>
              </a:rPr>
              <a:t> </a:t>
            </a:r>
            <a:r>
              <a:rPr sz="1600" dirty="0">
                <a:latin typeface="Arial MT"/>
                <a:cs typeface="Arial MT"/>
              </a:rPr>
              <a:t>you</a:t>
            </a:r>
            <a:r>
              <a:rPr sz="1600" spc="20" dirty="0">
                <a:latin typeface="Arial MT"/>
                <a:cs typeface="Arial MT"/>
              </a:rPr>
              <a:t> </a:t>
            </a:r>
            <a:r>
              <a:rPr sz="1600" dirty="0">
                <a:latin typeface="Arial MT"/>
                <a:cs typeface="Arial MT"/>
              </a:rPr>
              <a:t>can</a:t>
            </a:r>
            <a:r>
              <a:rPr sz="1600" spc="90" dirty="0">
                <a:latin typeface="Arial MT"/>
                <a:cs typeface="Arial MT"/>
              </a:rPr>
              <a:t> </a:t>
            </a:r>
            <a:r>
              <a:rPr sz="1600" spc="-85" dirty="0">
                <a:latin typeface="Arial MT"/>
                <a:cs typeface="Arial MT"/>
              </a:rPr>
              <a:t>access</a:t>
            </a:r>
            <a:r>
              <a:rPr sz="1600" spc="55" dirty="0">
                <a:latin typeface="Arial MT"/>
                <a:cs typeface="Arial MT"/>
              </a:rPr>
              <a:t> </a:t>
            </a:r>
            <a:r>
              <a:rPr sz="1600" spc="60" dirty="0">
                <a:solidFill>
                  <a:srgbClr val="1A1A1A"/>
                </a:solidFill>
                <a:latin typeface="Arial MT"/>
                <a:cs typeface="Arial MT"/>
              </a:rPr>
              <a:t>tnem</a:t>
            </a:r>
            <a:r>
              <a:rPr sz="1600" spc="-5" dirty="0">
                <a:solidFill>
                  <a:srgbClr val="1A1A1A"/>
                </a:solidFill>
                <a:latin typeface="Arial MT"/>
                <a:cs typeface="Arial MT"/>
              </a:rPr>
              <a:t> </a:t>
            </a:r>
            <a:r>
              <a:rPr sz="1600" dirty="0">
                <a:latin typeface="Arial MT"/>
                <a:cs typeface="Arial MT"/>
              </a:rPr>
              <a:t>when</a:t>
            </a:r>
            <a:r>
              <a:rPr sz="1600" spc="75" dirty="0">
                <a:latin typeface="Arial MT"/>
                <a:cs typeface="Arial MT"/>
              </a:rPr>
              <a:t> </a:t>
            </a:r>
            <a:r>
              <a:rPr sz="1600" dirty="0">
                <a:latin typeface="Arial MT"/>
                <a:cs typeface="Arial MT"/>
              </a:rPr>
              <a:t>you</a:t>
            </a:r>
            <a:r>
              <a:rPr sz="1600" spc="25" dirty="0">
                <a:latin typeface="Arial MT"/>
                <a:cs typeface="Arial MT"/>
              </a:rPr>
              <a:t> </a:t>
            </a:r>
            <a:r>
              <a:rPr sz="1600" dirty="0">
                <a:solidFill>
                  <a:srgbClr val="111111"/>
                </a:solidFill>
                <a:latin typeface="Arial MT"/>
                <a:cs typeface="Arial MT"/>
              </a:rPr>
              <a:t>need</a:t>
            </a:r>
            <a:r>
              <a:rPr sz="1600" spc="-10" dirty="0">
                <a:solidFill>
                  <a:srgbClr val="111111"/>
                </a:solidFill>
                <a:latin typeface="Arial MT"/>
                <a:cs typeface="Arial MT"/>
              </a:rPr>
              <a:t> </a:t>
            </a:r>
            <a:r>
              <a:rPr sz="1600" spc="-10" dirty="0">
                <a:latin typeface="Arial MT"/>
                <a:cs typeface="Arial MT"/>
              </a:rPr>
              <a:t>them.</a:t>
            </a:r>
            <a:endParaRPr sz="1600">
              <a:latin typeface="Arial MT"/>
              <a:cs typeface="Arial MT"/>
            </a:endParaRPr>
          </a:p>
        </p:txBody>
      </p:sp>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351914" y="365125"/>
            <a:ext cx="9468863" cy="5315584"/>
          </a:xfrm>
          <a:prstGeom prst="rect">
            <a:avLst/>
          </a:prstGeom>
        </p:spPr>
      </p:pic>
      <p:sp>
        <p:nvSpPr>
          <p:cNvPr id="3" name="object 3" descr="$PPTXTitle"/>
          <p:cNvSpPr txBox="1">
            <a:spLocks noGrp="1"/>
          </p:cNvSpPr>
          <p:nvPr>
            <p:ph type="title"/>
          </p:nvPr>
        </p:nvSpPr>
        <p:spPr>
          <a:xfrm>
            <a:off x="4734646" y="1362196"/>
            <a:ext cx="4913630" cy="581025"/>
          </a:xfrm>
          <a:prstGeom prst="rect">
            <a:avLst/>
          </a:prstGeom>
        </p:spPr>
        <p:txBody>
          <a:bodyPr vert="horz" wrap="square" lIns="0" tIns="5715" rIns="0" bIns="0" rtlCol="0">
            <a:spAutoFit/>
          </a:bodyPr>
          <a:lstStyle/>
          <a:p>
            <a:pPr marL="27305" marR="5080" indent="-15240">
              <a:lnSpc>
                <a:spcPct val="102400"/>
              </a:lnSpc>
              <a:spcBef>
                <a:spcPts val="45"/>
              </a:spcBef>
            </a:pPr>
            <a:r>
              <a:rPr sz="1800" spc="-120" dirty="0">
                <a:solidFill>
                  <a:srgbClr val="151515"/>
                </a:solidFill>
                <a:latin typeface="Arial MT"/>
                <a:cs typeface="Arial MT"/>
              </a:rPr>
              <a:t>The</a:t>
            </a:r>
            <a:r>
              <a:rPr sz="1800" spc="-10" dirty="0">
                <a:solidFill>
                  <a:srgbClr val="151515"/>
                </a:solidFill>
                <a:latin typeface="Arial MT"/>
                <a:cs typeface="Arial MT"/>
              </a:rPr>
              <a:t> </a:t>
            </a:r>
            <a:r>
              <a:rPr sz="1800" spc="-35" dirty="0">
                <a:latin typeface="Arial MT"/>
                <a:cs typeface="Arial MT"/>
              </a:rPr>
              <a:t>following</a:t>
            </a:r>
            <a:r>
              <a:rPr sz="1800" spc="-75" dirty="0">
                <a:latin typeface="Arial MT"/>
                <a:cs typeface="Arial MT"/>
              </a:rPr>
              <a:t> </a:t>
            </a:r>
            <a:r>
              <a:rPr sz="1800" spc="-30" dirty="0">
                <a:latin typeface="Arial MT"/>
                <a:cs typeface="Arial MT"/>
              </a:rPr>
              <a:t>list</a:t>
            </a:r>
            <a:r>
              <a:rPr sz="1800" spc="-95" dirty="0">
                <a:latin typeface="Arial MT"/>
                <a:cs typeface="Arial MT"/>
              </a:rPr>
              <a:t> </a:t>
            </a:r>
            <a:r>
              <a:rPr sz="1800" spc="-125" dirty="0">
                <a:latin typeface="Arial MT"/>
                <a:cs typeface="Arial MT"/>
              </a:rPr>
              <a:t>describes</a:t>
            </a:r>
            <a:r>
              <a:rPr sz="1800" spc="50" dirty="0">
                <a:latin typeface="Arial MT"/>
                <a:cs typeface="Arial MT"/>
              </a:rPr>
              <a:t> </a:t>
            </a:r>
            <a:r>
              <a:rPr sz="1800" spc="-229" dirty="0">
                <a:solidFill>
                  <a:srgbClr val="1C1C1C"/>
                </a:solidFill>
                <a:latin typeface="Arial MT"/>
                <a:cs typeface="Arial MT"/>
              </a:rPr>
              <a:t>a</a:t>
            </a:r>
            <a:r>
              <a:rPr sz="1800" spc="50" dirty="0">
                <a:solidFill>
                  <a:srgbClr val="1C1C1C"/>
                </a:solidFill>
                <a:latin typeface="Arial MT"/>
                <a:cs typeface="Arial MT"/>
              </a:rPr>
              <a:t> </a:t>
            </a:r>
            <a:r>
              <a:rPr sz="1800" spc="-75" dirty="0">
                <a:latin typeface="Arial MT"/>
                <a:cs typeface="Arial MT"/>
              </a:rPr>
              <a:t>few </a:t>
            </a:r>
            <a:r>
              <a:rPr sz="1800" dirty="0">
                <a:latin typeface="Arial MT"/>
                <a:cs typeface="Arial MT"/>
              </a:rPr>
              <a:t>of</a:t>
            </a:r>
            <a:r>
              <a:rPr sz="1800" spc="-15" dirty="0">
                <a:latin typeface="Arial MT"/>
                <a:cs typeface="Arial MT"/>
              </a:rPr>
              <a:t> </a:t>
            </a:r>
            <a:r>
              <a:rPr sz="1800" spc="-50" dirty="0">
                <a:latin typeface="Arial MT"/>
                <a:cs typeface="Arial MT"/>
              </a:rPr>
              <a:t>the</a:t>
            </a:r>
            <a:r>
              <a:rPr sz="1800" spc="-114" dirty="0">
                <a:latin typeface="Arial MT"/>
                <a:cs typeface="Arial MT"/>
              </a:rPr>
              <a:t> </a:t>
            </a:r>
            <a:r>
              <a:rPr sz="1800" spc="-55" dirty="0">
                <a:latin typeface="Arial MT"/>
                <a:cs typeface="Arial MT"/>
              </a:rPr>
              <a:t>benefits</a:t>
            </a:r>
            <a:r>
              <a:rPr sz="1800" spc="-10" dirty="0">
                <a:latin typeface="Arial MT"/>
                <a:cs typeface="Arial MT"/>
              </a:rPr>
              <a:t> </a:t>
            </a:r>
            <a:r>
              <a:rPr sz="1800" spc="-20" dirty="0">
                <a:latin typeface="Arial MT"/>
                <a:cs typeface="Arial MT"/>
              </a:rPr>
              <a:t>that </a:t>
            </a:r>
            <a:r>
              <a:rPr sz="1800" spc="-130" dirty="0">
                <a:latin typeface="Arial MT"/>
                <a:cs typeface="Arial MT"/>
              </a:rPr>
              <a:t>Amazon</a:t>
            </a:r>
            <a:r>
              <a:rPr sz="1800" spc="20" dirty="0">
                <a:latin typeface="Arial MT"/>
                <a:cs typeface="Arial MT"/>
              </a:rPr>
              <a:t> </a:t>
            </a:r>
            <a:r>
              <a:rPr sz="1800" spc="-340" dirty="0">
                <a:latin typeface="Arial MT"/>
                <a:cs typeface="Arial MT"/>
              </a:rPr>
              <a:t>SP</a:t>
            </a:r>
            <a:r>
              <a:rPr sz="1800" spc="90" dirty="0">
                <a:latin typeface="Arial MT"/>
                <a:cs typeface="Arial MT"/>
              </a:rPr>
              <a:t> </a:t>
            </a:r>
            <a:r>
              <a:rPr sz="1800" spc="-10" dirty="0">
                <a:latin typeface="Arial MT"/>
                <a:cs typeface="Arial MT"/>
              </a:rPr>
              <a:t>Offers.</a:t>
            </a:r>
            <a:endParaRPr sz="1800">
              <a:latin typeface="Arial MT"/>
              <a:cs typeface="Arial MT"/>
            </a:endParaRPr>
          </a:p>
        </p:txBody>
      </p:sp>
      <p:sp>
        <p:nvSpPr>
          <p:cNvPr id="4" name="object 4"/>
          <p:cNvSpPr txBox="1">
            <a:spLocks noGrp="1"/>
          </p:cNvSpPr>
          <p:nvPr>
            <p:ph type="body" idx="1"/>
          </p:nvPr>
        </p:nvSpPr>
        <p:spPr>
          <a:prstGeom prst="rect">
            <a:avLst/>
          </a:prstGeom>
        </p:spPr>
        <p:txBody>
          <a:bodyPr vert="horz" wrap="square" lIns="0" tIns="36830" rIns="0" bIns="0" rtlCol="0">
            <a:spAutoFit/>
          </a:bodyPr>
          <a:lstStyle/>
          <a:p>
            <a:pPr marL="17145">
              <a:lnSpc>
                <a:spcPct val="100000"/>
              </a:lnSpc>
              <a:spcBef>
                <a:spcPts val="290"/>
              </a:spcBef>
            </a:pPr>
            <a:r>
              <a:rPr dirty="0"/>
              <a:t>-</a:t>
            </a:r>
            <a:r>
              <a:rPr spc="280" dirty="0"/>
              <a:t> </a:t>
            </a:r>
            <a:r>
              <a:rPr spc="-70" dirty="0"/>
              <a:t>Amazon</a:t>
            </a:r>
            <a:r>
              <a:rPr spc="-20" dirty="0"/>
              <a:t> </a:t>
            </a:r>
            <a:r>
              <a:rPr spc="-120" dirty="0"/>
              <a:t>S3</a:t>
            </a:r>
            <a:r>
              <a:rPr dirty="0"/>
              <a:t> </a:t>
            </a:r>
            <a:r>
              <a:rPr spc="-10" dirty="0">
                <a:solidFill>
                  <a:srgbClr val="0F0F0F"/>
                </a:solidFill>
              </a:rPr>
              <a:t>offers </a:t>
            </a:r>
            <a:r>
              <a:rPr spc="-40" dirty="0">
                <a:solidFill>
                  <a:srgbClr val="111111"/>
                </a:solidFill>
              </a:rPr>
              <a:t>you</a:t>
            </a:r>
            <a:r>
              <a:rPr spc="-35" dirty="0">
                <a:solidFill>
                  <a:srgbClr val="111111"/>
                </a:solidFill>
              </a:rPr>
              <a:t> </a:t>
            </a:r>
            <a:r>
              <a:rPr spc="-25" dirty="0"/>
              <a:t>industry-</a:t>
            </a:r>
            <a:r>
              <a:rPr spc="-20" dirty="0"/>
              <a:t>leading</a:t>
            </a:r>
            <a:r>
              <a:rPr spc="-100" dirty="0"/>
              <a:t> </a:t>
            </a:r>
            <a:r>
              <a:rPr spc="-10" dirty="0"/>
              <a:t>performance,</a:t>
            </a:r>
          </a:p>
          <a:p>
            <a:pPr marL="178435" marR="70485" indent="-8890">
              <a:lnSpc>
                <a:spcPts val="2180"/>
              </a:lnSpc>
              <a:spcBef>
                <a:spcPts val="90"/>
              </a:spcBef>
              <a:tabLst>
                <a:tab pos="887094" algn="l"/>
              </a:tabLst>
            </a:pPr>
            <a:r>
              <a:rPr sz="1650" spc="-10" dirty="0"/>
              <a:t>scala</a:t>
            </a:r>
            <a:r>
              <a:rPr sz="1650" dirty="0"/>
              <a:t>	</a:t>
            </a:r>
            <a:r>
              <a:rPr sz="1650" dirty="0">
                <a:solidFill>
                  <a:srgbClr val="212121"/>
                </a:solidFill>
              </a:rPr>
              <a:t>ty,</a:t>
            </a:r>
            <a:r>
              <a:rPr sz="1650" spc="-65" dirty="0">
                <a:solidFill>
                  <a:srgbClr val="212121"/>
                </a:solidFill>
              </a:rPr>
              <a:t> </a:t>
            </a:r>
            <a:r>
              <a:rPr sz="1650" spc="-20" dirty="0"/>
              <a:t>availability,</a:t>
            </a:r>
            <a:r>
              <a:rPr sz="1650" spc="114" dirty="0"/>
              <a:t> </a:t>
            </a:r>
            <a:r>
              <a:rPr sz="1650" dirty="0"/>
              <a:t>and</a:t>
            </a:r>
            <a:r>
              <a:rPr sz="1650" spc="15" dirty="0"/>
              <a:t> </a:t>
            </a:r>
            <a:r>
              <a:rPr sz="1650" dirty="0"/>
              <a:t>durability</a:t>
            </a:r>
            <a:r>
              <a:rPr sz="1650" spc="80" dirty="0"/>
              <a:t> </a:t>
            </a:r>
            <a:r>
              <a:rPr sz="1650" dirty="0">
                <a:solidFill>
                  <a:srgbClr val="181818"/>
                </a:solidFill>
              </a:rPr>
              <a:t>that</a:t>
            </a:r>
            <a:r>
              <a:rPr sz="1650" spc="-5" dirty="0">
                <a:solidFill>
                  <a:srgbClr val="181818"/>
                </a:solidFill>
              </a:rPr>
              <a:t> </a:t>
            </a:r>
            <a:r>
              <a:rPr sz="1650" dirty="0">
                <a:solidFill>
                  <a:srgbClr val="111111"/>
                </a:solidFill>
              </a:rPr>
              <a:t>you </a:t>
            </a:r>
            <a:r>
              <a:rPr sz="1650" spc="-35" dirty="0"/>
              <a:t>can</a:t>
            </a:r>
            <a:r>
              <a:rPr sz="1650" spc="40" dirty="0"/>
              <a:t> </a:t>
            </a:r>
            <a:r>
              <a:rPr sz="1650" spc="-80" dirty="0"/>
              <a:t>use</a:t>
            </a:r>
            <a:r>
              <a:rPr sz="1650" spc="-55" dirty="0"/>
              <a:t> </a:t>
            </a:r>
            <a:r>
              <a:rPr sz="1650" spc="-25" dirty="0"/>
              <a:t>to </a:t>
            </a:r>
            <a:r>
              <a:rPr sz="1650" spc="-40" dirty="0"/>
              <a:t>easily</a:t>
            </a:r>
            <a:r>
              <a:rPr sz="1650" spc="-35" dirty="0"/>
              <a:t> </a:t>
            </a:r>
            <a:r>
              <a:rPr sz="1650" dirty="0"/>
              <a:t>build</a:t>
            </a:r>
            <a:r>
              <a:rPr sz="1650" spc="-90" dirty="0"/>
              <a:t> </a:t>
            </a:r>
            <a:r>
              <a:rPr sz="1650" dirty="0"/>
              <a:t>applications</a:t>
            </a:r>
            <a:r>
              <a:rPr sz="1650" spc="65" dirty="0"/>
              <a:t> </a:t>
            </a:r>
            <a:r>
              <a:rPr sz="1650" spc="55" dirty="0"/>
              <a:t>that</a:t>
            </a:r>
            <a:r>
              <a:rPr sz="1650" spc="-40" dirty="0"/>
              <a:t> </a:t>
            </a:r>
            <a:r>
              <a:rPr sz="1650" spc="-70" dirty="0"/>
              <a:t>use</a:t>
            </a:r>
            <a:r>
              <a:rPr sz="1650" spc="-45" dirty="0"/>
              <a:t> </a:t>
            </a:r>
            <a:r>
              <a:rPr sz="1650" dirty="0"/>
              <a:t>cloud</a:t>
            </a:r>
            <a:r>
              <a:rPr sz="1650" spc="15" dirty="0"/>
              <a:t> </a:t>
            </a:r>
            <a:r>
              <a:rPr sz="1650" dirty="0">
                <a:solidFill>
                  <a:srgbClr val="111111"/>
                </a:solidFill>
              </a:rPr>
              <a:t>native </a:t>
            </a:r>
            <a:r>
              <a:rPr sz="1650" spc="-25" dirty="0"/>
              <a:t>storage.</a:t>
            </a:r>
            <a:r>
              <a:rPr sz="1650" dirty="0"/>
              <a:t> </a:t>
            </a:r>
            <a:r>
              <a:rPr sz="1650" spc="-90" dirty="0">
                <a:solidFill>
                  <a:srgbClr val="2D2D2D"/>
                </a:solidFill>
              </a:rPr>
              <a:t>As</a:t>
            </a:r>
            <a:r>
              <a:rPr sz="1650" spc="-30" dirty="0">
                <a:solidFill>
                  <a:srgbClr val="2D2D2D"/>
                </a:solidFill>
              </a:rPr>
              <a:t> </a:t>
            </a:r>
            <a:r>
              <a:rPr sz="1650" spc="-50" dirty="0">
                <a:solidFill>
                  <a:srgbClr val="313131"/>
                </a:solidFill>
              </a:rPr>
              <a:t>a</a:t>
            </a:r>
            <a:endParaRPr sz="1650"/>
          </a:p>
          <a:p>
            <a:pPr marL="172085">
              <a:lnSpc>
                <a:spcPct val="100000"/>
              </a:lnSpc>
              <a:spcBef>
                <a:spcPts val="160"/>
              </a:spcBef>
            </a:pPr>
            <a:r>
              <a:rPr sz="1650" spc="-10" dirty="0"/>
              <a:t>result,</a:t>
            </a:r>
            <a:r>
              <a:rPr sz="1650" spc="-110" dirty="0"/>
              <a:t> </a:t>
            </a:r>
            <a:r>
              <a:rPr sz="1650" dirty="0">
                <a:solidFill>
                  <a:srgbClr val="0F0F0F"/>
                </a:solidFill>
              </a:rPr>
              <a:t>you</a:t>
            </a:r>
            <a:r>
              <a:rPr sz="1650" spc="-95" dirty="0">
                <a:solidFill>
                  <a:srgbClr val="0F0F0F"/>
                </a:solidFill>
              </a:rPr>
              <a:t> </a:t>
            </a:r>
            <a:r>
              <a:rPr sz="1650" spc="-10" dirty="0"/>
              <a:t>consistently</a:t>
            </a:r>
            <a:r>
              <a:rPr sz="1650" spc="45" dirty="0"/>
              <a:t> </a:t>
            </a:r>
            <a:r>
              <a:rPr sz="1650" spc="-10" dirty="0"/>
              <a:t>have</a:t>
            </a:r>
            <a:r>
              <a:rPr sz="1650" spc="-25" dirty="0"/>
              <a:t> </a:t>
            </a:r>
            <a:r>
              <a:rPr sz="1650" dirty="0"/>
              <a:t>your</a:t>
            </a:r>
            <a:r>
              <a:rPr sz="1650" spc="-70" dirty="0"/>
              <a:t> </a:t>
            </a:r>
            <a:r>
              <a:rPr sz="1650" dirty="0"/>
              <a:t>data</a:t>
            </a:r>
            <a:r>
              <a:rPr sz="1650" spc="35" dirty="0"/>
              <a:t> </a:t>
            </a:r>
            <a:r>
              <a:rPr sz="1650" dirty="0"/>
              <a:t>when</a:t>
            </a:r>
            <a:r>
              <a:rPr sz="1650" spc="-70" dirty="0"/>
              <a:t> </a:t>
            </a:r>
            <a:r>
              <a:rPr sz="1650" spc="-120" dirty="0">
                <a:solidFill>
                  <a:srgbClr val="161616"/>
                </a:solidFill>
              </a:rPr>
              <a:t>yOu</a:t>
            </a:r>
            <a:r>
              <a:rPr sz="1650" spc="-10" dirty="0">
                <a:solidFill>
                  <a:srgbClr val="161616"/>
                </a:solidFill>
              </a:rPr>
              <a:t> </a:t>
            </a:r>
            <a:r>
              <a:rPr sz="1650" dirty="0"/>
              <a:t>need</a:t>
            </a:r>
            <a:r>
              <a:rPr sz="1650" spc="-15" dirty="0"/>
              <a:t> </a:t>
            </a:r>
            <a:r>
              <a:rPr sz="1650" spc="-25" dirty="0"/>
              <a:t>it.</a:t>
            </a:r>
            <a:endParaRPr sz="1650"/>
          </a:p>
          <a:p>
            <a:pPr marL="171450" marR="5080" indent="-159385">
              <a:lnSpc>
                <a:spcPct val="109500"/>
              </a:lnSpc>
              <a:spcBef>
                <a:spcPts val="400"/>
              </a:spcBef>
              <a:buChar char="•"/>
              <a:tabLst>
                <a:tab pos="171450" algn="l"/>
                <a:tab pos="178435" algn="l"/>
              </a:tabLst>
            </a:pPr>
            <a:r>
              <a:rPr dirty="0"/>
              <a:t>	</a:t>
            </a:r>
            <a:r>
              <a:rPr spc="-125" dirty="0"/>
              <a:t>Because</a:t>
            </a:r>
            <a:r>
              <a:rPr spc="5" dirty="0"/>
              <a:t> </a:t>
            </a:r>
            <a:r>
              <a:rPr spc="-70" dirty="0"/>
              <a:t>Amazon</a:t>
            </a:r>
            <a:r>
              <a:rPr spc="-50" dirty="0"/>
              <a:t> </a:t>
            </a:r>
            <a:r>
              <a:rPr spc="-250" dirty="0"/>
              <a:t>SP</a:t>
            </a:r>
            <a:r>
              <a:rPr spc="75" dirty="0"/>
              <a:t> </a:t>
            </a:r>
            <a:r>
              <a:rPr spc="-100" dirty="0"/>
              <a:t>is</a:t>
            </a:r>
            <a:r>
              <a:rPr spc="-20" dirty="0"/>
              <a:t> </a:t>
            </a:r>
            <a:r>
              <a:rPr spc="-85" dirty="0"/>
              <a:t>serverless,</a:t>
            </a:r>
            <a:r>
              <a:rPr spc="25" dirty="0"/>
              <a:t> </a:t>
            </a:r>
            <a:r>
              <a:rPr dirty="0">
                <a:solidFill>
                  <a:srgbClr val="2A2A2A"/>
                </a:solidFill>
              </a:rPr>
              <a:t>it</a:t>
            </a:r>
            <a:r>
              <a:rPr spc="150" dirty="0">
                <a:solidFill>
                  <a:srgbClr val="2A2A2A"/>
                </a:solidFill>
              </a:rPr>
              <a:t> </a:t>
            </a:r>
            <a:r>
              <a:rPr spc="-90" dirty="0"/>
              <a:t>is</a:t>
            </a:r>
            <a:r>
              <a:rPr spc="-30" dirty="0"/>
              <a:t> </a:t>
            </a:r>
            <a:r>
              <a:rPr spc="-20" dirty="0"/>
              <a:t>highly</a:t>
            </a:r>
            <a:r>
              <a:rPr spc="-25" dirty="0"/>
              <a:t> </a:t>
            </a:r>
            <a:r>
              <a:rPr spc="-10" dirty="0"/>
              <a:t>scalable. </a:t>
            </a:r>
            <a:r>
              <a:rPr sz="1650" spc="-20" dirty="0"/>
              <a:t>Therefore,</a:t>
            </a:r>
            <a:r>
              <a:rPr sz="1650" spc="55" dirty="0"/>
              <a:t> </a:t>
            </a:r>
            <a:r>
              <a:rPr sz="1650" dirty="0">
                <a:solidFill>
                  <a:srgbClr val="131313"/>
                </a:solidFill>
              </a:rPr>
              <a:t>you</a:t>
            </a:r>
            <a:r>
              <a:rPr sz="1650" spc="-45" dirty="0">
                <a:solidFill>
                  <a:srgbClr val="131313"/>
                </a:solidFill>
              </a:rPr>
              <a:t> </a:t>
            </a:r>
            <a:r>
              <a:rPr sz="1650" spc="-45" dirty="0"/>
              <a:t>can</a:t>
            </a:r>
            <a:r>
              <a:rPr sz="1650" spc="-30" dirty="0"/>
              <a:t> </a:t>
            </a:r>
            <a:r>
              <a:rPr sz="1650" dirty="0"/>
              <a:t>start </a:t>
            </a:r>
            <a:r>
              <a:rPr sz="1650" spc="-10" dirty="0"/>
              <a:t>small</a:t>
            </a:r>
            <a:r>
              <a:rPr sz="1650" spc="-95" dirty="0"/>
              <a:t> </a:t>
            </a:r>
            <a:r>
              <a:rPr sz="1650" dirty="0"/>
              <a:t>and</a:t>
            </a:r>
            <a:r>
              <a:rPr sz="1650" spc="-40" dirty="0"/>
              <a:t> </a:t>
            </a:r>
            <a:r>
              <a:rPr sz="1650" spc="-80" dirty="0">
                <a:solidFill>
                  <a:srgbClr val="0C0C0C"/>
                </a:solidFill>
              </a:rPr>
              <a:t>grOw</a:t>
            </a:r>
            <a:r>
              <a:rPr sz="1650" spc="35" dirty="0">
                <a:solidFill>
                  <a:srgbClr val="0C0C0C"/>
                </a:solidFill>
              </a:rPr>
              <a:t> </a:t>
            </a:r>
            <a:r>
              <a:rPr sz="1650" dirty="0">
                <a:solidFill>
                  <a:srgbClr val="111111"/>
                </a:solidFill>
              </a:rPr>
              <a:t>your</a:t>
            </a:r>
            <a:r>
              <a:rPr sz="1650" spc="-55" dirty="0">
                <a:solidFill>
                  <a:srgbClr val="111111"/>
                </a:solidFill>
              </a:rPr>
              <a:t> </a:t>
            </a:r>
            <a:r>
              <a:rPr sz="1650" dirty="0"/>
              <a:t>appliratiOn</a:t>
            </a:r>
            <a:r>
              <a:rPr sz="1650" spc="-20" dirty="0"/>
              <a:t> </a:t>
            </a:r>
            <a:r>
              <a:rPr sz="1650" spc="-25" dirty="0"/>
              <a:t>as </a:t>
            </a:r>
            <a:r>
              <a:rPr sz="1650" dirty="0"/>
              <a:t>you</a:t>
            </a:r>
            <a:r>
              <a:rPr sz="1650" spc="60" dirty="0"/>
              <a:t> </a:t>
            </a:r>
            <a:r>
              <a:rPr sz="1650" dirty="0"/>
              <a:t>want,</a:t>
            </a:r>
            <a:r>
              <a:rPr sz="1650" spc="-25" dirty="0"/>
              <a:t> </a:t>
            </a:r>
            <a:r>
              <a:rPr sz="1650" dirty="0"/>
              <a:t>with</a:t>
            </a:r>
            <a:r>
              <a:rPr sz="1650" spc="-45" dirty="0"/>
              <a:t> </a:t>
            </a:r>
            <a:r>
              <a:rPr sz="1650" dirty="0">
                <a:solidFill>
                  <a:srgbClr val="131313"/>
                </a:solidFill>
              </a:rPr>
              <a:t>no</a:t>
            </a:r>
            <a:r>
              <a:rPr sz="1650" spc="20" dirty="0">
                <a:solidFill>
                  <a:srgbClr val="131313"/>
                </a:solidFill>
              </a:rPr>
              <a:t> </a:t>
            </a:r>
            <a:r>
              <a:rPr sz="1650" spc="-20" dirty="0"/>
              <a:t>compromise</a:t>
            </a:r>
            <a:r>
              <a:rPr sz="1650" spc="114" dirty="0"/>
              <a:t> </a:t>
            </a:r>
            <a:r>
              <a:rPr sz="1650" dirty="0"/>
              <a:t>on</a:t>
            </a:r>
            <a:r>
              <a:rPr sz="1650" spc="15" dirty="0"/>
              <a:t> </a:t>
            </a:r>
            <a:r>
              <a:rPr sz="1650" dirty="0"/>
              <a:t>performance</a:t>
            </a:r>
            <a:r>
              <a:rPr sz="1650" spc="80" dirty="0"/>
              <a:t> </a:t>
            </a:r>
            <a:r>
              <a:rPr sz="1650" spc="-25" dirty="0"/>
              <a:t>or</a:t>
            </a:r>
            <a:endParaRPr sz="1650"/>
          </a:p>
          <a:p>
            <a:pPr marL="172085">
              <a:lnSpc>
                <a:spcPct val="100000"/>
              </a:lnSpc>
              <a:spcBef>
                <a:spcPts val="160"/>
              </a:spcBef>
              <a:tabLst>
                <a:tab pos="986155" algn="l"/>
              </a:tabLst>
            </a:pPr>
            <a:r>
              <a:rPr sz="1650" spc="-10" dirty="0">
                <a:solidFill>
                  <a:srgbClr val="0E0E0E"/>
                </a:solidFill>
              </a:rPr>
              <a:t>reliab!li</a:t>
            </a:r>
            <a:r>
              <a:rPr sz="1650" dirty="0">
                <a:solidFill>
                  <a:srgbClr val="0E0E0E"/>
                </a:solidFill>
              </a:rPr>
              <a:t>	</a:t>
            </a:r>
            <a:r>
              <a:rPr sz="1650" spc="-50" dirty="0">
                <a:solidFill>
                  <a:srgbClr val="0E0E0E"/>
                </a:solidFill>
              </a:rPr>
              <a:t>.</a:t>
            </a:r>
            <a:endParaRPr sz="1650"/>
          </a:p>
          <a:p>
            <a:pPr marL="17145">
              <a:lnSpc>
                <a:spcPct val="100000"/>
              </a:lnSpc>
              <a:spcBef>
                <a:spcPts val="705"/>
              </a:spcBef>
              <a:tabLst>
                <a:tab pos="243204" algn="l"/>
                <a:tab pos="3921125" algn="l"/>
              </a:tabLst>
            </a:pPr>
            <a:r>
              <a:rPr dirty="0"/>
              <a:t>-	</a:t>
            </a:r>
            <a:r>
              <a:rPr spc="-140" dirty="0"/>
              <a:t>AmazOn</a:t>
            </a:r>
            <a:r>
              <a:rPr spc="10" dirty="0"/>
              <a:t> </a:t>
            </a:r>
            <a:r>
              <a:rPr spc="-290" dirty="0"/>
              <a:t>SP</a:t>
            </a:r>
            <a:r>
              <a:rPr spc="145" dirty="0"/>
              <a:t> </a:t>
            </a:r>
            <a:r>
              <a:rPr spc="-70" dirty="0"/>
              <a:t>also</a:t>
            </a:r>
            <a:r>
              <a:rPr spc="-50" dirty="0"/>
              <a:t> </a:t>
            </a:r>
            <a:r>
              <a:rPr spc="-110" dirty="0"/>
              <a:t>has</a:t>
            </a:r>
            <a:r>
              <a:rPr spc="-60" dirty="0"/>
              <a:t> </a:t>
            </a:r>
            <a:r>
              <a:rPr spc="-25" dirty="0"/>
              <a:t>unmatched</a:t>
            </a:r>
            <a:r>
              <a:rPr spc="5" dirty="0"/>
              <a:t> </a:t>
            </a:r>
            <a:r>
              <a:rPr spc="-10" dirty="0"/>
              <a:t>securi</a:t>
            </a:r>
            <a:r>
              <a:rPr dirty="0"/>
              <a:t>	,</a:t>
            </a:r>
            <a:r>
              <a:rPr spc="-75" dirty="0"/>
              <a:t> </a:t>
            </a:r>
            <a:r>
              <a:rPr spc="-60" dirty="0"/>
              <a:t>compliance,</a:t>
            </a:r>
            <a:r>
              <a:rPr spc="10" dirty="0"/>
              <a:t> </a:t>
            </a:r>
            <a:r>
              <a:rPr spc="-25" dirty="0">
                <a:solidFill>
                  <a:srgbClr val="131313"/>
                </a:solidFill>
              </a:rPr>
              <a:t>and</a:t>
            </a:r>
          </a:p>
          <a:p>
            <a:pPr marL="178435">
              <a:lnSpc>
                <a:spcPct val="100000"/>
              </a:lnSpc>
              <a:spcBef>
                <a:spcPts val="185"/>
              </a:spcBef>
              <a:tabLst>
                <a:tab pos="1343660" algn="l"/>
              </a:tabLst>
            </a:pPr>
            <a:r>
              <a:rPr sz="1650" dirty="0"/>
              <a:t>audit</a:t>
            </a:r>
            <a:r>
              <a:rPr sz="1650" spc="65" dirty="0"/>
              <a:t> </a:t>
            </a:r>
            <a:r>
              <a:rPr sz="1650" spc="-20" dirty="0"/>
              <a:t>capa</a:t>
            </a:r>
            <a:r>
              <a:rPr sz="1650" dirty="0"/>
              <a:t>	ities</a:t>
            </a:r>
            <a:r>
              <a:rPr sz="1650" spc="-55" dirty="0"/>
              <a:t> </a:t>
            </a:r>
            <a:r>
              <a:rPr sz="1650" dirty="0"/>
              <a:t>in</a:t>
            </a:r>
            <a:r>
              <a:rPr sz="1650" spc="85" dirty="0"/>
              <a:t> </a:t>
            </a:r>
            <a:r>
              <a:rPr sz="1650" dirty="0"/>
              <a:t>the</a:t>
            </a:r>
            <a:r>
              <a:rPr sz="1650" spc="-20" dirty="0"/>
              <a:t> </a:t>
            </a:r>
            <a:r>
              <a:rPr sz="1650" spc="-10" dirty="0">
                <a:solidFill>
                  <a:srgbClr val="181818"/>
                </a:solidFill>
              </a:rPr>
              <a:t>cloud.</a:t>
            </a:r>
            <a:endParaRPr sz="165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380489" y="1336791"/>
            <a:ext cx="3143589" cy="3915247"/>
          </a:xfrm>
          <a:prstGeom prst="rect">
            <a:avLst/>
          </a:prstGeom>
        </p:spPr>
      </p:pic>
      <p:pic>
        <p:nvPicPr>
          <p:cNvPr id="3" name="object 3"/>
          <p:cNvPicPr/>
          <p:nvPr/>
        </p:nvPicPr>
        <p:blipFill>
          <a:blip r:embed="rId3" cstate="print"/>
          <a:stretch>
            <a:fillRect/>
          </a:stretch>
        </p:blipFill>
        <p:spPr>
          <a:xfrm>
            <a:off x="7286626" y="2384668"/>
            <a:ext cx="1076440" cy="504885"/>
          </a:xfrm>
          <a:prstGeom prst="rect">
            <a:avLst/>
          </a:prstGeom>
        </p:spPr>
      </p:pic>
      <p:pic>
        <p:nvPicPr>
          <p:cNvPr id="4" name="object 4"/>
          <p:cNvPicPr/>
          <p:nvPr/>
        </p:nvPicPr>
        <p:blipFill>
          <a:blip r:embed="rId4" cstate="print"/>
          <a:stretch>
            <a:fillRect/>
          </a:stretch>
        </p:blipFill>
        <p:spPr>
          <a:xfrm>
            <a:off x="8458327" y="2384668"/>
            <a:ext cx="1286013" cy="504885"/>
          </a:xfrm>
          <a:prstGeom prst="rect">
            <a:avLst/>
          </a:prstGeom>
        </p:spPr>
      </p:pic>
      <p:sp>
        <p:nvSpPr>
          <p:cNvPr id="5" name="object 5"/>
          <p:cNvSpPr/>
          <p:nvPr/>
        </p:nvSpPr>
        <p:spPr>
          <a:xfrm>
            <a:off x="5407332" y="2841923"/>
            <a:ext cx="469900" cy="0"/>
          </a:xfrm>
          <a:custGeom>
            <a:avLst/>
            <a:gdLst/>
            <a:ahLst/>
            <a:cxnLst/>
            <a:rect l="l" t="t" r="r" b="b"/>
            <a:pathLst>
              <a:path w="469900">
                <a:moveTo>
                  <a:pt x="0" y="0"/>
                </a:moveTo>
                <a:lnTo>
                  <a:pt x="469442" y="0"/>
                </a:lnTo>
              </a:path>
            </a:pathLst>
          </a:custGeom>
          <a:ln w="21338">
            <a:solidFill>
              <a:srgbClr val="2F2F2F"/>
            </a:solidFill>
          </a:ln>
        </p:spPr>
        <p:txBody>
          <a:bodyPr wrap="square" lIns="0" tIns="0" rIns="0" bIns="0" rtlCol="0"/>
          <a:lstStyle/>
          <a:p>
            <a:endParaRPr/>
          </a:p>
        </p:txBody>
      </p:sp>
      <p:sp>
        <p:nvSpPr>
          <p:cNvPr id="6" name="object 6"/>
          <p:cNvSpPr/>
          <p:nvPr/>
        </p:nvSpPr>
        <p:spPr>
          <a:xfrm>
            <a:off x="5434766" y="2738279"/>
            <a:ext cx="433070" cy="0"/>
          </a:xfrm>
          <a:custGeom>
            <a:avLst/>
            <a:gdLst/>
            <a:ahLst/>
            <a:cxnLst/>
            <a:rect l="l" t="t" r="r" b="b"/>
            <a:pathLst>
              <a:path w="433070">
                <a:moveTo>
                  <a:pt x="0" y="0"/>
                </a:moveTo>
                <a:lnTo>
                  <a:pt x="432862" y="0"/>
                </a:lnTo>
              </a:path>
            </a:pathLst>
          </a:custGeom>
          <a:ln w="21338">
            <a:solidFill>
              <a:srgbClr val="2F2F2F"/>
            </a:solidFill>
          </a:ln>
        </p:spPr>
        <p:txBody>
          <a:bodyPr wrap="square" lIns="0" tIns="0" rIns="0" bIns="0" rtlCol="0"/>
          <a:lstStyle/>
          <a:p>
            <a:endParaRPr/>
          </a:p>
        </p:txBody>
      </p:sp>
      <p:sp>
        <p:nvSpPr>
          <p:cNvPr id="7" name="object 7"/>
          <p:cNvSpPr/>
          <p:nvPr/>
        </p:nvSpPr>
        <p:spPr>
          <a:xfrm>
            <a:off x="5959078" y="2649876"/>
            <a:ext cx="594995" cy="0"/>
          </a:xfrm>
          <a:custGeom>
            <a:avLst/>
            <a:gdLst/>
            <a:ahLst/>
            <a:cxnLst/>
            <a:rect l="l" t="t" r="r" b="b"/>
            <a:pathLst>
              <a:path w="594995">
                <a:moveTo>
                  <a:pt x="0" y="0"/>
                </a:moveTo>
                <a:lnTo>
                  <a:pt x="594424" y="0"/>
                </a:lnTo>
              </a:path>
            </a:pathLst>
          </a:custGeom>
          <a:ln w="21338">
            <a:solidFill>
              <a:srgbClr val="2F2F2F"/>
            </a:solidFill>
          </a:ln>
        </p:spPr>
        <p:txBody>
          <a:bodyPr wrap="square" lIns="0" tIns="0" rIns="0" bIns="0" rtlCol="0"/>
          <a:lstStyle/>
          <a:p>
            <a:endParaRPr/>
          </a:p>
        </p:txBody>
      </p:sp>
      <p:sp>
        <p:nvSpPr>
          <p:cNvPr id="8" name="object 8"/>
          <p:cNvSpPr/>
          <p:nvPr/>
        </p:nvSpPr>
        <p:spPr>
          <a:xfrm>
            <a:off x="1380489" y="365125"/>
            <a:ext cx="9421495" cy="848360"/>
          </a:xfrm>
          <a:custGeom>
            <a:avLst/>
            <a:gdLst/>
            <a:ahLst/>
            <a:cxnLst/>
            <a:rect l="l" t="t" r="r" b="b"/>
            <a:pathLst>
              <a:path w="9421495" h="848360">
                <a:moveTo>
                  <a:pt x="9420225" y="847725"/>
                </a:moveTo>
                <a:lnTo>
                  <a:pt x="0" y="847725"/>
                </a:lnTo>
                <a:lnTo>
                  <a:pt x="0" y="0"/>
                </a:lnTo>
                <a:lnTo>
                  <a:pt x="9420225" y="0"/>
                </a:lnTo>
                <a:lnTo>
                  <a:pt x="9420225" y="847725"/>
                </a:lnTo>
                <a:close/>
              </a:path>
            </a:pathLst>
          </a:custGeom>
          <a:solidFill>
            <a:srgbClr val="428E8E"/>
          </a:solidFill>
        </p:spPr>
        <p:txBody>
          <a:bodyPr wrap="square" lIns="0" tIns="0" rIns="0" bIns="0" rtlCol="0"/>
          <a:lstStyle/>
          <a:p>
            <a:endParaRPr/>
          </a:p>
        </p:txBody>
      </p:sp>
      <p:sp>
        <p:nvSpPr>
          <p:cNvPr id="9" name="object 9" descr="$PPTXTitle"/>
          <p:cNvSpPr txBox="1">
            <a:spLocks noGrp="1"/>
          </p:cNvSpPr>
          <p:nvPr>
            <p:ph type="title"/>
          </p:nvPr>
        </p:nvSpPr>
        <p:spPr>
          <a:prstGeom prst="rect">
            <a:avLst/>
          </a:prstGeom>
        </p:spPr>
        <p:txBody>
          <a:bodyPr vert="horz" wrap="square" lIns="0" tIns="12700" rIns="0" bIns="0" rtlCol="0">
            <a:spAutoFit/>
          </a:bodyPr>
          <a:lstStyle/>
          <a:p>
            <a:pPr marL="13970">
              <a:lnSpc>
                <a:spcPct val="100000"/>
              </a:lnSpc>
              <a:spcBef>
                <a:spcPts val="100"/>
              </a:spcBef>
            </a:pPr>
            <a:r>
              <a:rPr sz="3050" spc="-20" dirty="0">
                <a:solidFill>
                  <a:srgbClr val="21776E"/>
                </a:solidFill>
                <a:latin typeface="Arial MT"/>
                <a:cs typeface="Arial MT"/>
              </a:rPr>
              <a:t>Amazon</a:t>
            </a:r>
            <a:r>
              <a:rPr sz="3050" spc="65" dirty="0">
                <a:solidFill>
                  <a:srgbClr val="21776E"/>
                </a:solidFill>
                <a:latin typeface="Arial MT"/>
                <a:cs typeface="Arial MT"/>
              </a:rPr>
              <a:t> </a:t>
            </a:r>
            <a:r>
              <a:rPr sz="3050" spc="-10" dirty="0">
                <a:solidFill>
                  <a:srgbClr val="418285"/>
                </a:solidFill>
                <a:latin typeface="Arial MT"/>
                <a:cs typeface="Arial MT"/>
              </a:rPr>
              <a:t>Simple</a:t>
            </a:r>
            <a:r>
              <a:rPr sz="3050" spc="-55" dirty="0">
                <a:solidFill>
                  <a:srgbClr val="418285"/>
                </a:solidFill>
                <a:latin typeface="Arial MT"/>
                <a:cs typeface="Arial MT"/>
              </a:rPr>
              <a:t> </a:t>
            </a:r>
            <a:r>
              <a:rPr sz="3050" spc="-10" dirty="0">
                <a:solidFill>
                  <a:srgbClr val="427C87"/>
                </a:solidFill>
                <a:latin typeface="Arial MT"/>
                <a:cs typeface="Arial MT"/>
              </a:rPr>
              <a:t>Storage</a:t>
            </a:r>
            <a:r>
              <a:rPr sz="3050" spc="30" dirty="0">
                <a:solidFill>
                  <a:srgbClr val="427C87"/>
                </a:solidFill>
                <a:latin typeface="Arial MT"/>
                <a:cs typeface="Arial MT"/>
              </a:rPr>
              <a:t> </a:t>
            </a:r>
            <a:r>
              <a:rPr sz="3050" spc="-360" dirty="0">
                <a:solidFill>
                  <a:srgbClr val="D8FDFF"/>
                </a:solidFill>
                <a:latin typeface="Arial MT"/>
                <a:cs typeface="Arial MT"/>
              </a:rPr>
              <a:t>Se</a:t>
            </a:r>
            <a:r>
              <a:rPr sz="3050" spc="245" dirty="0">
                <a:solidFill>
                  <a:srgbClr val="D8FDFF"/>
                </a:solidFill>
                <a:latin typeface="Arial MT"/>
                <a:cs typeface="Arial MT"/>
              </a:rPr>
              <a:t> </a:t>
            </a:r>
            <a:r>
              <a:rPr sz="3050" spc="-45" dirty="0">
                <a:solidFill>
                  <a:srgbClr val="34757E"/>
                </a:solidFill>
                <a:latin typeface="Arial MT"/>
                <a:cs typeface="Arial MT"/>
              </a:rPr>
              <a:t>vice</a:t>
            </a:r>
            <a:r>
              <a:rPr sz="3050" spc="-40" dirty="0">
                <a:solidFill>
                  <a:srgbClr val="34757E"/>
                </a:solidFill>
                <a:latin typeface="Arial MT"/>
                <a:cs typeface="Arial MT"/>
              </a:rPr>
              <a:t> </a:t>
            </a:r>
            <a:r>
              <a:rPr sz="3050" dirty="0">
                <a:solidFill>
                  <a:srgbClr val="237E91"/>
                </a:solidFill>
                <a:latin typeface="Arial MT"/>
                <a:cs typeface="Arial MT"/>
              </a:rPr>
              <a:t>-</a:t>
            </a:r>
            <a:r>
              <a:rPr sz="3050" spc="-70" dirty="0">
                <a:solidFill>
                  <a:srgbClr val="237E91"/>
                </a:solidFill>
                <a:latin typeface="Arial MT"/>
                <a:cs typeface="Arial MT"/>
              </a:rPr>
              <a:t> </a:t>
            </a:r>
            <a:r>
              <a:rPr sz="3050" spc="-520" dirty="0">
                <a:solidFill>
                  <a:srgbClr val="4293A5"/>
                </a:solidFill>
                <a:latin typeface="Arial MT"/>
                <a:cs typeface="Arial MT"/>
              </a:rPr>
              <a:t>SP</a:t>
            </a:r>
            <a:endParaRPr sz="3050">
              <a:latin typeface="Arial MT"/>
              <a:cs typeface="Arial MT"/>
            </a:endParaRPr>
          </a:p>
        </p:txBody>
      </p:sp>
      <p:sp>
        <p:nvSpPr>
          <p:cNvPr id="10" name="object 10"/>
          <p:cNvSpPr txBox="1"/>
          <p:nvPr/>
        </p:nvSpPr>
        <p:spPr>
          <a:xfrm>
            <a:off x="9068338" y="454037"/>
            <a:ext cx="527050" cy="407034"/>
          </a:xfrm>
          <a:prstGeom prst="rect">
            <a:avLst/>
          </a:prstGeom>
        </p:spPr>
        <p:txBody>
          <a:bodyPr vert="horz" wrap="square" lIns="0" tIns="12700" rIns="0" bIns="0" rtlCol="0">
            <a:spAutoFit/>
          </a:bodyPr>
          <a:lstStyle/>
          <a:p>
            <a:pPr>
              <a:lnSpc>
                <a:spcPct val="100000"/>
              </a:lnSpc>
              <a:spcBef>
                <a:spcPts val="100"/>
              </a:spcBef>
            </a:pPr>
            <a:r>
              <a:rPr sz="3000" spc="-37" baseline="2777" dirty="0">
                <a:solidFill>
                  <a:srgbClr val="FFFFFF"/>
                </a:solidFill>
                <a:latin typeface="Arial MT"/>
                <a:cs typeface="Arial MT"/>
              </a:rPr>
              <a:t>a</a:t>
            </a:r>
            <a:r>
              <a:rPr sz="3750" spc="-37" baseline="2222" dirty="0">
                <a:solidFill>
                  <a:srgbClr val="FFFFFF"/>
                </a:solidFill>
                <a:latin typeface="Arial MT"/>
                <a:cs typeface="Arial MT"/>
              </a:rPr>
              <a:t>w</a:t>
            </a:r>
            <a:r>
              <a:rPr sz="2000" spc="-25" dirty="0">
                <a:solidFill>
                  <a:srgbClr val="FFFFFF"/>
                </a:solidFill>
                <a:latin typeface="Arial MT"/>
                <a:cs typeface="Arial MT"/>
              </a:rPr>
              <a:t>s</a:t>
            </a:r>
            <a:endParaRPr sz="2000">
              <a:latin typeface="Arial MT"/>
              <a:cs typeface="Arial MT"/>
            </a:endParaRPr>
          </a:p>
        </p:txBody>
      </p:sp>
      <p:pic>
        <p:nvPicPr>
          <p:cNvPr id="11" name="object 11"/>
          <p:cNvPicPr/>
          <p:nvPr/>
        </p:nvPicPr>
        <p:blipFill>
          <a:blip r:embed="rId5" cstate="print"/>
          <a:stretch>
            <a:fillRect/>
          </a:stretch>
        </p:blipFill>
        <p:spPr>
          <a:xfrm>
            <a:off x="5390946" y="2389432"/>
            <a:ext cx="1166938" cy="490596"/>
          </a:xfrm>
          <a:prstGeom prst="rect">
            <a:avLst/>
          </a:prstGeom>
        </p:spPr>
      </p:pic>
      <p:pic>
        <p:nvPicPr>
          <p:cNvPr id="12" name="object 12"/>
          <p:cNvPicPr/>
          <p:nvPr/>
        </p:nvPicPr>
        <p:blipFill>
          <a:blip r:embed="rId6" cstate="print"/>
          <a:stretch>
            <a:fillRect/>
          </a:stretch>
        </p:blipFill>
        <p:spPr>
          <a:xfrm>
            <a:off x="6648382" y="2494219"/>
            <a:ext cx="490590" cy="319126"/>
          </a:xfrm>
          <a:prstGeom prst="rect">
            <a:avLst/>
          </a:prstGeom>
        </p:spPr>
      </p:pic>
      <p:pic>
        <p:nvPicPr>
          <p:cNvPr id="13" name="object 13"/>
          <p:cNvPicPr/>
          <p:nvPr/>
        </p:nvPicPr>
        <p:blipFill>
          <a:blip r:embed="rId7" cstate="print"/>
          <a:stretch>
            <a:fillRect/>
          </a:stretch>
        </p:blipFill>
        <p:spPr>
          <a:xfrm>
            <a:off x="6724591" y="2937184"/>
            <a:ext cx="352462" cy="76209"/>
          </a:xfrm>
          <a:prstGeom prst="rect">
            <a:avLst/>
          </a:prstGeom>
        </p:spPr>
      </p:pic>
      <p:pic>
        <p:nvPicPr>
          <p:cNvPr id="14" name="object 14"/>
          <p:cNvPicPr/>
          <p:nvPr/>
        </p:nvPicPr>
        <p:blipFill>
          <a:blip r:embed="rId8" cstate="print"/>
          <a:stretch>
            <a:fillRect/>
          </a:stretch>
        </p:blipFill>
        <p:spPr>
          <a:xfrm>
            <a:off x="9239462" y="2951474"/>
            <a:ext cx="504879" cy="90498"/>
          </a:xfrm>
          <a:prstGeom prst="rect">
            <a:avLst/>
          </a:prstGeom>
        </p:spPr>
      </p:pic>
      <p:pic>
        <p:nvPicPr>
          <p:cNvPr id="15" name="object 15"/>
          <p:cNvPicPr/>
          <p:nvPr/>
        </p:nvPicPr>
        <p:blipFill>
          <a:blip r:embed="rId9" cstate="print"/>
          <a:stretch>
            <a:fillRect/>
          </a:stretch>
        </p:blipFill>
        <p:spPr>
          <a:xfrm>
            <a:off x="5467155" y="2937184"/>
            <a:ext cx="352462" cy="76209"/>
          </a:xfrm>
          <a:prstGeom prst="rect">
            <a:avLst/>
          </a:prstGeom>
        </p:spPr>
      </p:pic>
      <p:sp>
        <p:nvSpPr>
          <p:cNvPr id="16" name="object 16"/>
          <p:cNvSpPr txBox="1"/>
          <p:nvPr/>
        </p:nvSpPr>
        <p:spPr>
          <a:xfrm>
            <a:off x="1677329" y="5374294"/>
            <a:ext cx="521334" cy="132715"/>
          </a:xfrm>
          <a:prstGeom prst="rect">
            <a:avLst/>
          </a:prstGeom>
        </p:spPr>
        <p:txBody>
          <a:bodyPr vert="horz" wrap="square" lIns="0" tIns="12700" rIns="0" bIns="0" rtlCol="0">
            <a:spAutoFit/>
          </a:bodyPr>
          <a:lstStyle/>
          <a:p>
            <a:pPr marL="12700">
              <a:lnSpc>
                <a:spcPct val="100000"/>
              </a:lnSpc>
              <a:spcBef>
                <a:spcPts val="100"/>
              </a:spcBef>
            </a:pPr>
            <a:r>
              <a:rPr sz="700" spc="-40" dirty="0">
                <a:solidFill>
                  <a:srgbClr val="6E6E6E"/>
                </a:solidFill>
                <a:latin typeface="Arial MT"/>
                <a:cs typeface="Arial MT"/>
              </a:rPr>
              <a:t>@2u2</a:t>
            </a:r>
            <a:r>
              <a:rPr sz="700" spc="-125" dirty="0">
                <a:solidFill>
                  <a:srgbClr val="6E6E6E"/>
                </a:solidFill>
                <a:latin typeface="Arial MT"/>
                <a:cs typeface="Arial MT"/>
              </a:rPr>
              <a:t> </a:t>
            </a:r>
            <a:r>
              <a:rPr sz="700" dirty="0">
                <a:solidFill>
                  <a:srgbClr val="8A8A8A"/>
                </a:solidFill>
                <a:latin typeface="Arial MT"/>
                <a:cs typeface="Arial MT"/>
              </a:rPr>
              <a:t>1</a:t>
            </a:r>
            <a:r>
              <a:rPr sz="700" spc="45" dirty="0">
                <a:solidFill>
                  <a:srgbClr val="8A8A8A"/>
                </a:solidFill>
                <a:latin typeface="Arial MT"/>
                <a:cs typeface="Arial MT"/>
              </a:rPr>
              <a:t> </a:t>
            </a:r>
            <a:r>
              <a:rPr sz="700" spc="-80" dirty="0">
                <a:solidFill>
                  <a:srgbClr val="808080"/>
                </a:solidFill>
                <a:latin typeface="Arial MT"/>
                <a:cs typeface="Arial MT"/>
              </a:rPr>
              <a:t>A</a:t>
            </a:r>
            <a:r>
              <a:rPr sz="700" spc="-80" dirty="0">
                <a:solidFill>
                  <a:srgbClr val="939393"/>
                </a:solidFill>
                <a:latin typeface="Arial MT"/>
                <a:cs typeface="Arial MT"/>
              </a:rPr>
              <a:t>man</a:t>
            </a:r>
            <a:endParaRPr sz="700">
              <a:latin typeface="Arial MT"/>
              <a:cs typeface="Arial MT"/>
            </a:endParaRPr>
          </a:p>
        </p:txBody>
      </p:sp>
      <p:sp>
        <p:nvSpPr>
          <p:cNvPr id="17" name="object 17"/>
          <p:cNvSpPr txBox="1"/>
          <p:nvPr/>
        </p:nvSpPr>
        <p:spPr>
          <a:xfrm>
            <a:off x="2329657" y="5374294"/>
            <a:ext cx="2015489" cy="132715"/>
          </a:xfrm>
          <a:prstGeom prst="rect">
            <a:avLst/>
          </a:prstGeom>
        </p:spPr>
        <p:txBody>
          <a:bodyPr vert="horz" wrap="square" lIns="0" tIns="12700" rIns="0" bIns="0" rtlCol="0">
            <a:spAutoFit/>
          </a:bodyPr>
          <a:lstStyle/>
          <a:p>
            <a:pPr marL="12700">
              <a:lnSpc>
                <a:spcPct val="100000"/>
              </a:lnSpc>
              <a:spcBef>
                <a:spcPts val="100"/>
              </a:spcBef>
            </a:pPr>
            <a:r>
              <a:rPr sz="700" dirty="0">
                <a:solidFill>
                  <a:srgbClr val="595959"/>
                </a:solidFill>
                <a:latin typeface="Arial MT"/>
                <a:cs typeface="Arial MT"/>
              </a:rPr>
              <a:t>w'•o</a:t>
            </a:r>
            <a:r>
              <a:rPr sz="700" spc="-5" dirty="0">
                <a:solidFill>
                  <a:srgbClr val="595959"/>
                </a:solidFill>
                <a:latin typeface="Arial MT"/>
                <a:cs typeface="Arial MT"/>
              </a:rPr>
              <a:t> </a:t>
            </a:r>
            <a:r>
              <a:rPr sz="700" spc="-25" dirty="0">
                <a:solidFill>
                  <a:srgbClr val="858585"/>
                </a:solidFill>
                <a:latin typeface="Arial MT"/>
                <a:cs typeface="Arial MT"/>
              </a:rPr>
              <a:t>@r«+eel</a:t>
            </a:r>
            <a:r>
              <a:rPr sz="700" spc="-45" dirty="0">
                <a:solidFill>
                  <a:srgbClr val="858585"/>
                </a:solidFill>
                <a:latin typeface="Arial MT"/>
                <a:cs typeface="Arial MT"/>
              </a:rPr>
              <a:t> </a:t>
            </a:r>
            <a:r>
              <a:rPr sz="700" dirty="0">
                <a:solidFill>
                  <a:srgbClr val="7E7E7E"/>
                </a:solidFill>
                <a:latin typeface="Arial MT"/>
                <a:cs typeface="Arial MT"/>
              </a:rPr>
              <a:t>Inc</a:t>
            </a:r>
            <a:r>
              <a:rPr sz="700" spc="225" dirty="0">
                <a:solidFill>
                  <a:srgbClr val="7E7E7E"/>
                </a:solidFill>
                <a:latin typeface="Arial MT"/>
                <a:cs typeface="Arial MT"/>
              </a:rPr>
              <a:t> </a:t>
            </a:r>
            <a:r>
              <a:rPr sz="700" dirty="0">
                <a:solidFill>
                  <a:srgbClr val="898989"/>
                </a:solidFill>
                <a:latin typeface="Arial MT"/>
                <a:cs typeface="Arial MT"/>
              </a:rPr>
              <a:t>or</a:t>
            </a:r>
            <a:r>
              <a:rPr sz="700" spc="10" dirty="0">
                <a:solidFill>
                  <a:srgbClr val="898989"/>
                </a:solidFill>
                <a:latin typeface="Arial MT"/>
                <a:cs typeface="Arial MT"/>
              </a:rPr>
              <a:t> </a:t>
            </a:r>
            <a:r>
              <a:rPr sz="700" spc="-95" dirty="0">
                <a:solidFill>
                  <a:srgbClr val="A0A0A0"/>
                </a:solidFill>
                <a:latin typeface="Arial MT"/>
                <a:cs typeface="Arial MT"/>
              </a:rPr>
              <a:t>+ts</a:t>
            </a:r>
            <a:r>
              <a:rPr sz="700" spc="-65" dirty="0">
                <a:solidFill>
                  <a:srgbClr val="A0A0A0"/>
                </a:solidFill>
                <a:latin typeface="Arial MT"/>
                <a:cs typeface="Arial MT"/>
              </a:rPr>
              <a:t> </a:t>
            </a:r>
            <a:r>
              <a:rPr sz="700" spc="-20" dirty="0">
                <a:solidFill>
                  <a:srgbClr val="747474"/>
                </a:solidFill>
                <a:latin typeface="Arial MT"/>
                <a:cs typeface="Arial MT"/>
              </a:rPr>
              <a:t>affiLares,</a:t>
            </a:r>
            <a:r>
              <a:rPr sz="700" spc="25" dirty="0">
                <a:solidFill>
                  <a:srgbClr val="747474"/>
                </a:solidFill>
                <a:latin typeface="Arial MT"/>
                <a:cs typeface="Arial MT"/>
              </a:rPr>
              <a:t> </a:t>
            </a:r>
            <a:r>
              <a:rPr sz="700" dirty="0">
                <a:solidFill>
                  <a:srgbClr val="A3A3A3"/>
                </a:solidFill>
                <a:latin typeface="Arial MT"/>
                <a:cs typeface="Arial MT"/>
              </a:rPr>
              <a:t>At</a:t>
            </a:r>
            <a:r>
              <a:rPr sz="700" spc="114" dirty="0">
                <a:solidFill>
                  <a:srgbClr val="A3A3A3"/>
                </a:solidFill>
                <a:latin typeface="Arial MT"/>
                <a:cs typeface="Arial MT"/>
              </a:rPr>
              <a:t> </a:t>
            </a:r>
            <a:r>
              <a:rPr sz="700" dirty="0">
                <a:solidFill>
                  <a:srgbClr val="626262"/>
                </a:solidFill>
                <a:latin typeface="Arial MT"/>
                <a:cs typeface="Arial MT"/>
              </a:rPr>
              <a:t>ngh•s</a:t>
            </a:r>
            <a:r>
              <a:rPr sz="700" spc="-10" dirty="0">
                <a:solidFill>
                  <a:srgbClr val="626262"/>
                </a:solidFill>
                <a:latin typeface="Arial MT"/>
                <a:cs typeface="Arial MT"/>
              </a:rPr>
              <a:t> </a:t>
            </a:r>
            <a:r>
              <a:rPr sz="700" spc="-10" dirty="0">
                <a:solidFill>
                  <a:srgbClr val="7E7E7E"/>
                </a:solidFill>
                <a:latin typeface="Arial MT"/>
                <a:cs typeface="Arial MT"/>
              </a:rPr>
              <a:t>reserved</a:t>
            </a:r>
            <a:endParaRPr sz="700">
              <a:latin typeface="Arial MT"/>
              <a:cs typeface="Arial MT"/>
            </a:endParaRPr>
          </a:p>
        </p:txBody>
      </p:sp>
      <p:sp>
        <p:nvSpPr>
          <p:cNvPr id="18" name="object 18"/>
          <p:cNvSpPr txBox="1"/>
          <p:nvPr/>
        </p:nvSpPr>
        <p:spPr>
          <a:xfrm>
            <a:off x="4790516" y="1348225"/>
            <a:ext cx="5361305" cy="578485"/>
          </a:xfrm>
          <a:prstGeom prst="rect">
            <a:avLst/>
          </a:prstGeom>
        </p:spPr>
        <p:txBody>
          <a:bodyPr vert="horz" wrap="square" lIns="0" tIns="12700" rIns="0" bIns="0" rtlCol="0">
            <a:spAutoFit/>
          </a:bodyPr>
          <a:lstStyle/>
          <a:p>
            <a:pPr marL="12700" marR="5080" indent="5715">
              <a:lnSpc>
                <a:spcPct val="106600"/>
              </a:lnSpc>
              <a:spcBef>
                <a:spcPts val="100"/>
              </a:spcBef>
            </a:pPr>
            <a:r>
              <a:rPr sz="1700" spc="-125" dirty="0">
                <a:latin typeface="Arial MT"/>
                <a:cs typeface="Arial MT"/>
              </a:rPr>
              <a:t>You</a:t>
            </a:r>
            <a:r>
              <a:rPr sz="1700" spc="-5" dirty="0">
                <a:latin typeface="Arial MT"/>
                <a:cs typeface="Arial MT"/>
              </a:rPr>
              <a:t> </a:t>
            </a:r>
            <a:r>
              <a:rPr sz="1700" spc="-95" dirty="0">
                <a:solidFill>
                  <a:srgbClr val="1C1C1C"/>
                </a:solidFill>
                <a:latin typeface="Arial MT"/>
                <a:cs typeface="Arial MT"/>
              </a:rPr>
              <a:t>can</a:t>
            </a:r>
            <a:r>
              <a:rPr sz="1700" spc="-65" dirty="0">
                <a:solidFill>
                  <a:srgbClr val="1C1C1C"/>
                </a:solidFill>
                <a:latin typeface="Arial MT"/>
                <a:cs typeface="Arial MT"/>
              </a:rPr>
              <a:t> </a:t>
            </a:r>
            <a:r>
              <a:rPr sz="1700" spc="-25" dirty="0">
                <a:latin typeface="Arial MT"/>
                <a:cs typeface="Arial MT"/>
              </a:rPr>
              <a:t>architect</a:t>
            </a:r>
            <a:r>
              <a:rPr sz="1700" spc="-80" dirty="0">
                <a:latin typeface="Arial MT"/>
                <a:cs typeface="Arial MT"/>
              </a:rPr>
              <a:t> </a:t>
            </a:r>
            <a:r>
              <a:rPr sz="1700" spc="-190" dirty="0">
                <a:solidFill>
                  <a:srgbClr val="3F3F3F"/>
                </a:solidFill>
                <a:latin typeface="Arial MT"/>
                <a:cs typeface="Arial MT"/>
              </a:rPr>
              <a:t>a</a:t>
            </a:r>
            <a:r>
              <a:rPr sz="1700" spc="-30" dirty="0">
                <a:solidFill>
                  <a:srgbClr val="3F3F3F"/>
                </a:solidFill>
                <a:latin typeface="Arial MT"/>
                <a:cs typeface="Arial MT"/>
              </a:rPr>
              <a:t> </a:t>
            </a:r>
            <a:r>
              <a:rPr sz="1700" spc="-10" dirty="0">
                <a:latin typeface="Arial MT"/>
                <a:cs typeface="Arial MT"/>
              </a:rPr>
              <a:t>solution</a:t>
            </a:r>
            <a:r>
              <a:rPr sz="1700" spc="50" dirty="0">
                <a:latin typeface="Arial MT"/>
                <a:cs typeface="Arial MT"/>
              </a:rPr>
              <a:t> </a:t>
            </a:r>
            <a:r>
              <a:rPr sz="1700" dirty="0">
                <a:latin typeface="Arial MT"/>
                <a:cs typeface="Arial MT"/>
              </a:rPr>
              <a:t>by</a:t>
            </a:r>
            <a:r>
              <a:rPr sz="1700" spc="-75" dirty="0">
                <a:latin typeface="Arial MT"/>
                <a:cs typeface="Arial MT"/>
              </a:rPr>
              <a:t> </a:t>
            </a:r>
            <a:r>
              <a:rPr sz="1700" spc="-50" dirty="0">
                <a:latin typeface="Arial MT"/>
                <a:cs typeface="Arial MT"/>
              </a:rPr>
              <a:t>using</a:t>
            </a:r>
            <a:r>
              <a:rPr sz="1700" spc="-25" dirty="0">
                <a:latin typeface="Arial MT"/>
                <a:cs typeface="Arial MT"/>
              </a:rPr>
              <a:t> </a:t>
            </a:r>
            <a:r>
              <a:rPr sz="1700" spc="-70" dirty="0">
                <a:latin typeface="Arial MT"/>
                <a:cs typeface="Arial MT"/>
              </a:rPr>
              <a:t>Amazon</a:t>
            </a:r>
            <a:r>
              <a:rPr sz="1700" spc="-5" dirty="0">
                <a:latin typeface="Arial MT"/>
                <a:cs typeface="Arial MT"/>
              </a:rPr>
              <a:t> </a:t>
            </a:r>
            <a:r>
              <a:rPr sz="1700" spc="-250" dirty="0">
                <a:latin typeface="Arial MT"/>
                <a:cs typeface="Arial MT"/>
              </a:rPr>
              <a:t>SP</a:t>
            </a:r>
            <a:r>
              <a:rPr sz="1700" spc="85" dirty="0">
                <a:latin typeface="Arial MT"/>
                <a:cs typeface="Arial MT"/>
              </a:rPr>
              <a:t> </a:t>
            </a:r>
            <a:r>
              <a:rPr sz="1700" dirty="0">
                <a:latin typeface="Arial MT"/>
                <a:cs typeface="Arial MT"/>
              </a:rPr>
              <a:t>to</a:t>
            </a:r>
            <a:r>
              <a:rPr sz="1700" spc="-70" dirty="0">
                <a:latin typeface="Arial MT"/>
                <a:cs typeface="Arial MT"/>
              </a:rPr>
              <a:t> </a:t>
            </a:r>
            <a:r>
              <a:rPr sz="1700" dirty="0">
                <a:latin typeface="Arial MT"/>
                <a:cs typeface="Arial MT"/>
              </a:rPr>
              <a:t>host</a:t>
            </a:r>
            <a:r>
              <a:rPr sz="1700" spc="-10" dirty="0">
                <a:latin typeface="Arial MT"/>
                <a:cs typeface="Arial MT"/>
              </a:rPr>
              <a:t> </a:t>
            </a:r>
            <a:r>
              <a:rPr sz="1700" spc="-50" dirty="0">
                <a:solidFill>
                  <a:srgbClr val="3F3F3F"/>
                </a:solidFill>
                <a:latin typeface="Arial MT"/>
                <a:cs typeface="Arial MT"/>
              </a:rPr>
              <a:t>a </a:t>
            </a:r>
            <a:r>
              <a:rPr sz="1700" spc="-10" dirty="0">
                <a:latin typeface="Arial MT"/>
                <a:cs typeface="Arial MT"/>
              </a:rPr>
              <a:t>static</a:t>
            </a:r>
            <a:r>
              <a:rPr sz="1700" spc="-75" dirty="0">
                <a:latin typeface="Arial MT"/>
                <a:cs typeface="Arial MT"/>
              </a:rPr>
              <a:t> </a:t>
            </a:r>
            <a:r>
              <a:rPr sz="1700" spc="-45" dirty="0">
                <a:latin typeface="Arial MT"/>
                <a:cs typeface="Arial MT"/>
              </a:rPr>
              <a:t>website</a:t>
            </a:r>
            <a:r>
              <a:rPr sz="1700" spc="-40" dirty="0">
                <a:latin typeface="Arial MT"/>
                <a:cs typeface="Arial MT"/>
              </a:rPr>
              <a:t> </a:t>
            </a:r>
            <a:r>
              <a:rPr sz="1700" spc="-50" dirty="0">
                <a:latin typeface="Arial MT"/>
                <a:cs typeface="Arial MT"/>
              </a:rPr>
              <a:t>anywhere</a:t>
            </a:r>
            <a:r>
              <a:rPr sz="1700" spc="20" dirty="0">
                <a:latin typeface="Arial MT"/>
                <a:cs typeface="Arial MT"/>
              </a:rPr>
              <a:t> </a:t>
            </a:r>
            <a:r>
              <a:rPr sz="1700" dirty="0">
                <a:solidFill>
                  <a:srgbClr val="1F1F1F"/>
                </a:solidFill>
                <a:latin typeface="Arial MT"/>
                <a:cs typeface="Arial MT"/>
              </a:rPr>
              <a:t>in</a:t>
            </a:r>
            <a:r>
              <a:rPr sz="1700" spc="-120" dirty="0">
                <a:solidFill>
                  <a:srgbClr val="1F1F1F"/>
                </a:solidFill>
                <a:latin typeface="Arial MT"/>
                <a:cs typeface="Arial MT"/>
              </a:rPr>
              <a:t> </a:t>
            </a:r>
            <a:r>
              <a:rPr sz="1700" dirty="0">
                <a:solidFill>
                  <a:srgbClr val="0A0A0A"/>
                </a:solidFill>
                <a:latin typeface="Arial MT"/>
                <a:cs typeface="Arial MT"/>
              </a:rPr>
              <a:t>the</a:t>
            </a:r>
            <a:r>
              <a:rPr sz="1700" spc="-70" dirty="0">
                <a:solidFill>
                  <a:srgbClr val="0A0A0A"/>
                </a:solidFill>
                <a:latin typeface="Arial MT"/>
                <a:cs typeface="Arial MT"/>
              </a:rPr>
              <a:t> </a:t>
            </a:r>
            <a:r>
              <a:rPr sz="1700" spc="-10" dirty="0">
                <a:latin typeface="Arial MT"/>
                <a:cs typeface="Arial MT"/>
              </a:rPr>
              <a:t>world.</a:t>
            </a:r>
            <a:endParaRPr sz="1700">
              <a:latin typeface="Arial MT"/>
              <a:cs typeface="Arial MT"/>
            </a:endParaRPr>
          </a:p>
        </p:txBody>
      </p:sp>
      <p:sp>
        <p:nvSpPr>
          <p:cNvPr id="19" name="object 19"/>
          <p:cNvSpPr txBox="1"/>
          <p:nvPr/>
        </p:nvSpPr>
        <p:spPr>
          <a:xfrm>
            <a:off x="7857056" y="2875266"/>
            <a:ext cx="518159" cy="294640"/>
          </a:xfrm>
          <a:prstGeom prst="rect">
            <a:avLst/>
          </a:prstGeom>
        </p:spPr>
        <p:txBody>
          <a:bodyPr vert="horz" wrap="square" lIns="0" tIns="33655" rIns="0" bIns="0" rtlCol="0">
            <a:spAutoFit/>
          </a:bodyPr>
          <a:lstStyle/>
          <a:p>
            <a:pPr marL="12700" marR="5080" indent="63500">
              <a:lnSpc>
                <a:spcPts val="980"/>
              </a:lnSpc>
              <a:spcBef>
                <a:spcPts val="265"/>
              </a:spcBef>
            </a:pPr>
            <a:r>
              <a:rPr sz="950" spc="-25" dirty="0">
                <a:solidFill>
                  <a:srgbClr val="363636"/>
                </a:solidFill>
                <a:latin typeface="Courier New"/>
                <a:cs typeface="Courier New"/>
              </a:rPr>
              <a:t>Amazon </a:t>
            </a:r>
            <a:r>
              <a:rPr sz="950" spc="-95" dirty="0">
                <a:solidFill>
                  <a:srgbClr val="606060"/>
                </a:solidFill>
                <a:latin typeface="Courier New"/>
                <a:cs typeface="Courier New"/>
              </a:rPr>
              <a:t>CoodFoni</a:t>
            </a:r>
            <a:endParaRPr sz="950">
              <a:latin typeface="Courier New"/>
              <a:cs typeface="Courier New"/>
            </a:endParaRPr>
          </a:p>
        </p:txBody>
      </p:sp>
      <p:sp>
        <p:nvSpPr>
          <p:cNvPr id="20" name="object 20"/>
          <p:cNvSpPr txBox="1"/>
          <p:nvPr/>
        </p:nvSpPr>
        <p:spPr>
          <a:xfrm>
            <a:off x="4785362" y="3515106"/>
            <a:ext cx="5567045" cy="1414780"/>
          </a:xfrm>
          <a:prstGeom prst="rect">
            <a:avLst/>
          </a:prstGeom>
        </p:spPr>
        <p:txBody>
          <a:bodyPr vert="horz" wrap="square" lIns="0" tIns="13970" rIns="0" bIns="0" rtlCol="0">
            <a:spAutoFit/>
          </a:bodyPr>
          <a:lstStyle/>
          <a:p>
            <a:pPr marL="15875" marR="5080" indent="-3810">
              <a:lnSpc>
                <a:spcPct val="99500"/>
              </a:lnSpc>
              <a:spcBef>
                <a:spcPts val="110"/>
              </a:spcBef>
            </a:pPr>
            <a:r>
              <a:rPr sz="1800" spc="-20" dirty="0">
                <a:latin typeface="Arial MT"/>
                <a:cs typeface="Arial MT"/>
              </a:rPr>
              <a:t>In</a:t>
            </a:r>
            <a:r>
              <a:rPr sz="1800" spc="-105" dirty="0">
                <a:latin typeface="Arial MT"/>
                <a:cs typeface="Arial MT"/>
              </a:rPr>
              <a:t> </a:t>
            </a:r>
            <a:r>
              <a:rPr sz="1800" spc="-50" dirty="0">
                <a:latin typeface="Arial MT"/>
                <a:cs typeface="Arial MT"/>
              </a:rPr>
              <a:t>this</a:t>
            </a:r>
            <a:r>
              <a:rPr sz="1800" spc="-75" dirty="0">
                <a:latin typeface="Arial MT"/>
                <a:cs typeface="Arial MT"/>
              </a:rPr>
              <a:t> </a:t>
            </a:r>
            <a:r>
              <a:rPr sz="1800" spc="-120" dirty="0">
                <a:latin typeface="Arial MT"/>
                <a:cs typeface="Arial MT"/>
              </a:rPr>
              <a:t>example,</a:t>
            </a:r>
            <a:r>
              <a:rPr sz="1800" spc="-5" dirty="0">
                <a:latin typeface="Arial MT"/>
                <a:cs typeface="Arial MT"/>
              </a:rPr>
              <a:t> </a:t>
            </a:r>
            <a:r>
              <a:rPr sz="1800" spc="-130" dirty="0">
                <a:latin typeface="Arial MT"/>
                <a:cs typeface="Arial MT"/>
              </a:rPr>
              <a:t>Amazon</a:t>
            </a:r>
            <a:r>
              <a:rPr sz="1800" spc="5" dirty="0">
                <a:latin typeface="Arial MT"/>
                <a:cs typeface="Arial MT"/>
              </a:rPr>
              <a:t> </a:t>
            </a:r>
            <a:r>
              <a:rPr sz="1800" spc="-35" dirty="0">
                <a:solidFill>
                  <a:srgbClr val="131313"/>
                </a:solidFill>
                <a:latin typeface="Arial MT"/>
                <a:cs typeface="Arial MT"/>
              </a:rPr>
              <a:t>53</a:t>
            </a:r>
            <a:r>
              <a:rPr sz="1800" spc="-30" dirty="0">
                <a:solidFill>
                  <a:srgbClr val="131313"/>
                </a:solidFill>
                <a:latin typeface="Arial MT"/>
                <a:cs typeface="Arial MT"/>
              </a:rPr>
              <a:t> </a:t>
            </a:r>
            <a:r>
              <a:rPr sz="1800" spc="-150" dirty="0">
                <a:solidFill>
                  <a:srgbClr val="4D4D4D"/>
                </a:solidFill>
                <a:latin typeface="Arial MT"/>
                <a:cs typeface="Arial MT"/>
              </a:rPr>
              <a:t>is</a:t>
            </a:r>
            <a:r>
              <a:rPr sz="1800" spc="-30" dirty="0">
                <a:solidFill>
                  <a:srgbClr val="4D4D4D"/>
                </a:solidFill>
                <a:latin typeface="Arial MT"/>
                <a:cs typeface="Arial MT"/>
              </a:rPr>
              <a:t> </a:t>
            </a:r>
            <a:r>
              <a:rPr sz="1800" spc="-80" dirty="0">
                <a:latin typeface="Arial MT"/>
                <a:cs typeface="Arial MT"/>
              </a:rPr>
              <a:t>being</a:t>
            </a:r>
            <a:r>
              <a:rPr sz="1800" dirty="0">
                <a:latin typeface="Arial MT"/>
                <a:cs typeface="Arial MT"/>
              </a:rPr>
              <a:t> </a:t>
            </a:r>
            <a:r>
              <a:rPr sz="1800" spc="-150" dirty="0">
                <a:latin typeface="Arial MT"/>
                <a:cs typeface="Arial MT"/>
              </a:rPr>
              <a:t>used</a:t>
            </a:r>
            <a:r>
              <a:rPr sz="1800" spc="-25" dirty="0">
                <a:latin typeface="Arial MT"/>
                <a:cs typeface="Arial MT"/>
              </a:rPr>
              <a:t> </a:t>
            </a:r>
            <a:r>
              <a:rPr sz="1800" dirty="0">
                <a:solidFill>
                  <a:srgbClr val="181818"/>
                </a:solidFill>
                <a:latin typeface="Arial MT"/>
                <a:cs typeface="Arial MT"/>
              </a:rPr>
              <a:t>to</a:t>
            </a:r>
            <a:r>
              <a:rPr sz="1800" spc="-95" dirty="0">
                <a:solidFill>
                  <a:srgbClr val="181818"/>
                </a:solidFill>
                <a:latin typeface="Arial MT"/>
                <a:cs typeface="Arial MT"/>
              </a:rPr>
              <a:t> </a:t>
            </a:r>
            <a:r>
              <a:rPr sz="1800" spc="-50" dirty="0">
                <a:solidFill>
                  <a:srgbClr val="161616"/>
                </a:solidFill>
                <a:latin typeface="Arial MT"/>
                <a:cs typeface="Arial MT"/>
              </a:rPr>
              <a:t>host</a:t>
            </a:r>
            <a:r>
              <a:rPr sz="1800" spc="-10" dirty="0">
                <a:solidFill>
                  <a:srgbClr val="161616"/>
                </a:solidFill>
                <a:latin typeface="Arial MT"/>
                <a:cs typeface="Arial MT"/>
              </a:rPr>
              <a:t> </a:t>
            </a:r>
            <a:r>
              <a:rPr sz="1800" spc="-229" dirty="0">
                <a:solidFill>
                  <a:srgbClr val="333333"/>
                </a:solidFill>
                <a:latin typeface="Arial MT"/>
                <a:cs typeface="Arial MT"/>
              </a:rPr>
              <a:t>a</a:t>
            </a:r>
            <a:r>
              <a:rPr sz="1800" spc="10" dirty="0">
                <a:solidFill>
                  <a:srgbClr val="333333"/>
                </a:solidFill>
                <a:latin typeface="Arial MT"/>
                <a:cs typeface="Arial MT"/>
              </a:rPr>
              <a:t> </a:t>
            </a:r>
            <a:r>
              <a:rPr sz="1800" spc="-10" dirty="0">
                <a:latin typeface="Arial MT"/>
                <a:cs typeface="Arial MT"/>
              </a:rPr>
              <a:t>static </a:t>
            </a:r>
            <a:r>
              <a:rPr sz="1850" spc="-140" dirty="0">
                <a:latin typeface="Arial MT"/>
                <a:cs typeface="Arial MT"/>
              </a:rPr>
              <a:t>website.</a:t>
            </a:r>
            <a:r>
              <a:rPr sz="1850" spc="-5" dirty="0">
                <a:latin typeface="Arial MT"/>
                <a:cs typeface="Arial MT"/>
              </a:rPr>
              <a:t> </a:t>
            </a:r>
            <a:r>
              <a:rPr sz="1850" spc="-160" dirty="0">
                <a:latin typeface="Arial MT"/>
                <a:cs typeface="Arial MT"/>
              </a:rPr>
              <a:t>The</a:t>
            </a:r>
            <a:r>
              <a:rPr sz="1850" spc="-60" dirty="0">
                <a:latin typeface="Arial MT"/>
                <a:cs typeface="Arial MT"/>
              </a:rPr>
              <a:t> </a:t>
            </a:r>
            <a:r>
              <a:rPr sz="1850" spc="-120" dirty="0">
                <a:latin typeface="Arial MT"/>
                <a:cs typeface="Arial MT"/>
              </a:rPr>
              <a:t>website</a:t>
            </a:r>
            <a:r>
              <a:rPr sz="1850" spc="114" dirty="0">
                <a:latin typeface="Arial MT"/>
                <a:cs typeface="Arial MT"/>
              </a:rPr>
              <a:t> </a:t>
            </a:r>
            <a:r>
              <a:rPr sz="1850" spc="-100" dirty="0">
                <a:latin typeface="Arial MT"/>
                <a:cs typeface="Arial MT"/>
              </a:rPr>
              <a:t>content</a:t>
            </a:r>
            <a:r>
              <a:rPr sz="1850" spc="-60" dirty="0">
                <a:latin typeface="Arial MT"/>
                <a:cs typeface="Arial MT"/>
              </a:rPr>
              <a:t> </a:t>
            </a:r>
            <a:r>
              <a:rPr sz="1850" spc="-145" dirty="0">
                <a:solidFill>
                  <a:srgbClr val="151515"/>
                </a:solidFill>
                <a:latin typeface="Arial MT"/>
                <a:cs typeface="Arial MT"/>
              </a:rPr>
              <a:t>Is</a:t>
            </a:r>
            <a:r>
              <a:rPr sz="1850" spc="-105" dirty="0">
                <a:solidFill>
                  <a:srgbClr val="151515"/>
                </a:solidFill>
                <a:latin typeface="Arial MT"/>
                <a:cs typeface="Arial MT"/>
              </a:rPr>
              <a:t> </a:t>
            </a:r>
            <a:r>
              <a:rPr sz="1850" spc="-110" dirty="0">
                <a:latin typeface="Arial MT"/>
                <a:cs typeface="Arial MT"/>
              </a:rPr>
              <a:t>uploaded</a:t>
            </a:r>
            <a:r>
              <a:rPr sz="1850" spc="10" dirty="0">
                <a:latin typeface="Arial MT"/>
                <a:cs typeface="Arial MT"/>
              </a:rPr>
              <a:t> </a:t>
            </a:r>
            <a:r>
              <a:rPr sz="1850" dirty="0">
                <a:latin typeface="Arial MT"/>
                <a:cs typeface="Arial MT"/>
              </a:rPr>
              <a:t>to</a:t>
            </a:r>
            <a:r>
              <a:rPr sz="1850" spc="-15" dirty="0">
                <a:latin typeface="Arial MT"/>
                <a:cs typeface="Arial MT"/>
              </a:rPr>
              <a:t> </a:t>
            </a:r>
            <a:r>
              <a:rPr sz="1850" spc="-170" dirty="0">
                <a:latin typeface="Arial MT"/>
                <a:cs typeface="Arial MT"/>
              </a:rPr>
              <a:t>Amazon</a:t>
            </a:r>
            <a:r>
              <a:rPr sz="1850" spc="-55" dirty="0">
                <a:latin typeface="Arial MT"/>
                <a:cs typeface="Arial MT"/>
              </a:rPr>
              <a:t> </a:t>
            </a:r>
            <a:r>
              <a:rPr sz="1850" spc="-315" dirty="0">
                <a:latin typeface="Arial MT"/>
                <a:cs typeface="Arial MT"/>
              </a:rPr>
              <a:t>SP</a:t>
            </a:r>
            <a:r>
              <a:rPr sz="1850" spc="40" dirty="0">
                <a:latin typeface="Arial MT"/>
                <a:cs typeface="Arial MT"/>
              </a:rPr>
              <a:t> </a:t>
            </a:r>
            <a:r>
              <a:rPr sz="1850" spc="-40" dirty="0">
                <a:solidFill>
                  <a:srgbClr val="131313"/>
                </a:solidFill>
                <a:latin typeface="Arial MT"/>
                <a:cs typeface="Arial MT"/>
              </a:rPr>
              <a:t>and </a:t>
            </a:r>
            <a:r>
              <a:rPr sz="1850" spc="-100" dirty="0">
                <a:latin typeface="Arial MT"/>
                <a:cs typeface="Arial MT"/>
              </a:rPr>
              <a:t>directed</a:t>
            </a:r>
            <a:r>
              <a:rPr sz="1850" dirty="0">
                <a:latin typeface="Arial MT"/>
                <a:cs typeface="Arial MT"/>
              </a:rPr>
              <a:t> to</a:t>
            </a:r>
            <a:r>
              <a:rPr sz="1850" spc="409" dirty="0">
                <a:latin typeface="Arial MT"/>
                <a:cs typeface="Arial MT"/>
              </a:rPr>
              <a:t> </a:t>
            </a:r>
            <a:r>
              <a:rPr sz="1850" spc="-170" dirty="0">
                <a:latin typeface="Arial MT"/>
                <a:cs typeface="Arial MT"/>
              </a:rPr>
              <a:t>Amazon</a:t>
            </a:r>
            <a:r>
              <a:rPr sz="1850" spc="5" dirty="0">
                <a:latin typeface="Arial MT"/>
                <a:cs typeface="Arial MT"/>
              </a:rPr>
              <a:t> </a:t>
            </a:r>
            <a:r>
              <a:rPr sz="1850" spc="-130" dirty="0">
                <a:latin typeface="Arial MT"/>
                <a:cs typeface="Arial MT"/>
              </a:rPr>
              <a:t>CloudFront</a:t>
            </a:r>
            <a:r>
              <a:rPr sz="1850" spc="70" dirty="0">
                <a:latin typeface="Arial MT"/>
                <a:cs typeface="Arial MT"/>
              </a:rPr>
              <a:t> </a:t>
            </a:r>
            <a:r>
              <a:rPr sz="1850" spc="-204" dirty="0">
                <a:solidFill>
                  <a:srgbClr val="262626"/>
                </a:solidFill>
                <a:latin typeface="Arial MT"/>
                <a:cs typeface="Arial MT"/>
              </a:rPr>
              <a:t>(a</a:t>
            </a:r>
            <a:r>
              <a:rPr sz="1850" spc="15" dirty="0">
                <a:solidFill>
                  <a:srgbClr val="262626"/>
                </a:solidFill>
                <a:latin typeface="Arial MT"/>
                <a:cs typeface="Arial MT"/>
              </a:rPr>
              <a:t> </a:t>
            </a:r>
            <a:r>
              <a:rPr sz="1850" spc="-85" dirty="0">
                <a:latin typeface="Arial MT"/>
                <a:cs typeface="Arial MT"/>
              </a:rPr>
              <a:t>content</a:t>
            </a:r>
            <a:r>
              <a:rPr sz="1850" spc="-25" dirty="0">
                <a:latin typeface="Arial MT"/>
                <a:cs typeface="Arial MT"/>
              </a:rPr>
              <a:t> </a:t>
            </a:r>
            <a:r>
              <a:rPr sz="1850" spc="-100" dirty="0">
                <a:latin typeface="Arial MT"/>
                <a:cs typeface="Arial MT"/>
              </a:rPr>
              <a:t>delivery</a:t>
            </a:r>
            <a:r>
              <a:rPr sz="1850" spc="10" dirty="0">
                <a:latin typeface="Arial MT"/>
                <a:cs typeface="Arial MT"/>
              </a:rPr>
              <a:t> </a:t>
            </a:r>
            <a:r>
              <a:rPr sz="1850" spc="-35" dirty="0">
                <a:latin typeface="Arial MT"/>
                <a:cs typeface="Arial MT"/>
              </a:rPr>
              <a:t>service) </a:t>
            </a:r>
            <a:r>
              <a:rPr sz="1850" dirty="0">
                <a:solidFill>
                  <a:srgbClr val="0F0F0F"/>
                </a:solidFill>
                <a:latin typeface="Arial MT"/>
                <a:cs typeface="Arial MT"/>
              </a:rPr>
              <a:t>to</a:t>
            </a:r>
            <a:r>
              <a:rPr sz="1850" spc="-20" dirty="0">
                <a:solidFill>
                  <a:srgbClr val="0F0F0F"/>
                </a:solidFill>
                <a:latin typeface="Arial MT"/>
                <a:cs typeface="Arial MT"/>
              </a:rPr>
              <a:t> </a:t>
            </a:r>
            <a:r>
              <a:rPr sz="1850" spc="-110" dirty="0">
                <a:solidFill>
                  <a:srgbClr val="0C0C0C"/>
                </a:solidFill>
                <a:latin typeface="Arial MT"/>
                <a:cs typeface="Arial MT"/>
              </a:rPr>
              <a:t>deliver</a:t>
            </a:r>
            <a:r>
              <a:rPr sz="1850" spc="-45" dirty="0">
                <a:solidFill>
                  <a:srgbClr val="0C0C0C"/>
                </a:solidFill>
                <a:latin typeface="Arial MT"/>
                <a:cs typeface="Arial MT"/>
              </a:rPr>
              <a:t> </a:t>
            </a:r>
            <a:r>
              <a:rPr sz="1850" spc="-75" dirty="0">
                <a:solidFill>
                  <a:srgbClr val="0A0A0A"/>
                </a:solidFill>
                <a:latin typeface="Arial MT"/>
                <a:cs typeface="Arial MT"/>
              </a:rPr>
              <a:t>the</a:t>
            </a:r>
            <a:r>
              <a:rPr sz="1850" spc="-70" dirty="0">
                <a:solidFill>
                  <a:srgbClr val="0A0A0A"/>
                </a:solidFill>
                <a:latin typeface="Arial MT"/>
                <a:cs typeface="Arial MT"/>
              </a:rPr>
              <a:t> </a:t>
            </a:r>
            <a:r>
              <a:rPr sz="1850" spc="-80" dirty="0">
                <a:latin typeface="Arial MT"/>
                <a:cs typeface="Arial MT"/>
              </a:rPr>
              <a:t>content</a:t>
            </a:r>
            <a:r>
              <a:rPr sz="1850" spc="15" dirty="0">
                <a:latin typeface="Arial MT"/>
                <a:cs typeface="Arial MT"/>
              </a:rPr>
              <a:t> </a:t>
            </a:r>
            <a:r>
              <a:rPr sz="1850" dirty="0">
                <a:solidFill>
                  <a:srgbClr val="1C1C1C"/>
                </a:solidFill>
                <a:latin typeface="Arial MT"/>
                <a:cs typeface="Arial MT"/>
              </a:rPr>
              <a:t>to</a:t>
            </a:r>
            <a:r>
              <a:rPr sz="1850" spc="-65" dirty="0">
                <a:solidFill>
                  <a:srgbClr val="1C1C1C"/>
                </a:solidFill>
                <a:latin typeface="Arial MT"/>
                <a:cs typeface="Arial MT"/>
              </a:rPr>
              <a:t> </a:t>
            </a:r>
            <a:r>
              <a:rPr sz="1850" spc="-75" dirty="0">
                <a:latin typeface="Arial MT"/>
                <a:cs typeface="Arial MT"/>
              </a:rPr>
              <a:t>the</a:t>
            </a:r>
            <a:r>
              <a:rPr sz="1850" spc="-40" dirty="0">
                <a:latin typeface="Arial MT"/>
                <a:cs typeface="Arial MT"/>
              </a:rPr>
              <a:t> </a:t>
            </a:r>
            <a:r>
              <a:rPr sz="1850" spc="-75" dirty="0">
                <a:latin typeface="Arial MT"/>
                <a:cs typeface="Arial MT"/>
              </a:rPr>
              <a:t>internet.</a:t>
            </a:r>
            <a:r>
              <a:rPr sz="1850" spc="-80" dirty="0">
                <a:latin typeface="Arial MT"/>
                <a:cs typeface="Arial MT"/>
              </a:rPr>
              <a:t> </a:t>
            </a:r>
            <a:r>
              <a:rPr sz="1850" spc="-190" dirty="0">
                <a:latin typeface="Arial MT"/>
                <a:cs typeface="Arial MT"/>
              </a:rPr>
              <a:t>Users</a:t>
            </a:r>
            <a:r>
              <a:rPr sz="1850" spc="-5" dirty="0">
                <a:latin typeface="Arial MT"/>
                <a:cs typeface="Arial MT"/>
              </a:rPr>
              <a:t> </a:t>
            </a:r>
            <a:r>
              <a:rPr sz="1850" spc="-170" dirty="0">
                <a:solidFill>
                  <a:srgbClr val="0C0C0C"/>
                </a:solidFill>
                <a:latin typeface="Arial MT"/>
                <a:cs typeface="Arial MT"/>
              </a:rPr>
              <a:t>can</a:t>
            </a:r>
            <a:r>
              <a:rPr sz="1850" spc="-125" dirty="0">
                <a:solidFill>
                  <a:srgbClr val="0C0C0C"/>
                </a:solidFill>
                <a:latin typeface="Arial MT"/>
                <a:cs typeface="Arial MT"/>
              </a:rPr>
              <a:t> </a:t>
            </a:r>
            <a:r>
              <a:rPr sz="1850" spc="-50" dirty="0">
                <a:solidFill>
                  <a:srgbClr val="131313"/>
                </a:solidFill>
                <a:latin typeface="Arial MT"/>
                <a:cs typeface="Arial MT"/>
              </a:rPr>
              <a:t>then</a:t>
            </a:r>
            <a:r>
              <a:rPr sz="1850" spc="-35" dirty="0">
                <a:solidFill>
                  <a:srgbClr val="131313"/>
                </a:solidFill>
                <a:latin typeface="Arial MT"/>
                <a:cs typeface="Arial MT"/>
              </a:rPr>
              <a:t> </a:t>
            </a:r>
            <a:r>
              <a:rPr sz="1850" spc="-85" dirty="0">
                <a:latin typeface="Arial MT"/>
                <a:cs typeface="Arial MT"/>
              </a:rPr>
              <a:t>access </a:t>
            </a:r>
            <a:r>
              <a:rPr sz="1800" spc="-10" dirty="0">
                <a:solidFill>
                  <a:srgbClr val="1A1A1A"/>
                </a:solidFill>
                <a:latin typeface="Arial MT"/>
                <a:cs typeface="Arial MT"/>
              </a:rPr>
              <a:t>the</a:t>
            </a:r>
            <a:r>
              <a:rPr sz="1800" spc="-90" dirty="0">
                <a:solidFill>
                  <a:srgbClr val="1A1A1A"/>
                </a:solidFill>
                <a:latin typeface="Arial MT"/>
                <a:cs typeface="Arial MT"/>
              </a:rPr>
              <a:t> </a:t>
            </a:r>
            <a:r>
              <a:rPr sz="1800" spc="-100" dirty="0">
                <a:latin typeface="Arial MT"/>
                <a:cs typeface="Arial MT"/>
              </a:rPr>
              <a:t>website</a:t>
            </a:r>
            <a:r>
              <a:rPr sz="1800" spc="-25" dirty="0">
                <a:latin typeface="Arial MT"/>
                <a:cs typeface="Arial MT"/>
              </a:rPr>
              <a:t> </a:t>
            </a:r>
            <a:r>
              <a:rPr sz="1800" spc="-40" dirty="0">
                <a:latin typeface="Arial MT"/>
                <a:cs typeface="Arial MT"/>
              </a:rPr>
              <a:t>on</a:t>
            </a:r>
            <a:r>
              <a:rPr sz="1800" spc="-165" dirty="0">
                <a:latin typeface="Arial MT"/>
                <a:cs typeface="Arial MT"/>
              </a:rPr>
              <a:t> </a:t>
            </a:r>
            <a:r>
              <a:rPr sz="1800" spc="-20" dirty="0">
                <a:latin typeface="Arial MT"/>
                <a:cs typeface="Arial MT"/>
              </a:rPr>
              <a:t>their</a:t>
            </a:r>
            <a:r>
              <a:rPr sz="1800" spc="-60" dirty="0">
                <a:latin typeface="Arial MT"/>
                <a:cs typeface="Arial MT"/>
              </a:rPr>
              <a:t> </a:t>
            </a:r>
            <a:r>
              <a:rPr sz="1800" spc="-10" dirty="0">
                <a:latin typeface="Arial MT"/>
                <a:cs typeface="Arial MT"/>
              </a:rPr>
              <a:t>browser.</a:t>
            </a:r>
            <a:endParaRPr sz="1800">
              <a:latin typeface="Arial MT"/>
              <a:cs typeface="Arial MT"/>
            </a:endParaRPr>
          </a:p>
        </p:txBody>
      </p:sp>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361439" y="365125"/>
            <a:ext cx="9449813" cy="5153645"/>
          </a:xfrm>
          <a:prstGeom prst="rect">
            <a:avLst/>
          </a:prstGeom>
        </p:spPr>
      </p:pic>
      <p:sp>
        <p:nvSpPr>
          <p:cNvPr id="3" name="object 3"/>
          <p:cNvSpPr txBox="1"/>
          <p:nvPr/>
        </p:nvSpPr>
        <p:spPr>
          <a:xfrm>
            <a:off x="4786087" y="1373310"/>
            <a:ext cx="5397500" cy="568960"/>
          </a:xfrm>
          <a:prstGeom prst="rect">
            <a:avLst/>
          </a:prstGeom>
        </p:spPr>
        <p:txBody>
          <a:bodyPr vert="horz" wrap="square" lIns="0" tIns="3175" rIns="0" bIns="0" rtlCol="0">
            <a:spAutoFit/>
          </a:bodyPr>
          <a:lstStyle/>
          <a:p>
            <a:pPr marL="13970" marR="5080" indent="-1905">
              <a:lnSpc>
                <a:spcPct val="103600"/>
              </a:lnSpc>
              <a:spcBef>
                <a:spcPts val="25"/>
              </a:spcBef>
            </a:pPr>
            <a:r>
              <a:rPr sz="1750" spc="-140" dirty="0">
                <a:latin typeface="Arial MT"/>
                <a:cs typeface="Arial MT"/>
              </a:rPr>
              <a:t>Choose</a:t>
            </a:r>
            <a:r>
              <a:rPr sz="1750" spc="15" dirty="0">
                <a:latin typeface="Arial MT"/>
                <a:cs typeface="Arial MT"/>
              </a:rPr>
              <a:t> </a:t>
            </a:r>
            <a:r>
              <a:rPr sz="1750" spc="-155" dirty="0">
                <a:solidFill>
                  <a:srgbClr val="111111"/>
                </a:solidFill>
                <a:latin typeface="Arial MT"/>
                <a:cs typeface="Arial MT"/>
              </a:rPr>
              <a:t>each</a:t>
            </a:r>
            <a:r>
              <a:rPr sz="1750" spc="35" dirty="0">
                <a:solidFill>
                  <a:srgbClr val="111111"/>
                </a:solidFill>
                <a:latin typeface="Arial MT"/>
                <a:cs typeface="Arial MT"/>
              </a:rPr>
              <a:t> </a:t>
            </a:r>
            <a:r>
              <a:rPr sz="1750" dirty="0">
                <a:latin typeface="Arial MT"/>
                <a:cs typeface="Arial MT"/>
              </a:rPr>
              <a:t>button</a:t>
            </a:r>
            <a:r>
              <a:rPr sz="1750" spc="-90" dirty="0">
                <a:latin typeface="Arial MT"/>
                <a:cs typeface="Arial MT"/>
              </a:rPr>
              <a:t> </a:t>
            </a:r>
            <a:r>
              <a:rPr sz="1750" dirty="0">
                <a:latin typeface="Arial MT"/>
                <a:cs typeface="Arial MT"/>
              </a:rPr>
              <a:t>to</a:t>
            </a:r>
            <a:r>
              <a:rPr sz="1750" spc="-95" dirty="0">
                <a:latin typeface="Arial MT"/>
                <a:cs typeface="Arial MT"/>
              </a:rPr>
              <a:t> </a:t>
            </a:r>
            <a:r>
              <a:rPr sz="1750" spc="-70" dirty="0">
                <a:solidFill>
                  <a:srgbClr val="0E0E0E"/>
                </a:solidFill>
                <a:latin typeface="Arial MT"/>
                <a:cs typeface="Arial MT"/>
              </a:rPr>
              <a:t>learn</a:t>
            </a:r>
            <a:r>
              <a:rPr sz="1750" dirty="0">
                <a:solidFill>
                  <a:srgbClr val="0E0E0E"/>
                </a:solidFill>
                <a:latin typeface="Arial MT"/>
                <a:cs typeface="Arial MT"/>
              </a:rPr>
              <a:t> </a:t>
            </a:r>
            <a:r>
              <a:rPr sz="1750" spc="-55" dirty="0">
                <a:solidFill>
                  <a:srgbClr val="181818"/>
                </a:solidFill>
                <a:latin typeface="Arial MT"/>
                <a:cs typeface="Arial MT"/>
              </a:rPr>
              <a:t>more</a:t>
            </a:r>
            <a:r>
              <a:rPr sz="1750" spc="-5" dirty="0">
                <a:solidFill>
                  <a:srgbClr val="181818"/>
                </a:solidFill>
                <a:latin typeface="Arial MT"/>
                <a:cs typeface="Arial MT"/>
              </a:rPr>
              <a:t> </a:t>
            </a:r>
            <a:r>
              <a:rPr sz="1750" spc="-30" dirty="0">
                <a:solidFill>
                  <a:srgbClr val="0C0C0C"/>
                </a:solidFill>
                <a:latin typeface="Arial MT"/>
                <a:cs typeface="Arial MT"/>
              </a:rPr>
              <a:t>about</a:t>
            </a:r>
            <a:r>
              <a:rPr sz="1750" spc="50" dirty="0">
                <a:solidFill>
                  <a:srgbClr val="0C0C0C"/>
                </a:solidFill>
                <a:latin typeface="Arial MT"/>
                <a:cs typeface="Arial MT"/>
              </a:rPr>
              <a:t> </a:t>
            </a:r>
            <a:r>
              <a:rPr sz="1750" spc="-155" dirty="0">
                <a:latin typeface="Arial MT"/>
                <a:cs typeface="Arial MT"/>
              </a:rPr>
              <a:t>ways</a:t>
            </a:r>
            <a:r>
              <a:rPr sz="1750" spc="30" dirty="0">
                <a:latin typeface="Arial MT"/>
                <a:cs typeface="Arial MT"/>
              </a:rPr>
              <a:t> </a:t>
            </a:r>
            <a:r>
              <a:rPr sz="1750" spc="-60" dirty="0">
                <a:latin typeface="Arial MT"/>
                <a:cs typeface="Arial MT"/>
              </a:rPr>
              <a:t>you </a:t>
            </a:r>
            <a:r>
              <a:rPr sz="1750" spc="-140" dirty="0">
                <a:solidFill>
                  <a:srgbClr val="1A1A1A"/>
                </a:solidFill>
                <a:latin typeface="Arial MT"/>
                <a:cs typeface="Arial MT"/>
              </a:rPr>
              <a:t>can</a:t>
            </a:r>
            <a:r>
              <a:rPr sz="1750" spc="20" dirty="0">
                <a:solidFill>
                  <a:srgbClr val="1A1A1A"/>
                </a:solidFill>
                <a:latin typeface="Arial MT"/>
                <a:cs typeface="Arial MT"/>
              </a:rPr>
              <a:t> </a:t>
            </a:r>
            <a:r>
              <a:rPr sz="1750" spc="-25" dirty="0">
                <a:solidFill>
                  <a:srgbClr val="181818"/>
                </a:solidFill>
                <a:latin typeface="Arial MT"/>
                <a:cs typeface="Arial MT"/>
              </a:rPr>
              <a:t>use </a:t>
            </a:r>
            <a:r>
              <a:rPr sz="1750" spc="-105" dirty="0">
                <a:latin typeface="Arial MT"/>
                <a:cs typeface="Arial MT"/>
              </a:rPr>
              <a:t>Amazon</a:t>
            </a:r>
            <a:r>
              <a:rPr sz="1750" dirty="0">
                <a:latin typeface="Arial MT"/>
                <a:cs typeface="Arial MT"/>
              </a:rPr>
              <a:t> </a:t>
            </a:r>
            <a:r>
              <a:rPr sz="1750" spc="-25" dirty="0">
                <a:latin typeface="Arial MT"/>
                <a:cs typeface="Arial MT"/>
              </a:rPr>
              <a:t>SP.</a:t>
            </a:r>
            <a:endParaRPr sz="1750">
              <a:latin typeface="Arial MT"/>
              <a:cs typeface="Arial MT"/>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365885" y="365125"/>
            <a:ext cx="9459341" cy="5287009"/>
          </a:xfrm>
          <a:prstGeom prst="rect">
            <a:avLst/>
          </a:prstGeom>
        </p:spPr>
      </p:pic>
      <p:sp>
        <p:nvSpPr>
          <p:cNvPr id="3" name="object 3"/>
          <p:cNvSpPr txBox="1"/>
          <p:nvPr/>
        </p:nvSpPr>
        <p:spPr>
          <a:xfrm>
            <a:off x="4809901" y="1328894"/>
            <a:ext cx="5399405" cy="590550"/>
          </a:xfrm>
          <a:prstGeom prst="rect">
            <a:avLst/>
          </a:prstGeom>
        </p:spPr>
        <p:txBody>
          <a:bodyPr vert="horz" wrap="square" lIns="0" tIns="44450" rIns="0" bIns="0" rtlCol="0">
            <a:spAutoFit/>
          </a:bodyPr>
          <a:lstStyle/>
          <a:p>
            <a:pPr marL="12700">
              <a:lnSpc>
                <a:spcPct val="100000"/>
              </a:lnSpc>
              <a:spcBef>
                <a:spcPts val="350"/>
              </a:spcBef>
            </a:pPr>
            <a:r>
              <a:rPr sz="1700" spc="-105" dirty="0">
                <a:latin typeface="Arial MT"/>
                <a:cs typeface="Arial MT"/>
              </a:rPr>
              <a:t>Cnoose</a:t>
            </a:r>
            <a:r>
              <a:rPr sz="1700" spc="15" dirty="0">
                <a:latin typeface="Arial MT"/>
                <a:cs typeface="Arial MT"/>
              </a:rPr>
              <a:t> </a:t>
            </a:r>
            <a:r>
              <a:rPr sz="1700" spc="-114" dirty="0">
                <a:latin typeface="Arial MT"/>
                <a:cs typeface="Arial MT"/>
              </a:rPr>
              <a:t>each</a:t>
            </a:r>
            <a:r>
              <a:rPr sz="1700" dirty="0">
                <a:latin typeface="Arial MT"/>
                <a:cs typeface="Arial MT"/>
              </a:rPr>
              <a:t> button to</a:t>
            </a:r>
            <a:r>
              <a:rPr sz="1700" spc="-80" dirty="0">
                <a:latin typeface="Arial MT"/>
                <a:cs typeface="Arial MT"/>
              </a:rPr>
              <a:t> </a:t>
            </a:r>
            <a:r>
              <a:rPr sz="1700" spc="-45" dirty="0">
                <a:solidFill>
                  <a:srgbClr val="1C1C1C"/>
                </a:solidFill>
                <a:latin typeface="Arial MT"/>
                <a:cs typeface="Arial MT"/>
              </a:rPr>
              <a:t>learn</a:t>
            </a:r>
            <a:r>
              <a:rPr sz="1700" spc="-5" dirty="0">
                <a:solidFill>
                  <a:srgbClr val="1C1C1C"/>
                </a:solidFill>
                <a:latin typeface="Arial MT"/>
                <a:cs typeface="Arial MT"/>
              </a:rPr>
              <a:t> </a:t>
            </a:r>
            <a:r>
              <a:rPr sz="1700" spc="-10" dirty="0">
                <a:solidFill>
                  <a:srgbClr val="111111"/>
                </a:solidFill>
                <a:latin typeface="Arial MT"/>
                <a:cs typeface="Arial MT"/>
              </a:rPr>
              <a:t>more</a:t>
            </a:r>
            <a:r>
              <a:rPr sz="1700" dirty="0">
                <a:solidFill>
                  <a:srgbClr val="111111"/>
                </a:solidFill>
                <a:latin typeface="Arial MT"/>
                <a:cs typeface="Arial MT"/>
              </a:rPr>
              <a:t> </a:t>
            </a:r>
            <a:r>
              <a:rPr sz="1700" dirty="0">
                <a:latin typeface="Arial MT"/>
                <a:cs typeface="Arial MT"/>
              </a:rPr>
              <a:t>about</a:t>
            </a:r>
            <a:r>
              <a:rPr sz="1700" spc="40" dirty="0">
                <a:latin typeface="Arial MT"/>
                <a:cs typeface="Arial MT"/>
              </a:rPr>
              <a:t> </a:t>
            </a:r>
            <a:r>
              <a:rPr sz="1700" spc="-114" dirty="0">
                <a:latin typeface="Arial MT"/>
                <a:cs typeface="Arial MT"/>
              </a:rPr>
              <a:t>ways</a:t>
            </a:r>
            <a:r>
              <a:rPr sz="1700" dirty="0">
                <a:latin typeface="Arial MT"/>
                <a:cs typeface="Arial MT"/>
              </a:rPr>
              <a:t> </a:t>
            </a:r>
            <a:r>
              <a:rPr sz="1700" spc="-20" dirty="0">
                <a:latin typeface="Arial MT"/>
                <a:cs typeface="Arial MT"/>
              </a:rPr>
              <a:t>you</a:t>
            </a:r>
            <a:r>
              <a:rPr sz="1700" spc="-55" dirty="0">
                <a:latin typeface="Arial MT"/>
                <a:cs typeface="Arial MT"/>
              </a:rPr>
              <a:t> </a:t>
            </a:r>
            <a:r>
              <a:rPr sz="1700" spc="-95" dirty="0">
                <a:solidFill>
                  <a:srgbClr val="080808"/>
                </a:solidFill>
                <a:latin typeface="Arial MT"/>
                <a:cs typeface="Arial MT"/>
              </a:rPr>
              <a:t>can</a:t>
            </a:r>
            <a:r>
              <a:rPr sz="1700" spc="-10" dirty="0">
                <a:solidFill>
                  <a:srgbClr val="080808"/>
                </a:solidFill>
                <a:latin typeface="Arial MT"/>
                <a:cs typeface="Arial MT"/>
              </a:rPr>
              <a:t> </a:t>
            </a:r>
            <a:r>
              <a:rPr sz="1700" spc="-25" dirty="0">
                <a:solidFill>
                  <a:srgbClr val="0C0C0C"/>
                </a:solidFill>
                <a:latin typeface="Arial MT"/>
                <a:cs typeface="Arial MT"/>
              </a:rPr>
              <a:t>use</a:t>
            </a:r>
            <a:endParaRPr sz="1700">
              <a:latin typeface="Arial MT"/>
              <a:cs typeface="Arial MT"/>
            </a:endParaRPr>
          </a:p>
          <a:p>
            <a:pPr marL="13970">
              <a:lnSpc>
                <a:spcPct val="100000"/>
              </a:lnSpc>
              <a:spcBef>
                <a:spcPts val="235"/>
              </a:spcBef>
            </a:pPr>
            <a:r>
              <a:rPr sz="1600" dirty="0">
                <a:latin typeface="Arial MT"/>
                <a:cs typeface="Arial MT"/>
              </a:rPr>
              <a:t>Amazon</a:t>
            </a:r>
            <a:r>
              <a:rPr sz="1600" spc="35" dirty="0">
                <a:latin typeface="Arial MT"/>
                <a:cs typeface="Arial MT"/>
              </a:rPr>
              <a:t> </a:t>
            </a:r>
            <a:r>
              <a:rPr sz="1600" spc="-25" dirty="0">
                <a:latin typeface="Arial MT"/>
                <a:cs typeface="Arial MT"/>
              </a:rPr>
              <a:t>SP.</a:t>
            </a:r>
            <a:endParaRPr sz="1600">
              <a:latin typeface="Arial MT"/>
              <a:cs typeface="Arial MT"/>
            </a:endParaRPr>
          </a:p>
        </p:txBody>
      </p:sp>
      <p:sp>
        <p:nvSpPr>
          <p:cNvPr id="4" name="object 4"/>
          <p:cNvSpPr txBox="1"/>
          <p:nvPr/>
        </p:nvSpPr>
        <p:spPr>
          <a:xfrm>
            <a:off x="4807358" y="2922260"/>
            <a:ext cx="5664200" cy="854710"/>
          </a:xfrm>
          <a:prstGeom prst="rect">
            <a:avLst/>
          </a:prstGeom>
        </p:spPr>
        <p:txBody>
          <a:bodyPr vert="horz" wrap="square" lIns="0" tIns="12700" rIns="0" bIns="0" rtlCol="0">
            <a:spAutoFit/>
          </a:bodyPr>
          <a:lstStyle/>
          <a:p>
            <a:pPr marL="12700" marR="5080" indent="3810">
              <a:lnSpc>
                <a:spcPct val="113300"/>
              </a:lnSpc>
              <a:spcBef>
                <a:spcPts val="100"/>
              </a:spcBef>
            </a:pPr>
            <a:r>
              <a:rPr sz="1600" dirty="0">
                <a:latin typeface="Arial MT"/>
                <a:cs typeface="Arial MT"/>
              </a:rPr>
              <a:t>Amazon</a:t>
            </a:r>
            <a:r>
              <a:rPr sz="1600" spc="90" dirty="0">
                <a:latin typeface="Arial MT"/>
                <a:cs typeface="Arial MT"/>
              </a:rPr>
              <a:t> </a:t>
            </a:r>
            <a:r>
              <a:rPr sz="1600" spc="-145" dirty="0">
                <a:solidFill>
                  <a:srgbClr val="131313"/>
                </a:solidFill>
                <a:latin typeface="Arial MT"/>
                <a:cs typeface="Arial MT"/>
              </a:rPr>
              <a:t>SP</a:t>
            </a:r>
            <a:r>
              <a:rPr sz="1600" spc="75" dirty="0">
                <a:solidFill>
                  <a:srgbClr val="131313"/>
                </a:solidFill>
                <a:latin typeface="Arial MT"/>
                <a:cs typeface="Arial MT"/>
              </a:rPr>
              <a:t> </a:t>
            </a:r>
            <a:r>
              <a:rPr sz="1600" dirty="0">
                <a:latin typeface="Arial MT"/>
                <a:cs typeface="Arial MT"/>
              </a:rPr>
              <a:t>can</a:t>
            </a:r>
            <a:r>
              <a:rPr sz="1600" spc="-10" dirty="0">
                <a:latin typeface="Arial MT"/>
                <a:cs typeface="Arial MT"/>
              </a:rPr>
              <a:t> </a:t>
            </a:r>
            <a:r>
              <a:rPr sz="1600" dirty="0">
                <a:solidFill>
                  <a:srgbClr val="0E0E0E"/>
                </a:solidFill>
                <a:latin typeface="Arial MT"/>
                <a:cs typeface="Arial MT"/>
              </a:rPr>
              <a:t>be</a:t>
            </a:r>
            <a:r>
              <a:rPr sz="1600" spc="-55" dirty="0">
                <a:solidFill>
                  <a:srgbClr val="0E0E0E"/>
                </a:solidFill>
                <a:latin typeface="Arial MT"/>
                <a:cs typeface="Arial MT"/>
              </a:rPr>
              <a:t> </a:t>
            </a:r>
            <a:r>
              <a:rPr sz="1600" spc="-10" dirty="0">
                <a:latin typeface="Arial MT"/>
                <a:cs typeface="Arial MT"/>
              </a:rPr>
              <a:t>used</a:t>
            </a:r>
            <a:r>
              <a:rPr sz="1600" spc="5" dirty="0">
                <a:latin typeface="Arial MT"/>
                <a:cs typeface="Arial MT"/>
              </a:rPr>
              <a:t> </a:t>
            </a:r>
            <a:r>
              <a:rPr sz="1600" dirty="0">
                <a:latin typeface="Arial MT"/>
                <a:cs typeface="Arial MT"/>
              </a:rPr>
              <a:t>to</a:t>
            </a:r>
            <a:r>
              <a:rPr sz="1600" spc="210" dirty="0">
                <a:latin typeface="Arial MT"/>
                <a:cs typeface="Arial MT"/>
              </a:rPr>
              <a:t> </a:t>
            </a:r>
            <a:r>
              <a:rPr sz="1600" dirty="0">
                <a:latin typeface="Arial MT"/>
                <a:cs typeface="Arial MT"/>
              </a:rPr>
              <a:t>build</a:t>
            </a:r>
            <a:r>
              <a:rPr sz="1600" spc="50" dirty="0">
                <a:latin typeface="Arial MT"/>
                <a:cs typeface="Arial MT"/>
              </a:rPr>
              <a:t> </a:t>
            </a:r>
            <a:r>
              <a:rPr sz="1600" spc="-25" dirty="0">
                <a:latin typeface="Arial MT"/>
                <a:cs typeface="Arial MT"/>
              </a:rPr>
              <a:t>scalable,</a:t>
            </a:r>
            <a:r>
              <a:rPr sz="1600" spc="75" dirty="0">
                <a:latin typeface="Arial MT"/>
                <a:cs typeface="Arial MT"/>
              </a:rPr>
              <a:t> </a:t>
            </a:r>
            <a:r>
              <a:rPr sz="1600" dirty="0">
                <a:latin typeface="Arial MT"/>
                <a:cs typeface="Arial MT"/>
              </a:rPr>
              <a:t>durable,</a:t>
            </a:r>
            <a:r>
              <a:rPr sz="1600" spc="-10" dirty="0">
                <a:latin typeface="Arial MT"/>
                <a:cs typeface="Arial MT"/>
              </a:rPr>
              <a:t> </a:t>
            </a:r>
            <a:r>
              <a:rPr sz="1600" dirty="0">
                <a:latin typeface="Arial MT"/>
                <a:cs typeface="Arial MT"/>
              </a:rPr>
              <a:t>and</a:t>
            </a:r>
            <a:r>
              <a:rPr sz="1600" spc="40" dirty="0">
                <a:latin typeface="Arial MT"/>
                <a:cs typeface="Arial MT"/>
              </a:rPr>
              <a:t> </a:t>
            </a:r>
            <a:r>
              <a:rPr sz="1600" spc="-30" dirty="0">
                <a:latin typeface="Arial MT"/>
                <a:cs typeface="Arial MT"/>
              </a:rPr>
              <a:t>secure </a:t>
            </a:r>
            <a:r>
              <a:rPr sz="1600" dirty="0">
                <a:latin typeface="Arial MT"/>
                <a:cs typeface="Arial MT"/>
              </a:rPr>
              <a:t>backup</a:t>
            </a:r>
            <a:r>
              <a:rPr sz="1600" spc="95" dirty="0">
                <a:latin typeface="Arial MT"/>
                <a:cs typeface="Arial MT"/>
              </a:rPr>
              <a:t> </a:t>
            </a:r>
            <a:r>
              <a:rPr sz="1600" dirty="0">
                <a:latin typeface="Arial MT"/>
                <a:cs typeface="Arial MT"/>
              </a:rPr>
              <a:t>and</a:t>
            </a:r>
            <a:r>
              <a:rPr sz="1600" spc="45" dirty="0">
                <a:latin typeface="Arial MT"/>
                <a:cs typeface="Arial MT"/>
              </a:rPr>
              <a:t> </a:t>
            </a:r>
            <a:r>
              <a:rPr sz="1600" dirty="0">
                <a:latin typeface="Arial MT"/>
                <a:cs typeface="Arial MT"/>
              </a:rPr>
              <a:t>restore</a:t>
            </a:r>
            <a:r>
              <a:rPr sz="1600" spc="105" dirty="0">
                <a:latin typeface="Arial MT"/>
                <a:cs typeface="Arial MT"/>
              </a:rPr>
              <a:t> </a:t>
            </a:r>
            <a:r>
              <a:rPr sz="1600" dirty="0">
                <a:latin typeface="Arial MT"/>
                <a:cs typeface="Arial MT"/>
              </a:rPr>
              <a:t>solutions</a:t>
            </a:r>
            <a:r>
              <a:rPr sz="1600" spc="90" dirty="0">
                <a:latin typeface="Arial MT"/>
                <a:cs typeface="Arial MT"/>
              </a:rPr>
              <a:t> </a:t>
            </a:r>
            <a:r>
              <a:rPr sz="1600" dirty="0">
                <a:latin typeface="Arial MT"/>
                <a:cs typeface="Arial MT"/>
              </a:rPr>
              <a:t>to</a:t>
            </a:r>
            <a:r>
              <a:rPr sz="1600" spc="95" dirty="0">
                <a:latin typeface="Arial MT"/>
                <a:cs typeface="Arial MT"/>
              </a:rPr>
              <a:t> </a:t>
            </a:r>
            <a:r>
              <a:rPr sz="1600" dirty="0">
                <a:solidFill>
                  <a:srgbClr val="161616"/>
                </a:solidFill>
                <a:latin typeface="Arial MT"/>
                <a:cs typeface="Arial MT"/>
              </a:rPr>
              <a:t>augment</a:t>
            </a:r>
            <a:r>
              <a:rPr sz="1600" spc="180" dirty="0">
                <a:solidFill>
                  <a:srgbClr val="161616"/>
                </a:solidFill>
                <a:latin typeface="Arial MT"/>
                <a:cs typeface="Arial MT"/>
              </a:rPr>
              <a:t> </a:t>
            </a:r>
            <a:r>
              <a:rPr sz="1600" dirty="0">
                <a:latin typeface="Arial MT"/>
                <a:cs typeface="Arial MT"/>
              </a:rPr>
              <a:t>or</a:t>
            </a:r>
            <a:r>
              <a:rPr sz="1600" spc="10" dirty="0">
                <a:latin typeface="Arial MT"/>
                <a:cs typeface="Arial MT"/>
              </a:rPr>
              <a:t> </a:t>
            </a:r>
            <a:r>
              <a:rPr sz="1600" dirty="0">
                <a:latin typeface="Arial MT"/>
                <a:cs typeface="Arial MT"/>
              </a:rPr>
              <a:t>replace</a:t>
            </a:r>
            <a:r>
              <a:rPr sz="1600" spc="110" dirty="0">
                <a:latin typeface="Arial MT"/>
                <a:cs typeface="Arial MT"/>
              </a:rPr>
              <a:t> </a:t>
            </a:r>
            <a:r>
              <a:rPr sz="1600" spc="-10" dirty="0">
                <a:latin typeface="Arial MT"/>
                <a:cs typeface="Arial MT"/>
              </a:rPr>
              <a:t>existing on-</a:t>
            </a:r>
            <a:r>
              <a:rPr sz="1600" dirty="0">
                <a:latin typeface="Arial MT"/>
                <a:cs typeface="Arial MT"/>
              </a:rPr>
              <a:t>premises</a:t>
            </a:r>
            <a:r>
              <a:rPr sz="1600" spc="145" dirty="0">
                <a:latin typeface="Arial MT"/>
                <a:cs typeface="Arial MT"/>
              </a:rPr>
              <a:t> </a:t>
            </a:r>
            <a:r>
              <a:rPr sz="1600" spc="-10" dirty="0">
                <a:latin typeface="Arial MT"/>
                <a:cs typeface="Arial MT"/>
              </a:rPr>
              <a:t>capabilities.</a:t>
            </a:r>
            <a:endParaRPr sz="1600">
              <a:latin typeface="Arial MT"/>
              <a:cs typeface="Arial MT"/>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581234" y="2070304"/>
            <a:ext cx="3048328" cy="771617"/>
          </a:xfrm>
          <a:prstGeom prst="rect">
            <a:avLst/>
          </a:prstGeom>
        </p:spPr>
      </p:pic>
      <p:pic>
        <p:nvPicPr>
          <p:cNvPr id="3" name="object 3"/>
          <p:cNvPicPr/>
          <p:nvPr/>
        </p:nvPicPr>
        <p:blipFill>
          <a:blip r:embed="rId3" cstate="print"/>
          <a:stretch>
            <a:fillRect/>
          </a:stretch>
        </p:blipFill>
        <p:spPr>
          <a:xfrm>
            <a:off x="7715298" y="2089356"/>
            <a:ext cx="1447956" cy="733512"/>
          </a:xfrm>
          <a:prstGeom prst="rect">
            <a:avLst/>
          </a:prstGeom>
        </p:spPr>
      </p:pic>
      <p:sp>
        <p:nvSpPr>
          <p:cNvPr id="4" name="object 4"/>
          <p:cNvSpPr/>
          <p:nvPr/>
        </p:nvSpPr>
        <p:spPr>
          <a:xfrm>
            <a:off x="1390014" y="365125"/>
            <a:ext cx="9402445" cy="876935"/>
          </a:xfrm>
          <a:custGeom>
            <a:avLst/>
            <a:gdLst/>
            <a:ahLst/>
            <a:cxnLst/>
            <a:rect l="l" t="t" r="r" b="b"/>
            <a:pathLst>
              <a:path w="9402445" h="876935">
                <a:moveTo>
                  <a:pt x="9401175" y="876300"/>
                </a:moveTo>
                <a:lnTo>
                  <a:pt x="0" y="876300"/>
                </a:lnTo>
                <a:lnTo>
                  <a:pt x="0" y="0"/>
                </a:lnTo>
                <a:lnTo>
                  <a:pt x="9401175" y="0"/>
                </a:lnTo>
                <a:lnTo>
                  <a:pt x="9401175" y="876300"/>
                </a:lnTo>
                <a:close/>
              </a:path>
            </a:pathLst>
          </a:custGeom>
          <a:solidFill>
            <a:srgbClr val="B1F6EF"/>
          </a:solidFill>
        </p:spPr>
        <p:txBody>
          <a:bodyPr wrap="square" lIns="0" tIns="0" rIns="0" bIns="0" rtlCol="0"/>
          <a:lstStyle/>
          <a:p>
            <a:endParaRPr/>
          </a:p>
        </p:txBody>
      </p:sp>
      <p:sp>
        <p:nvSpPr>
          <p:cNvPr id="5" name="object 5"/>
          <p:cNvSpPr txBox="1"/>
          <p:nvPr/>
        </p:nvSpPr>
        <p:spPr>
          <a:xfrm>
            <a:off x="1762164" y="511194"/>
            <a:ext cx="6256020" cy="544195"/>
          </a:xfrm>
          <a:prstGeom prst="rect">
            <a:avLst/>
          </a:prstGeom>
        </p:spPr>
        <p:txBody>
          <a:bodyPr vert="horz" wrap="square" lIns="0" tIns="12700" rIns="0" bIns="0" rtlCol="0">
            <a:spAutoFit/>
          </a:bodyPr>
          <a:lstStyle/>
          <a:p>
            <a:pPr>
              <a:lnSpc>
                <a:spcPct val="100000"/>
              </a:lnSpc>
              <a:spcBef>
                <a:spcPts val="100"/>
              </a:spcBef>
            </a:pPr>
            <a:r>
              <a:rPr sz="3400" spc="-275" dirty="0">
                <a:solidFill>
                  <a:srgbClr val="569C95"/>
                </a:solidFill>
                <a:latin typeface="Arial MT"/>
                <a:cs typeface="Arial MT"/>
              </a:rPr>
              <a:t>Amazon</a:t>
            </a:r>
            <a:r>
              <a:rPr sz="3400" spc="70" dirty="0">
                <a:solidFill>
                  <a:srgbClr val="569C95"/>
                </a:solidFill>
                <a:latin typeface="Arial MT"/>
                <a:cs typeface="Arial MT"/>
              </a:rPr>
              <a:t> </a:t>
            </a:r>
            <a:r>
              <a:rPr sz="3400" spc="-200" dirty="0">
                <a:solidFill>
                  <a:srgbClr val="31858A"/>
                </a:solidFill>
                <a:latin typeface="Arial MT"/>
                <a:cs typeface="Arial MT"/>
              </a:rPr>
              <a:t>Simple</a:t>
            </a:r>
            <a:r>
              <a:rPr sz="3400" spc="85" dirty="0">
                <a:solidFill>
                  <a:srgbClr val="31858A"/>
                </a:solidFill>
                <a:latin typeface="Arial MT"/>
                <a:cs typeface="Arial MT"/>
              </a:rPr>
              <a:t> </a:t>
            </a:r>
            <a:r>
              <a:rPr sz="3400" spc="-210" dirty="0">
                <a:solidFill>
                  <a:srgbClr val="247E85"/>
                </a:solidFill>
                <a:latin typeface="Arial MT"/>
                <a:cs typeface="Arial MT"/>
              </a:rPr>
              <a:t>Storage</a:t>
            </a:r>
            <a:r>
              <a:rPr sz="3400" spc="50" dirty="0">
                <a:solidFill>
                  <a:srgbClr val="247E85"/>
                </a:solidFill>
                <a:latin typeface="Arial MT"/>
                <a:cs typeface="Arial MT"/>
              </a:rPr>
              <a:t> </a:t>
            </a:r>
            <a:r>
              <a:rPr sz="3400" spc="-280" dirty="0">
                <a:solidFill>
                  <a:srgbClr val="387593"/>
                </a:solidFill>
                <a:latin typeface="Arial MT"/>
                <a:cs typeface="Arial MT"/>
              </a:rPr>
              <a:t>Service</a:t>
            </a:r>
            <a:r>
              <a:rPr sz="3400" spc="65" dirty="0">
                <a:solidFill>
                  <a:srgbClr val="387593"/>
                </a:solidFill>
                <a:latin typeface="Arial MT"/>
                <a:cs typeface="Arial MT"/>
              </a:rPr>
              <a:t> </a:t>
            </a:r>
            <a:r>
              <a:rPr sz="3400" dirty="0">
                <a:solidFill>
                  <a:srgbClr val="248282"/>
                </a:solidFill>
                <a:latin typeface="Arial MT"/>
                <a:cs typeface="Arial MT"/>
              </a:rPr>
              <a:t>-</a:t>
            </a:r>
            <a:r>
              <a:rPr sz="3400" spc="-185" dirty="0">
                <a:solidFill>
                  <a:srgbClr val="248282"/>
                </a:solidFill>
                <a:latin typeface="Arial MT"/>
                <a:cs typeface="Arial MT"/>
              </a:rPr>
              <a:t> </a:t>
            </a:r>
            <a:r>
              <a:rPr sz="3400" spc="-665" dirty="0">
                <a:solidFill>
                  <a:srgbClr val="388591"/>
                </a:solidFill>
                <a:latin typeface="Arial MT"/>
                <a:cs typeface="Arial MT"/>
              </a:rPr>
              <a:t>SP</a:t>
            </a:r>
            <a:endParaRPr sz="3400">
              <a:latin typeface="Arial MT"/>
              <a:cs typeface="Arial MT"/>
            </a:endParaRPr>
          </a:p>
        </p:txBody>
      </p:sp>
      <p:sp>
        <p:nvSpPr>
          <p:cNvPr id="6" name="object 6" descr="$PPTXTitle"/>
          <p:cNvSpPr txBox="1">
            <a:spLocks noGrp="1"/>
          </p:cNvSpPr>
          <p:nvPr>
            <p:ph type="title"/>
          </p:nvPr>
        </p:nvSpPr>
        <p:spPr>
          <a:xfrm>
            <a:off x="9020903" y="358775"/>
            <a:ext cx="1349375" cy="544195"/>
          </a:xfrm>
          <a:prstGeom prst="rect">
            <a:avLst/>
          </a:prstGeom>
        </p:spPr>
        <p:txBody>
          <a:bodyPr vert="horz" wrap="square" lIns="0" tIns="12700" rIns="0" bIns="0" rtlCol="0">
            <a:spAutoFit/>
          </a:bodyPr>
          <a:lstStyle/>
          <a:p>
            <a:pPr marL="25400">
              <a:lnSpc>
                <a:spcPct val="100000"/>
              </a:lnSpc>
              <a:spcBef>
                <a:spcPts val="100"/>
              </a:spcBef>
            </a:pPr>
            <a:r>
              <a:rPr sz="2650" spc="-375" dirty="0">
                <a:solidFill>
                  <a:srgbClr val="648C75"/>
                </a:solidFill>
                <a:latin typeface="Arial MT"/>
                <a:cs typeface="Arial MT"/>
              </a:rPr>
              <a:t>a</a:t>
            </a:r>
            <a:r>
              <a:rPr sz="2150" spc="-375" dirty="0">
                <a:solidFill>
                  <a:srgbClr val="648C75"/>
                </a:solidFill>
                <a:latin typeface="Arial MT"/>
                <a:cs typeface="Arial MT"/>
              </a:rPr>
              <a:t>WS</a:t>
            </a:r>
            <a:r>
              <a:rPr sz="5100" spc="-562" baseline="-19607" dirty="0">
                <a:solidFill>
                  <a:srgbClr val="648C75"/>
                </a:solidFill>
                <a:latin typeface="Arial MT"/>
                <a:cs typeface="Arial MT"/>
              </a:rPr>
              <a:t>.</a:t>
            </a:r>
            <a:r>
              <a:rPr sz="3450" spc="-562" baseline="1207" dirty="0">
                <a:solidFill>
                  <a:srgbClr val="216E87"/>
                </a:solidFill>
                <a:latin typeface="Arial MT"/>
                <a:cs typeface="Arial MT"/>
              </a:rPr>
              <a:t>e</a:t>
            </a:r>
            <a:r>
              <a:rPr sz="3450" spc="300" baseline="1207" dirty="0">
                <a:solidFill>
                  <a:srgbClr val="216E87"/>
                </a:solidFill>
                <a:latin typeface="Arial MT"/>
                <a:cs typeface="Arial MT"/>
              </a:rPr>
              <a:t> </a:t>
            </a:r>
            <a:r>
              <a:rPr sz="3450" spc="-765" baseline="1207" dirty="0">
                <a:solidFill>
                  <a:srgbClr val="1A697E"/>
                </a:solidFill>
                <a:latin typeface="Arial MT"/>
                <a:cs typeface="Arial MT"/>
              </a:rPr>
              <a:t>u</a:t>
            </a:r>
            <a:r>
              <a:rPr sz="3450" spc="44" baseline="1207" dirty="0">
                <a:solidFill>
                  <a:srgbClr val="1A697E"/>
                </a:solidFill>
                <a:latin typeface="Arial MT"/>
                <a:cs typeface="Arial MT"/>
              </a:rPr>
              <a:t>  </a:t>
            </a:r>
            <a:r>
              <a:rPr sz="5100" spc="-37" baseline="-19607" dirty="0">
                <a:solidFill>
                  <a:srgbClr val="1A697E"/>
                </a:solidFill>
                <a:latin typeface="Arial MT"/>
                <a:cs typeface="Arial MT"/>
              </a:rPr>
              <a:t>'</a:t>
            </a:r>
            <a:r>
              <a:rPr sz="3450" spc="-37" baseline="1207" dirty="0">
                <a:solidFill>
                  <a:srgbClr val="1A697E"/>
                </a:solidFill>
                <a:latin typeface="Arial MT"/>
                <a:cs typeface="Arial MT"/>
              </a:rPr>
              <a:t>e</a:t>
            </a:r>
            <a:endParaRPr sz="3450" baseline="1207">
              <a:latin typeface="Arial MT"/>
              <a:cs typeface="Arial MT"/>
            </a:endParaRPr>
          </a:p>
        </p:txBody>
      </p:sp>
      <p:grpSp>
        <p:nvGrpSpPr>
          <p:cNvPr id="7" name="object 7"/>
          <p:cNvGrpSpPr/>
          <p:nvPr/>
        </p:nvGrpSpPr>
        <p:grpSpPr>
          <a:xfrm>
            <a:off x="1390014" y="1336791"/>
            <a:ext cx="3134360" cy="3953510"/>
            <a:chOff x="1390014" y="1336791"/>
            <a:chExt cx="3134360" cy="3953510"/>
          </a:xfrm>
        </p:grpSpPr>
        <p:pic>
          <p:nvPicPr>
            <p:cNvPr id="8" name="object 8"/>
            <p:cNvPicPr/>
            <p:nvPr/>
          </p:nvPicPr>
          <p:blipFill>
            <a:blip r:embed="rId4" cstate="print"/>
            <a:stretch>
              <a:fillRect/>
            </a:stretch>
          </p:blipFill>
          <p:spPr>
            <a:xfrm>
              <a:off x="1390014" y="4156529"/>
              <a:ext cx="3134062" cy="1133610"/>
            </a:xfrm>
            <a:prstGeom prst="rect">
              <a:avLst/>
            </a:prstGeom>
          </p:spPr>
        </p:pic>
        <p:sp>
          <p:nvSpPr>
            <p:cNvPr id="9" name="object 9"/>
            <p:cNvSpPr/>
            <p:nvPr/>
          </p:nvSpPr>
          <p:spPr>
            <a:xfrm>
              <a:off x="1390014" y="1336791"/>
              <a:ext cx="3124835" cy="3943985"/>
            </a:xfrm>
            <a:custGeom>
              <a:avLst/>
              <a:gdLst/>
              <a:ahLst/>
              <a:cxnLst/>
              <a:rect l="l" t="t" r="r" b="b"/>
              <a:pathLst>
                <a:path w="3124835" h="3943985">
                  <a:moveTo>
                    <a:pt x="3124200" y="3943350"/>
                  </a:moveTo>
                  <a:lnTo>
                    <a:pt x="0" y="3943350"/>
                  </a:lnTo>
                  <a:lnTo>
                    <a:pt x="0" y="0"/>
                  </a:lnTo>
                  <a:lnTo>
                    <a:pt x="3124200" y="0"/>
                  </a:lnTo>
                  <a:lnTo>
                    <a:pt x="3124200" y="3943350"/>
                  </a:lnTo>
                  <a:close/>
                </a:path>
              </a:pathLst>
            </a:custGeom>
            <a:solidFill>
              <a:srgbClr val="97DFDB"/>
            </a:solidFill>
          </p:spPr>
          <p:txBody>
            <a:bodyPr wrap="square" lIns="0" tIns="0" rIns="0" bIns="0" rtlCol="0"/>
            <a:lstStyle/>
            <a:p>
              <a:endParaRPr/>
            </a:p>
          </p:txBody>
        </p:sp>
      </p:grpSp>
      <p:sp>
        <p:nvSpPr>
          <p:cNvPr id="10" name="object 10"/>
          <p:cNvSpPr txBox="1"/>
          <p:nvPr/>
        </p:nvSpPr>
        <p:spPr>
          <a:xfrm>
            <a:off x="1390014" y="1336791"/>
            <a:ext cx="3124835" cy="3943985"/>
          </a:xfrm>
          <a:prstGeom prst="rect">
            <a:avLst/>
          </a:prstGeom>
        </p:spPr>
        <p:txBody>
          <a:bodyPr vert="horz" wrap="square" lIns="0" tIns="127000" rIns="0" bIns="0" rtlCol="0">
            <a:spAutoFit/>
          </a:bodyPr>
          <a:lstStyle/>
          <a:p>
            <a:pPr marR="43815" algn="ctr">
              <a:lnSpc>
                <a:spcPct val="100000"/>
              </a:lnSpc>
              <a:spcBef>
                <a:spcPts val="1000"/>
              </a:spcBef>
            </a:pPr>
            <a:r>
              <a:rPr sz="1850" spc="-130" dirty="0">
                <a:solidFill>
                  <a:srgbClr val="4D9C9C"/>
                </a:solidFill>
                <a:latin typeface="Arial MT"/>
                <a:cs typeface="Arial MT"/>
              </a:rPr>
              <a:t>What</a:t>
            </a:r>
            <a:r>
              <a:rPr sz="1850" spc="-25" dirty="0">
                <a:solidFill>
                  <a:srgbClr val="4D9C9C"/>
                </a:solidFill>
                <a:latin typeface="Arial MT"/>
                <a:cs typeface="Arial MT"/>
              </a:rPr>
              <a:t> </a:t>
            </a:r>
            <a:r>
              <a:rPr sz="1850" spc="-150" dirty="0">
                <a:solidFill>
                  <a:srgbClr val="BAFFFF"/>
                </a:solidFill>
                <a:latin typeface="Arial MT"/>
                <a:cs typeface="Arial MT"/>
              </a:rPr>
              <a:t>does</a:t>
            </a:r>
            <a:r>
              <a:rPr sz="1850" spc="-15" dirty="0">
                <a:solidFill>
                  <a:srgbClr val="BAFFFF"/>
                </a:solidFill>
                <a:latin typeface="Arial MT"/>
                <a:cs typeface="Arial MT"/>
              </a:rPr>
              <a:t> </a:t>
            </a:r>
            <a:r>
              <a:rPr sz="1850" spc="-170" dirty="0">
                <a:solidFill>
                  <a:srgbClr val="289389"/>
                </a:solidFill>
                <a:latin typeface="Arial MT"/>
                <a:cs typeface="Arial MT"/>
              </a:rPr>
              <a:t>Amazon</a:t>
            </a:r>
            <a:r>
              <a:rPr sz="1850" spc="35" dirty="0">
                <a:solidFill>
                  <a:srgbClr val="289389"/>
                </a:solidFill>
                <a:latin typeface="Arial MT"/>
                <a:cs typeface="Arial MT"/>
              </a:rPr>
              <a:t> </a:t>
            </a:r>
            <a:r>
              <a:rPr sz="1850" spc="-235" dirty="0">
                <a:solidFill>
                  <a:srgbClr val="1D8580"/>
                </a:solidFill>
                <a:latin typeface="Arial MT"/>
                <a:cs typeface="Arial MT"/>
              </a:rPr>
              <a:t>S3</a:t>
            </a:r>
            <a:r>
              <a:rPr sz="1850" spc="40" dirty="0">
                <a:solidFill>
                  <a:srgbClr val="1D8580"/>
                </a:solidFill>
                <a:latin typeface="Arial MT"/>
                <a:cs typeface="Arial MT"/>
              </a:rPr>
              <a:t> </a:t>
            </a:r>
            <a:r>
              <a:rPr sz="1850" spc="-25" dirty="0">
                <a:solidFill>
                  <a:srgbClr val="449097"/>
                </a:solidFill>
                <a:latin typeface="Arial MT"/>
                <a:cs typeface="Arial MT"/>
              </a:rPr>
              <a:t>do*</a:t>
            </a:r>
            <a:endParaRPr sz="1850">
              <a:latin typeface="Arial MT"/>
              <a:cs typeface="Arial MT"/>
            </a:endParaRPr>
          </a:p>
          <a:p>
            <a:pPr marR="52069" algn="ctr">
              <a:lnSpc>
                <a:spcPts val="2170"/>
              </a:lnSpc>
              <a:spcBef>
                <a:spcPts val="1055"/>
              </a:spcBef>
            </a:pPr>
            <a:r>
              <a:rPr sz="1950" spc="-195" dirty="0">
                <a:solidFill>
                  <a:srgbClr val="4F828C"/>
                </a:solidFill>
                <a:latin typeface="Arial MT"/>
                <a:cs typeface="Arial MT"/>
              </a:rPr>
              <a:t>What</a:t>
            </a:r>
            <a:r>
              <a:rPr sz="1950" spc="-5" dirty="0">
                <a:solidFill>
                  <a:srgbClr val="4F828C"/>
                </a:solidFill>
                <a:latin typeface="Arial MT"/>
                <a:cs typeface="Arial MT"/>
              </a:rPr>
              <a:t> </a:t>
            </a:r>
            <a:r>
              <a:rPr sz="1950" spc="-170" dirty="0">
                <a:solidFill>
                  <a:srgbClr val="338E90"/>
                </a:solidFill>
                <a:latin typeface="Arial MT"/>
                <a:cs typeface="Arial MT"/>
              </a:rPr>
              <a:t>problem</a:t>
            </a:r>
            <a:r>
              <a:rPr sz="1950" spc="30" dirty="0">
                <a:solidFill>
                  <a:srgbClr val="338E90"/>
                </a:solidFill>
                <a:latin typeface="Arial MT"/>
                <a:cs typeface="Arial MT"/>
              </a:rPr>
              <a:t> </a:t>
            </a:r>
            <a:r>
              <a:rPr sz="1950" spc="-220" dirty="0">
                <a:solidFill>
                  <a:srgbClr val="B3FFF7"/>
                </a:solidFill>
                <a:latin typeface="Arial MT"/>
                <a:cs typeface="Arial MT"/>
              </a:rPr>
              <a:t>does</a:t>
            </a:r>
            <a:r>
              <a:rPr sz="1950" spc="-35" dirty="0">
                <a:solidFill>
                  <a:srgbClr val="B3FFF7"/>
                </a:solidFill>
                <a:latin typeface="Arial MT"/>
                <a:cs typeface="Arial MT"/>
              </a:rPr>
              <a:t> </a:t>
            </a:r>
            <a:r>
              <a:rPr sz="1950" spc="-240" dirty="0">
                <a:solidFill>
                  <a:srgbClr val="31908C"/>
                </a:solidFill>
                <a:latin typeface="Arial MT"/>
                <a:cs typeface="Arial MT"/>
              </a:rPr>
              <a:t>Amazon</a:t>
            </a:r>
            <a:r>
              <a:rPr sz="1950" spc="75" dirty="0">
                <a:solidFill>
                  <a:srgbClr val="31908C"/>
                </a:solidFill>
                <a:latin typeface="Arial MT"/>
                <a:cs typeface="Arial MT"/>
              </a:rPr>
              <a:t> </a:t>
            </a:r>
            <a:r>
              <a:rPr sz="1950" spc="-330" dirty="0">
                <a:solidFill>
                  <a:srgbClr val="7CCDCC"/>
                </a:solidFill>
                <a:latin typeface="Arial MT"/>
                <a:cs typeface="Arial MT"/>
              </a:rPr>
              <a:t>S3</a:t>
            </a:r>
            <a:endParaRPr sz="1950">
              <a:latin typeface="Arial MT"/>
              <a:cs typeface="Arial MT"/>
            </a:endParaRPr>
          </a:p>
          <a:p>
            <a:pPr marR="53340" algn="ctr">
              <a:lnSpc>
                <a:spcPts val="2275"/>
              </a:lnSpc>
            </a:pPr>
            <a:r>
              <a:rPr sz="2050" spc="-265" dirty="0">
                <a:solidFill>
                  <a:srgbClr val="56B6AE"/>
                </a:solidFill>
                <a:latin typeface="Arial MT"/>
                <a:cs typeface="Arial MT"/>
              </a:rPr>
              <a:t>solve?</a:t>
            </a:r>
            <a:endParaRPr sz="2050">
              <a:latin typeface="Arial MT"/>
              <a:cs typeface="Arial MT"/>
            </a:endParaRPr>
          </a:p>
          <a:p>
            <a:pPr marL="415925" marR="462280" algn="ctr">
              <a:lnSpc>
                <a:spcPts val="2100"/>
              </a:lnSpc>
              <a:spcBef>
                <a:spcPts val="250"/>
              </a:spcBef>
            </a:pPr>
            <a:r>
              <a:rPr sz="1950" spc="-195" dirty="0">
                <a:solidFill>
                  <a:srgbClr val="498A8E"/>
                </a:solidFill>
                <a:latin typeface="Arial MT"/>
                <a:cs typeface="Arial MT"/>
              </a:rPr>
              <a:t>What</a:t>
            </a:r>
            <a:r>
              <a:rPr sz="1950" spc="-35" dirty="0">
                <a:solidFill>
                  <a:srgbClr val="498A8E"/>
                </a:solidFill>
                <a:latin typeface="Arial MT"/>
                <a:cs typeface="Arial MT"/>
              </a:rPr>
              <a:t> </a:t>
            </a:r>
            <a:r>
              <a:rPr sz="1950" spc="-210" dirty="0">
                <a:solidFill>
                  <a:srgbClr val="418E93"/>
                </a:solidFill>
                <a:latin typeface="Arial MT"/>
                <a:cs typeface="Arial MT"/>
              </a:rPr>
              <a:t>are</a:t>
            </a:r>
            <a:r>
              <a:rPr sz="1950" spc="-105" dirty="0">
                <a:solidFill>
                  <a:srgbClr val="418E93"/>
                </a:solidFill>
                <a:latin typeface="Arial MT"/>
                <a:cs typeface="Arial MT"/>
              </a:rPr>
              <a:t> </a:t>
            </a:r>
            <a:r>
              <a:rPr sz="1950" spc="-130" dirty="0">
                <a:solidFill>
                  <a:srgbClr val="B8F9EF"/>
                </a:solidFill>
                <a:latin typeface="Arial MT"/>
                <a:cs typeface="Arial MT"/>
              </a:rPr>
              <a:t>the</a:t>
            </a:r>
            <a:r>
              <a:rPr sz="1950" spc="-70" dirty="0">
                <a:solidFill>
                  <a:srgbClr val="B8F9EF"/>
                </a:solidFill>
                <a:latin typeface="Arial MT"/>
                <a:cs typeface="Arial MT"/>
              </a:rPr>
              <a:t> </a:t>
            </a:r>
            <a:r>
              <a:rPr sz="1950" spc="-140" dirty="0">
                <a:solidFill>
                  <a:srgbClr val="4BAAA7"/>
                </a:solidFill>
                <a:latin typeface="Arial MT"/>
                <a:cs typeface="Arial MT"/>
              </a:rPr>
              <a:t>benefits</a:t>
            </a:r>
            <a:r>
              <a:rPr sz="1950" spc="50" dirty="0">
                <a:solidFill>
                  <a:srgbClr val="4BAAA7"/>
                </a:solidFill>
                <a:latin typeface="Arial MT"/>
                <a:cs typeface="Arial MT"/>
              </a:rPr>
              <a:t> </a:t>
            </a:r>
            <a:r>
              <a:rPr sz="1950" spc="-25" dirty="0">
                <a:solidFill>
                  <a:srgbClr val="269795"/>
                </a:solidFill>
                <a:latin typeface="Arial MT"/>
                <a:cs typeface="Arial MT"/>
              </a:rPr>
              <a:t>of </a:t>
            </a:r>
            <a:r>
              <a:rPr sz="1950" spc="-240" dirty="0">
                <a:solidFill>
                  <a:srgbClr val="1F9785"/>
                </a:solidFill>
                <a:latin typeface="Arial MT"/>
                <a:cs typeface="Arial MT"/>
              </a:rPr>
              <a:t>Amazon</a:t>
            </a:r>
            <a:r>
              <a:rPr sz="1950" spc="75" dirty="0">
                <a:solidFill>
                  <a:srgbClr val="1F9785"/>
                </a:solidFill>
                <a:latin typeface="Arial MT"/>
                <a:cs typeface="Arial MT"/>
              </a:rPr>
              <a:t> </a:t>
            </a:r>
            <a:r>
              <a:rPr sz="1950" spc="-355" dirty="0">
                <a:solidFill>
                  <a:srgbClr val="3D9C9A"/>
                </a:solidFill>
                <a:latin typeface="Arial MT"/>
                <a:cs typeface="Arial MT"/>
              </a:rPr>
              <a:t>S3?</a:t>
            </a:r>
            <a:endParaRPr sz="1950">
              <a:latin typeface="Arial MT"/>
              <a:cs typeface="Arial MT"/>
            </a:endParaRPr>
          </a:p>
          <a:p>
            <a:pPr marR="57785" algn="ctr">
              <a:lnSpc>
                <a:spcPts val="2075"/>
              </a:lnSpc>
            </a:pPr>
            <a:r>
              <a:rPr sz="1950" spc="-235" dirty="0">
                <a:solidFill>
                  <a:srgbClr val="499C97"/>
                </a:solidFill>
                <a:latin typeface="Arial MT"/>
                <a:cs typeface="Arial MT"/>
              </a:rPr>
              <a:t>How</a:t>
            </a:r>
            <a:r>
              <a:rPr sz="1950" spc="-50" dirty="0">
                <a:solidFill>
                  <a:srgbClr val="499C97"/>
                </a:solidFill>
                <a:latin typeface="Arial MT"/>
                <a:cs typeface="Arial MT"/>
              </a:rPr>
              <a:t> </a:t>
            </a:r>
            <a:r>
              <a:rPr sz="1950" spc="-229" dirty="0">
                <a:solidFill>
                  <a:srgbClr val="38958C"/>
                </a:solidFill>
                <a:latin typeface="Arial MT"/>
                <a:cs typeface="Arial MT"/>
              </a:rPr>
              <a:t>can</a:t>
            </a:r>
            <a:r>
              <a:rPr sz="1950" spc="-75" dirty="0">
                <a:solidFill>
                  <a:srgbClr val="38958C"/>
                </a:solidFill>
                <a:latin typeface="Arial MT"/>
                <a:cs typeface="Arial MT"/>
              </a:rPr>
              <a:t> </a:t>
            </a:r>
            <a:r>
              <a:rPr sz="1950" spc="-120" dirty="0">
                <a:solidFill>
                  <a:srgbClr val="2DA38E"/>
                </a:solidFill>
                <a:latin typeface="Arial MT"/>
                <a:cs typeface="Arial MT"/>
              </a:rPr>
              <a:t>I</a:t>
            </a:r>
            <a:r>
              <a:rPr sz="1950" spc="-95" dirty="0">
                <a:solidFill>
                  <a:srgbClr val="2DA38E"/>
                </a:solidFill>
                <a:latin typeface="Arial MT"/>
                <a:cs typeface="Arial MT"/>
              </a:rPr>
              <a:t> </a:t>
            </a:r>
            <a:r>
              <a:rPr sz="1950" spc="-155" dirty="0">
                <a:solidFill>
                  <a:srgbClr val="498E95"/>
                </a:solidFill>
                <a:latin typeface="Arial MT"/>
                <a:cs typeface="Arial MT"/>
              </a:rPr>
              <a:t>architect</a:t>
            </a:r>
            <a:r>
              <a:rPr sz="1950" spc="45" dirty="0">
                <a:solidFill>
                  <a:srgbClr val="498E95"/>
                </a:solidFill>
                <a:latin typeface="Arial MT"/>
                <a:cs typeface="Arial MT"/>
              </a:rPr>
              <a:t> </a:t>
            </a:r>
            <a:r>
              <a:rPr sz="1950" spc="-240" dirty="0">
                <a:solidFill>
                  <a:srgbClr val="3D9A91"/>
                </a:solidFill>
                <a:latin typeface="Arial MT"/>
                <a:cs typeface="Arial MT"/>
              </a:rPr>
              <a:t>a</a:t>
            </a:r>
            <a:r>
              <a:rPr sz="1950" spc="-114" dirty="0">
                <a:solidFill>
                  <a:srgbClr val="3D9A91"/>
                </a:solidFill>
                <a:latin typeface="Arial MT"/>
                <a:cs typeface="Arial MT"/>
              </a:rPr>
              <a:t> </a:t>
            </a:r>
            <a:r>
              <a:rPr sz="1950" spc="-10" dirty="0">
                <a:solidFill>
                  <a:srgbClr val="75BFBF"/>
                </a:solidFill>
                <a:latin typeface="Arial MT"/>
                <a:cs typeface="Arial MT"/>
              </a:rPr>
              <a:t>cloud</a:t>
            </a:r>
            <a:endParaRPr sz="1950">
              <a:latin typeface="Arial MT"/>
              <a:cs typeface="Arial MT"/>
            </a:endParaRPr>
          </a:p>
          <a:p>
            <a:pPr marR="47625" algn="ctr">
              <a:lnSpc>
                <a:spcPts val="2255"/>
              </a:lnSpc>
            </a:pPr>
            <a:r>
              <a:rPr sz="2000" spc="-165" dirty="0">
                <a:solidFill>
                  <a:srgbClr val="429C9C"/>
                </a:solidFill>
                <a:latin typeface="Arial MT"/>
                <a:cs typeface="Arial MT"/>
              </a:rPr>
              <a:t>solution</a:t>
            </a:r>
            <a:r>
              <a:rPr sz="2000" spc="-20" dirty="0">
                <a:solidFill>
                  <a:srgbClr val="429C9C"/>
                </a:solidFill>
                <a:latin typeface="Arial MT"/>
                <a:cs typeface="Arial MT"/>
              </a:rPr>
              <a:t> </a:t>
            </a:r>
            <a:r>
              <a:rPr sz="2000" spc="-165" dirty="0">
                <a:solidFill>
                  <a:srgbClr val="AAF4ED"/>
                </a:solidFill>
                <a:latin typeface="Arial MT"/>
                <a:cs typeface="Arial MT"/>
              </a:rPr>
              <a:t>by</a:t>
            </a:r>
            <a:r>
              <a:rPr sz="2000" spc="-170" dirty="0">
                <a:solidFill>
                  <a:srgbClr val="AAF4ED"/>
                </a:solidFill>
                <a:latin typeface="Arial MT"/>
                <a:cs typeface="Arial MT"/>
              </a:rPr>
              <a:t> </a:t>
            </a:r>
            <a:r>
              <a:rPr sz="2000" spc="-204" dirty="0">
                <a:solidFill>
                  <a:srgbClr val="338E89"/>
                </a:solidFill>
                <a:latin typeface="Arial MT"/>
                <a:cs typeface="Arial MT"/>
              </a:rPr>
              <a:t>using</a:t>
            </a:r>
            <a:r>
              <a:rPr sz="2000" spc="5" dirty="0">
                <a:solidFill>
                  <a:srgbClr val="338E89"/>
                </a:solidFill>
                <a:latin typeface="Arial MT"/>
                <a:cs typeface="Arial MT"/>
              </a:rPr>
              <a:t> </a:t>
            </a:r>
            <a:r>
              <a:rPr sz="2000" spc="-275" dirty="0">
                <a:solidFill>
                  <a:srgbClr val="3B8E89"/>
                </a:solidFill>
                <a:latin typeface="Arial MT"/>
                <a:cs typeface="Arial MT"/>
              </a:rPr>
              <a:t>Amazon</a:t>
            </a:r>
            <a:r>
              <a:rPr sz="2000" spc="35" dirty="0">
                <a:solidFill>
                  <a:srgbClr val="3B8E89"/>
                </a:solidFill>
                <a:latin typeface="Arial MT"/>
                <a:cs typeface="Arial MT"/>
              </a:rPr>
              <a:t> </a:t>
            </a:r>
            <a:r>
              <a:rPr sz="2000" spc="-375" dirty="0">
                <a:solidFill>
                  <a:srgbClr val="3AACA3"/>
                </a:solidFill>
                <a:latin typeface="Arial MT"/>
                <a:cs typeface="Arial MT"/>
              </a:rPr>
              <a:t>S3?</a:t>
            </a:r>
            <a:endParaRPr sz="2000">
              <a:latin typeface="Arial MT"/>
              <a:cs typeface="Arial MT"/>
            </a:endParaRPr>
          </a:p>
          <a:p>
            <a:pPr marR="50800" algn="ctr">
              <a:lnSpc>
                <a:spcPct val="100000"/>
              </a:lnSpc>
              <a:spcBef>
                <a:spcPts val="1050"/>
              </a:spcBef>
            </a:pPr>
            <a:r>
              <a:rPr sz="2000" spc="-260" dirty="0">
                <a:solidFill>
                  <a:srgbClr val="AA3FB1"/>
                </a:solidFill>
                <a:latin typeface="Arial MT"/>
                <a:cs typeface="Arial MT"/>
              </a:rPr>
              <a:t>How</a:t>
            </a:r>
            <a:r>
              <a:rPr sz="2000" dirty="0">
                <a:solidFill>
                  <a:srgbClr val="AA3FB1"/>
                </a:solidFill>
                <a:latin typeface="Arial MT"/>
                <a:cs typeface="Arial MT"/>
              </a:rPr>
              <a:t> </a:t>
            </a:r>
            <a:r>
              <a:rPr sz="2000" spc="-285" dirty="0">
                <a:solidFill>
                  <a:srgbClr val="D62FC8"/>
                </a:solidFill>
                <a:latin typeface="Arial MT"/>
                <a:cs typeface="Arial MT"/>
              </a:rPr>
              <a:t>can</a:t>
            </a:r>
            <a:r>
              <a:rPr sz="2000" spc="-75" dirty="0">
                <a:solidFill>
                  <a:srgbClr val="D62FC8"/>
                </a:solidFill>
                <a:latin typeface="Arial MT"/>
                <a:cs typeface="Arial MT"/>
              </a:rPr>
              <a:t> </a:t>
            </a:r>
            <a:r>
              <a:rPr sz="2000" spc="-135" dirty="0">
                <a:solidFill>
                  <a:srgbClr val="BC2FC3"/>
                </a:solidFill>
                <a:latin typeface="Arial MT"/>
                <a:cs typeface="Arial MT"/>
              </a:rPr>
              <a:t>I</a:t>
            </a:r>
            <a:r>
              <a:rPr sz="2000" spc="-95" dirty="0">
                <a:solidFill>
                  <a:srgbClr val="BC2FC3"/>
                </a:solidFill>
                <a:latin typeface="Arial MT"/>
                <a:cs typeface="Arial MT"/>
              </a:rPr>
              <a:t> </a:t>
            </a:r>
            <a:r>
              <a:rPr sz="2000" spc="-285" dirty="0">
                <a:solidFill>
                  <a:srgbClr val="C33AC4"/>
                </a:solidFill>
                <a:latin typeface="Arial MT"/>
                <a:cs typeface="Arial MT"/>
              </a:rPr>
              <a:t>use</a:t>
            </a:r>
            <a:r>
              <a:rPr sz="2000" spc="15" dirty="0">
                <a:solidFill>
                  <a:srgbClr val="C33AC4"/>
                </a:solidFill>
                <a:latin typeface="Arial MT"/>
                <a:cs typeface="Arial MT"/>
              </a:rPr>
              <a:t> </a:t>
            </a:r>
            <a:r>
              <a:rPr sz="2000" spc="-275" dirty="0">
                <a:solidFill>
                  <a:srgbClr val="C836CF"/>
                </a:solidFill>
                <a:latin typeface="Arial MT"/>
                <a:cs typeface="Arial MT"/>
              </a:rPr>
              <a:t>Amazon</a:t>
            </a:r>
            <a:r>
              <a:rPr sz="2000" spc="10" dirty="0">
                <a:solidFill>
                  <a:srgbClr val="C836CF"/>
                </a:solidFill>
                <a:latin typeface="Arial MT"/>
                <a:cs typeface="Arial MT"/>
              </a:rPr>
              <a:t> </a:t>
            </a:r>
            <a:r>
              <a:rPr sz="2000" spc="-375" dirty="0">
                <a:solidFill>
                  <a:srgbClr val="CF21D1"/>
                </a:solidFill>
                <a:latin typeface="Arial MT"/>
                <a:cs typeface="Arial MT"/>
              </a:rPr>
              <a:t>S3?</a:t>
            </a:r>
            <a:endParaRPr sz="2000">
              <a:latin typeface="Arial MT"/>
              <a:cs typeface="Arial MT"/>
            </a:endParaRPr>
          </a:p>
          <a:p>
            <a:pPr marL="73025" marR="121920" algn="ctr">
              <a:lnSpc>
                <a:spcPts val="2030"/>
              </a:lnSpc>
              <a:spcBef>
                <a:spcPts val="1355"/>
              </a:spcBef>
            </a:pPr>
            <a:r>
              <a:rPr sz="2000" spc="-220" dirty="0">
                <a:solidFill>
                  <a:srgbClr val="507585"/>
                </a:solidFill>
                <a:latin typeface="Arial MT"/>
                <a:cs typeface="Arial MT"/>
              </a:rPr>
              <a:t>What</a:t>
            </a:r>
            <a:r>
              <a:rPr sz="2000" spc="-65" dirty="0">
                <a:solidFill>
                  <a:srgbClr val="507585"/>
                </a:solidFill>
                <a:latin typeface="Arial MT"/>
                <a:cs typeface="Arial MT"/>
              </a:rPr>
              <a:t> </a:t>
            </a:r>
            <a:r>
              <a:rPr sz="2000" spc="-250" dirty="0">
                <a:solidFill>
                  <a:srgbClr val="A5D1D8"/>
                </a:solidFill>
                <a:latin typeface="Arial MT"/>
                <a:cs typeface="Arial MT"/>
              </a:rPr>
              <a:t>else</a:t>
            </a:r>
            <a:r>
              <a:rPr sz="2000" spc="-50" dirty="0">
                <a:solidFill>
                  <a:srgbClr val="A5D1D8"/>
                </a:solidFill>
                <a:latin typeface="Arial MT"/>
                <a:cs typeface="Arial MT"/>
              </a:rPr>
              <a:t> </a:t>
            </a:r>
            <a:r>
              <a:rPr sz="2000" spc="-195" dirty="0">
                <a:solidFill>
                  <a:srgbClr val="217B79"/>
                </a:solidFill>
                <a:latin typeface="Arial MT"/>
                <a:cs typeface="Arial MT"/>
              </a:rPr>
              <a:t>should</a:t>
            </a:r>
            <a:r>
              <a:rPr sz="2000" spc="-95" dirty="0">
                <a:solidFill>
                  <a:srgbClr val="217B79"/>
                </a:solidFill>
                <a:latin typeface="Arial MT"/>
                <a:cs typeface="Arial MT"/>
              </a:rPr>
              <a:t> </a:t>
            </a:r>
            <a:r>
              <a:rPr sz="2000" spc="-135" dirty="0">
                <a:solidFill>
                  <a:srgbClr val="9AFFFF"/>
                </a:solidFill>
                <a:latin typeface="Arial MT"/>
                <a:cs typeface="Arial MT"/>
              </a:rPr>
              <a:t>I</a:t>
            </a:r>
            <a:r>
              <a:rPr sz="2000" spc="-90" dirty="0">
                <a:solidFill>
                  <a:srgbClr val="9AFFFF"/>
                </a:solidFill>
                <a:latin typeface="Arial MT"/>
                <a:cs typeface="Arial MT"/>
              </a:rPr>
              <a:t> </a:t>
            </a:r>
            <a:r>
              <a:rPr sz="2000" spc="-254" dirty="0">
                <a:solidFill>
                  <a:srgbClr val="388E8C"/>
                </a:solidFill>
                <a:latin typeface="Arial MT"/>
                <a:cs typeface="Arial MT"/>
              </a:rPr>
              <a:t>keep</a:t>
            </a:r>
            <a:r>
              <a:rPr sz="2000" spc="-20" dirty="0">
                <a:solidFill>
                  <a:srgbClr val="388E8C"/>
                </a:solidFill>
                <a:latin typeface="Arial MT"/>
                <a:cs typeface="Arial MT"/>
              </a:rPr>
              <a:t> </a:t>
            </a:r>
            <a:r>
              <a:rPr sz="2000" spc="-135" dirty="0">
                <a:solidFill>
                  <a:srgbClr val="2D978C"/>
                </a:solidFill>
                <a:latin typeface="Arial MT"/>
                <a:cs typeface="Arial MT"/>
              </a:rPr>
              <a:t>in </a:t>
            </a:r>
            <a:r>
              <a:rPr sz="2000" spc="-114" dirty="0">
                <a:solidFill>
                  <a:srgbClr val="2B8C85"/>
                </a:solidFill>
                <a:latin typeface="Arial MT"/>
                <a:cs typeface="Arial MT"/>
              </a:rPr>
              <a:t>mind </a:t>
            </a:r>
            <a:r>
              <a:rPr sz="2000" spc="-240" dirty="0">
                <a:solidFill>
                  <a:srgbClr val="368A87"/>
                </a:solidFill>
                <a:latin typeface="Arial MT"/>
                <a:cs typeface="Arial MT"/>
              </a:rPr>
              <a:t>when</a:t>
            </a:r>
            <a:r>
              <a:rPr sz="2000" spc="-75" dirty="0">
                <a:solidFill>
                  <a:srgbClr val="368A87"/>
                </a:solidFill>
                <a:latin typeface="Arial MT"/>
                <a:cs typeface="Arial MT"/>
              </a:rPr>
              <a:t> </a:t>
            </a:r>
            <a:r>
              <a:rPr sz="3000" spc="-225" baseline="2777" dirty="0">
                <a:solidFill>
                  <a:srgbClr val="54AEA1"/>
                </a:solidFill>
                <a:latin typeface="Arial MT"/>
                <a:cs typeface="Arial MT"/>
              </a:rPr>
              <a:t>usin</a:t>
            </a:r>
            <a:r>
              <a:rPr sz="3000" spc="-225" baseline="-6944" dirty="0">
                <a:solidFill>
                  <a:srgbClr val="54AEA1"/>
                </a:solidFill>
                <a:latin typeface="Arial MT"/>
                <a:cs typeface="Arial MT"/>
              </a:rPr>
              <a:t>9</a:t>
            </a:r>
            <a:r>
              <a:rPr sz="3000" spc="-405" baseline="-6944" dirty="0">
                <a:solidFill>
                  <a:srgbClr val="54AEA1"/>
                </a:solidFill>
                <a:latin typeface="Arial MT"/>
                <a:cs typeface="Arial MT"/>
              </a:rPr>
              <a:t> </a:t>
            </a:r>
            <a:r>
              <a:rPr sz="2000" spc="-275" dirty="0">
                <a:solidFill>
                  <a:srgbClr val="369085"/>
                </a:solidFill>
                <a:latin typeface="Arial MT"/>
                <a:cs typeface="Arial MT"/>
              </a:rPr>
              <a:t>Amazon</a:t>
            </a:r>
            <a:r>
              <a:rPr sz="2000" spc="40" dirty="0">
                <a:solidFill>
                  <a:srgbClr val="369085"/>
                </a:solidFill>
                <a:latin typeface="Arial MT"/>
                <a:cs typeface="Arial MT"/>
              </a:rPr>
              <a:t> </a:t>
            </a:r>
            <a:r>
              <a:rPr sz="2000" spc="-25" dirty="0">
                <a:solidFill>
                  <a:srgbClr val="3B9E99"/>
                </a:solidFill>
                <a:latin typeface="Arial MT"/>
                <a:cs typeface="Arial MT"/>
              </a:rPr>
              <a:t>S3*</a:t>
            </a:r>
            <a:endParaRPr sz="2000">
              <a:latin typeface="Arial MT"/>
              <a:cs typeface="Arial MT"/>
            </a:endParaRPr>
          </a:p>
          <a:p>
            <a:pPr marR="59055" algn="ctr">
              <a:lnSpc>
                <a:spcPts val="2035"/>
              </a:lnSpc>
              <a:spcBef>
                <a:spcPts val="290"/>
              </a:spcBef>
            </a:pPr>
            <a:r>
              <a:rPr sz="1700" dirty="0">
                <a:solidFill>
                  <a:srgbClr val="3D9390"/>
                </a:solidFill>
                <a:latin typeface="Arial MT"/>
                <a:cs typeface="Arial MT"/>
              </a:rPr>
              <a:t>How</a:t>
            </a:r>
            <a:r>
              <a:rPr sz="1700" spc="-85" dirty="0">
                <a:solidFill>
                  <a:srgbClr val="3D9390"/>
                </a:solidFill>
                <a:latin typeface="Arial MT"/>
                <a:cs typeface="Arial MT"/>
              </a:rPr>
              <a:t> </a:t>
            </a:r>
            <a:r>
              <a:rPr sz="1700" spc="-50" dirty="0">
                <a:solidFill>
                  <a:srgbClr val="388E89"/>
                </a:solidFill>
                <a:latin typeface="Arial MT"/>
                <a:cs typeface="Arial MT"/>
              </a:rPr>
              <a:t>much</a:t>
            </a:r>
            <a:r>
              <a:rPr sz="1700" spc="-70" dirty="0">
                <a:solidFill>
                  <a:srgbClr val="388E89"/>
                </a:solidFill>
                <a:latin typeface="Arial MT"/>
                <a:cs typeface="Arial MT"/>
              </a:rPr>
              <a:t> </a:t>
            </a:r>
            <a:r>
              <a:rPr sz="1700" i="1" spc="-20" dirty="0">
                <a:solidFill>
                  <a:srgbClr val="2D6E6E"/>
                </a:solidFill>
                <a:latin typeface="Arial"/>
                <a:cs typeface="Arial"/>
              </a:rPr>
              <a:t>dOes</a:t>
            </a:r>
            <a:endParaRPr sz="1700">
              <a:latin typeface="Arial"/>
              <a:cs typeface="Arial"/>
            </a:endParaRPr>
          </a:p>
          <a:p>
            <a:pPr marR="40640" algn="ctr">
              <a:lnSpc>
                <a:spcPts val="2035"/>
              </a:lnSpc>
            </a:pPr>
            <a:r>
              <a:rPr sz="1700" spc="-140" dirty="0">
                <a:solidFill>
                  <a:srgbClr val="368E8E"/>
                </a:solidFill>
                <a:latin typeface="Arial MT"/>
                <a:cs typeface="Arial MT"/>
              </a:rPr>
              <a:t>AmazOn</a:t>
            </a:r>
            <a:r>
              <a:rPr sz="1700" spc="40" dirty="0">
                <a:solidFill>
                  <a:srgbClr val="368E8E"/>
                </a:solidFill>
                <a:latin typeface="Arial MT"/>
                <a:cs typeface="Arial MT"/>
              </a:rPr>
              <a:t> </a:t>
            </a:r>
            <a:r>
              <a:rPr sz="1700" spc="-135" dirty="0">
                <a:solidFill>
                  <a:srgbClr val="99DDD8"/>
                </a:solidFill>
                <a:latin typeface="Arial MT"/>
                <a:cs typeface="Arial MT"/>
              </a:rPr>
              <a:t>S3</a:t>
            </a:r>
            <a:r>
              <a:rPr sz="1700" spc="15" dirty="0">
                <a:solidFill>
                  <a:srgbClr val="99DDD8"/>
                </a:solidFill>
                <a:latin typeface="Arial MT"/>
                <a:cs typeface="Arial MT"/>
              </a:rPr>
              <a:t> </a:t>
            </a:r>
            <a:r>
              <a:rPr sz="1700" spc="-10" dirty="0">
                <a:solidFill>
                  <a:srgbClr val="449E9A"/>
                </a:solidFill>
                <a:latin typeface="Arial MT"/>
                <a:cs typeface="Arial MT"/>
              </a:rPr>
              <a:t>cost?</a:t>
            </a:r>
            <a:endParaRPr sz="1700">
              <a:latin typeface="Arial MT"/>
              <a:cs typeface="Arial MT"/>
            </a:endParaRPr>
          </a:p>
        </p:txBody>
      </p:sp>
      <p:sp>
        <p:nvSpPr>
          <p:cNvPr id="11" name="object 11"/>
          <p:cNvSpPr txBox="1"/>
          <p:nvPr/>
        </p:nvSpPr>
        <p:spPr>
          <a:xfrm>
            <a:off x="9300444" y="2187795"/>
            <a:ext cx="1430655" cy="494665"/>
          </a:xfrm>
          <a:prstGeom prst="rect">
            <a:avLst/>
          </a:prstGeom>
        </p:spPr>
        <p:txBody>
          <a:bodyPr vert="horz" wrap="square" lIns="0" tIns="12700" rIns="0" bIns="0" rtlCol="0">
            <a:spAutoFit/>
          </a:bodyPr>
          <a:lstStyle/>
          <a:p>
            <a:pPr marL="8890" algn="ctr">
              <a:lnSpc>
                <a:spcPct val="100000"/>
              </a:lnSpc>
              <a:spcBef>
                <a:spcPts val="100"/>
              </a:spcBef>
            </a:pPr>
            <a:r>
              <a:rPr sz="1600" spc="-120" dirty="0">
                <a:solidFill>
                  <a:srgbClr val="CDF7FF"/>
                </a:solidFill>
                <a:latin typeface="Arial MT"/>
                <a:cs typeface="Arial MT"/>
              </a:rPr>
              <a:t>Data</a:t>
            </a:r>
            <a:r>
              <a:rPr sz="1600" spc="75" dirty="0">
                <a:solidFill>
                  <a:srgbClr val="CDF7FF"/>
                </a:solidFill>
                <a:latin typeface="Arial MT"/>
                <a:cs typeface="Arial MT"/>
              </a:rPr>
              <a:t> </a:t>
            </a:r>
            <a:r>
              <a:rPr sz="1600" spc="-170" dirty="0">
                <a:solidFill>
                  <a:srgbClr val="3B8CCD"/>
                </a:solidFill>
                <a:latin typeface="Arial MT"/>
                <a:cs typeface="Arial MT"/>
              </a:rPr>
              <a:t>takes</a:t>
            </a:r>
            <a:r>
              <a:rPr sz="1600" spc="-5" dirty="0">
                <a:solidFill>
                  <a:srgbClr val="3B8CCD"/>
                </a:solidFill>
                <a:latin typeface="Arial MT"/>
                <a:cs typeface="Arial MT"/>
              </a:rPr>
              <a:t> </a:t>
            </a:r>
            <a:r>
              <a:rPr sz="1600" spc="-25" dirty="0">
                <a:solidFill>
                  <a:srgbClr val="4B91C6"/>
                </a:solidFill>
                <a:latin typeface="Arial MT"/>
                <a:cs typeface="Arial MT"/>
              </a:rPr>
              <a:t>and</a:t>
            </a:r>
            <a:endParaRPr sz="1600">
              <a:latin typeface="Arial MT"/>
              <a:cs typeface="Arial MT"/>
            </a:endParaRPr>
          </a:p>
          <a:p>
            <a:pPr algn="ctr">
              <a:lnSpc>
                <a:spcPct val="100000"/>
              </a:lnSpc>
              <a:spcBef>
                <a:spcPts val="30"/>
              </a:spcBef>
            </a:pPr>
            <a:r>
              <a:rPr sz="1450" dirty="0">
                <a:solidFill>
                  <a:srgbClr val="317291"/>
                </a:solidFill>
                <a:latin typeface="Arial MT"/>
                <a:cs typeface="Arial MT"/>
              </a:rPr>
              <a:t>big</a:t>
            </a:r>
            <a:r>
              <a:rPr sz="1450" spc="-45" dirty="0">
                <a:solidFill>
                  <a:srgbClr val="317291"/>
                </a:solidFill>
                <a:latin typeface="Arial MT"/>
                <a:cs typeface="Arial MT"/>
              </a:rPr>
              <a:t> </a:t>
            </a:r>
            <a:r>
              <a:rPr sz="1450" dirty="0">
                <a:solidFill>
                  <a:srgbClr val="3F5B6B"/>
                </a:solidFill>
                <a:latin typeface="Arial MT"/>
                <a:cs typeface="Arial MT"/>
              </a:rPr>
              <a:t>data</a:t>
            </a:r>
            <a:r>
              <a:rPr sz="1450" spc="-10" dirty="0">
                <a:solidFill>
                  <a:srgbClr val="3F5B6B"/>
                </a:solidFill>
                <a:latin typeface="Arial MT"/>
                <a:cs typeface="Arial MT"/>
              </a:rPr>
              <a:t> </a:t>
            </a:r>
            <a:r>
              <a:rPr sz="1450" spc="-30" dirty="0">
                <a:solidFill>
                  <a:srgbClr val="83D1FF"/>
                </a:solidFill>
                <a:latin typeface="Arial MT"/>
                <a:cs typeface="Arial MT"/>
              </a:rPr>
              <a:t>anal\rtîcs</a:t>
            </a:r>
            <a:endParaRPr sz="1450">
              <a:latin typeface="Arial MT"/>
              <a:cs typeface="Arial MT"/>
            </a:endParaRPr>
          </a:p>
        </p:txBody>
      </p:sp>
      <p:pic>
        <p:nvPicPr>
          <p:cNvPr id="12" name="object 12"/>
          <p:cNvPicPr/>
          <p:nvPr/>
        </p:nvPicPr>
        <p:blipFill>
          <a:blip r:embed="rId5" cstate="print"/>
          <a:stretch>
            <a:fillRect/>
          </a:stretch>
        </p:blipFill>
        <p:spPr>
          <a:xfrm>
            <a:off x="1675795" y="5423506"/>
            <a:ext cx="2667287" cy="114313"/>
          </a:xfrm>
          <a:prstGeom prst="rect">
            <a:avLst/>
          </a:prstGeom>
        </p:spPr>
      </p:pic>
      <p:sp>
        <p:nvSpPr>
          <p:cNvPr id="13" name="object 13"/>
          <p:cNvSpPr txBox="1"/>
          <p:nvPr/>
        </p:nvSpPr>
        <p:spPr>
          <a:xfrm>
            <a:off x="4776877" y="1355449"/>
            <a:ext cx="5399405" cy="584200"/>
          </a:xfrm>
          <a:prstGeom prst="rect">
            <a:avLst/>
          </a:prstGeom>
        </p:spPr>
        <p:txBody>
          <a:bodyPr vert="horz" wrap="square" lIns="0" tIns="36830" rIns="0" bIns="0" rtlCol="0">
            <a:spAutoFit/>
          </a:bodyPr>
          <a:lstStyle/>
          <a:p>
            <a:pPr marL="12700">
              <a:lnSpc>
                <a:spcPct val="100000"/>
              </a:lnSpc>
              <a:spcBef>
                <a:spcPts val="290"/>
              </a:spcBef>
            </a:pPr>
            <a:r>
              <a:rPr sz="1700" spc="-105" dirty="0">
                <a:latin typeface="Arial MT"/>
                <a:cs typeface="Arial MT"/>
              </a:rPr>
              <a:t>Cnoose</a:t>
            </a:r>
            <a:r>
              <a:rPr sz="1700" spc="15" dirty="0">
                <a:latin typeface="Arial MT"/>
                <a:cs typeface="Arial MT"/>
              </a:rPr>
              <a:t> </a:t>
            </a:r>
            <a:r>
              <a:rPr sz="1700" spc="-114" dirty="0">
                <a:latin typeface="Arial MT"/>
                <a:cs typeface="Arial MT"/>
              </a:rPr>
              <a:t>each</a:t>
            </a:r>
            <a:r>
              <a:rPr sz="1700" dirty="0">
                <a:latin typeface="Arial MT"/>
                <a:cs typeface="Arial MT"/>
              </a:rPr>
              <a:t> button to</a:t>
            </a:r>
            <a:r>
              <a:rPr sz="1700" spc="-80" dirty="0">
                <a:latin typeface="Arial MT"/>
                <a:cs typeface="Arial MT"/>
              </a:rPr>
              <a:t> </a:t>
            </a:r>
            <a:r>
              <a:rPr sz="1700" spc="-45" dirty="0">
                <a:latin typeface="Arial MT"/>
                <a:cs typeface="Arial MT"/>
              </a:rPr>
              <a:t>learn</a:t>
            </a:r>
            <a:r>
              <a:rPr sz="1700" spc="-5" dirty="0">
                <a:latin typeface="Arial MT"/>
                <a:cs typeface="Arial MT"/>
              </a:rPr>
              <a:t> </a:t>
            </a:r>
            <a:r>
              <a:rPr sz="1700" spc="-10" dirty="0">
                <a:solidFill>
                  <a:srgbClr val="1A1A1A"/>
                </a:solidFill>
                <a:latin typeface="Arial MT"/>
                <a:cs typeface="Arial MT"/>
              </a:rPr>
              <a:t>more</a:t>
            </a:r>
            <a:r>
              <a:rPr sz="1700" dirty="0">
                <a:solidFill>
                  <a:srgbClr val="1A1A1A"/>
                </a:solidFill>
                <a:latin typeface="Arial MT"/>
                <a:cs typeface="Arial MT"/>
              </a:rPr>
              <a:t> </a:t>
            </a:r>
            <a:r>
              <a:rPr sz="1700" dirty="0">
                <a:latin typeface="Arial MT"/>
                <a:cs typeface="Arial MT"/>
              </a:rPr>
              <a:t>about</a:t>
            </a:r>
            <a:r>
              <a:rPr sz="1700" spc="40" dirty="0">
                <a:latin typeface="Arial MT"/>
                <a:cs typeface="Arial MT"/>
              </a:rPr>
              <a:t> </a:t>
            </a:r>
            <a:r>
              <a:rPr sz="1700" spc="-114" dirty="0">
                <a:latin typeface="Arial MT"/>
                <a:cs typeface="Arial MT"/>
              </a:rPr>
              <a:t>ways</a:t>
            </a:r>
            <a:r>
              <a:rPr sz="1700" dirty="0">
                <a:latin typeface="Arial MT"/>
                <a:cs typeface="Arial MT"/>
              </a:rPr>
              <a:t> </a:t>
            </a:r>
            <a:r>
              <a:rPr sz="1700" spc="-20" dirty="0">
                <a:solidFill>
                  <a:srgbClr val="111111"/>
                </a:solidFill>
                <a:latin typeface="Arial MT"/>
                <a:cs typeface="Arial MT"/>
              </a:rPr>
              <a:t>you</a:t>
            </a:r>
            <a:r>
              <a:rPr sz="1700" spc="-55" dirty="0">
                <a:solidFill>
                  <a:srgbClr val="111111"/>
                </a:solidFill>
                <a:latin typeface="Arial MT"/>
                <a:cs typeface="Arial MT"/>
              </a:rPr>
              <a:t> </a:t>
            </a:r>
            <a:r>
              <a:rPr sz="1700" spc="-95" dirty="0">
                <a:latin typeface="Arial MT"/>
                <a:cs typeface="Arial MT"/>
              </a:rPr>
              <a:t>can</a:t>
            </a:r>
            <a:r>
              <a:rPr sz="1700" spc="-10" dirty="0">
                <a:latin typeface="Arial MT"/>
                <a:cs typeface="Arial MT"/>
              </a:rPr>
              <a:t> </a:t>
            </a:r>
            <a:r>
              <a:rPr sz="1700" spc="-25" dirty="0">
                <a:latin typeface="Arial MT"/>
                <a:cs typeface="Arial MT"/>
              </a:rPr>
              <a:t>use</a:t>
            </a:r>
            <a:endParaRPr sz="1700">
              <a:latin typeface="Arial MT"/>
              <a:cs typeface="Arial MT"/>
            </a:endParaRPr>
          </a:p>
          <a:p>
            <a:pPr marL="13970">
              <a:lnSpc>
                <a:spcPct val="100000"/>
              </a:lnSpc>
              <a:spcBef>
                <a:spcPts val="185"/>
              </a:spcBef>
            </a:pPr>
            <a:r>
              <a:rPr sz="1650" spc="-25" dirty="0">
                <a:latin typeface="Arial MT"/>
                <a:cs typeface="Arial MT"/>
              </a:rPr>
              <a:t>Amazon</a:t>
            </a:r>
            <a:r>
              <a:rPr sz="1650" spc="-15" dirty="0">
                <a:latin typeface="Arial MT"/>
                <a:cs typeface="Arial MT"/>
              </a:rPr>
              <a:t> </a:t>
            </a:r>
            <a:r>
              <a:rPr sz="1650" spc="-25" dirty="0">
                <a:latin typeface="Arial MT"/>
                <a:cs typeface="Arial MT"/>
              </a:rPr>
              <a:t>SP.</a:t>
            </a:r>
            <a:endParaRPr sz="1650">
              <a:latin typeface="Arial MT"/>
              <a:cs typeface="Arial MT"/>
            </a:endParaRPr>
          </a:p>
        </p:txBody>
      </p:sp>
      <p:sp>
        <p:nvSpPr>
          <p:cNvPr id="14" name="object 14"/>
          <p:cNvSpPr txBox="1"/>
          <p:nvPr/>
        </p:nvSpPr>
        <p:spPr>
          <a:xfrm>
            <a:off x="4774628" y="2943853"/>
            <a:ext cx="5385435" cy="1130935"/>
          </a:xfrm>
          <a:prstGeom prst="rect">
            <a:avLst/>
          </a:prstGeom>
        </p:spPr>
        <p:txBody>
          <a:bodyPr vert="horz" wrap="square" lIns="0" tIns="12700" rIns="0" bIns="0" rtlCol="0">
            <a:spAutoFit/>
          </a:bodyPr>
          <a:lstStyle/>
          <a:p>
            <a:pPr marL="12700" marR="5080" indent="2540">
              <a:lnSpc>
                <a:spcPct val="106600"/>
              </a:lnSpc>
              <a:spcBef>
                <a:spcPts val="100"/>
              </a:spcBef>
            </a:pPr>
            <a:r>
              <a:rPr sz="1700" spc="-130" dirty="0">
                <a:solidFill>
                  <a:srgbClr val="333333"/>
                </a:solidFill>
                <a:latin typeface="Arial MT"/>
                <a:cs typeface="Arial MT"/>
              </a:rPr>
              <a:t>You</a:t>
            </a:r>
            <a:r>
              <a:rPr sz="1700" spc="10" dirty="0">
                <a:solidFill>
                  <a:srgbClr val="333333"/>
                </a:solidFill>
                <a:latin typeface="Arial MT"/>
                <a:cs typeface="Arial MT"/>
              </a:rPr>
              <a:t> </a:t>
            </a:r>
            <a:r>
              <a:rPr sz="1700" spc="-100" dirty="0">
                <a:latin typeface="Arial MT"/>
                <a:cs typeface="Arial MT"/>
              </a:rPr>
              <a:t>can</a:t>
            </a:r>
            <a:r>
              <a:rPr sz="1700" spc="-20" dirty="0">
                <a:latin typeface="Arial MT"/>
                <a:cs typeface="Arial MT"/>
              </a:rPr>
              <a:t> </a:t>
            </a:r>
            <a:r>
              <a:rPr sz="1700" spc="-10" dirty="0">
                <a:latin typeface="Arial MT"/>
                <a:cs typeface="Arial MT"/>
              </a:rPr>
              <a:t>protect</a:t>
            </a:r>
            <a:r>
              <a:rPr sz="1700" spc="-30" dirty="0">
                <a:latin typeface="Arial MT"/>
                <a:cs typeface="Arial MT"/>
              </a:rPr>
              <a:t> </a:t>
            </a:r>
            <a:r>
              <a:rPr sz="1700" spc="-20" dirty="0">
                <a:latin typeface="Arial MT"/>
                <a:cs typeface="Arial MT"/>
              </a:rPr>
              <a:t>critical</a:t>
            </a:r>
            <a:r>
              <a:rPr sz="1700" spc="-25" dirty="0">
                <a:latin typeface="Arial MT"/>
                <a:cs typeface="Arial MT"/>
              </a:rPr>
              <a:t> </a:t>
            </a:r>
            <a:r>
              <a:rPr sz="1700" spc="-60" dirty="0">
                <a:latin typeface="Arial MT"/>
                <a:cs typeface="Arial MT"/>
              </a:rPr>
              <a:t>data, </a:t>
            </a:r>
            <a:r>
              <a:rPr sz="1700" spc="-45" dirty="0">
                <a:latin typeface="Arial MT"/>
                <a:cs typeface="Arial MT"/>
              </a:rPr>
              <a:t>applications,</a:t>
            </a:r>
            <a:r>
              <a:rPr sz="1700" spc="15" dirty="0">
                <a:latin typeface="Arial MT"/>
                <a:cs typeface="Arial MT"/>
              </a:rPr>
              <a:t> </a:t>
            </a:r>
            <a:r>
              <a:rPr sz="1700" spc="-55" dirty="0">
                <a:solidFill>
                  <a:srgbClr val="1F1F1F"/>
                </a:solidFill>
                <a:latin typeface="Arial MT"/>
                <a:cs typeface="Arial MT"/>
              </a:rPr>
              <a:t>and</a:t>
            </a:r>
            <a:r>
              <a:rPr sz="1700" spc="-60" dirty="0">
                <a:solidFill>
                  <a:srgbClr val="1F1F1F"/>
                </a:solidFill>
                <a:latin typeface="Arial MT"/>
                <a:cs typeface="Arial MT"/>
              </a:rPr>
              <a:t> </a:t>
            </a:r>
            <a:r>
              <a:rPr sz="1700" spc="-55" dirty="0">
                <a:solidFill>
                  <a:srgbClr val="282828"/>
                </a:solidFill>
                <a:latin typeface="Arial MT"/>
                <a:cs typeface="Arial MT"/>
              </a:rPr>
              <a:t>IT</a:t>
            </a:r>
            <a:r>
              <a:rPr sz="1700" spc="-65" dirty="0">
                <a:solidFill>
                  <a:srgbClr val="282828"/>
                </a:solidFill>
                <a:latin typeface="Arial MT"/>
                <a:cs typeface="Arial MT"/>
              </a:rPr>
              <a:t> </a:t>
            </a:r>
            <a:r>
              <a:rPr sz="1700" spc="-10" dirty="0">
                <a:latin typeface="Arial MT"/>
                <a:cs typeface="Arial MT"/>
              </a:rPr>
              <a:t>systems </a:t>
            </a:r>
            <a:r>
              <a:rPr sz="1700" dirty="0">
                <a:latin typeface="Arial MT"/>
                <a:cs typeface="Arial MT"/>
              </a:rPr>
              <a:t>with</a:t>
            </a:r>
            <a:r>
              <a:rPr sz="1700" spc="-114" dirty="0">
                <a:latin typeface="Arial MT"/>
                <a:cs typeface="Arial MT"/>
              </a:rPr>
              <a:t> </a:t>
            </a:r>
            <a:r>
              <a:rPr sz="1700" spc="-70" dirty="0">
                <a:latin typeface="Arial MT"/>
                <a:cs typeface="Arial MT"/>
              </a:rPr>
              <a:t>Amazon</a:t>
            </a:r>
            <a:r>
              <a:rPr sz="1700" spc="90" dirty="0">
                <a:latin typeface="Arial MT"/>
                <a:cs typeface="Arial MT"/>
              </a:rPr>
              <a:t> </a:t>
            </a:r>
            <a:r>
              <a:rPr sz="1700" spc="-290" dirty="0">
                <a:solidFill>
                  <a:srgbClr val="131313"/>
                </a:solidFill>
                <a:latin typeface="Arial MT"/>
                <a:cs typeface="Arial MT"/>
              </a:rPr>
              <a:t>SP</a:t>
            </a:r>
            <a:r>
              <a:rPr sz="1700" spc="100" dirty="0">
                <a:solidFill>
                  <a:srgbClr val="131313"/>
                </a:solidFill>
                <a:latin typeface="Arial MT"/>
                <a:cs typeface="Arial MT"/>
              </a:rPr>
              <a:t> </a:t>
            </a:r>
            <a:r>
              <a:rPr sz="1700" dirty="0">
                <a:solidFill>
                  <a:srgbClr val="0F0F0F"/>
                </a:solidFill>
                <a:latin typeface="Arial MT"/>
                <a:cs typeface="Arial MT"/>
              </a:rPr>
              <a:t>that</a:t>
            </a:r>
            <a:r>
              <a:rPr sz="1700" spc="-30" dirty="0">
                <a:solidFill>
                  <a:srgbClr val="0F0F0F"/>
                </a:solidFill>
                <a:latin typeface="Arial MT"/>
                <a:cs typeface="Arial MT"/>
              </a:rPr>
              <a:t> </a:t>
            </a:r>
            <a:r>
              <a:rPr sz="1700" spc="-105" dirty="0">
                <a:latin typeface="Arial MT"/>
                <a:cs typeface="Arial MT"/>
              </a:rPr>
              <a:t>are</a:t>
            </a:r>
            <a:r>
              <a:rPr sz="1700" spc="-10" dirty="0">
                <a:latin typeface="Arial MT"/>
                <a:cs typeface="Arial MT"/>
              </a:rPr>
              <a:t> </a:t>
            </a:r>
            <a:r>
              <a:rPr sz="1700" spc="-10" dirty="0">
                <a:solidFill>
                  <a:srgbClr val="1A1A1A"/>
                </a:solidFill>
                <a:latin typeface="Arial MT"/>
                <a:cs typeface="Arial MT"/>
              </a:rPr>
              <a:t>running</a:t>
            </a:r>
            <a:r>
              <a:rPr sz="1700" spc="35" dirty="0">
                <a:solidFill>
                  <a:srgbClr val="1A1A1A"/>
                </a:solidFill>
                <a:latin typeface="Arial MT"/>
                <a:cs typeface="Arial MT"/>
              </a:rPr>
              <a:t> </a:t>
            </a:r>
            <a:r>
              <a:rPr sz="1700" dirty="0">
                <a:solidFill>
                  <a:srgbClr val="3F3F3F"/>
                </a:solidFill>
                <a:latin typeface="Arial MT"/>
                <a:cs typeface="Arial MT"/>
              </a:rPr>
              <a:t>in</a:t>
            </a:r>
            <a:r>
              <a:rPr sz="1700" spc="-35" dirty="0">
                <a:solidFill>
                  <a:srgbClr val="3F3F3F"/>
                </a:solidFill>
                <a:latin typeface="Arial MT"/>
                <a:cs typeface="Arial MT"/>
              </a:rPr>
              <a:t> </a:t>
            </a:r>
            <a:r>
              <a:rPr sz="1700" dirty="0">
                <a:latin typeface="Arial MT"/>
                <a:cs typeface="Arial MT"/>
              </a:rPr>
              <a:t>the</a:t>
            </a:r>
            <a:r>
              <a:rPr sz="1700" spc="-30" dirty="0">
                <a:latin typeface="Arial MT"/>
                <a:cs typeface="Arial MT"/>
              </a:rPr>
              <a:t> </a:t>
            </a:r>
            <a:r>
              <a:rPr sz="1700" spc="-210" dirty="0">
                <a:latin typeface="Arial MT"/>
                <a:cs typeface="Arial MT"/>
              </a:rPr>
              <a:t>AWS</a:t>
            </a:r>
            <a:r>
              <a:rPr sz="1700" spc="50" dirty="0">
                <a:latin typeface="Arial MT"/>
                <a:cs typeface="Arial MT"/>
              </a:rPr>
              <a:t> </a:t>
            </a:r>
            <a:r>
              <a:rPr sz="1700" spc="-70" dirty="0">
                <a:solidFill>
                  <a:srgbClr val="0E0E0E"/>
                </a:solidFill>
                <a:latin typeface="Arial MT"/>
                <a:cs typeface="Arial MT"/>
              </a:rPr>
              <a:t>Cloud</a:t>
            </a:r>
            <a:r>
              <a:rPr sz="1700" spc="-10" dirty="0">
                <a:solidFill>
                  <a:srgbClr val="0E0E0E"/>
                </a:solidFill>
                <a:latin typeface="Arial MT"/>
                <a:cs typeface="Arial MT"/>
              </a:rPr>
              <a:t> </a:t>
            </a:r>
            <a:r>
              <a:rPr sz="1700" dirty="0">
                <a:solidFill>
                  <a:srgbClr val="212121"/>
                </a:solidFill>
                <a:latin typeface="Arial MT"/>
                <a:cs typeface="Arial MT"/>
              </a:rPr>
              <a:t>or</a:t>
            </a:r>
            <a:r>
              <a:rPr sz="1700" spc="15" dirty="0">
                <a:solidFill>
                  <a:srgbClr val="212121"/>
                </a:solidFill>
                <a:latin typeface="Arial MT"/>
                <a:cs typeface="Arial MT"/>
              </a:rPr>
              <a:t> </a:t>
            </a:r>
            <a:r>
              <a:rPr sz="1700" spc="-25" dirty="0">
                <a:solidFill>
                  <a:srgbClr val="0E0E0E"/>
                </a:solidFill>
                <a:latin typeface="Arial MT"/>
                <a:cs typeface="Arial MT"/>
              </a:rPr>
              <a:t>in </a:t>
            </a:r>
            <a:r>
              <a:rPr sz="1700" spc="-10" dirty="0">
                <a:latin typeface="Arial MT"/>
                <a:cs typeface="Arial MT"/>
              </a:rPr>
              <a:t>your</a:t>
            </a:r>
            <a:r>
              <a:rPr sz="1700" spc="-30" dirty="0">
                <a:latin typeface="Arial MT"/>
                <a:cs typeface="Arial MT"/>
              </a:rPr>
              <a:t> </a:t>
            </a:r>
            <a:r>
              <a:rPr sz="1700" spc="-75" dirty="0">
                <a:latin typeface="Arial MT"/>
                <a:cs typeface="Arial MT"/>
              </a:rPr>
              <a:t>on-</a:t>
            </a:r>
            <a:r>
              <a:rPr sz="1700" spc="-45" dirty="0">
                <a:latin typeface="Arial MT"/>
                <a:cs typeface="Arial MT"/>
              </a:rPr>
              <a:t>premises</a:t>
            </a:r>
            <a:r>
              <a:rPr sz="1700" spc="80" dirty="0">
                <a:latin typeface="Arial MT"/>
                <a:cs typeface="Arial MT"/>
              </a:rPr>
              <a:t> </a:t>
            </a:r>
            <a:r>
              <a:rPr sz="1700" spc="-35" dirty="0">
                <a:latin typeface="Arial MT"/>
                <a:cs typeface="Arial MT"/>
              </a:rPr>
              <a:t>environment.</a:t>
            </a:r>
            <a:r>
              <a:rPr sz="1700" spc="30" dirty="0">
                <a:latin typeface="Arial MT"/>
                <a:cs typeface="Arial MT"/>
              </a:rPr>
              <a:t> </a:t>
            </a:r>
            <a:r>
              <a:rPr sz="1700" spc="-130" dirty="0">
                <a:latin typeface="Arial MT"/>
                <a:cs typeface="Arial MT"/>
              </a:rPr>
              <a:t>You</a:t>
            </a:r>
            <a:r>
              <a:rPr sz="1700" spc="10" dirty="0">
                <a:latin typeface="Arial MT"/>
                <a:cs typeface="Arial MT"/>
              </a:rPr>
              <a:t> </a:t>
            </a:r>
            <a:r>
              <a:rPr sz="1700" spc="-110" dirty="0">
                <a:latin typeface="Arial MT"/>
                <a:cs typeface="Arial MT"/>
              </a:rPr>
              <a:t>can</a:t>
            </a:r>
            <a:r>
              <a:rPr sz="1700" spc="-10" dirty="0">
                <a:latin typeface="Arial MT"/>
                <a:cs typeface="Arial MT"/>
              </a:rPr>
              <a:t> </a:t>
            </a:r>
            <a:r>
              <a:rPr sz="1700" spc="-50" dirty="0">
                <a:latin typeface="Arial MT"/>
                <a:cs typeface="Arial MT"/>
              </a:rPr>
              <a:t>avoid</a:t>
            </a:r>
            <a:r>
              <a:rPr sz="1700" spc="-35" dirty="0">
                <a:latin typeface="Arial MT"/>
                <a:cs typeface="Arial MT"/>
              </a:rPr>
              <a:t> </a:t>
            </a:r>
            <a:r>
              <a:rPr sz="1700" dirty="0">
                <a:solidFill>
                  <a:srgbClr val="2B2B2B"/>
                </a:solidFill>
                <a:latin typeface="Arial MT"/>
                <a:cs typeface="Arial MT"/>
              </a:rPr>
              <a:t>tne</a:t>
            </a:r>
            <a:r>
              <a:rPr sz="1700" spc="-60" dirty="0">
                <a:solidFill>
                  <a:srgbClr val="2B2B2B"/>
                </a:solidFill>
                <a:latin typeface="Arial MT"/>
                <a:cs typeface="Arial MT"/>
              </a:rPr>
              <a:t> </a:t>
            </a:r>
            <a:r>
              <a:rPr sz="1700" spc="-55" dirty="0">
                <a:latin typeface="Arial MT"/>
                <a:cs typeface="Arial MT"/>
              </a:rPr>
              <a:t>expense </a:t>
            </a:r>
            <a:r>
              <a:rPr sz="1700" dirty="0">
                <a:latin typeface="Arial MT"/>
                <a:cs typeface="Arial MT"/>
              </a:rPr>
              <a:t>of</a:t>
            </a:r>
            <a:r>
              <a:rPr sz="1700" spc="-35" dirty="0">
                <a:latin typeface="Arial MT"/>
                <a:cs typeface="Arial MT"/>
              </a:rPr>
              <a:t> </a:t>
            </a:r>
            <a:r>
              <a:rPr sz="1700" spc="-280" dirty="0">
                <a:latin typeface="Arial MT"/>
                <a:cs typeface="Arial MT"/>
              </a:rPr>
              <a:t>a</a:t>
            </a:r>
            <a:r>
              <a:rPr sz="1700" spc="130" dirty="0">
                <a:latin typeface="Arial MT"/>
                <a:cs typeface="Arial MT"/>
              </a:rPr>
              <a:t> </a:t>
            </a:r>
            <a:r>
              <a:rPr sz="1700" spc="-90" dirty="0">
                <a:latin typeface="Arial MT"/>
                <a:cs typeface="Arial MT"/>
              </a:rPr>
              <a:t>second</a:t>
            </a:r>
            <a:r>
              <a:rPr sz="1700" spc="5" dirty="0">
                <a:latin typeface="Arial MT"/>
                <a:cs typeface="Arial MT"/>
              </a:rPr>
              <a:t> </a:t>
            </a:r>
            <a:r>
              <a:rPr sz="1700" spc="-55" dirty="0">
                <a:latin typeface="Arial MT"/>
                <a:cs typeface="Arial MT"/>
              </a:rPr>
              <a:t>physical</a:t>
            </a:r>
            <a:r>
              <a:rPr sz="1700" dirty="0">
                <a:latin typeface="Arial MT"/>
                <a:cs typeface="Arial MT"/>
              </a:rPr>
              <a:t> </a:t>
            </a:r>
            <a:r>
              <a:rPr sz="1700" spc="-10" dirty="0">
                <a:latin typeface="Arial MT"/>
                <a:cs typeface="Arial MT"/>
              </a:rPr>
              <a:t>site.</a:t>
            </a:r>
            <a:endParaRPr sz="1700">
              <a:latin typeface="Arial MT"/>
              <a:cs typeface="Arial MT"/>
            </a:endParaRPr>
          </a:p>
        </p:txBody>
      </p:sp>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365885" y="365125"/>
            <a:ext cx="9459341" cy="5248909"/>
          </a:xfrm>
          <a:prstGeom prst="rect">
            <a:avLst/>
          </a:prstGeom>
        </p:spPr>
      </p:pic>
      <p:sp>
        <p:nvSpPr>
          <p:cNvPr id="3" name="object 3"/>
          <p:cNvSpPr txBox="1"/>
          <p:nvPr/>
        </p:nvSpPr>
        <p:spPr>
          <a:xfrm>
            <a:off x="4827226" y="1363784"/>
            <a:ext cx="5399405" cy="568960"/>
          </a:xfrm>
          <a:prstGeom prst="rect">
            <a:avLst/>
          </a:prstGeom>
        </p:spPr>
        <p:txBody>
          <a:bodyPr vert="horz" wrap="square" lIns="0" tIns="3175" rIns="0" bIns="0" rtlCol="0">
            <a:spAutoFit/>
          </a:bodyPr>
          <a:lstStyle/>
          <a:p>
            <a:pPr marL="12700" marR="5080" indent="-635">
              <a:lnSpc>
                <a:spcPct val="103600"/>
              </a:lnSpc>
              <a:spcBef>
                <a:spcPts val="25"/>
              </a:spcBef>
            </a:pPr>
            <a:r>
              <a:rPr sz="1750" spc="-225" dirty="0">
                <a:solidFill>
                  <a:srgbClr val="0F0F0F"/>
                </a:solidFill>
                <a:latin typeface="Verdana"/>
                <a:cs typeface="Verdana"/>
              </a:rPr>
              <a:t>Cnoose</a:t>
            </a:r>
            <a:r>
              <a:rPr sz="1750" spc="10" dirty="0">
                <a:solidFill>
                  <a:srgbClr val="0F0F0F"/>
                </a:solidFill>
                <a:latin typeface="Verdana"/>
                <a:cs typeface="Verdana"/>
              </a:rPr>
              <a:t> </a:t>
            </a:r>
            <a:r>
              <a:rPr sz="1750" spc="-225" dirty="0">
                <a:latin typeface="Verdana"/>
                <a:cs typeface="Verdana"/>
              </a:rPr>
              <a:t>each</a:t>
            </a:r>
            <a:r>
              <a:rPr sz="1750" spc="-75" dirty="0">
                <a:latin typeface="Verdana"/>
                <a:cs typeface="Verdana"/>
              </a:rPr>
              <a:t> </a:t>
            </a:r>
            <a:r>
              <a:rPr sz="1750" spc="-165" dirty="0">
                <a:latin typeface="Verdana"/>
                <a:cs typeface="Verdana"/>
              </a:rPr>
              <a:t>button</a:t>
            </a:r>
            <a:r>
              <a:rPr sz="1750" spc="-35" dirty="0">
                <a:latin typeface="Verdana"/>
                <a:cs typeface="Verdana"/>
              </a:rPr>
              <a:t> </a:t>
            </a:r>
            <a:r>
              <a:rPr sz="1750" spc="-125" dirty="0">
                <a:latin typeface="Verdana"/>
                <a:cs typeface="Verdana"/>
              </a:rPr>
              <a:t>to</a:t>
            </a:r>
            <a:r>
              <a:rPr sz="1750" spc="-195" dirty="0">
                <a:latin typeface="Verdana"/>
                <a:cs typeface="Verdana"/>
              </a:rPr>
              <a:t> </a:t>
            </a:r>
            <a:r>
              <a:rPr sz="1750" spc="-190" dirty="0">
                <a:latin typeface="Verdana"/>
                <a:cs typeface="Verdana"/>
              </a:rPr>
              <a:t>learn</a:t>
            </a:r>
            <a:r>
              <a:rPr sz="1750" spc="-75" dirty="0">
                <a:latin typeface="Verdana"/>
                <a:cs typeface="Verdana"/>
              </a:rPr>
              <a:t> </a:t>
            </a:r>
            <a:r>
              <a:rPr sz="1750" spc="-215" dirty="0">
                <a:solidFill>
                  <a:srgbClr val="232323"/>
                </a:solidFill>
                <a:latin typeface="Verdana"/>
                <a:cs typeface="Verdana"/>
              </a:rPr>
              <a:t>more</a:t>
            </a:r>
            <a:r>
              <a:rPr sz="1750" spc="-50" dirty="0">
                <a:solidFill>
                  <a:srgbClr val="232323"/>
                </a:solidFill>
                <a:latin typeface="Verdana"/>
                <a:cs typeface="Verdana"/>
              </a:rPr>
              <a:t> </a:t>
            </a:r>
            <a:r>
              <a:rPr sz="1750" spc="-180" dirty="0">
                <a:latin typeface="Verdana"/>
                <a:cs typeface="Verdana"/>
              </a:rPr>
              <a:t>about</a:t>
            </a:r>
            <a:r>
              <a:rPr sz="1750" spc="-70" dirty="0">
                <a:latin typeface="Verdana"/>
                <a:cs typeface="Verdana"/>
              </a:rPr>
              <a:t> </a:t>
            </a:r>
            <a:r>
              <a:rPr sz="1750" spc="-254" dirty="0">
                <a:latin typeface="Verdana"/>
                <a:cs typeface="Verdana"/>
              </a:rPr>
              <a:t>ways</a:t>
            </a:r>
            <a:r>
              <a:rPr sz="1750" spc="-90" dirty="0">
                <a:latin typeface="Verdana"/>
                <a:cs typeface="Verdana"/>
              </a:rPr>
              <a:t> </a:t>
            </a:r>
            <a:r>
              <a:rPr sz="1750" spc="-204" dirty="0">
                <a:solidFill>
                  <a:srgbClr val="212121"/>
                </a:solidFill>
                <a:latin typeface="Verdana"/>
                <a:cs typeface="Verdana"/>
              </a:rPr>
              <a:t>you</a:t>
            </a:r>
            <a:r>
              <a:rPr sz="1750" spc="-140" dirty="0">
                <a:solidFill>
                  <a:srgbClr val="212121"/>
                </a:solidFill>
                <a:latin typeface="Verdana"/>
                <a:cs typeface="Verdana"/>
              </a:rPr>
              <a:t> </a:t>
            </a:r>
            <a:r>
              <a:rPr sz="1750" spc="-220" dirty="0">
                <a:latin typeface="Verdana"/>
                <a:cs typeface="Verdana"/>
              </a:rPr>
              <a:t>can</a:t>
            </a:r>
            <a:r>
              <a:rPr sz="1750" spc="-105" dirty="0">
                <a:latin typeface="Verdana"/>
                <a:cs typeface="Verdana"/>
              </a:rPr>
              <a:t> </a:t>
            </a:r>
            <a:r>
              <a:rPr sz="1750" spc="-110" dirty="0">
                <a:latin typeface="Verdana"/>
                <a:cs typeface="Verdana"/>
              </a:rPr>
              <a:t>use </a:t>
            </a:r>
            <a:r>
              <a:rPr sz="1750" spc="-235" dirty="0">
                <a:latin typeface="Verdana"/>
                <a:cs typeface="Verdana"/>
              </a:rPr>
              <a:t>Amazon</a:t>
            </a:r>
            <a:r>
              <a:rPr sz="1750" spc="20" dirty="0">
                <a:latin typeface="Verdana"/>
                <a:cs typeface="Verdana"/>
              </a:rPr>
              <a:t> </a:t>
            </a:r>
            <a:r>
              <a:rPr sz="1750" spc="-25" dirty="0">
                <a:solidFill>
                  <a:srgbClr val="0E0E0E"/>
                </a:solidFill>
                <a:latin typeface="Verdana"/>
                <a:cs typeface="Verdana"/>
              </a:rPr>
              <a:t>SP.</a:t>
            </a:r>
            <a:endParaRPr sz="1750">
              <a:latin typeface="Verdana"/>
              <a:cs typeface="Verdana"/>
            </a:endParaRPr>
          </a:p>
        </p:txBody>
      </p:sp>
      <p:sp>
        <p:nvSpPr>
          <p:cNvPr id="4" name="object 4"/>
          <p:cNvSpPr txBox="1"/>
          <p:nvPr/>
        </p:nvSpPr>
        <p:spPr>
          <a:xfrm>
            <a:off x="4818623" y="2934330"/>
            <a:ext cx="5567045" cy="1692910"/>
          </a:xfrm>
          <a:prstGeom prst="rect">
            <a:avLst/>
          </a:prstGeom>
        </p:spPr>
        <p:txBody>
          <a:bodyPr vert="horz" wrap="square" lIns="0" tIns="10795" rIns="0" bIns="0" rtlCol="0">
            <a:spAutoFit/>
          </a:bodyPr>
          <a:lstStyle/>
          <a:p>
            <a:pPr marL="13970" marR="5080" indent="-1905">
              <a:lnSpc>
                <a:spcPct val="107400"/>
              </a:lnSpc>
              <a:spcBef>
                <a:spcPts val="85"/>
              </a:spcBef>
            </a:pPr>
            <a:r>
              <a:rPr sz="1700" spc="-170" dirty="0">
                <a:latin typeface="Verdana"/>
                <a:cs typeface="Verdana"/>
              </a:rPr>
              <a:t>Retire</a:t>
            </a:r>
            <a:r>
              <a:rPr sz="1700" spc="-45" dirty="0">
                <a:latin typeface="Verdana"/>
                <a:cs typeface="Verdana"/>
              </a:rPr>
              <a:t> </a:t>
            </a:r>
            <a:r>
              <a:rPr sz="1700" spc="-145" dirty="0">
                <a:latin typeface="Verdana"/>
                <a:cs typeface="Verdana"/>
              </a:rPr>
              <a:t>physical</a:t>
            </a:r>
            <a:r>
              <a:rPr sz="1700" spc="-85" dirty="0">
                <a:latin typeface="Verdana"/>
                <a:cs typeface="Verdana"/>
              </a:rPr>
              <a:t> </a:t>
            </a:r>
            <a:r>
              <a:rPr sz="1700" spc="-160" dirty="0">
                <a:latin typeface="Verdana"/>
                <a:cs typeface="Verdana"/>
              </a:rPr>
              <a:t>infrastructure,</a:t>
            </a:r>
            <a:r>
              <a:rPr sz="1700" spc="-140" dirty="0">
                <a:latin typeface="Verdana"/>
                <a:cs typeface="Verdana"/>
              </a:rPr>
              <a:t> </a:t>
            </a:r>
            <a:r>
              <a:rPr sz="1700" spc="-170" dirty="0">
                <a:solidFill>
                  <a:srgbClr val="3B3B3B"/>
                </a:solidFill>
                <a:latin typeface="Verdana"/>
                <a:cs typeface="Verdana"/>
              </a:rPr>
              <a:t>and</a:t>
            </a:r>
            <a:r>
              <a:rPr sz="1700" spc="-40" dirty="0">
                <a:solidFill>
                  <a:srgbClr val="3B3B3B"/>
                </a:solidFill>
                <a:latin typeface="Verdana"/>
                <a:cs typeface="Verdana"/>
              </a:rPr>
              <a:t> </a:t>
            </a:r>
            <a:r>
              <a:rPr sz="1700" spc="-190" dirty="0">
                <a:latin typeface="Verdana"/>
                <a:cs typeface="Verdana"/>
              </a:rPr>
              <a:t>archive</a:t>
            </a:r>
            <a:r>
              <a:rPr sz="1700" spc="55" dirty="0">
                <a:latin typeface="Verdana"/>
                <a:cs typeface="Verdana"/>
              </a:rPr>
              <a:t> </a:t>
            </a:r>
            <a:r>
              <a:rPr sz="1700" spc="-180" dirty="0">
                <a:latin typeface="Verdana"/>
                <a:cs typeface="Verdana"/>
              </a:rPr>
              <a:t>data</a:t>
            </a:r>
            <a:r>
              <a:rPr sz="1700" spc="-65" dirty="0">
                <a:latin typeface="Verdana"/>
                <a:cs typeface="Verdana"/>
              </a:rPr>
              <a:t> </a:t>
            </a:r>
            <a:r>
              <a:rPr sz="1700" spc="-130" dirty="0">
                <a:latin typeface="Verdana"/>
                <a:cs typeface="Verdana"/>
              </a:rPr>
              <a:t>with</a:t>
            </a:r>
            <a:r>
              <a:rPr sz="1700" spc="-30" dirty="0">
                <a:latin typeface="Verdana"/>
                <a:cs typeface="Verdana"/>
              </a:rPr>
              <a:t> </a:t>
            </a:r>
            <a:r>
              <a:rPr sz="1700" spc="-65" dirty="0">
                <a:latin typeface="Verdana"/>
                <a:cs typeface="Verdana"/>
              </a:rPr>
              <a:t>Amazon </a:t>
            </a:r>
            <a:r>
              <a:rPr sz="1700" spc="-175" dirty="0">
                <a:latin typeface="Verdana"/>
                <a:cs typeface="Verdana"/>
              </a:rPr>
              <a:t>Simple</a:t>
            </a:r>
            <a:r>
              <a:rPr sz="1700" spc="5" dirty="0">
                <a:latin typeface="Verdana"/>
                <a:cs typeface="Verdana"/>
              </a:rPr>
              <a:t> </a:t>
            </a:r>
            <a:r>
              <a:rPr sz="1700" spc="-195" dirty="0">
                <a:latin typeface="Verdana"/>
                <a:cs typeface="Verdana"/>
              </a:rPr>
              <a:t>Storage</a:t>
            </a:r>
            <a:r>
              <a:rPr sz="1700" spc="35" dirty="0">
                <a:latin typeface="Verdana"/>
                <a:cs typeface="Verdana"/>
              </a:rPr>
              <a:t> </a:t>
            </a:r>
            <a:r>
              <a:rPr sz="1700" spc="-180" dirty="0">
                <a:solidFill>
                  <a:srgbClr val="0C0C0C"/>
                </a:solidFill>
                <a:latin typeface="Verdana"/>
                <a:cs typeface="Verdana"/>
              </a:rPr>
              <a:t>Service</a:t>
            </a:r>
            <a:r>
              <a:rPr sz="1700" spc="-5" dirty="0">
                <a:solidFill>
                  <a:srgbClr val="0C0C0C"/>
                </a:solidFill>
                <a:latin typeface="Verdana"/>
                <a:cs typeface="Verdana"/>
              </a:rPr>
              <a:t> </a:t>
            </a:r>
            <a:r>
              <a:rPr sz="1700" spc="-170" dirty="0">
                <a:latin typeface="Verdana"/>
                <a:cs typeface="Verdana"/>
              </a:rPr>
              <a:t>Glacier</a:t>
            </a:r>
            <a:r>
              <a:rPr sz="1700" dirty="0">
                <a:latin typeface="Verdana"/>
                <a:cs typeface="Verdana"/>
              </a:rPr>
              <a:t> </a:t>
            </a:r>
            <a:r>
              <a:rPr sz="1700" spc="-170" dirty="0">
                <a:solidFill>
                  <a:srgbClr val="1F1F1F"/>
                </a:solidFill>
                <a:latin typeface="Verdana"/>
                <a:cs typeface="Verdana"/>
              </a:rPr>
              <a:t>and</a:t>
            </a:r>
            <a:r>
              <a:rPr sz="1700" spc="-90" dirty="0">
                <a:solidFill>
                  <a:srgbClr val="1F1F1F"/>
                </a:solidFill>
                <a:latin typeface="Verdana"/>
                <a:cs typeface="Verdana"/>
              </a:rPr>
              <a:t> </a:t>
            </a:r>
            <a:r>
              <a:rPr sz="1700" spc="-275" dirty="0">
                <a:latin typeface="Verdana"/>
                <a:cs typeface="Verdana"/>
              </a:rPr>
              <a:t>SP</a:t>
            </a:r>
            <a:r>
              <a:rPr sz="1700" spc="120" dirty="0">
                <a:latin typeface="Verdana"/>
                <a:cs typeface="Verdana"/>
              </a:rPr>
              <a:t> </a:t>
            </a:r>
            <a:r>
              <a:rPr sz="1700" spc="-170" dirty="0">
                <a:latin typeface="Verdana"/>
                <a:cs typeface="Verdana"/>
              </a:rPr>
              <a:t>Glacier</a:t>
            </a:r>
            <a:r>
              <a:rPr sz="1700" spc="-10" dirty="0">
                <a:latin typeface="Verdana"/>
                <a:cs typeface="Verdana"/>
              </a:rPr>
              <a:t> </a:t>
            </a:r>
            <a:r>
              <a:rPr sz="1700" spc="-204" dirty="0">
                <a:solidFill>
                  <a:srgbClr val="282828"/>
                </a:solidFill>
                <a:latin typeface="Verdana"/>
                <a:cs typeface="Verdana"/>
              </a:rPr>
              <a:t>Deep</a:t>
            </a:r>
            <a:r>
              <a:rPr sz="1700" spc="55" dirty="0">
                <a:solidFill>
                  <a:srgbClr val="282828"/>
                </a:solidFill>
                <a:latin typeface="Verdana"/>
                <a:cs typeface="Verdana"/>
              </a:rPr>
              <a:t> </a:t>
            </a:r>
            <a:r>
              <a:rPr sz="1700" spc="-85" dirty="0">
                <a:latin typeface="Verdana"/>
                <a:cs typeface="Verdana"/>
              </a:rPr>
              <a:t>Archive. </a:t>
            </a:r>
            <a:r>
              <a:rPr sz="1700" spc="-229" dirty="0">
                <a:latin typeface="Verdana"/>
                <a:cs typeface="Verdana"/>
              </a:rPr>
              <a:t>These'</a:t>
            </a:r>
            <a:r>
              <a:rPr sz="1700" spc="-114" dirty="0">
                <a:latin typeface="Verdana"/>
                <a:cs typeface="Verdana"/>
              </a:rPr>
              <a:t> </a:t>
            </a:r>
            <a:r>
              <a:rPr sz="1700" spc="-235" dirty="0">
                <a:solidFill>
                  <a:srgbClr val="262626"/>
                </a:solidFill>
                <a:latin typeface="Verdana"/>
                <a:cs typeface="Verdana"/>
              </a:rPr>
              <a:t>SP</a:t>
            </a:r>
            <a:r>
              <a:rPr sz="1700" spc="20" dirty="0">
                <a:solidFill>
                  <a:srgbClr val="262626"/>
                </a:solidFill>
                <a:latin typeface="Verdana"/>
                <a:cs typeface="Verdana"/>
              </a:rPr>
              <a:t> </a:t>
            </a:r>
            <a:r>
              <a:rPr sz="1700" spc="-185" dirty="0">
                <a:latin typeface="Verdana"/>
                <a:cs typeface="Verdana"/>
              </a:rPr>
              <a:t>storage</a:t>
            </a:r>
            <a:r>
              <a:rPr sz="1700" spc="35" dirty="0">
                <a:latin typeface="Verdana"/>
                <a:cs typeface="Verdana"/>
              </a:rPr>
              <a:t> </a:t>
            </a:r>
            <a:r>
              <a:rPr sz="1700" spc="-185" dirty="0">
                <a:latin typeface="Verdana"/>
                <a:cs typeface="Verdana"/>
              </a:rPr>
              <a:t>classes</a:t>
            </a:r>
            <a:r>
              <a:rPr sz="1700" spc="-60" dirty="0">
                <a:latin typeface="Verdana"/>
                <a:cs typeface="Verdana"/>
              </a:rPr>
              <a:t> </a:t>
            </a:r>
            <a:r>
              <a:rPr sz="1700" spc="-170" dirty="0">
                <a:latin typeface="Verdana"/>
                <a:cs typeface="Verdana"/>
              </a:rPr>
              <a:t>retain</a:t>
            </a:r>
            <a:r>
              <a:rPr sz="1700" spc="-80" dirty="0">
                <a:latin typeface="Verdana"/>
                <a:cs typeface="Verdana"/>
              </a:rPr>
              <a:t> </a:t>
            </a:r>
            <a:r>
              <a:rPr sz="1700" spc="-170" dirty="0">
                <a:solidFill>
                  <a:srgbClr val="111111"/>
                </a:solidFill>
                <a:latin typeface="Verdana"/>
                <a:cs typeface="Verdana"/>
              </a:rPr>
              <a:t>objects</a:t>
            </a:r>
            <a:r>
              <a:rPr sz="1700" spc="-20" dirty="0">
                <a:solidFill>
                  <a:srgbClr val="111111"/>
                </a:solidFill>
                <a:latin typeface="Verdana"/>
                <a:cs typeface="Verdana"/>
              </a:rPr>
              <a:t> </a:t>
            </a:r>
            <a:r>
              <a:rPr sz="1700" spc="-100" dirty="0">
                <a:latin typeface="Verdana"/>
                <a:cs typeface="Verdana"/>
              </a:rPr>
              <a:t>long-</a:t>
            </a:r>
            <a:r>
              <a:rPr sz="1700" spc="-65" dirty="0">
                <a:latin typeface="Verdana"/>
                <a:cs typeface="Verdana"/>
              </a:rPr>
              <a:t>tern</a:t>
            </a:r>
            <a:r>
              <a:rPr sz="1700" spc="50" dirty="0">
                <a:latin typeface="Verdana"/>
                <a:cs typeface="Verdana"/>
              </a:rPr>
              <a:t> </a:t>
            </a:r>
            <a:r>
              <a:rPr sz="1700" spc="-155" dirty="0">
                <a:latin typeface="Verdana"/>
                <a:cs typeface="Verdana"/>
              </a:rPr>
              <a:t>at</a:t>
            </a:r>
            <a:r>
              <a:rPr sz="1700" spc="-165" dirty="0">
                <a:latin typeface="Verdana"/>
                <a:cs typeface="Verdana"/>
              </a:rPr>
              <a:t> </a:t>
            </a:r>
            <a:r>
              <a:rPr sz="1700" spc="-25" dirty="0">
                <a:solidFill>
                  <a:srgbClr val="111111"/>
                </a:solidFill>
                <a:latin typeface="Verdana"/>
                <a:cs typeface="Verdana"/>
              </a:rPr>
              <a:t>the </a:t>
            </a:r>
            <a:r>
              <a:rPr sz="1700" spc="-150" dirty="0">
                <a:latin typeface="Verdana"/>
                <a:cs typeface="Verdana"/>
              </a:rPr>
              <a:t>lowest</a:t>
            </a:r>
            <a:r>
              <a:rPr sz="1700" spc="50" dirty="0">
                <a:latin typeface="Verdana"/>
                <a:cs typeface="Verdana"/>
              </a:rPr>
              <a:t> </a:t>
            </a:r>
            <a:r>
              <a:rPr sz="1700" spc="-195" dirty="0">
                <a:latin typeface="Verdana"/>
                <a:cs typeface="Verdana"/>
              </a:rPr>
              <a:t>rates.</a:t>
            </a:r>
            <a:r>
              <a:rPr sz="1700" spc="-55" dirty="0">
                <a:latin typeface="Verdana"/>
                <a:cs typeface="Verdana"/>
              </a:rPr>
              <a:t> </a:t>
            </a:r>
            <a:r>
              <a:rPr sz="1700" spc="-235" dirty="0">
                <a:latin typeface="Verdana"/>
                <a:cs typeface="Verdana"/>
              </a:rPr>
              <a:t>Vou</a:t>
            </a:r>
            <a:r>
              <a:rPr sz="1700" spc="-105" dirty="0">
                <a:latin typeface="Verdana"/>
                <a:cs typeface="Verdana"/>
              </a:rPr>
              <a:t> </a:t>
            </a:r>
            <a:r>
              <a:rPr sz="1700" spc="-190" dirty="0">
                <a:latin typeface="Verdana"/>
                <a:cs typeface="Verdana"/>
              </a:rPr>
              <a:t>create</a:t>
            </a:r>
            <a:r>
              <a:rPr sz="1700" dirty="0">
                <a:latin typeface="Verdana"/>
                <a:cs typeface="Verdana"/>
              </a:rPr>
              <a:t> </a:t>
            </a:r>
            <a:r>
              <a:rPr sz="1700" spc="-200" dirty="0">
                <a:solidFill>
                  <a:srgbClr val="232323"/>
                </a:solidFill>
                <a:latin typeface="Verdana"/>
                <a:cs typeface="Verdana"/>
              </a:rPr>
              <a:t>an</a:t>
            </a:r>
            <a:r>
              <a:rPr sz="1700" spc="-85" dirty="0">
                <a:solidFill>
                  <a:srgbClr val="232323"/>
                </a:solidFill>
                <a:latin typeface="Verdana"/>
                <a:cs typeface="Verdana"/>
              </a:rPr>
              <a:t> </a:t>
            </a:r>
            <a:r>
              <a:rPr sz="1700" spc="-235" dirty="0">
                <a:solidFill>
                  <a:srgbClr val="131313"/>
                </a:solidFill>
                <a:latin typeface="Verdana"/>
                <a:cs typeface="Verdana"/>
              </a:rPr>
              <a:t>SP</a:t>
            </a:r>
            <a:r>
              <a:rPr sz="1700" spc="30" dirty="0">
                <a:solidFill>
                  <a:srgbClr val="131313"/>
                </a:solidFill>
                <a:latin typeface="Verdana"/>
                <a:cs typeface="Verdana"/>
              </a:rPr>
              <a:t> </a:t>
            </a:r>
            <a:r>
              <a:rPr sz="1700" spc="-150" dirty="0">
                <a:latin typeface="Verdana"/>
                <a:cs typeface="Verdana"/>
              </a:rPr>
              <a:t>Lifecycle</a:t>
            </a:r>
            <a:r>
              <a:rPr sz="1700" dirty="0">
                <a:latin typeface="Verdana"/>
                <a:cs typeface="Verdana"/>
              </a:rPr>
              <a:t> </a:t>
            </a:r>
            <a:r>
              <a:rPr sz="1700" spc="-185" dirty="0">
                <a:latin typeface="Verdana"/>
                <a:cs typeface="Verdana"/>
              </a:rPr>
              <a:t>Dolicy</a:t>
            </a:r>
            <a:r>
              <a:rPr sz="1700" spc="-10" dirty="0">
                <a:latin typeface="Verdana"/>
                <a:cs typeface="Verdana"/>
              </a:rPr>
              <a:t> </a:t>
            </a:r>
            <a:r>
              <a:rPr sz="1700" spc="-114" dirty="0">
                <a:latin typeface="Verdana"/>
                <a:cs typeface="Verdana"/>
              </a:rPr>
              <a:t>to</a:t>
            </a:r>
            <a:r>
              <a:rPr sz="1700" spc="-95" dirty="0">
                <a:latin typeface="Verdana"/>
                <a:cs typeface="Verdana"/>
              </a:rPr>
              <a:t> </a:t>
            </a:r>
            <a:r>
              <a:rPr sz="1700" spc="-20" dirty="0">
                <a:latin typeface="Verdana"/>
                <a:cs typeface="Verdana"/>
              </a:rPr>
              <a:t>archive </a:t>
            </a:r>
            <a:r>
              <a:rPr sz="1700" spc="-180" dirty="0">
                <a:latin typeface="Verdana"/>
                <a:cs typeface="Verdana"/>
              </a:rPr>
              <a:t>objects</a:t>
            </a:r>
            <a:r>
              <a:rPr sz="1700" spc="10" dirty="0">
                <a:latin typeface="Verdana"/>
                <a:cs typeface="Verdana"/>
              </a:rPr>
              <a:t> </a:t>
            </a:r>
            <a:r>
              <a:rPr sz="1700" spc="-155" dirty="0">
                <a:latin typeface="Verdana"/>
                <a:cs typeface="Verdana"/>
              </a:rPr>
              <a:t>throughout</a:t>
            </a:r>
            <a:r>
              <a:rPr sz="1700" spc="-20" dirty="0">
                <a:latin typeface="Verdana"/>
                <a:cs typeface="Verdana"/>
              </a:rPr>
              <a:t> </a:t>
            </a:r>
            <a:r>
              <a:rPr sz="1700" spc="-145" dirty="0">
                <a:latin typeface="Verdana"/>
                <a:cs typeface="Verdana"/>
              </a:rPr>
              <a:t>tneir</a:t>
            </a:r>
            <a:r>
              <a:rPr sz="1700" spc="-40" dirty="0">
                <a:latin typeface="Verdana"/>
                <a:cs typeface="Verdana"/>
              </a:rPr>
              <a:t> </a:t>
            </a:r>
            <a:r>
              <a:rPr sz="1700" spc="-150" dirty="0">
                <a:latin typeface="Verdana"/>
                <a:cs typeface="Verdana"/>
              </a:rPr>
              <a:t>lifecycles,</a:t>
            </a:r>
            <a:r>
              <a:rPr sz="1700" spc="75" dirty="0">
                <a:latin typeface="Verdana"/>
                <a:cs typeface="Verdana"/>
              </a:rPr>
              <a:t> </a:t>
            </a:r>
            <a:r>
              <a:rPr sz="1700" spc="-170" dirty="0">
                <a:latin typeface="Verdana"/>
                <a:cs typeface="Verdana"/>
              </a:rPr>
              <a:t>or</a:t>
            </a:r>
            <a:r>
              <a:rPr sz="1700" spc="-135" dirty="0">
                <a:latin typeface="Verdana"/>
                <a:cs typeface="Verdana"/>
              </a:rPr>
              <a:t> </a:t>
            </a:r>
            <a:r>
              <a:rPr sz="1700" spc="-140" dirty="0">
                <a:latin typeface="Verdana"/>
                <a:cs typeface="Verdana"/>
              </a:rPr>
              <a:t>upload</a:t>
            </a:r>
            <a:r>
              <a:rPr sz="1700" spc="-70" dirty="0">
                <a:latin typeface="Verdana"/>
                <a:cs typeface="Verdana"/>
              </a:rPr>
              <a:t> </a:t>
            </a:r>
            <a:r>
              <a:rPr sz="1700" spc="-170" dirty="0">
                <a:latin typeface="Verdana"/>
                <a:cs typeface="Verdana"/>
              </a:rPr>
              <a:t>objects</a:t>
            </a:r>
            <a:r>
              <a:rPr sz="1700" spc="-15" dirty="0">
                <a:latin typeface="Verdana"/>
                <a:cs typeface="Verdana"/>
              </a:rPr>
              <a:t> </a:t>
            </a:r>
            <a:r>
              <a:rPr sz="1700" spc="-95" dirty="0">
                <a:latin typeface="Verdana"/>
                <a:cs typeface="Verdana"/>
              </a:rPr>
              <a:t>directly </a:t>
            </a:r>
            <a:r>
              <a:rPr sz="1700" spc="-114" dirty="0">
                <a:solidFill>
                  <a:srgbClr val="0A0A0A"/>
                </a:solidFill>
                <a:latin typeface="Verdana"/>
                <a:cs typeface="Verdana"/>
              </a:rPr>
              <a:t>to</a:t>
            </a:r>
            <a:r>
              <a:rPr sz="1700" spc="-155" dirty="0">
                <a:solidFill>
                  <a:srgbClr val="0A0A0A"/>
                </a:solidFill>
                <a:latin typeface="Verdana"/>
                <a:cs typeface="Verdana"/>
              </a:rPr>
              <a:t> </a:t>
            </a:r>
            <a:r>
              <a:rPr sz="1700" spc="-140" dirty="0">
                <a:solidFill>
                  <a:srgbClr val="4F4F4F"/>
                </a:solidFill>
                <a:latin typeface="Verdana"/>
                <a:cs typeface="Verdana"/>
              </a:rPr>
              <a:t>tne</a:t>
            </a:r>
            <a:r>
              <a:rPr sz="1700" spc="-95" dirty="0">
                <a:solidFill>
                  <a:srgbClr val="4F4F4F"/>
                </a:solidFill>
                <a:latin typeface="Verdana"/>
                <a:cs typeface="Verdana"/>
              </a:rPr>
              <a:t> </a:t>
            </a:r>
            <a:r>
              <a:rPr sz="1700" spc="-160" dirty="0">
                <a:latin typeface="Verdana"/>
                <a:cs typeface="Verdana"/>
              </a:rPr>
              <a:t>archival</a:t>
            </a:r>
            <a:r>
              <a:rPr sz="1700" spc="-130" dirty="0">
                <a:latin typeface="Verdana"/>
                <a:cs typeface="Verdana"/>
              </a:rPr>
              <a:t> </a:t>
            </a:r>
            <a:r>
              <a:rPr sz="1700" spc="-175" dirty="0">
                <a:solidFill>
                  <a:srgbClr val="161616"/>
                </a:solidFill>
                <a:latin typeface="Verdana"/>
                <a:cs typeface="Verdana"/>
              </a:rPr>
              <a:t>storage</a:t>
            </a:r>
            <a:r>
              <a:rPr sz="1700" spc="100" dirty="0">
                <a:solidFill>
                  <a:srgbClr val="161616"/>
                </a:solidFill>
                <a:latin typeface="Verdana"/>
                <a:cs typeface="Verdana"/>
              </a:rPr>
              <a:t> </a:t>
            </a:r>
            <a:r>
              <a:rPr sz="1700" spc="-65" dirty="0">
                <a:latin typeface="Verdana"/>
                <a:cs typeface="Verdana"/>
              </a:rPr>
              <a:t>classes.</a:t>
            </a:r>
            <a:endParaRPr sz="1700">
              <a:latin typeface="Verdana"/>
              <a:cs typeface="Verdana"/>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380489" y="365125"/>
            <a:ext cx="9430766" cy="5267959"/>
          </a:xfrm>
          <a:prstGeom prst="rect">
            <a:avLst/>
          </a:prstGeom>
        </p:spPr>
      </p:pic>
      <p:sp>
        <p:nvSpPr>
          <p:cNvPr id="3" name="object 3"/>
          <p:cNvSpPr txBox="1"/>
          <p:nvPr/>
        </p:nvSpPr>
        <p:spPr>
          <a:xfrm>
            <a:off x="3637911" y="5383819"/>
            <a:ext cx="712470" cy="132715"/>
          </a:xfrm>
          <a:prstGeom prst="rect">
            <a:avLst/>
          </a:prstGeom>
        </p:spPr>
        <p:txBody>
          <a:bodyPr vert="horz" wrap="square" lIns="0" tIns="12700" rIns="0" bIns="0" rtlCol="0">
            <a:spAutoFit/>
          </a:bodyPr>
          <a:lstStyle/>
          <a:p>
            <a:pPr marL="12700">
              <a:lnSpc>
                <a:spcPct val="100000"/>
              </a:lnSpc>
              <a:spcBef>
                <a:spcPts val="100"/>
              </a:spcBef>
            </a:pPr>
            <a:r>
              <a:rPr sz="700" dirty="0">
                <a:solidFill>
                  <a:srgbClr val="545454"/>
                </a:solidFill>
                <a:latin typeface="Arial MT"/>
                <a:cs typeface="Arial MT"/>
              </a:rPr>
              <a:t>M</a:t>
            </a:r>
            <a:r>
              <a:rPr sz="700" spc="270" dirty="0">
                <a:solidFill>
                  <a:srgbClr val="545454"/>
                </a:solidFill>
                <a:latin typeface="Arial MT"/>
                <a:cs typeface="Arial MT"/>
              </a:rPr>
              <a:t> </a:t>
            </a:r>
            <a:r>
              <a:rPr sz="700" dirty="0">
                <a:solidFill>
                  <a:srgbClr val="606060"/>
                </a:solidFill>
                <a:latin typeface="Arial MT"/>
                <a:cs typeface="Arial MT"/>
              </a:rPr>
              <a:t>Mghs</a:t>
            </a:r>
            <a:r>
              <a:rPr sz="700" spc="-40" dirty="0">
                <a:solidFill>
                  <a:srgbClr val="606060"/>
                </a:solidFill>
                <a:latin typeface="Arial MT"/>
                <a:cs typeface="Arial MT"/>
              </a:rPr>
              <a:t> </a:t>
            </a:r>
            <a:r>
              <a:rPr sz="700" spc="-10" dirty="0">
                <a:solidFill>
                  <a:srgbClr val="7E7E7E"/>
                </a:solidFill>
                <a:latin typeface="Arial MT"/>
                <a:cs typeface="Arial MT"/>
              </a:rPr>
              <a:t>reserve</a:t>
            </a:r>
            <a:endParaRPr sz="700">
              <a:latin typeface="Arial MT"/>
              <a:cs typeface="Arial MT"/>
            </a:endParaRPr>
          </a:p>
        </p:txBody>
      </p:sp>
      <p:sp>
        <p:nvSpPr>
          <p:cNvPr id="4" name="object 4" descr="$PPTXTitle"/>
          <p:cNvSpPr txBox="1">
            <a:spLocks noGrp="1"/>
          </p:cNvSpPr>
          <p:nvPr>
            <p:ph type="title"/>
          </p:nvPr>
        </p:nvSpPr>
        <p:spPr>
          <a:xfrm>
            <a:off x="4812898" y="1362195"/>
            <a:ext cx="5407660" cy="576580"/>
          </a:xfrm>
          <a:prstGeom prst="rect">
            <a:avLst/>
          </a:prstGeom>
        </p:spPr>
        <p:txBody>
          <a:bodyPr vert="horz" wrap="square" lIns="0" tIns="10795" rIns="0" bIns="0" rtlCol="0">
            <a:spAutoFit/>
          </a:bodyPr>
          <a:lstStyle/>
          <a:p>
            <a:pPr marL="12700" marR="5080" indent="-635">
              <a:lnSpc>
                <a:spcPct val="100699"/>
              </a:lnSpc>
              <a:spcBef>
                <a:spcPts val="85"/>
              </a:spcBef>
            </a:pPr>
            <a:r>
              <a:rPr sz="1800" spc="-225" dirty="0"/>
              <a:t>Choose</a:t>
            </a:r>
            <a:r>
              <a:rPr sz="1800" spc="-90" dirty="0"/>
              <a:t> </a:t>
            </a:r>
            <a:r>
              <a:rPr sz="1800" spc="-235" dirty="0"/>
              <a:t>each</a:t>
            </a:r>
            <a:r>
              <a:rPr sz="1800" spc="-200" dirty="0"/>
              <a:t> </a:t>
            </a:r>
            <a:r>
              <a:rPr sz="1800" spc="-190" dirty="0"/>
              <a:t>button</a:t>
            </a:r>
            <a:r>
              <a:rPr sz="1800" spc="-145" dirty="0"/>
              <a:t> </a:t>
            </a:r>
            <a:r>
              <a:rPr sz="1800" spc="-110" dirty="0">
                <a:solidFill>
                  <a:srgbClr val="1F1F1F"/>
                </a:solidFill>
              </a:rPr>
              <a:t>to</a:t>
            </a:r>
            <a:r>
              <a:rPr sz="1800" spc="-220" dirty="0">
                <a:solidFill>
                  <a:srgbClr val="1F1F1F"/>
                </a:solidFill>
              </a:rPr>
              <a:t> </a:t>
            </a:r>
            <a:r>
              <a:rPr sz="1800" spc="-195" dirty="0"/>
              <a:t>learn</a:t>
            </a:r>
            <a:r>
              <a:rPr sz="1800" spc="-200" dirty="0"/>
              <a:t> </a:t>
            </a:r>
            <a:r>
              <a:rPr sz="1800" spc="-229" dirty="0"/>
              <a:t>more</a:t>
            </a:r>
            <a:r>
              <a:rPr sz="1800" spc="-125" dirty="0"/>
              <a:t> </a:t>
            </a:r>
            <a:r>
              <a:rPr sz="1800" spc="-195" dirty="0"/>
              <a:t>about</a:t>
            </a:r>
            <a:r>
              <a:rPr sz="1800" spc="-160" dirty="0"/>
              <a:t> </a:t>
            </a:r>
            <a:r>
              <a:rPr sz="1800" spc="-280" dirty="0"/>
              <a:t>ways</a:t>
            </a:r>
            <a:r>
              <a:rPr sz="1800" spc="-65" dirty="0"/>
              <a:t> </a:t>
            </a:r>
            <a:r>
              <a:rPr sz="1800" spc="-220" dirty="0"/>
              <a:t>you</a:t>
            </a:r>
            <a:r>
              <a:rPr sz="1800" spc="-165" dirty="0"/>
              <a:t> </a:t>
            </a:r>
            <a:r>
              <a:rPr sz="1800" spc="-210" dirty="0"/>
              <a:t>can</a:t>
            </a:r>
            <a:r>
              <a:rPr sz="1800" spc="-235" dirty="0"/>
              <a:t> </a:t>
            </a:r>
            <a:r>
              <a:rPr sz="1800" spc="-175" dirty="0">
                <a:solidFill>
                  <a:srgbClr val="131313"/>
                </a:solidFill>
              </a:rPr>
              <a:t>use </a:t>
            </a:r>
            <a:r>
              <a:rPr sz="1800" spc="-235" dirty="0"/>
              <a:t>Amazon</a:t>
            </a:r>
            <a:r>
              <a:rPr sz="1800" spc="-130" dirty="0"/>
              <a:t> </a:t>
            </a:r>
            <a:r>
              <a:rPr sz="1800" spc="-25" dirty="0"/>
              <a:t>S3.</a:t>
            </a:r>
            <a:endParaRPr sz="1800"/>
          </a:p>
        </p:txBody>
      </p:sp>
      <p:sp>
        <p:nvSpPr>
          <p:cNvPr id="5" name="object 5"/>
          <p:cNvSpPr txBox="1"/>
          <p:nvPr/>
        </p:nvSpPr>
        <p:spPr>
          <a:xfrm>
            <a:off x="4807948" y="2938773"/>
            <a:ext cx="5584190" cy="1700530"/>
          </a:xfrm>
          <a:prstGeom prst="rect">
            <a:avLst/>
          </a:prstGeom>
        </p:spPr>
        <p:txBody>
          <a:bodyPr vert="horz" wrap="square" lIns="0" tIns="6985" rIns="0" bIns="0" rtlCol="0">
            <a:spAutoFit/>
          </a:bodyPr>
          <a:lstStyle/>
          <a:p>
            <a:pPr marL="12700" marR="5080" indent="8255">
              <a:lnSpc>
                <a:spcPct val="102099"/>
              </a:lnSpc>
              <a:spcBef>
                <a:spcPts val="55"/>
              </a:spcBef>
            </a:pPr>
            <a:r>
              <a:rPr sz="1800" spc="-130" dirty="0">
                <a:latin typeface="Arial MT"/>
                <a:cs typeface="Arial MT"/>
              </a:rPr>
              <a:t>Accelerate</a:t>
            </a:r>
            <a:r>
              <a:rPr sz="1800" spc="-5" dirty="0">
                <a:latin typeface="Arial MT"/>
                <a:cs typeface="Arial MT"/>
              </a:rPr>
              <a:t> </a:t>
            </a:r>
            <a:r>
              <a:rPr sz="1800" spc="-60" dirty="0">
                <a:latin typeface="Arial MT"/>
                <a:cs typeface="Arial MT"/>
              </a:rPr>
              <a:t>innovation</a:t>
            </a:r>
            <a:r>
              <a:rPr sz="1800" spc="-65" dirty="0">
                <a:latin typeface="Arial MT"/>
                <a:cs typeface="Arial MT"/>
              </a:rPr>
              <a:t> </a:t>
            </a:r>
            <a:r>
              <a:rPr sz="1800" spc="-30" dirty="0">
                <a:latin typeface="Arial MT"/>
                <a:cs typeface="Arial MT"/>
              </a:rPr>
              <a:t>by</a:t>
            </a:r>
            <a:r>
              <a:rPr sz="1800" spc="-95" dirty="0">
                <a:latin typeface="Arial MT"/>
                <a:cs typeface="Arial MT"/>
              </a:rPr>
              <a:t> </a:t>
            </a:r>
            <a:r>
              <a:rPr sz="1800" spc="-50" dirty="0">
                <a:latin typeface="Arial MT"/>
                <a:cs typeface="Arial MT"/>
              </a:rPr>
              <a:t>building</a:t>
            </a:r>
            <a:r>
              <a:rPr sz="1800" spc="-5" dirty="0">
                <a:latin typeface="Arial MT"/>
                <a:cs typeface="Arial MT"/>
              </a:rPr>
              <a:t> </a:t>
            </a:r>
            <a:r>
              <a:rPr sz="1800" spc="-229" dirty="0">
                <a:latin typeface="Arial MT"/>
                <a:cs typeface="Arial MT"/>
              </a:rPr>
              <a:t>a</a:t>
            </a:r>
            <a:r>
              <a:rPr sz="1800" spc="5" dirty="0">
                <a:latin typeface="Arial MT"/>
                <a:cs typeface="Arial MT"/>
              </a:rPr>
              <a:t> </a:t>
            </a:r>
            <a:r>
              <a:rPr sz="1800" spc="-70" dirty="0">
                <a:latin typeface="Arial MT"/>
                <a:cs typeface="Arial MT"/>
              </a:rPr>
              <a:t>data</a:t>
            </a:r>
            <a:r>
              <a:rPr sz="1800" spc="10" dirty="0">
                <a:latin typeface="Arial MT"/>
                <a:cs typeface="Arial MT"/>
              </a:rPr>
              <a:t> </a:t>
            </a:r>
            <a:r>
              <a:rPr sz="1800" spc="-114" dirty="0">
                <a:latin typeface="Arial MT"/>
                <a:cs typeface="Arial MT"/>
              </a:rPr>
              <a:t>lake</a:t>
            </a:r>
            <a:r>
              <a:rPr sz="1800" spc="-10" dirty="0">
                <a:latin typeface="Arial MT"/>
                <a:cs typeface="Arial MT"/>
              </a:rPr>
              <a:t> </a:t>
            </a:r>
            <a:r>
              <a:rPr sz="1800" spc="-70" dirty="0">
                <a:solidFill>
                  <a:srgbClr val="1C1C1C"/>
                </a:solidFill>
                <a:latin typeface="Arial MT"/>
                <a:cs typeface="Arial MT"/>
              </a:rPr>
              <a:t>on</a:t>
            </a:r>
            <a:r>
              <a:rPr sz="1800" spc="-55" dirty="0">
                <a:solidFill>
                  <a:srgbClr val="1C1C1C"/>
                </a:solidFill>
                <a:latin typeface="Arial MT"/>
                <a:cs typeface="Arial MT"/>
              </a:rPr>
              <a:t> </a:t>
            </a:r>
            <a:r>
              <a:rPr sz="1800" spc="-130" dirty="0">
                <a:latin typeface="Arial MT"/>
                <a:cs typeface="Arial MT"/>
              </a:rPr>
              <a:t>Amazon</a:t>
            </a:r>
            <a:r>
              <a:rPr sz="1800" spc="5" dirty="0">
                <a:latin typeface="Arial MT"/>
                <a:cs typeface="Arial MT"/>
              </a:rPr>
              <a:t> </a:t>
            </a:r>
            <a:r>
              <a:rPr sz="1800" spc="-160" dirty="0">
                <a:latin typeface="Arial MT"/>
                <a:cs typeface="Arial MT"/>
              </a:rPr>
              <a:t>SP, </a:t>
            </a:r>
            <a:r>
              <a:rPr sz="1800" spc="-90" dirty="0">
                <a:solidFill>
                  <a:srgbClr val="0E0E0E"/>
                </a:solidFill>
                <a:latin typeface="Arial MT"/>
                <a:cs typeface="Arial MT"/>
              </a:rPr>
              <a:t>and</a:t>
            </a:r>
            <a:r>
              <a:rPr sz="1800" spc="-35" dirty="0">
                <a:solidFill>
                  <a:srgbClr val="0E0E0E"/>
                </a:solidFill>
                <a:latin typeface="Arial MT"/>
                <a:cs typeface="Arial MT"/>
              </a:rPr>
              <a:t> </a:t>
            </a:r>
            <a:r>
              <a:rPr sz="1800" spc="-80" dirty="0">
                <a:latin typeface="Arial MT"/>
                <a:cs typeface="Arial MT"/>
              </a:rPr>
              <a:t>extract</a:t>
            </a:r>
            <a:r>
              <a:rPr sz="1800" spc="-45" dirty="0">
                <a:latin typeface="Arial MT"/>
                <a:cs typeface="Arial MT"/>
              </a:rPr>
              <a:t> </a:t>
            </a:r>
            <a:r>
              <a:rPr sz="1800" spc="-95" dirty="0">
                <a:latin typeface="Arial MT"/>
                <a:cs typeface="Arial MT"/>
              </a:rPr>
              <a:t>valuable</a:t>
            </a:r>
            <a:r>
              <a:rPr sz="1800" spc="-25" dirty="0">
                <a:latin typeface="Arial MT"/>
                <a:cs typeface="Arial MT"/>
              </a:rPr>
              <a:t> </a:t>
            </a:r>
            <a:r>
              <a:rPr sz="1800" spc="-70" dirty="0">
                <a:latin typeface="Arial MT"/>
                <a:cs typeface="Arial MT"/>
              </a:rPr>
              <a:t>insights</a:t>
            </a:r>
            <a:r>
              <a:rPr sz="1800" spc="30" dirty="0">
                <a:latin typeface="Arial MT"/>
                <a:cs typeface="Arial MT"/>
              </a:rPr>
              <a:t> </a:t>
            </a:r>
            <a:r>
              <a:rPr sz="1800" spc="-95" dirty="0">
                <a:latin typeface="Arial MT"/>
                <a:cs typeface="Arial MT"/>
              </a:rPr>
              <a:t>by</a:t>
            </a:r>
            <a:r>
              <a:rPr sz="1800" spc="-55" dirty="0">
                <a:latin typeface="Arial MT"/>
                <a:cs typeface="Arial MT"/>
              </a:rPr>
              <a:t> </a:t>
            </a:r>
            <a:r>
              <a:rPr sz="1800" spc="-95" dirty="0">
                <a:latin typeface="Arial MT"/>
                <a:cs typeface="Arial MT"/>
              </a:rPr>
              <a:t>using</a:t>
            </a:r>
            <a:r>
              <a:rPr sz="1800" dirty="0">
                <a:latin typeface="Arial MT"/>
                <a:cs typeface="Arial MT"/>
              </a:rPr>
              <a:t> </a:t>
            </a:r>
            <a:r>
              <a:rPr sz="1800" spc="-80" dirty="0">
                <a:latin typeface="Arial MT"/>
                <a:cs typeface="Arial MT"/>
              </a:rPr>
              <a:t>query-</a:t>
            </a:r>
            <a:r>
              <a:rPr sz="1800" dirty="0">
                <a:latin typeface="Arial MT"/>
                <a:cs typeface="Arial MT"/>
              </a:rPr>
              <a:t>in</a:t>
            </a:r>
            <a:r>
              <a:rPr sz="1800" spc="165" dirty="0">
                <a:latin typeface="Arial MT"/>
                <a:cs typeface="Arial MT"/>
              </a:rPr>
              <a:t> </a:t>
            </a:r>
            <a:r>
              <a:rPr sz="1800" spc="-10" dirty="0">
                <a:latin typeface="Arial MT"/>
                <a:cs typeface="Arial MT"/>
              </a:rPr>
              <a:t>place, </a:t>
            </a:r>
            <a:r>
              <a:rPr sz="1800" spc="-95" dirty="0">
                <a:latin typeface="Arial MT"/>
                <a:cs typeface="Arial MT"/>
              </a:rPr>
              <a:t>analytics,</a:t>
            </a:r>
            <a:r>
              <a:rPr sz="1800" spc="-30" dirty="0">
                <a:latin typeface="Arial MT"/>
                <a:cs typeface="Arial MT"/>
              </a:rPr>
              <a:t> </a:t>
            </a:r>
            <a:r>
              <a:rPr sz="1800" spc="-114" dirty="0">
                <a:latin typeface="Arial MT"/>
                <a:cs typeface="Arial MT"/>
              </a:rPr>
              <a:t>and</a:t>
            </a:r>
            <a:r>
              <a:rPr sz="1800" spc="-10" dirty="0">
                <a:latin typeface="Arial MT"/>
                <a:cs typeface="Arial MT"/>
              </a:rPr>
              <a:t> </a:t>
            </a:r>
            <a:r>
              <a:rPr sz="1800" spc="-105" dirty="0">
                <a:latin typeface="Arial MT"/>
                <a:cs typeface="Arial MT"/>
              </a:rPr>
              <a:t>machine</a:t>
            </a:r>
            <a:r>
              <a:rPr sz="1800" spc="25" dirty="0">
                <a:latin typeface="Arial MT"/>
                <a:cs typeface="Arial MT"/>
              </a:rPr>
              <a:t> </a:t>
            </a:r>
            <a:r>
              <a:rPr sz="1800" spc="-80" dirty="0">
                <a:latin typeface="Arial MT"/>
                <a:cs typeface="Arial MT"/>
              </a:rPr>
              <a:t>learning</a:t>
            </a:r>
            <a:r>
              <a:rPr sz="1800" spc="30" dirty="0">
                <a:latin typeface="Arial MT"/>
                <a:cs typeface="Arial MT"/>
              </a:rPr>
              <a:t> </a:t>
            </a:r>
            <a:r>
              <a:rPr sz="1800" spc="-145" dirty="0">
                <a:latin typeface="Arial MT"/>
                <a:cs typeface="Arial MT"/>
              </a:rPr>
              <a:t>toOls.</a:t>
            </a:r>
            <a:r>
              <a:rPr sz="1800" spc="-15" dirty="0">
                <a:latin typeface="Arial MT"/>
                <a:cs typeface="Arial MT"/>
              </a:rPr>
              <a:t> </a:t>
            </a:r>
            <a:r>
              <a:rPr sz="1800" spc="-229" dirty="0">
                <a:solidFill>
                  <a:srgbClr val="1A1A1A"/>
                </a:solidFill>
                <a:latin typeface="Arial MT"/>
                <a:cs typeface="Arial MT"/>
              </a:rPr>
              <a:t>As</a:t>
            </a:r>
            <a:r>
              <a:rPr sz="1800" spc="-20" dirty="0">
                <a:solidFill>
                  <a:srgbClr val="1A1A1A"/>
                </a:solidFill>
                <a:latin typeface="Arial MT"/>
                <a:cs typeface="Arial MT"/>
              </a:rPr>
              <a:t> </a:t>
            </a:r>
            <a:r>
              <a:rPr sz="1800" spc="-60" dirty="0">
                <a:latin typeface="Arial MT"/>
                <a:cs typeface="Arial MT"/>
              </a:rPr>
              <a:t>your</a:t>
            </a:r>
            <a:r>
              <a:rPr sz="1800" spc="45" dirty="0">
                <a:latin typeface="Arial MT"/>
                <a:cs typeface="Arial MT"/>
              </a:rPr>
              <a:t> </a:t>
            </a:r>
            <a:r>
              <a:rPr sz="1800" spc="-95" dirty="0">
                <a:latin typeface="Arial MT"/>
                <a:cs typeface="Arial MT"/>
              </a:rPr>
              <a:t>data</a:t>
            </a:r>
            <a:r>
              <a:rPr sz="1800" spc="-15" dirty="0">
                <a:latin typeface="Arial MT"/>
                <a:cs typeface="Arial MT"/>
              </a:rPr>
              <a:t> </a:t>
            </a:r>
            <a:r>
              <a:rPr sz="1800" spc="-20" dirty="0">
                <a:latin typeface="Arial MT"/>
                <a:cs typeface="Arial MT"/>
              </a:rPr>
              <a:t>lake </a:t>
            </a:r>
            <a:r>
              <a:rPr sz="1800" spc="-105" dirty="0">
                <a:latin typeface="Arial MT"/>
                <a:cs typeface="Arial MT"/>
              </a:rPr>
              <a:t>grows,</a:t>
            </a:r>
            <a:r>
              <a:rPr sz="1800" spc="-10" dirty="0">
                <a:latin typeface="Arial MT"/>
                <a:cs typeface="Arial MT"/>
              </a:rPr>
              <a:t> </a:t>
            </a:r>
            <a:r>
              <a:rPr sz="1800" spc="-165" dirty="0">
                <a:latin typeface="Arial MT"/>
                <a:cs typeface="Arial MT"/>
              </a:rPr>
              <a:t>use</a:t>
            </a:r>
            <a:r>
              <a:rPr sz="1800" spc="-55" dirty="0">
                <a:latin typeface="Arial MT"/>
                <a:cs typeface="Arial MT"/>
              </a:rPr>
              <a:t> </a:t>
            </a:r>
            <a:r>
              <a:rPr sz="1800" spc="-175" dirty="0">
                <a:latin typeface="Arial MT"/>
                <a:cs typeface="Arial MT"/>
              </a:rPr>
              <a:t>S3</a:t>
            </a:r>
            <a:r>
              <a:rPr sz="1800" spc="75" dirty="0">
                <a:latin typeface="Arial MT"/>
                <a:cs typeface="Arial MT"/>
              </a:rPr>
              <a:t> </a:t>
            </a:r>
            <a:r>
              <a:rPr sz="1800" spc="-210" dirty="0">
                <a:latin typeface="Arial MT"/>
                <a:cs typeface="Arial MT"/>
              </a:rPr>
              <a:t>Access</a:t>
            </a:r>
            <a:r>
              <a:rPr sz="1800" spc="-50" dirty="0">
                <a:latin typeface="Arial MT"/>
                <a:cs typeface="Arial MT"/>
              </a:rPr>
              <a:t> </a:t>
            </a:r>
            <a:r>
              <a:rPr sz="1800" spc="-85" dirty="0">
                <a:latin typeface="Arial MT"/>
                <a:cs typeface="Arial MT"/>
              </a:rPr>
              <a:t>Points</a:t>
            </a:r>
            <a:r>
              <a:rPr sz="1800" spc="-30" dirty="0">
                <a:latin typeface="Arial MT"/>
                <a:cs typeface="Arial MT"/>
              </a:rPr>
              <a:t> </a:t>
            </a:r>
            <a:r>
              <a:rPr sz="1800" dirty="0">
                <a:solidFill>
                  <a:srgbClr val="131313"/>
                </a:solidFill>
                <a:latin typeface="Arial MT"/>
                <a:cs typeface="Arial MT"/>
              </a:rPr>
              <a:t>to</a:t>
            </a:r>
            <a:r>
              <a:rPr sz="1800" spc="-25" dirty="0">
                <a:solidFill>
                  <a:srgbClr val="131313"/>
                </a:solidFill>
                <a:latin typeface="Arial MT"/>
                <a:cs typeface="Arial MT"/>
              </a:rPr>
              <a:t> </a:t>
            </a:r>
            <a:r>
              <a:rPr sz="1800" spc="-114" dirty="0">
                <a:latin typeface="Arial MT"/>
                <a:cs typeface="Arial MT"/>
              </a:rPr>
              <a:t>easily</a:t>
            </a:r>
            <a:r>
              <a:rPr sz="1800" spc="45" dirty="0">
                <a:latin typeface="Arial MT"/>
                <a:cs typeface="Arial MT"/>
              </a:rPr>
              <a:t> </a:t>
            </a:r>
            <a:r>
              <a:rPr sz="1800" spc="-70" dirty="0">
                <a:latin typeface="Arial MT"/>
                <a:cs typeface="Arial MT"/>
              </a:rPr>
              <a:t>configure</a:t>
            </a:r>
            <a:r>
              <a:rPr sz="1800" spc="35" dirty="0">
                <a:latin typeface="Arial MT"/>
                <a:cs typeface="Arial MT"/>
              </a:rPr>
              <a:t> </a:t>
            </a:r>
            <a:r>
              <a:rPr sz="1800" spc="-204" dirty="0">
                <a:latin typeface="Arial MT"/>
                <a:cs typeface="Arial MT"/>
              </a:rPr>
              <a:t>access</a:t>
            </a:r>
            <a:r>
              <a:rPr sz="1800" spc="-20" dirty="0">
                <a:latin typeface="Arial MT"/>
                <a:cs typeface="Arial MT"/>
              </a:rPr>
              <a:t> </a:t>
            </a:r>
            <a:r>
              <a:rPr sz="1800" spc="-25" dirty="0">
                <a:latin typeface="Arial MT"/>
                <a:cs typeface="Arial MT"/>
              </a:rPr>
              <a:t>to </a:t>
            </a:r>
            <a:r>
              <a:rPr sz="1800" spc="-80" dirty="0">
                <a:latin typeface="Arial MT"/>
                <a:cs typeface="Arial MT"/>
              </a:rPr>
              <a:t>your</a:t>
            </a:r>
            <a:r>
              <a:rPr sz="1800" spc="-55" dirty="0">
                <a:latin typeface="Arial MT"/>
                <a:cs typeface="Arial MT"/>
              </a:rPr>
              <a:t> </a:t>
            </a:r>
            <a:r>
              <a:rPr sz="1800" spc="-75" dirty="0">
                <a:latin typeface="Arial MT"/>
                <a:cs typeface="Arial MT"/>
              </a:rPr>
              <a:t>data,</a:t>
            </a:r>
            <a:r>
              <a:rPr sz="1800" spc="-50" dirty="0">
                <a:latin typeface="Arial MT"/>
                <a:cs typeface="Arial MT"/>
              </a:rPr>
              <a:t> </a:t>
            </a:r>
            <a:r>
              <a:rPr sz="1800" spc="-20" dirty="0">
                <a:solidFill>
                  <a:srgbClr val="0F0F0F"/>
                </a:solidFill>
                <a:latin typeface="Arial MT"/>
                <a:cs typeface="Arial MT"/>
              </a:rPr>
              <a:t>with</a:t>
            </a:r>
            <a:r>
              <a:rPr sz="1800" spc="-75" dirty="0">
                <a:solidFill>
                  <a:srgbClr val="0F0F0F"/>
                </a:solidFill>
                <a:latin typeface="Arial MT"/>
                <a:cs typeface="Arial MT"/>
              </a:rPr>
              <a:t> </a:t>
            </a:r>
            <a:r>
              <a:rPr sz="1800" spc="-100" dirty="0">
                <a:latin typeface="Arial MT"/>
                <a:cs typeface="Arial MT"/>
              </a:rPr>
              <a:t>specific</a:t>
            </a:r>
            <a:r>
              <a:rPr sz="1800" spc="-25" dirty="0">
                <a:latin typeface="Arial MT"/>
                <a:cs typeface="Arial MT"/>
              </a:rPr>
              <a:t> </a:t>
            </a:r>
            <a:r>
              <a:rPr sz="1800" spc="-105" dirty="0">
                <a:latin typeface="Arial MT"/>
                <a:cs typeface="Arial MT"/>
              </a:rPr>
              <a:t>permissions</a:t>
            </a:r>
            <a:r>
              <a:rPr sz="1800" spc="30" dirty="0">
                <a:latin typeface="Arial MT"/>
                <a:cs typeface="Arial MT"/>
              </a:rPr>
              <a:t> </a:t>
            </a:r>
            <a:r>
              <a:rPr sz="1800" dirty="0">
                <a:latin typeface="Arial MT"/>
                <a:cs typeface="Arial MT"/>
              </a:rPr>
              <a:t>for</a:t>
            </a:r>
            <a:r>
              <a:rPr sz="1800" spc="-95" dirty="0">
                <a:latin typeface="Arial MT"/>
                <a:cs typeface="Arial MT"/>
              </a:rPr>
              <a:t> </a:t>
            </a:r>
            <a:r>
              <a:rPr sz="1800" spc="-155" dirty="0">
                <a:latin typeface="Arial MT"/>
                <a:cs typeface="Arial MT"/>
              </a:rPr>
              <a:t>each</a:t>
            </a:r>
            <a:r>
              <a:rPr sz="1800" spc="5" dirty="0">
                <a:latin typeface="Arial MT"/>
                <a:cs typeface="Arial MT"/>
              </a:rPr>
              <a:t> </a:t>
            </a:r>
            <a:r>
              <a:rPr sz="1800" spc="-55" dirty="0">
                <a:solidFill>
                  <a:srgbClr val="0E0E0E"/>
                </a:solidFill>
                <a:latin typeface="Arial MT"/>
                <a:cs typeface="Arial MT"/>
              </a:rPr>
              <a:t>application</a:t>
            </a:r>
            <a:r>
              <a:rPr sz="1800" spc="25" dirty="0">
                <a:solidFill>
                  <a:srgbClr val="0E0E0E"/>
                </a:solidFill>
                <a:latin typeface="Arial MT"/>
                <a:cs typeface="Arial MT"/>
              </a:rPr>
              <a:t> </a:t>
            </a:r>
            <a:r>
              <a:rPr sz="1800" spc="-25" dirty="0">
                <a:latin typeface="Arial MT"/>
                <a:cs typeface="Arial MT"/>
              </a:rPr>
              <a:t>or </a:t>
            </a:r>
            <a:r>
              <a:rPr sz="1800" spc="-90" dirty="0">
                <a:latin typeface="Arial MT"/>
                <a:cs typeface="Arial MT"/>
              </a:rPr>
              <a:t>set</a:t>
            </a:r>
            <a:r>
              <a:rPr sz="1800" spc="-35" dirty="0">
                <a:latin typeface="Arial MT"/>
                <a:cs typeface="Arial MT"/>
              </a:rPr>
              <a:t> </a:t>
            </a:r>
            <a:r>
              <a:rPr sz="1800" spc="-10" dirty="0">
                <a:latin typeface="Arial MT"/>
                <a:cs typeface="Arial MT"/>
              </a:rPr>
              <a:t>of</a:t>
            </a:r>
            <a:r>
              <a:rPr sz="1800" spc="-100" dirty="0">
                <a:latin typeface="Arial MT"/>
                <a:cs typeface="Arial MT"/>
              </a:rPr>
              <a:t> </a:t>
            </a:r>
            <a:r>
              <a:rPr sz="1800" spc="-25" dirty="0">
                <a:latin typeface="Arial MT"/>
                <a:cs typeface="Arial MT"/>
              </a:rPr>
              <a:t>applications.</a:t>
            </a:r>
            <a:endParaRPr sz="1800">
              <a:latin typeface="Arial MT"/>
              <a:cs typeface="Arial MT"/>
            </a:endParaRPr>
          </a:p>
        </p:txBody>
      </p:sp>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370964" y="365125"/>
            <a:ext cx="9449816" cy="5277484"/>
          </a:xfrm>
          <a:prstGeom prst="rect">
            <a:avLst/>
          </a:prstGeom>
        </p:spPr>
      </p:pic>
      <p:sp>
        <p:nvSpPr>
          <p:cNvPr id="3" name="object 3"/>
          <p:cNvSpPr txBox="1"/>
          <p:nvPr/>
        </p:nvSpPr>
        <p:spPr>
          <a:xfrm>
            <a:off x="4801326" y="1382836"/>
            <a:ext cx="5615940" cy="3553460"/>
          </a:xfrm>
          <a:prstGeom prst="rect">
            <a:avLst/>
          </a:prstGeom>
        </p:spPr>
        <p:txBody>
          <a:bodyPr vert="horz" wrap="square" lIns="0" tIns="12700" rIns="0" bIns="0" rtlCol="0">
            <a:spAutoFit/>
          </a:bodyPr>
          <a:lstStyle/>
          <a:p>
            <a:pPr marL="17780">
              <a:lnSpc>
                <a:spcPct val="100000"/>
              </a:lnSpc>
              <a:spcBef>
                <a:spcPts val="100"/>
              </a:spcBef>
            </a:pPr>
            <a:r>
              <a:rPr sz="1600" dirty="0">
                <a:latin typeface="Arial MT"/>
                <a:cs typeface="Arial MT"/>
              </a:rPr>
              <a:t>Amazon</a:t>
            </a:r>
            <a:r>
              <a:rPr sz="1600" spc="95" dirty="0">
                <a:latin typeface="Arial MT"/>
                <a:cs typeface="Arial MT"/>
              </a:rPr>
              <a:t> </a:t>
            </a:r>
            <a:r>
              <a:rPr sz="1600" spc="-110" dirty="0">
                <a:solidFill>
                  <a:srgbClr val="080808"/>
                </a:solidFill>
                <a:latin typeface="Arial MT"/>
                <a:cs typeface="Arial MT"/>
              </a:rPr>
              <a:t>SP</a:t>
            </a:r>
            <a:r>
              <a:rPr sz="1600" spc="105" dirty="0">
                <a:solidFill>
                  <a:srgbClr val="080808"/>
                </a:solidFill>
                <a:latin typeface="Arial MT"/>
                <a:cs typeface="Arial MT"/>
              </a:rPr>
              <a:t> </a:t>
            </a:r>
            <a:r>
              <a:rPr sz="1600" spc="-20" dirty="0">
                <a:solidFill>
                  <a:srgbClr val="1F1F1F"/>
                </a:solidFill>
                <a:latin typeface="Arial MT"/>
                <a:cs typeface="Arial MT"/>
              </a:rPr>
              <a:t>is</a:t>
            </a:r>
            <a:r>
              <a:rPr sz="1600" spc="10" dirty="0">
                <a:solidFill>
                  <a:srgbClr val="1F1F1F"/>
                </a:solidFill>
                <a:latin typeface="Arial MT"/>
                <a:cs typeface="Arial MT"/>
              </a:rPr>
              <a:t> </a:t>
            </a:r>
            <a:r>
              <a:rPr sz="1600" dirty="0">
                <a:latin typeface="Arial MT"/>
                <a:cs typeface="Arial MT"/>
              </a:rPr>
              <a:t>designed</a:t>
            </a:r>
            <a:r>
              <a:rPr sz="1600" spc="65" dirty="0">
                <a:latin typeface="Arial MT"/>
                <a:cs typeface="Arial MT"/>
              </a:rPr>
              <a:t> </a:t>
            </a:r>
            <a:r>
              <a:rPr sz="1600" dirty="0">
                <a:latin typeface="Arial MT"/>
                <a:cs typeface="Arial MT"/>
              </a:rPr>
              <a:t>for</a:t>
            </a:r>
            <a:r>
              <a:rPr sz="1600" spc="80" dirty="0">
                <a:latin typeface="Arial MT"/>
                <a:cs typeface="Arial MT"/>
              </a:rPr>
              <a:t> </a:t>
            </a:r>
            <a:r>
              <a:rPr sz="1600" dirty="0">
                <a:latin typeface="Arial MT"/>
                <a:cs typeface="Arial MT"/>
              </a:rPr>
              <a:t>object</a:t>
            </a:r>
            <a:r>
              <a:rPr sz="1600" spc="50" dirty="0">
                <a:latin typeface="Arial MT"/>
                <a:cs typeface="Arial MT"/>
              </a:rPr>
              <a:t> </a:t>
            </a:r>
            <a:r>
              <a:rPr sz="1600" spc="-10" dirty="0">
                <a:latin typeface="Arial MT"/>
                <a:cs typeface="Arial MT"/>
              </a:rPr>
              <a:t>storage,</a:t>
            </a:r>
            <a:r>
              <a:rPr sz="1600" spc="114" dirty="0">
                <a:latin typeface="Arial MT"/>
                <a:cs typeface="Arial MT"/>
              </a:rPr>
              <a:t> </a:t>
            </a:r>
            <a:r>
              <a:rPr sz="1600" dirty="0">
                <a:solidFill>
                  <a:srgbClr val="2B2B2B"/>
                </a:solidFill>
                <a:latin typeface="Arial MT"/>
                <a:cs typeface="Arial MT"/>
              </a:rPr>
              <a:t>not </a:t>
            </a:r>
            <a:r>
              <a:rPr sz="1600" dirty="0">
                <a:latin typeface="Arial MT"/>
                <a:cs typeface="Arial MT"/>
              </a:rPr>
              <a:t>block</a:t>
            </a:r>
            <a:r>
              <a:rPr sz="1600" spc="100" dirty="0">
                <a:latin typeface="Arial MT"/>
                <a:cs typeface="Arial MT"/>
              </a:rPr>
              <a:t> </a:t>
            </a:r>
            <a:r>
              <a:rPr sz="1600" spc="-10" dirty="0">
                <a:latin typeface="Arial MT"/>
                <a:cs typeface="Arial MT"/>
              </a:rPr>
              <a:t>storage.</a:t>
            </a:r>
            <a:endParaRPr sz="1600">
              <a:latin typeface="Arial MT"/>
              <a:cs typeface="Arial MT"/>
            </a:endParaRPr>
          </a:p>
          <a:p>
            <a:pPr>
              <a:lnSpc>
                <a:spcPct val="100000"/>
              </a:lnSpc>
              <a:spcBef>
                <a:spcPts val="1210"/>
              </a:spcBef>
            </a:pPr>
            <a:endParaRPr sz="1600">
              <a:latin typeface="Arial MT"/>
              <a:cs typeface="Arial MT"/>
            </a:endParaRPr>
          </a:p>
          <a:p>
            <a:pPr marL="13970" marR="92710" indent="2540">
              <a:lnSpc>
                <a:spcPct val="115399"/>
              </a:lnSpc>
            </a:pPr>
            <a:r>
              <a:rPr sz="1650" dirty="0">
                <a:latin typeface="Arial MT"/>
                <a:cs typeface="Arial MT"/>
              </a:rPr>
              <a:t>Object storage </a:t>
            </a:r>
            <a:r>
              <a:rPr sz="1650" spc="-65" dirty="0">
                <a:solidFill>
                  <a:srgbClr val="181818"/>
                </a:solidFill>
                <a:latin typeface="Arial MT"/>
                <a:cs typeface="Arial MT"/>
              </a:rPr>
              <a:t>is</a:t>
            </a:r>
            <a:r>
              <a:rPr sz="1650" spc="-25" dirty="0">
                <a:solidFill>
                  <a:srgbClr val="181818"/>
                </a:solidFill>
                <a:latin typeface="Arial MT"/>
                <a:cs typeface="Arial MT"/>
              </a:rPr>
              <a:t> </a:t>
            </a:r>
            <a:r>
              <a:rPr sz="1650" dirty="0">
                <a:solidFill>
                  <a:srgbClr val="3B3B3B"/>
                </a:solidFill>
                <a:latin typeface="Arial MT"/>
                <a:cs typeface="Arial MT"/>
              </a:rPr>
              <a:t>a </a:t>
            </a:r>
            <a:r>
              <a:rPr sz="1650" spc="-10" dirty="0">
                <a:latin typeface="Arial MT"/>
                <a:cs typeface="Arial MT"/>
              </a:rPr>
              <a:t>storage </a:t>
            </a:r>
            <a:r>
              <a:rPr sz="1650" dirty="0">
                <a:latin typeface="Arial MT"/>
                <a:cs typeface="Arial MT"/>
              </a:rPr>
              <a:t>option that </a:t>
            </a:r>
            <a:r>
              <a:rPr sz="1650" spc="-45" dirty="0">
                <a:solidFill>
                  <a:srgbClr val="1F1F1F"/>
                </a:solidFill>
                <a:latin typeface="Arial MT"/>
                <a:cs typeface="Arial MT"/>
              </a:rPr>
              <a:t>is </a:t>
            </a:r>
            <a:r>
              <a:rPr sz="1650" dirty="0">
                <a:latin typeface="Arial MT"/>
                <a:cs typeface="Arial MT"/>
              </a:rPr>
              <a:t>meant for </a:t>
            </a:r>
            <a:r>
              <a:rPr sz="1650" spc="-10" dirty="0">
                <a:latin typeface="Arial MT"/>
                <a:cs typeface="Arial MT"/>
              </a:rPr>
              <a:t>read-</a:t>
            </a:r>
            <a:r>
              <a:rPr sz="1550" dirty="0">
                <a:latin typeface="Arial MT"/>
                <a:cs typeface="Arial MT"/>
              </a:rPr>
              <a:t>intensive</a:t>
            </a:r>
            <a:r>
              <a:rPr sz="1550" spc="200" dirty="0">
                <a:latin typeface="Arial MT"/>
                <a:cs typeface="Arial MT"/>
              </a:rPr>
              <a:t> </a:t>
            </a:r>
            <a:r>
              <a:rPr sz="1550" dirty="0">
                <a:solidFill>
                  <a:srgbClr val="4B4B4B"/>
                </a:solidFill>
                <a:latin typeface="Arial MT"/>
                <a:cs typeface="Arial MT"/>
              </a:rPr>
              <a:t>fi</a:t>
            </a:r>
            <a:r>
              <a:rPr sz="1550" spc="-260" dirty="0">
                <a:solidFill>
                  <a:srgbClr val="4B4B4B"/>
                </a:solidFill>
                <a:latin typeface="Arial MT"/>
                <a:cs typeface="Arial MT"/>
              </a:rPr>
              <a:t> </a:t>
            </a:r>
            <a:r>
              <a:rPr sz="1550" spc="-10" dirty="0">
                <a:latin typeface="Arial MT"/>
                <a:cs typeface="Arial MT"/>
              </a:rPr>
              <a:t>les</a:t>
            </a:r>
            <a:r>
              <a:rPr sz="1550" spc="65" dirty="0">
                <a:latin typeface="Arial MT"/>
                <a:cs typeface="Arial MT"/>
              </a:rPr>
              <a:t> </a:t>
            </a:r>
            <a:r>
              <a:rPr sz="1550" spc="75" dirty="0">
                <a:latin typeface="Arial MT"/>
                <a:cs typeface="Arial MT"/>
              </a:rPr>
              <a:t>that</a:t>
            </a:r>
            <a:r>
              <a:rPr sz="1550" spc="85" dirty="0">
                <a:latin typeface="Arial MT"/>
                <a:cs typeface="Arial MT"/>
              </a:rPr>
              <a:t> </a:t>
            </a:r>
            <a:r>
              <a:rPr sz="1550" dirty="0">
                <a:latin typeface="Arial MT"/>
                <a:cs typeface="Arial MT"/>
              </a:rPr>
              <a:t>are</a:t>
            </a:r>
            <a:r>
              <a:rPr sz="1550" spc="55" dirty="0">
                <a:latin typeface="Arial MT"/>
                <a:cs typeface="Arial MT"/>
              </a:rPr>
              <a:t> </a:t>
            </a:r>
            <a:r>
              <a:rPr sz="1550" dirty="0">
                <a:solidFill>
                  <a:srgbClr val="0A0A0A"/>
                </a:solidFill>
                <a:latin typeface="Arial MT"/>
                <a:cs typeface="Arial MT"/>
              </a:rPr>
              <a:t>not</a:t>
            </a:r>
            <a:r>
              <a:rPr sz="1550" spc="360" dirty="0">
                <a:solidFill>
                  <a:srgbClr val="0A0A0A"/>
                </a:solidFill>
                <a:latin typeface="Arial MT"/>
                <a:cs typeface="Arial MT"/>
              </a:rPr>
              <a:t> </a:t>
            </a:r>
            <a:r>
              <a:rPr sz="1550" spc="50" dirty="0">
                <a:latin typeface="Arial MT"/>
                <a:cs typeface="Arial MT"/>
              </a:rPr>
              <a:t>written</a:t>
            </a:r>
            <a:r>
              <a:rPr sz="1550" spc="140" dirty="0">
                <a:latin typeface="Arial MT"/>
                <a:cs typeface="Arial MT"/>
              </a:rPr>
              <a:t> </a:t>
            </a:r>
            <a:r>
              <a:rPr sz="1550" dirty="0">
                <a:latin typeface="Arial MT"/>
                <a:cs typeface="Arial MT"/>
              </a:rPr>
              <a:t>to.</a:t>
            </a:r>
            <a:r>
              <a:rPr sz="1550" spc="70" dirty="0">
                <a:latin typeface="Arial MT"/>
                <a:cs typeface="Arial MT"/>
              </a:rPr>
              <a:t> </a:t>
            </a:r>
            <a:r>
              <a:rPr sz="1550" dirty="0">
                <a:solidFill>
                  <a:srgbClr val="1F1F1F"/>
                </a:solidFill>
                <a:latin typeface="Arial MT"/>
                <a:cs typeface="Arial MT"/>
              </a:rPr>
              <a:t>If</a:t>
            </a:r>
            <a:r>
              <a:rPr sz="1550" spc="75" dirty="0">
                <a:solidFill>
                  <a:srgbClr val="1F1F1F"/>
                </a:solidFill>
                <a:latin typeface="Arial MT"/>
                <a:cs typeface="Arial MT"/>
              </a:rPr>
              <a:t> </a:t>
            </a:r>
            <a:r>
              <a:rPr sz="1550" dirty="0">
                <a:latin typeface="Arial MT"/>
                <a:cs typeface="Arial MT"/>
              </a:rPr>
              <a:t>the</a:t>
            </a:r>
            <a:r>
              <a:rPr sz="1550" spc="190" dirty="0">
                <a:latin typeface="Arial MT"/>
                <a:cs typeface="Arial MT"/>
              </a:rPr>
              <a:t> </a:t>
            </a:r>
            <a:r>
              <a:rPr sz="1550" spc="-10" dirty="0">
                <a:solidFill>
                  <a:srgbClr val="151515"/>
                </a:solidFill>
                <a:latin typeface="Arial MT"/>
                <a:cs typeface="Arial MT"/>
              </a:rPr>
              <a:t>file’</a:t>
            </a:r>
            <a:r>
              <a:rPr sz="1550" spc="15" dirty="0">
                <a:solidFill>
                  <a:srgbClr val="151515"/>
                </a:solidFill>
                <a:latin typeface="Arial MT"/>
                <a:cs typeface="Arial MT"/>
              </a:rPr>
              <a:t> </a:t>
            </a:r>
            <a:r>
              <a:rPr sz="1550" dirty="0">
                <a:latin typeface="Arial MT"/>
                <a:cs typeface="Arial MT"/>
              </a:rPr>
              <a:t>needs</a:t>
            </a:r>
            <a:r>
              <a:rPr sz="1550" spc="60" dirty="0">
                <a:latin typeface="Arial MT"/>
                <a:cs typeface="Arial MT"/>
              </a:rPr>
              <a:t> </a:t>
            </a:r>
            <a:r>
              <a:rPr sz="1550" spc="-50" dirty="0">
                <a:latin typeface="Arial MT"/>
                <a:cs typeface="Arial MT"/>
              </a:rPr>
              <a:t>a </a:t>
            </a:r>
            <a:r>
              <a:rPr sz="1550" dirty="0">
                <a:latin typeface="Arial MT"/>
                <a:cs typeface="Arial MT"/>
              </a:rPr>
              <a:t>change,</a:t>
            </a:r>
            <a:r>
              <a:rPr sz="1550" spc="150" dirty="0">
                <a:latin typeface="Arial MT"/>
                <a:cs typeface="Arial MT"/>
              </a:rPr>
              <a:t> </a:t>
            </a:r>
            <a:r>
              <a:rPr sz="1550" dirty="0">
                <a:latin typeface="Arial MT"/>
                <a:cs typeface="Arial MT"/>
              </a:rPr>
              <a:t>then</a:t>
            </a:r>
            <a:r>
              <a:rPr sz="1550" spc="150" dirty="0">
                <a:latin typeface="Arial MT"/>
                <a:cs typeface="Arial MT"/>
              </a:rPr>
              <a:t> </a:t>
            </a:r>
            <a:r>
              <a:rPr sz="1550" dirty="0">
                <a:solidFill>
                  <a:srgbClr val="131313"/>
                </a:solidFill>
                <a:latin typeface="Arial MT"/>
                <a:cs typeface="Arial MT"/>
              </a:rPr>
              <a:t>the</a:t>
            </a:r>
            <a:r>
              <a:rPr sz="1550" spc="190" dirty="0">
                <a:solidFill>
                  <a:srgbClr val="131313"/>
                </a:solidFill>
                <a:latin typeface="Arial MT"/>
                <a:cs typeface="Arial MT"/>
              </a:rPr>
              <a:t> </a:t>
            </a:r>
            <a:r>
              <a:rPr sz="1550" spc="50" dirty="0">
                <a:solidFill>
                  <a:srgbClr val="3B3B3B"/>
                </a:solidFill>
                <a:latin typeface="Arial MT"/>
                <a:cs typeface="Arial MT"/>
              </a:rPr>
              <a:t>file</a:t>
            </a:r>
            <a:r>
              <a:rPr sz="1550" spc="130" dirty="0">
                <a:solidFill>
                  <a:srgbClr val="3B3B3B"/>
                </a:solidFill>
                <a:latin typeface="Arial MT"/>
                <a:cs typeface="Arial MT"/>
              </a:rPr>
              <a:t> </a:t>
            </a:r>
            <a:r>
              <a:rPr sz="1550" dirty="0">
                <a:solidFill>
                  <a:srgbClr val="2D2D2D"/>
                </a:solidFill>
                <a:latin typeface="Arial MT"/>
                <a:cs typeface="Arial MT"/>
              </a:rPr>
              <a:t>can</a:t>
            </a:r>
            <a:r>
              <a:rPr sz="1550" spc="135" dirty="0">
                <a:solidFill>
                  <a:srgbClr val="2D2D2D"/>
                </a:solidFill>
                <a:latin typeface="Arial MT"/>
                <a:cs typeface="Arial MT"/>
              </a:rPr>
              <a:t> </a:t>
            </a:r>
            <a:r>
              <a:rPr sz="1550" dirty="0">
                <a:latin typeface="Arial MT"/>
                <a:cs typeface="Arial MT"/>
              </a:rPr>
              <a:t>be</a:t>
            </a:r>
            <a:r>
              <a:rPr sz="1550" spc="145" dirty="0">
                <a:latin typeface="Arial MT"/>
                <a:cs typeface="Arial MT"/>
              </a:rPr>
              <a:t> </a:t>
            </a:r>
            <a:r>
              <a:rPr sz="1550" dirty="0">
                <a:latin typeface="Arial MT"/>
                <a:cs typeface="Arial MT"/>
              </a:rPr>
              <a:t>overwritten.</a:t>
            </a:r>
            <a:r>
              <a:rPr sz="1550" spc="235" dirty="0">
                <a:latin typeface="Arial MT"/>
                <a:cs typeface="Arial MT"/>
              </a:rPr>
              <a:t> </a:t>
            </a:r>
            <a:r>
              <a:rPr sz="1550" dirty="0">
                <a:latin typeface="Arial MT"/>
                <a:cs typeface="Arial MT"/>
              </a:rPr>
              <a:t>Examples</a:t>
            </a:r>
            <a:r>
              <a:rPr sz="1550" spc="245" dirty="0">
                <a:latin typeface="Arial MT"/>
                <a:cs typeface="Arial MT"/>
              </a:rPr>
              <a:t> </a:t>
            </a:r>
            <a:r>
              <a:rPr sz="1550" dirty="0">
                <a:solidFill>
                  <a:srgbClr val="363636"/>
                </a:solidFill>
                <a:latin typeface="Arial MT"/>
                <a:cs typeface="Arial MT"/>
              </a:rPr>
              <a:t>of</a:t>
            </a:r>
            <a:r>
              <a:rPr sz="1550" spc="275" dirty="0">
                <a:solidFill>
                  <a:srgbClr val="363636"/>
                </a:solidFill>
                <a:latin typeface="Arial MT"/>
                <a:cs typeface="Arial MT"/>
              </a:rPr>
              <a:t> </a:t>
            </a:r>
            <a:r>
              <a:rPr sz="1550" spc="-10" dirty="0">
                <a:solidFill>
                  <a:srgbClr val="1C1C1C"/>
                </a:solidFill>
                <a:latin typeface="Arial MT"/>
                <a:cs typeface="Arial MT"/>
              </a:rPr>
              <a:t>object </a:t>
            </a:r>
            <a:r>
              <a:rPr sz="1600" dirty="0">
                <a:latin typeface="Arial MT"/>
                <a:cs typeface="Arial MT"/>
              </a:rPr>
              <a:t>storage</a:t>
            </a:r>
            <a:r>
              <a:rPr sz="1600" spc="5" dirty="0">
                <a:latin typeface="Arial MT"/>
                <a:cs typeface="Arial MT"/>
              </a:rPr>
              <a:t> </a:t>
            </a:r>
            <a:r>
              <a:rPr sz="1600" spc="-20" dirty="0">
                <a:latin typeface="Arial MT"/>
                <a:cs typeface="Arial MT"/>
              </a:rPr>
              <a:t>are</a:t>
            </a:r>
            <a:r>
              <a:rPr sz="1600" spc="-65" dirty="0">
                <a:latin typeface="Arial MT"/>
                <a:cs typeface="Arial MT"/>
              </a:rPr>
              <a:t> </a:t>
            </a:r>
            <a:r>
              <a:rPr sz="1600" dirty="0">
                <a:latin typeface="Arial MT"/>
                <a:cs typeface="Arial MT"/>
              </a:rPr>
              <a:t>pictures, </a:t>
            </a:r>
            <a:r>
              <a:rPr sz="1600" spc="-10" dirty="0">
                <a:latin typeface="Arial MT"/>
                <a:cs typeface="Arial MT"/>
              </a:rPr>
              <a:t>videos,</a:t>
            </a:r>
            <a:r>
              <a:rPr sz="1600" spc="-35" dirty="0">
                <a:latin typeface="Arial MT"/>
                <a:cs typeface="Arial MT"/>
              </a:rPr>
              <a:t> </a:t>
            </a:r>
            <a:r>
              <a:rPr sz="1600" dirty="0">
                <a:latin typeface="Arial MT"/>
                <a:cs typeface="Arial MT"/>
              </a:rPr>
              <a:t>documents,</a:t>
            </a:r>
            <a:r>
              <a:rPr sz="1600" spc="85" dirty="0">
                <a:latin typeface="Arial MT"/>
                <a:cs typeface="Arial MT"/>
              </a:rPr>
              <a:t> </a:t>
            </a:r>
            <a:r>
              <a:rPr sz="1600" dirty="0">
                <a:latin typeface="Arial MT"/>
                <a:cs typeface="Arial MT"/>
              </a:rPr>
              <a:t>and</a:t>
            </a:r>
            <a:r>
              <a:rPr sz="1600" spc="-50" dirty="0">
                <a:latin typeface="Arial MT"/>
                <a:cs typeface="Arial MT"/>
              </a:rPr>
              <a:t> </a:t>
            </a:r>
            <a:r>
              <a:rPr sz="1600" dirty="0">
                <a:latin typeface="Arial MT"/>
                <a:cs typeface="Arial MT"/>
              </a:rPr>
              <a:t>static</a:t>
            </a:r>
            <a:r>
              <a:rPr sz="1600" spc="25" dirty="0">
                <a:latin typeface="Arial MT"/>
                <a:cs typeface="Arial MT"/>
              </a:rPr>
              <a:t> </a:t>
            </a:r>
            <a:r>
              <a:rPr sz="1600" spc="-10" dirty="0">
                <a:latin typeface="Arial MT"/>
                <a:cs typeface="Arial MT"/>
              </a:rPr>
              <a:t>websites.</a:t>
            </a:r>
            <a:endParaRPr sz="1600">
              <a:latin typeface="Arial MT"/>
              <a:cs typeface="Arial MT"/>
            </a:endParaRPr>
          </a:p>
          <a:p>
            <a:pPr>
              <a:lnSpc>
                <a:spcPct val="100000"/>
              </a:lnSpc>
              <a:spcBef>
                <a:spcPts val="1180"/>
              </a:spcBef>
            </a:pPr>
            <a:endParaRPr sz="1550">
              <a:latin typeface="Arial MT"/>
              <a:cs typeface="Arial MT"/>
            </a:endParaRPr>
          </a:p>
          <a:p>
            <a:pPr marL="15240" marR="5080" indent="-3175">
              <a:lnSpc>
                <a:spcPct val="119100"/>
              </a:lnSpc>
            </a:pPr>
            <a:r>
              <a:rPr sz="1600" dirty="0">
                <a:latin typeface="Arial MT"/>
                <a:cs typeface="Arial MT"/>
              </a:rPr>
              <a:t>Block</a:t>
            </a:r>
            <a:r>
              <a:rPr sz="1600" spc="110" dirty="0">
                <a:latin typeface="Arial MT"/>
                <a:cs typeface="Arial MT"/>
              </a:rPr>
              <a:t> </a:t>
            </a:r>
            <a:r>
              <a:rPr sz="1600" dirty="0">
                <a:latin typeface="Arial MT"/>
                <a:cs typeface="Arial MT"/>
              </a:rPr>
              <a:t>storage</a:t>
            </a:r>
            <a:r>
              <a:rPr sz="1600" spc="185" dirty="0">
                <a:latin typeface="Arial MT"/>
                <a:cs typeface="Arial MT"/>
              </a:rPr>
              <a:t> </a:t>
            </a:r>
            <a:r>
              <a:rPr sz="1600" spc="-20" dirty="0">
                <a:latin typeface="Arial MT"/>
                <a:cs typeface="Arial MT"/>
              </a:rPr>
              <a:t>is</a:t>
            </a:r>
            <a:r>
              <a:rPr sz="1600" spc="95" dirty="0">
                <a:latin typeface="Arial MT"/>
                <a:cs typeface="Arial MT"/>
              </a:rPr>
              <a:t> </a:t>
            </a:r>
            <a:r>
              <a:rPr sz="1600" dirty="0">
                <a:solidFill>
                  <a:srgbClr val="1C1C1C"/>
                </a:solidFill>
                <a:latin typeface="Arial MT"/>
                <a:cs typeface="Arial MT"/>
              </a:rPr>
              <a:t>a</a:t>
            </a:r>
            <a:r>
              <a:rPr sz="1600" spc="30" dirty="0">
                <a:solidFill>
                  <a:srgbClr val="1C1C1C"/>
                </a:solidFill>
                <a:latin typeface="Arial MT"/>
                <a:cs typeface="Arial MT"/>
              </a:rPr>
              <a:t> </a:t>
            </a:r>
            <a:r>
              <a:rPr sz="1600" dirty="0">
                <a:solidFill>
                  <a:srgbClr val="111111"/>
                </a:solidFill>
                <a:latin typeface="Arial MT"/>
                <a:cs typeface="Arial MT"/>
              </a:rPr>
              <a:t>more</a:t>
            </a:r>
            <a:r>
              <a:rPr sz="1600" spc="105" dirty="0">
                <a:solidFill>
                  <a:srgbClr val="111111"/>
                </a:solidFill>
                <a:latin typeface="Arial MT"/>
                <a:cs typeface="Arial MT"/>
              </a:rPr>
              <a:t> </a:t>
            </a:r>
            <a:r>
              <a:rPr sz="1600" dirty="0">
                <a:latin typeface="Arial MT"/>
                <a:cs typeface="Arial MT"/>
              </a:rPr>
              <a:t>structured</a:t>
            </a:r>
            <a:r>
              <a:rPr sz="1600" spc="120" dirty="0">
                <a:latin typeface="Arial MT"/>
                <a:cs typeface="Arial MT"/>
              </a:rPr>
              <a:t> </a:t>
            </a:r>
            <a:r>
              <a:rPr sz="1600" dirty="0">
                <a:latin typeface="Arial MT"/>
                <a:cs typeface="Arial MT"/>
              </a:rPr>
              <a:t>set</a:t>
            </a:r>
            <a:r>
              <a:rPr sz="1600" spc="150" dirty="0">
                <a:latin typeface="Arial MT"/>
                <a:cs typeface="Arial MT"/>
              </a:rPr>
              <a:t> </a:t>
            </a:r>
            <a:r>
              <a:rPr sz="1600" dirty="0">
                <a:solidFill>
                  <a:srgbClr val="131313"/>
                </a:solidFill>
                <a:latin typeface="Arial MT"/>
                <a:cs typeface="Arial MT"/>
              </a:rPr>
              <a:t>of</a:t>
            </a:r>
            <a:r>
              <a:rPr sz="1600" spc="114" dirty="0">
                <a:solidFill>
                  <a:srgbClr val="131313"/>
                </a:solidFill>
                <a:latin typeface="Arial MT"/>
                <a:cs typeface="Arial MT"/>
              </a:rPr>
              <a:t> </a:t>
            </a:r>
            <a:r>
              <a:rPr sz="1600" dirty="0">
                <a:latin typeface="Arial MT"/>
                <a:cs typeface="Arial MT"/>
              </a:rPr>
              <a:t>data</a:t>
            </a:r>
            <a:r>
              <a:rPr sz="1600" spc="140" dirty="0">
                <a:latin typeface="Arial MT"/>
                <a:cs typeface="Arial MT"/>
              </a:rPr>
              <a:t> </a:t>
            </a:r>
            <a:r>
              <a:rPr sz="1600" dirty="0">
                <a:latin typeface="Arial MT"/>
                <a:cs typeface="Arial MT"/>
              </a:rPr>
              <a:t>hosting</a:t>
            </a:r>
            <a:r>
              <a:rPr sz="1600" spc="110" dirty="0">
                <a:latin typeface="Arial MT"/>
                <a:cs typeface="Arial MT"/>
              </a:rPr>
              <a:t> </a:t>
            </a:r>
            <a:r>
              <a:rPr sz="1600" dirty="0">
                <a:solidFill>
                  <a:srgbClr val="0E0E0E"/>
                </a:solidFill>
                <a:latin typeface="Arial MT"/>
                <a:cs typeface="Arial MT"/>
              </a:rPr>
              <a:t>that</a:t>
            </a:r>
            <a:r>
              <a:rPr sz="1600" spc="110" dirty="0">
                <a:solidFill>
                  <a:srgbClr val="0E0E0E"/>
                </a:solidFill>
                <a:latin typeface="Arial MT"/>
                <a:cs typeface="Arial MT"/>
              </a:rPr>
              <a:t> </a:t>
            </a:r>
            <a:r>
              <a:rPr sz="1600" spc="-25" dirty="0">
                <a:solidFill>
                  <a:srgbClr val="0F0F0F"/>
                </a:solidFill>
                <a:latin typeface="Arial MT"/>
                <a:cs typeface="Arial MT"/>
              </a:rPr>
              <a:t>is </a:t>
            </a:r>
            <a:r>
              <a:rPr sz="1500" spc="80" dirty="0">
                <a:latin typeface="Arial MT"/>
                <a:cs typeface="Arial MT"/>
              </a:rPr>
              <a:t>often</a:t>
            </a:r>
            <a:r>
              <a:rPr sz="1500" spc="120" dirty="0">
                <a:latin typeface="Arial MT"/>
                <a:cs typeface="Arial MT"/>
              </a:rPr>
              <a:t> </a:t>
            </a:r>
            <a:r>
              <a:rPr sz="1500" spc="70" dirty="0">
                <a:latin typeface="Arial MT"/>
                <a:cs typeface="Arial MT"/>
              </a:rPr>
              <a:t>written</a:t>
            </a:r>
            <a:r>
              <a:rPr sz="1500" spc="140" dirty="0">
                <a:latin typeface="Arial MT"/>
                <a:cs typeface="Arial MT"/>
              </a:rPr>
              <a:t> </a:t>
            </a:r>
            <a:r>
              <a:rPr sz="1500" spc="75" dirty="0">
                <a:latin typeface="Arial MT"/>
                <a:cs typeface="Arial MT"/>
              </a:rPr>
              <a:t>to</a:t>
            </a:r>
            <a:r>
              <a:rPr sz="1500" spc="45" dirty="0">
                <a:latin typeface="Arial MT"/>
                <a:cs typeface="Arial MT"/>
              </a:rPr>
              <a:t>  </a:t>
            </a:r>
            <a:r>
              <a:rPr sz="1500" spc="10" dirty="0">
                <a:latin typeface="Arial MT"/>
                <a:cs typeface="Arial MT"/>
              </a:rPr>
              <a:t>Examples</a:t>
            </a:r>
            <a:r>
              <a:rPr sz="1500" spc="235" dirty="0">
                <a:latin typeface="Arial MT"/>
                <a:cs typeface="Arial MT"/>
              </a:rPr>
              <a:t> </a:t>
            </a:r>
            <a:r>
              <a:rPr sz="1500" spc="10" dirty="0">
                <a:solidFill>
                  <a:srgbClr val="313131"/>
                </a:solidFill>
                <a:latin typeface="Arial MT"/>
                <a:cs typeface="Arial MT"/>
              </a:rPr>
              <a:t>of</a:t>
            </a:r>
            <a:r>
              <a:rPr sz="1500" spc="155" dirty="0">
                <a:solidFill>
                  <a:srgbClr val="313131"/>
                </a:solidFill>
                <a:latin typeface="Arial MT"/>
                <a:cs typeface="Arial MT"/>
              </a:rPr>
              <a:t> </a:t>
            </a:r>
            <a:r>
              <a:rPr sz="1500" dirty="0">
                <a:latin typeface="Arial MT"/>
                <a:cs typeface="Arial MT"/>
              </a:rPr>
              <a:t>obteCt</a:t>
            </a:r>
            <a:r>
              <a:rPr sz="1500" spc="229" dirty="0">
                <a:latin typeface="Arial MT"/>
                <a:cs typeface="Arial MT"/>
              </a:rPr>
              <a:t> </a:t>
            </a:r>
            <a:r>
              <a:rPr sz="1500" spc="10" dirty="0">
                <a:latin typeface="Arial MT"/>
                <a:cs typeface="Arial MT"/>
              </a:rPr>
              <a:t>storage</a:t>
            </a:r>
            <a:r>
              <a:rPr sz="1500" spc="190" dirty="0">
                <a:latin typeface="Arial MT"/>
                <a:cs typeface="Arial MT"/>
              </a:rPr>
              <a:t> </a:t>
            </a:r>
            <a:r>
              <a:rPr sz="1500" spc="10" dirty="0">
                <a:latin typeface="Arial MT"/>
                <a:cs typeface="Arial MT"/>
              </a:rPr>
              <a:t>arr'</a:t>
            </a:r>
            <a:r>
              <a:rPr sz="1500" spc="75" dirty="0">
                <a:latin typeface="Arial MT"/>
                <a:cs typeface="Arial MT"/>
              </a:rPr>
              <a:t> </a:t>
            </a:r>
            <a:r>
              <a:rPr sz="1500" spc="10" dirty="0">
                <a:solidFill>
                  <a:srgbClr val="111111"/>
                </a:solidFill>
                <a:latin typeface="Arial MT"/>
                <a:cs typeface="Arial MT"/>
              </a:rPr>
              <a:t>pict</a:t>
            </a:r>
            <a:r>
              <a:rPr sz="1500" spc="-265" dirty="0">
                <a:solidFill>
                  <a:srgbClr val="111111"/>
                </a:solidFill>
                <a:latin typeface="Arial MT"/>
                <a:cs typeface="Arial MT"/>
              </a:rPr>
              <a:t> </a:t>
            </a:r>
            <a:r>
              <a:rPr sz="1500" spc="-10" dirty="0">
                <a:latin typeface="Arial MT"/>
                <a:cs typeface="Arial MT"/>
              </a:rPr>
              <a:t>Llres, </a:t>
            </a:r>
            <a:r>
              <a:rPr sz="1550" dirty="0">
                <a:latin typeface="Arial MT"/>
                <a:cs typeface="Arial MT"/>
              </a:rPr>
              <a:t>videos,</a:t>
            </a:r>
            <a:r>
              <a:rPr sz="1550" spc="130" dirty="0">
                <a:latin typeface="Arial MT"/>
                <a:cs typeface="Arial MT"/>
              </a:rPr>
              <a:t> </a:t>
            </a:r>
            <a:r>
              <a:rPr sz="1550" dirty="0">
                <a:latin typeface="Arial MT"/>
                <a:cs typeface="Arial MT"/>
              </a:rPr>
              <a:t>documents,</a:t>
            </a:r>
            <a:r>
              <a:rPr sz="1550" spc="75" dirty="0">
                <a:latin typeface="Arial MT"/>
                <a:cs typeface="Arial MT"/>
              </a:rPr>
              <a:t> </a:t>
            </a:r>
            <a:r>
              <a:rPr sz="1550" dirty="0">
                <a:solidFill>
                  <a:srgbClr val="0A0A0A"/>
                </a:solidFill>
                <a:latin typeface="Arial MT"/>
                <a:cs typeface="Arial MT"/>
              </a:rPr>
              <a:t>and</a:t>
            </a:r>
            <a:r>
              <a:rPr sz="1550" spc="110" dirty="0">
                <a:solidFill>
                  <a:srgbClr val="0A0A0A"/>
                </a:solidFill>
                <a:latin typeface="Arial MT"/>
                <a:cs typeface="Arial MT"/>
              </a:rPr>
              <a:t> </a:t>
            </a:r>
            <a:r>
              <a:rPr sz="1550" dirty="0">
                <a:latin typeface="Arial MT"/>
                <a:cs typeface="Arial MT"/>
              </a:rPr>
              <a:t>static</a:t>
            </a:r>
            <a:r>
              <a:rPr sz="1550" spc="135" dirty="0">
                <a:latin typeface="Arial MT"/>
                <a:cs typeface="Arial MT"/>
              </a:rPr>
              <a:t> </a:t>
            </a:r>
            <a:r>
              <a:rPr sz="1550" dirty="0">
                <a:latin typeface="Arial MT"/>
                <a:cs typeface="Arial MT"/>
              </a:rPr>
              <a:t>websites.</a:t>
            </a:r>
            <a:r>
              <a:rPr sz="1550" spc="150" dirty="0">
                <a:latin typeface="Arial MT"/>
                <a:cs typeface="Arial MT"/>
              </a:rPr>
              <a:t> </a:t>
            </a:r>
            <a:r>
              <a:rPr sz="1550" dirty="0">
                <a:latin typeface="Arial MT"/>
                <a:cs typeface="Arial MT"/>
              </a:rPr>
              <a:t>Amazon</a:t>
            </a:r>
            <a:r>
              <a:rPr sz="1550" spc="125" dirty="0">
                <a:latin typeface="Arial MT"/>
                <a:cs typeface="Arial MT"/>
              </a:rPr>
              <a:t> </a:t>
            </a:r>
            <a:r>
              <a:rPr sz="1550" spc="-75" dirty="0">
                <a:solidFill>
                  <a:srgbClr val="343434"/>
                </a:solidFill>
                <a:latin typeface="Arial MT"/>
                <a:cs typeface="Arial MT"/>
              </a:rPr>
              <a:t>SP</a:t>
            </a:r>
            <a:r>
              <a:rPr sz="1550" spc="175" dirty="0">
                <a:solidFill>
                  <a:srgbClr val="343434"/>
                </a:solidFill>
                <a:latin typeface="Arial MT"/>
                <a:cs typeface="Arial MT"/>
              </a:rPr>
              <a:t> </a:t>
            </a:r>
            <a:r>
              <a:rPr sz="1550" spc="-35" dirty="0">
                <a:latin typeface="Arial MT"/>
                <a:cs typeface="Arial MT"/>
              </a:rPr>
              <a:t>is</a:t>
            </a:r>
            <a:r>
              <a:rPr sz="1550" spc="30" dirty="0">
                <a:latin typeface="Arial MT"/>
                <a:cs typeface="Arial MT"/>
              </a:rPr>
              <a:t> </a:t>
            </a:r>
            <a:r>
              <a:rPr sz="1550" spc="-25" dirty="0">
                <a:latin typeface="Arial MT"/>
                <a:cs typeface="Arial MT"/>
              </a:rPr>
              <a:t>not </a:t>
            </a:r>
            <a:r>
              <a:rPr sz="1550" dirty="0">
                <a:latin typeface="Arial MT"/>
                <a:cs typeface="Arial MT"/>
              </a:rPr>
              <a:t>designed</a:t>
            </a:r>
            <a:r>
              <a:rPr sz="1550" spc="250" dirty="0">
                <a:latin typeface="Arial MT"/>
                <a:cs typeface="Arial MT"/>
              </a:rPr>
              <a:t> </a:t>
            </a:r>
            <a:r>
              <a:rPr sz="1550" spc="60" dirty="0">
                <a:latin typeface="Arial MT"/>
                <a:cs typeface="Arial MT"/>
              </a:rPr>
              <a:t>for </a:t>
            </a:r>
            <a:r>
              <a:rPr sz="1550" dirty="0">
                <a:latin typeface="Arial MT"/>
                <a:cs typeface="Arial MT"/>
              </a:rPr>
              <a:t>these</a:t>
            </a:r>
            <a:r>
              <a:rPr sz="1550" spc="114" dirty="0">
                <a:latin typeface="Arial MT"/>
                <a:cs typeface="Arial MT"/>
              </a:rPr>
              <a:t> </a:t>
            </a:r>
            <a:r>
              <a:rPr sz="1550" spc="-20" dirty="0">
                <a:latin typeface="Arial MT"/>
                <a:cs typeface="Arial MT"/>
              </a:rPr>
              <a:t>uses.</a:t>
            </a:r>
            <a:r>
              <a:rPr sz="1550" spc="75" dirty="0">
                <a:latin typeface="Arial MT"/>
                <a:cs typeface="Arial MT"/>
              </a:rPr>
              <a:t> </a:t>
            </a:r>
            <a:r>
              <a:rPr sz="1550" dirty="0">
                <a:latin typeface="Arial MT"/>
                <a:cs typeface="Arial MT"/>
              </a:rPr>
              <a:t>Amazon</a:t>
            </a:r>
            <a:r>
              <a:rPr sz="1550" spc="195" dirty="0">
                <a:latin typeface="Arial MT"/>
                <a:cs typeface="Arial MT"/>
              </a:rPr>
              <a:t> </a:t>
            </a:r>
            <a:r>
              <a:rPr sz="1550" dirty="0">
                <a:solidFill>
                  <a:srgbClr val="282828"/>
                </a:solidFill>
                <a:latin typeface="Arial MT"/>
                <a:cs typeface="Arial MT"/>
              </a:rPr>
              <a:t>offers</a:t>
            </a:r>
            <a:r>
              <a:rPr sz="1550" spc="105" dirty="0">
                <a:solidFill>
                  <a:srgbClr val="282828"/>
                </a:solidFill>
                <a:latin typeface="Arial MT"/>
                <a:cs typeface="Arial MT"/>
              </a:rPr>
              <a:t> </a:t>
            </a:r>
            <a:r>
              <a:rPr sz="1550" dirty="0">
                <a:latin typeface="Arial MT"/>
                <a:cs typeface="Arial MT"/>
              </a:rPr>
              <a:t>Amazon</a:t>
            </a:r>
            <a:r>
              <a:rPr sz="1550" spc="120" dirty="0">
                <a:latin typeface="Arial MT"/>
                <a:cs typeface="Arial MT"/>
              </a:rPr>
              <a:t> </a:t>
            </a:r>
            <a:r>
              <a:rPr sz="1550" spc="-10" dirty="0">
                <a:latin typeface="Arial MT"/>
                <a:cs typeface="Arial MT"/>
              </a:rPr>
              <a:t>Elastic</a:t>
            </a:r>
            <a:endParaRPr sz="1550">
              <a:latin typeface="Arial MT"/>
              <a:cs typeface="Arial MT"/>
            </a:endParaRPr>
          </a:p>
          <a:p>
            <a:pPr marL="13335">
              <a:lnSpc>
                <a:spcPct val="100000"/>
              </a:lnSpc>
              <a:spcBef>
                <a:spcPts val="365"/>
              </a:spcBef>
              <a:tabLst>
                <a:tab pos="1543050" algn="l"/>
              </a:tabLst>
            </a:pPr>
            <a:r>
              <a:rPr sz="1500" dirty="0">
                <a:latin typeface="Arial MT"/>
                <a:cs typeface="Arial MT"/>
              </a:rPr>
              <a:t>Block</a:t>
            </a:r>
            <a:r>
              <a:rPr sz="1500" spc="220" dirty="0">
                <a:latin typeface="Arial MT"/>
                <a:cs typeface="Arial MT"/>
              </a:rPr>
              <a:t> </a:t>
            </a:r>
            <a:r>
              <a:rPr sz="1500" spc="-35" dirty="0">
                <a:latin typeface="Arial MT"/>
                <a:cs typeface="Arial MT"/>
              </a:rPr>
              <a:t>Store’</a:t>
            </a:r>
            <a:r>
              <a:rPr sz="1500" spc="-15" dirty="0">
                <a:latin typeface="Arial MT"/>
                <a:cs typeface="Arial MT"/>
              </a:rPr>
              <a:t> </a:t>
            </a:r>
            <a:r>
              <a:rPr sz="1500" spc="-25" dirty="0">
                <a:latin typeface="Arial MT"/>
                <a:cs typeface="Arial MT"/>
              </a:rPr>
              <a:t>IO</a:t>
            </a:r>
            <a:r>
              <a:rPr sz="1500" dirty="0">
                <a:latin typeface="Arial MT"/>
                <a:cs typeface="Arial MT"/>
              </a:rPr>
              <a:t>	</a:t>
            </a:r>
            <a:r>
              <a:rPr sz="1500" spc="-20" dirty="0">
                <a:solidFill>
                  <a:srgbClr val="1F1F1F"/>
                </a:solidFill>
                <a:latin typeface="Arial MT"/>
                <a:cs typeface="Arial MT"/>
              </a:rPr>
              <a:t>Qet</a:t>
            </a:r>
            <a:r>
              <a:rPr sz="1500" spc="100" dirty="0">
                <a:solidFill>
                  <a:srgbClr val="1F1F1F"/>
                </a:solidFill>
                <a:latin typeface="Arial MT"/>
                <a:cs typeface="Arial MT"/>
              </a:rPr>
              <a:t> </a:t>
            </a:r>
            <a:r>
              <a:rPr sz="1500" dirty="0">
                <a:latin typeface="Arial MT"/>
                <a:cs typeface="Arial MT"/>
              </a:rPr>
              <a:t>these</a:t>
            </a:r>
            <a:r>
              <a:rPr sz="1500" spc="130" dirty="0">
                <a:latin typeface="Arial MT"/>
                <a:cs typeface="Arial MT"/>
              </a:rPr>
              <a:t> </a:t>
            </a:r>
            <a:r>
              <a:rPr sz="1500" spc="-10" dirty="0">
                <a:latin typeface="Arial MT"/>
                <a:cs typeface="Arial MT"/>
              </a:rPr>
              <a:t>needs.</a:t>
            </a:r>
            <a:endParaRPr sz="1500">
              <a:latin typeface="Arial MT"/>
              <a:cs typeface="Arial MT"/>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361439" y="365125"/>
            <a:ext cx="9459339" cy="5306059"/>
          </a:xfrm>
          <a:prstGeom prst="rect">
            <a:avLst/>
          </a:prstGeom>
        </p:spPr>
      </p:pic>
      <p:sp>
        <p:nvSpPr>
          <p:cNvPr id="3" name="object 3"/>
          <p:cNvSpPr txBox="1"/>
          <p:nvPr/>
        </p:nvSpPr>
        <p:spPr>
          <a:xfrm>
            <a:off x="3625589" y="5383814"/>
            <a:ext cx="716280" cy="132715"/>
          </a:xfrm>
          <a:prstGeom prst="rect">
            <a:avLst/>
          </a:prstGeom>
        </p:spPr>
        <p:txBody>
          <a:bodyPr vert="horz" wrap="square" lIns="0" tIns="12700" rIns="0" bIns="0" rtlCol="0">
            <a:spAutoFit/>
          </a:bodyPr>
          <a:lstStyle/>
          <a:p>
            <a:pPr marL="12700">
              <a:lnSpc>
                <a:spcPct val="100000"/>
              </a:lnSpc>
              <a:spcBef>
                <a:spcPts val="100"/>
              </a:spcBef>
            </a:pPr>
            <a:r>
              <a:rPr sz="700" spc="-45" dirty="0">
                <a:solidFill>
                  <a:srgbClr val="545454"/>
                </a:solidFill>
                <a:latin typeface="Arial MT"/>
                <a:cs typeface="Arial MT"/>
              </a:rPr>
              <a:t>Ak</a:t>
            </a:r>
            <a:r>
              <a:rPr sz="700" spc="-5" dirty="0">
                <a:solidFill>
                  <a:srgbClr val="545454"/>
                </a:solidFill>
                <a:latin typeface="Arial MT"/>
                <a:cs typeface="Arial MT"/>
              </a:rPr>
              <a:t> </a:t>
            </a:r>
            <a:r>
              <a:rPr sz="700" spc="-10" dirty="0">
                <a:solidFill>
                  <a:srgbClr val="606060"/>
                </a:solidFill>
                <a:latin typeface="Arial MT"/>
                <a:cs typeface="Arial MT"/>
              </a:rPr>
              <a:t>isghts</a:t>
            </a:r>
            <a:r>
              <a:rPr sz="700" spc="-5" dirty="0">
                <a:solidFill>
                  <a:srgbClr val="606060"/>
                </a:solidFill>
                <a:latin typeface="Arial MT"/>
                <a:cs typeface="Arial MT"/>
              </a:rPr>
              <a:t> </a:t>
            </a:r>
            <a:r>
              <a:rPr sz="700" spc="-20" dirty="0">
                <a:solidFill>
                  <a:srgbClr val="7E7E7E"/>
                </a:solidFill>
                <a:latin typeface="Arial MT"/>
                <a:cs typeface="Arial MT"/>
              </a:rPr>
              <a:t>r</a:t>
            </a:r>
            <a:r>
              <a:rPr sz="700" spc="-20" dirty="0">
                <a:solidFill>
                  <a:srgbClr val="808080"/>
                </a:solidFill>
                <a:latin typeface="Arial MT"/>
                <a:cs typeface="Arial MT"/>
              </a:rPr>
              <a:t>eserveo</a:t>
            </a:r>
            <a:endParaRPr sz="700">
              <a:latin typeface="Arial MT"/>
              <a:cs typeface="Arial MT"/>
            </a:endParaRPr>
          </a:p>
        </p:txBody>
      </p:sp>
      <p:sp>
        <p:nvSpPr>
          <p:cNvPr id="4" name="object 4" descr="$PPTXTitle"/>
          <p:cNvSpPr txBox="1">
            <a:spLocks noGrp="1"/>
          </p:cNvSpPr>
          <p:nvPr>
            <p:ph type="title"/>
          </p:nvPr>
        </p:nvSpPr>
        <p:spPr>
          <a:xfrm>
            <a:off x="4790869" y="1365371"/>
            <a:ext cx="5438775" cy="808990"/>
          </a:xfrm>
          <a:prstGeom prst="rect">
            <a:avLst/>
          </a:prstGeom>
        </p:spPr>
        <p:txBody>
          <a:bodyPr vert="horz" wrap="square" lIns="0" tIns="9525" rIns="0" bIns="0" rtlCol="0">
            <a:spAutoFit/>
          </a:bodyPr>
          <a:lstStyle/>
          <a:p>
            <a:pPr marL="12700" marR="5080" indent="3175">
              <a:lnSpc>
                <a:spcPct val="101099"/>
              </a:lnSpc>
              <a:spcBef>
                <a:spcPts val="75"/>
              </a:spcBef>
            </a:pPr>
            <a:r>
              <a:rPr sz="1700" dirty="0">
                <a:solidFill>
                  <a:srgbClr val="0A0A0A"/>
                </a:solidFill>
                <a:latin typeface="Arial MT"/>
                <a:cs typeface="Arial MT"/>
              </a:rPr>
              <a:t>With</a:t>
            </a:r>
            <a:r>
              <a:rPr sz="1700" spc="-120" dirty="0">
                <a:solidFill>
                  <a:srgbClr val="0A0A0A"/>
                </a:solidFill>
                <a:latin typeface="Arial MT"/>
                <a:cs typeface="Arial MT"/>
              </a:rPr>
              <a:t> </a:t>
            </a:r>
            <a:r>
              <a:rPr sz="1700" spc="-70" dirty="0">
                <a:latin typeface="Arial MT"/>
                <a:cs typeface="Arial MT"/>
              </a:rPr>
              <a:t>Amazon</a:t>
            </a:r>
            <a:r>
              <a:rPr sz="1700" spc="-50" dirty="0">
                <a:latin typeface="Arial MT"/>
                <a:cs typeface="Arial MT"/>
              </a:rPr>
              <a:t> </a:t>
            </a:r>
            <a:r>
              <a:rPr sz="1700" spc="-140" dirty="0">
                <a:solidFill>
                  <a:srgbClr val="111111"/>
                </a:solidFill>
                <a:latin typeface="Arial MT"/>
                <a:cs typeface="Arial MT"/>
              </a:rPr>
              <a:t>S3,</a:t>
            </a:r>
            <a:r>
              <a:rPr sz="1700" spc="-40" dirty="0">
                <a:solidFill>
                  <a:srgbClr val="111111"/>
                </a:solidFill>
                <a:latin typeface="Arial MT"/>
                <a:cs typeface="Arial MT"/>
              </a:rPr>
              <a:t> </a:t>
            </a:r>
            <a:r>
              <a:rPr sz="1700" dirty="0">
                <a:solidFill>
                  <a:srgbClr val="181818"/>
                </a:solidFill>
                <a:latin typeface="Arial MT"/>
                <a:cs typeface="Arial MT"/>
              </a:rPr>
              <a:t>you</a:t>
            </a:r>
            <a:r>
              <a:rPr sz="1700" spc="-35" dirty="0">
                <a:solidFill>
                  <a:srgbClr val="181818"/>
                </a:solidFill>
                <a:latin typeface="Arial MT"/>
                <a:cs typeface="Arial MT"/>
              </a:rPr>
              <a:t> </a:t>
            </a:r>
            <a:r>
              <a:rPr sz="1700" spc="-80" dirty="0">
                <a:solidFill>
                  <a:srgbClr val="181818"/>
                </a:solidFill>
                <a:latin typeface="Arial MT"/>
                <a:cs typeface="Arial MT"/>
              </a:rPr>
              <a:t>pay</a:t>
            </a:r>
            <a:r>
              <a:rPr sz="1700" spc="-10" dirty="0">
                <a:solidFill>
                  <a:srgbClr val="181818"/>
                </a:solidFill>
                <a:latin typeface="Arial MT"/>
                <a:cs typeface="Arial MT"/>
              </a:rPr>
              <a:t> </a:t>
            </a:r>
            <a:r>
              <a:rPr sz="1700" spc="-10" dirty="0">
                <a:latin typeface="Arial MT"/>
                <a:cs typeface="Arial MT"/>
              </a:rPr>
              <a:t>only</a:t>
            </a:r>
            <a:r>
              <a:rPr sz="1700" spc="-30" dirty="0">
                <a:latin typeface="Arial MT"/>
                <a:cs typeface="Arial MT"/>
              </a:rPr>
              <a:t> </a:t>
            </a:r>
            <a:r>
              <a:rPr sz="1700" spc="-100" dirty="0">
                <a:latin typeface="Arial MT"/>
                <a:cs typeface="Arial MT"/>
              </a:rPr>
              <a:t>fOr</a:t>
            </a:r>
            <a:r>
              <a:rPr sz="1700" spc="-20" dirty="0">
                <a:latin typeface="Arial MT"/>
                <a:cs typeface="Arial MT"/>
              </a:rPr>
              <a:t> what</a:t>
            </a:r>
            <a:r>
              <a:rPr sz="1700" spc="-95" dirty="0">
                <a:latin typeface="Arial MT"/>
                <a:cs typeface="Arial MT"/>
              </a:rPr>
              <a:t> </a:t>
            </a:r>
            <a:r>
              <a:rPr sz="1700" dirty="0">
                <a:latin typeface="Arial MT"/>
                <a:cs typeface="Arial MT"/>
              </a:rPr>
              <a:t>you</a:t>
            </a:r>
            <a:r>
              <a:rPr sz="1700" spc="-10" dirty="0">
                <a:latin typeface="Arial MT"/>
                <a:cs typeface="Arial MT"/>
              </a:rPr>
              <a:t> </a:t>
            </a:r>
            <a:r>
              <a:rPr sz="1700" spc="-110" dirty="0">
                <a:solidFill>
                  <a:srgbClr val="0F0F0F"/>
                </a:solidFill>
                <a:latin typeface="Arial MT"/>
                <a:cs typeface="Arial MT"/>
              </a:rPr>
              <a:t>use.</a:t>
            </a:r>
            <a:r>
              <a:rPr sz="1700" spc="-80" dirty="0">
                <a:solidFill>
                  <a:srgbClr val="0F0F0F"/>
                </a:solidFill>
                <a:latin typeface="Arial MT"/>
                <a:cs typeface="Arial MT"/>
              </a:rPr>
              <a:t> </a:t>
            </a:r>
            <a:r>
              <a:rPr sz="1700" dirty="0">
                <a:latin typeface="Arial MT"/>
                <a:cs typeface="Arial MT"/>
              </a:rPr>
              <a:t>It</a:t>
            </a:r>
            <a:r>
              <a:rPr sz="1700" spc="-110" dirty="0">
                <a:latin typeface="Arial MT"/>
                <a:cs typeface="Arial MT"/>
              </a:rPr>
              <a:t> </a:t>
            </a:r>
            <a:r>
              <a:rPr sz="1700" spc="-90" dirty="0">
                <a:latin typeface="Arial MT"/>
                <a:cs typeface="Arial MT"/>
              </a:rPr>
              <a:t>has</a:t>
            </a:r>
            <a:r>
              <a:rPr sz="1700" spc="-70" dirty="0">
                <a:latin typeface="Arial MT"/>
                <a:cs typeface="Arial MT"/>
              </a:rPr>
              <a:t> </a:t>
            </a:r>
            <a:r>
              <a:rPr sz="1700" spc="-25" dirty="0">
                <a:solidFill>
                  <a:srgbClr val="131313"/>
                </a:solidFill>
                <a:latin typeface="Arial MT"/>
                <a:cs typeface="Arial MT"/>
              </a:rPr>
              <a:t>no </a:t>
            </a:r>
            <a:r>
              <a:rPr sz="1700" dirty="0">
                <a:latin typeface="Arial MT"/>
                <a:cs typeface="Arial MT"/>
              </a:rPr>
              <a:t>minimum</a:t>
            </a:r>
            <a:r>
              <a:rPr sz="1700" spc="-5" dirty="0">
                <a:latin typeface="Arial MT"/>
                <a:cs typeface="Arial MT"/>
              </a:rPr>
              <a:t> </a:t>
            </a:r>
            <a:r>
              <a:rPr sz="1700" spc="-75" dirty="0">
                <a:latin typeface="Arial MT"/>
                <a:cs typeface="Arial MT"/>
              </a:rPr>
              <a:t>fee.</a:t>
            </a:r>
            <a:r>
              <a:rPr sz="1700" spc="-45" dirty="0">
                <a:latin typeface="Arial MT"/>
                <a:cs typeface="Arial MT"/>
              </a:rPr>
              <a:t> </a:t>
            </a:r>
            <a:r>
              <a:rPr sz="1700" spc="-85" dirty="0">
                <a:latin typeface="Arial MT"/>
                <a:cs typeface="Arial MT"/>
              </a:rPr>
              <a:t>Some</a:t>
            </a:r>
            <a:r>
              <a:rPr sz="1700" spc="-5" dirty="0">
                <a:latin typeface="Arial MT"/>
                <a:cs typeface="Arial MT"/>
              </a:rPr>
              <a:t> </a:t>
            </a:r>
            <a:r>
              <a:rPr sz="1700" spc="-90" dirty="0">
                <a:latin typeface="Arial MT"/>
                <a:cs typeface="Arial MT"/>
              </a:rPr>
              <a:t>prices</a:t>
            </a:r>
            <a:r>
              <a:rPr sz="1700" spc="-30" dirty="0">
                <a:latin typeface="Arial MT"/>
                <a:cs typeface="Arial MT"/>
              </a:rPr>
              <a:t> </a:t>
            </a:r>
            <a:r>
              <a:rPr sz="1700" spc="-20" dirty="0">
                <a:latin typeface="Arial MT"/>
                <a:cs typeface="Arial MT"/>
              </a:rPr>
              <a:t>vary </a:t>
            </a:r>
            <a:r>
              <a:rPr sz="1700" spc="-114" dirty="0">
                <a:latin typeface="Arial MT"/>
                <a:cs typeface="Arial MT"/>
              </a:rPr>
              <a:t>across</a:t>
            </a:r>
            <a:r>
              <a:rPr sz="1700" spc="-5" dirty="0">
                <a:latin typeface="Arial MT"/>
                <a:cs typeface="Arial MT"/>
              </a:rPr>
              <a:t> </a:t>
            </a:r>
            <a:r>
              <a:rPr sz="1700" spc="-70" dirty="0">
                <a:latin typeface="Arial MT"/>
                <a:cs typeface="Arial MT"/>
              </a:rPr>
              <a:t>Amazon</a:t>
            </a:r>
            <a:r>
              <a:rPr sz="1700" spc="-15" dirty="0">
                <a:latin typeface="Arial MT"/>
                <a:cs typeface="Arial MT"/>
              </a:rPr>
              <a:t> </a:t>
            </a:r>
            <a:r>
              <a:rPr sz="1700" spc="-10" dirty="0">
                <a:latin typeface="Arial MT"/>
                <a:cs typeface="Arial MT"/>
              </a:rPr>
              <a:t>53</a:t>
            </a:r>
            <a:r>
              <a:rPr sz="1700" spc="-95" dirty="0">
                <a:latin typeface="Arial MT"/>
                <a:cs typeface="Arial MT"/>
              </a:rPr>
              <a:t> </a:t>
            </a:r>
            <a:r>
              <a:rPr sz="1700" spc="-60" dirty="0">
                <a:latin typeface="Arial MT"/>
                <a:cs typeface="Arial MT"/>
              </a:rPr>
              <a:t>Regions. </a:t>
            </a:r>
            <a:r>
              <a:rPr sz="1700" spc="-30" dirty="0">
                <a:latin typeface="Arial MT"/>
                <a:cs typeface="Arial MT"/>
              </a:rPr>
              <a:t>Billing</a:t>
            </a:r>
            <a:r>
              <a:rPr sz="1700" spc="-90" dirty="0">
                <a:latin typeface="Arial MT"/>
                <a:cs typeface="Arial MT"/>
              </a:rPr>
              <a:t> </a:t>
            </a:r>
            <a:r>
              <a:rPr sz="1700" spc="-70" dirty="0">
                <a:latin typeface="Arial MT"/>
                <a:cs typeface="Arial MT"/>
              </a:rPr>
              <a:t>prices</a:t>
            </a:r>
            <a:r>
              <a:rPr sz="1700" spc="-45" dirty="0">
                <a:latin typeface="Arial MT"/>
                <a:cs typeface="Arial MT"/>
              </a:rPr>
              <a:t> </a:t>
            </a:r>
            <a:r>
              <a:rPr sz="1700" spc="-85" dirty="0">
                <a:solidFill>
                  <a:srgbClr val="0C0C0C"/>
                </a:solidFill>
                <a:latin typeface="Arial MT"/>
                <a:cs typeface="Arial MT"/>
              </a:rPr>
              <a:t>are </a:t>
            </a:r>
            <a:r>
              <a:rPr sz="1700" spc="-90" dirty="0">
                <a:latin typeface="Arial MT"/>
                <a:cs typeface="Arial MT"/>
              </a:rPr>
              <a:t>based</a:t>
            </a:r>
            <a:r>
              <a:rPr sz="1700" spc="-30" dirty="0">
                <a:latin typeface="Arial MT"/>
                <a:cs typeface="Arial MT"/>
              </a:rPr>
              <a:t> </a:t>
            </a:r>
            <a:r>
              <a:rPr sz="1700" dirty="0">
                <a:latin typeface="Arial MT"/>
                <a:cs typeface="Arial MT"/>
              </a:rPr>
              <a:t>on</a:t>
            </a:r>
            <a:r>
              <a:rPr sz="1700" spc="-10" dirty="0">
                <a:latin typeface="Arial MT"/>
                <a:cs typeface="Arial MT"/>
              </a:rPr>
              <a:t> </a:t>
            </a:r>
            <a:r>
              <a:rPr sz="1700" dirty="0">
                <a:solidFill>
                  <a:srgbClr val="111111"/>
                </a:solidFill>
                <a:latin typeface="Arial MT"/>
                <a:cs typeface="Arial MT"/>
              </a:rPr>
              <a:t>the</a:t>
            </a:r>
            <a:r>
              <a:rPr sz="1700" spc="-120" dirty="0">
                <a:solidFill>
                  <a:srgbClr val="111111"/>
                </a:solidFill>
                <a:latin typeface="Arial MT"/>
                <a:cs typeface="Arial MT"/>
              </a:rPr>
              <a:t> </a:t>
            </a:r>
            <a:r>
              <a:rPr sz="1700" spc="-25" dirty="0">
                <a:latin typeface="Arial MT"/>
                <a:cs typeface="Arial MT"/>
              </a:rPr>
              <a:t>location</a:t>
            </a:r>
            <a:r>
              <a:rPr sz="1700" spc="-70" dirty="0">
                <a:latin typeface="Arial MT"/>
                <a:cs typeface="Arial MT"/>
              </a:rPr>
              <a:t> </a:t>
            </a:r>
            <a:r>
              <a:rPr sz="1700" i="1" spc="-85" dirty="0">
                <a:solidFill>
                  <a:srgbClr val="2A2A2A"/>
                </a:solidFill>
                <a:latin typeface="Arial"/>
                <a:cs typeface="Arial"/>
              </a:rPr>
              <a:t>Oi</a:t>
            </a:r>
            <a:r>
              <a:rPr sz="1700" i="1" spc="25" dirty="0">
                <a:solidFill>
                  <a:srgbClr val="2A2A2A"/>
                </a:solidFill>
                <a:latin typeface="Arial"/>
                <a:cs typeface="Arial"/>
              </a:rPr>
              <a:t> </a:t>
            </a:r>
            <a:r>
              <a:rPr sz="1700" spc="-25" dirty="0">
                <a:latin typeface="Arial MT"/>
                <a:cs typeface="Arial MT"/>
              </a:rPr>
              <a:t>your</a:t>
            </a:r>
            <a:r>
              <a:rPr sz="1700" spc="-60" dirty="0">
                <a:latin typeface="Arial MT"/>
                <a:cs typeface="Arial MT"/>
              </a:rPr>
              <a:t> </a:t>
            </a:r>
            <a:r>
              <a:rPr sz="1700" spc="-100" dirty="0">
                <a:latin typeface="Arial MT"/>
                <a:cs typeface="Arial MT"/>
              </a:rPr>
              <a:t>S3</a:t>
            </a:r>
            <a:r>
              <a:rPr sz="1700" spc="15" dirty="0">
                <a:latin typeface="Arial MT"/>
                <a:cs typeface="Arial MT"/>
              </a:rPr>
              <a:t> </a:t>
            </a:r>
            <a:r>
              <a:rPr sz="1700" spc="-10" dirty="0">
                <a:latin typeface="Arial MT"/>
                <a:cs typeface="Arial MT"/>
              </a:rPr>
              <a:t>bucket.</a:t>
            </a:r>
            <a:endParaRPr sz="1700">
              <a:latin typeface="Arial MT"/>
              <a:cs typeface="Arial MT"/>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1394460" y="1369561"/>
            <a:ext cx="3134360" cy="3902075"/>
            <a:chOff x="1394460" y="1369561"/>
            <a:chExt cx="3134360" cy="3902075"/>
          </a:xfrm>
        </p:grpSpPr>
        <p:pic>
          <p:nvPicPr>
            <p:cNvPr id="3" name="object 3"/>
            <p:cNvPicPr/>
            <p:nvPr/>
          </p:nvPicPr>
          <p:blipFill>
            <a:blip r:embed="rId2" cstate="print"/>
            <a:stretch>
              <a:fillRect/>
            </a:stretch>
          </p:blipFill>
          <p:spPr>
            <a:xfrm>
              <a:off x="1394460" y="3584961"/>
              <a:ext cx="3134064" cy="1686127"/>
            </a:xfrm>
            <a:prstGeom prst="rect">
              <a:avLst/>
            </a:prstGeom>
          </p:spPr>
        </p:pic>
        <p:sp>
          <p:nvSpPr>
            <p:cNvPr id="4" name="object 4"/>
            <p:cNvSpPr/>
            <p:nvPr/>
          </p:nvSpPr>
          <p:spPr>
            <a:xfrm>
              <a:off x="4486990" y="1369561"/>
              <a:ext cx="0" cy="2219325"/>
            </a:xfrm>
            <a:custGeom>
              <a:avLst/>
              <a:gdLst/>
              <a:ahLst/>
              <a:cxnLst/>
              <a:rect l="l" t="t" r="r" b="b"/>
              <a:pathLst>
                <a:path h="2219325">
                  <a:moveTo>
                    <a:pt x="0" y="2219210"/>
                  </a:moveTo>
                  <a:lnTo>
                    <a:pt x="0" y="0"/>
                  </a:lnTo>
                </a:path>
              </a:pathLst>
            </a:custGeom>
            <a:ln w="9144">
              <a:solidFill>
                <a:srgbClr val="1F9C93"/>
              </a:solidFill>
            </a:ln>
          </p:spPr>
          <p:txBody>
            <a:bodyPr wrap="square" lIns="0" tIns="0" rIns="0" bIns="0" rtlCol="0"/>
            <a:lstStyle/>
            <a:p>
              <a:endParaRPr/>
            </a:p>
          </p:txBody>
        </p:sp>
      </p:grpSp>
      <p:sp>
        <p:nvSpPr>
          <p:cNvPr id="5" name="object 5"/>
          <p:cNvSpPr/>
          <p:nvPr/>
        </p:nvSpPr>
        <p:spPr>
          <a:xfrm>
            <a:off x="1394460" y="365125"/>
            <a:ext cx="9392920" cy="857885"/>
          </a:xfrm>
          <a:custGeom>
            <a:avLst/>
            <a:gdLst/>
            <a:ahLst/>
            <a:cxnLst/>
            <a:rect l="l" t="t" r="r" b="b"/>
            <a:pathLst>
              <a:path w="9392920" h="857885">
                <a:moveTo>
                  <a:pt x="9391650" y="857250"/>
                </a:moveTo>
                <a:lnTo>
                  <a:pt x="0" y="857250"/>
                </a:lnTo>
                <a:lnTo>
                  <a:pt x="0" y="0"/>
                </a:lnTo>
                <a:lnTo>
                  <a:pt x="9391650" y="0"/>
                </a:lnTo>
                <a:lnTo>
                  <a:pt x="9391650" y="857250"/>
                </a:lnTo>
                <a:close/>
              </a:path>
            </a:pathLst>
          </a:custGeom>
          <a:solidFill>
            <a:srgbClr val="3A9C8E"/>
          </a:solidFill>
        </p:spPr>
        <p:txBody>
          <a:bodyPr wrap="square" lIns="0" tIns="0" rIns="0" bIns="0" rtlCol="0"/>
          <a:lstStyle/>
          <a:p>
            <a:endParaRPr/>
          </a:p>
        </p:txBody>
      </p:sp>
      <p:sp>
        <p:nvSpPr>
          <p:cNvPr id="6" name="object 6" descr="$PPTXTitle"/>
          <p:cNvSpPr txBox="1">
            <a:spLocks noGrp="1"/>
          </p:cNvSpPr>
          <p:nvPr>
            <p:ph type="title"/>
          </p:nvPr>
        </p:nvSpPr>
        <p:spPr>
          <a:xfrm>
            <a:off x="1776125" y="508018"/>
            <a:ext cx="2258060" cy="536575"/>
          </a:xfrm>
          <a:prstGeom prst="rect">
            <a:avLst/>
          </a:prstGeom>
        </p:spPr>
        <p:txBody>
          <a:bodyPr vert="horz" wrap="square" lIns="0" tIns="12700" rIns="0" bIns="0" rtlCol="0">
            <a:spAutoFit/>
          </a:bodyPr>
          <a:lstStyle/>
          <a:p>
            <a:pPr>
              <a:lnSpc>
                <a:spcPct val="100000"/>
              </a:lnSpc>
              <a:spcBef>
                <a:spcPts val="100"/>
              </a:spcBef>
            </a:pPr>
            <a:r>
              <a:rPr sz="3350" spc="-565" dirty="0">
                <a:solidFill>
                  <a:srgbClr val="FFFFFF"/>
                </a:solidFill>
                <a:latin typeface="Arial MT"/>
                <a:cs typeface="Arial MT"/>
              </a:rPr>
              <a:t>AWS</a:t>
            </a:r>
            <a:r>
              <a:rPr sz="3350" spc="65" dirty="0">
                <a:solidFill>
                  <a:srgbClr val="FFFFFF"/>
                </a:solidFill>
                <a:latin typeface="Arial MT"/>
                <a:cs typeface="Arial MT"/>
              </a:rPr>
              <a:t> </a:t>
            </a:r>
            <a:r>
              <a:rPr sz="3350" spc="-225" dirty="0">
                <a:solidFill>
                  <a:srgbClr val="2A898A"/>
                </a:solidFill>
                <a:latin typeface="Arial MT"/>
                <a:cs typeface="Arial MT"/>
              </a:rPr>
              <a:t>Lambda</a:t>
            </a:r>
            <a:endParaRPr sz="3350">
              <a:latin typeface="Arial MT"/>
              <a:cs typeface="Arial MT"/>
            </a:endParaRPr>
          </a:p>
        </p:txBody>
      </p:sp>
      <p:sp>
        <p:nvSpPr>
          <p:cNvPr id="7" name="object 7"/>
          <p:cNvSpPr txBox="1"/>
          <p:nvPr/>
        </p:nvSpPr>
        <p:spPr>
          <a:xfrm>
            <a:off x="9065094" y="568351"/>
            <a:ext cx="1210945" cy="269875"/>
          </a:xfrm>
          <a:prstGeom prst="rect">
            <a:avLst/>
          </a:prstGeom>
        </p:spPr>
        <p:txBody>
          <a:bodyPr vert="horz" wrap="square" lIns="0" tIns="12700" rIns="0" bIns="0" rtlCol="0">
            <a:spAutoFit/>
          </a:bodyPr>
          <a:lstStyle/>
          <a:p>
            <a:pPr>
              <a:lnSpc>
                <a:spcPct val="100000"/>
              </a:lnSpc>
              <a:spcBef>
                <a:spcPts val="100"/>
              </a:spcBef>
              <a:tabLst>
                <a:tab pos="589915" algn="l"/>
              </a:tabLst>
            </a:pPr>
            <a:r>
              <a:rPr sz="1600" spc="-25" dirty="0">
                <a:solidFill>
                  <a:srgbClr val="498597"/>
                </a:solidFill>
                <a:latin typeface="Arial MT"/>
                <a:cs typeface="Arial MT"/>
              </a:rPr>
              <a:t>ãW</a:t>
            </a:r>
            <a:r>
              <a:rPr sz="1600" dirty="0">
                <a:solidFill>
                  <a:srgbClr val="498597"/>
                </a:solidFill>
                <a:latin typeface="Arial MT"/>
                <a:cs typeface="Arial MT"/>
              </a:rPr>
              <a:t>	</a:t>
            </a:r>
            <a:r>
              <a:rPr sz="1600" spc="-130" dirty="0">
                <a:solidFill>
                  <a:srgbClr val="2D758C"/>
                </a:solidFill>
                <a:latin typeface="Arial MT"/>
                <a:cs typeface="Arial MT"/>
              </a:rPr>
              <a:t>educate</a:t>
            </a:r>
            <a:endParaRPr sz="1600">
              <a:latin typeface="Arial MT"/>
              <a:cs typeface="Arial MT"/>
            </a:endParaRPr>
          </a:p>
        </p:txBody>
      </p:sp>
      <p:sp>
        <p:nvSpPr>
          <p:cNvPr id="8" name="object 8"/>
          <p:cNvSpPr txBox="1"/>
          <p:nvPr/>
        </p:nvSpPr>
        <p:spPr>
          <a:xfrm>
            <a:off x="1403986" y="1517788"/>
            <a:ext cx="3105785" cy="181610"/>
          </a:xfrm>
          <a:prstGeom prst="rect">
            <a:avLst/>
          </a:prstGeom>
          <a:solidFill>
            <a:srgbClr val="139A90"/>
          </a:solidFill>
        </p:spPr>
        <p:txBody>
          <a:bodyPr vert="horz" wrap="square" lIns="0" tIns="0" rIns="0" bIns="0" rtlCol="0">
            <a:spAutoFit/>
          </a:bodyPr>
          <a:lstStyle/>
          <a:p>
            <a:pPr marL="206375">
              <a:lnSpc>
                <a:spcPts val="1425"/>
              </a:lnSpc>
            </a:pPr>
            <a:r>
              <a:rPr sz="1900" spc="-155" dirty="0">
                <a:solidFill>
                  <a:srgbClr val="2F797C"/>
                </a:solidFill>
                <a:latin typeface="Arial MT"/>
                <a:cs typeface="Arial MT"/>
              </a:rPr>
              <a:t>What</a:t>
            </a:r>
            <a:r>
              <a:rPr sz="1900" spc="-100" dirty="0">
                <a:solidFill>
                  <a:srgbClr val="2F797C"/>
                </a:solidFill>
                <a:latin typeface="Arial MT"/>
                <a:cs typeface="Arial MT"/>
              </a:rPr>
              <a:t> </a:t>
            </a:r>
            <a:r>
              <a:rPr sz="1900" spc="-195" dirty="0">
                <a:solidFill>
                  <a:srgbClr val="3AA39C"/>
                </a:solidFill>
                <a:latin typeface="Arial MT"/>
                <a:cs typeface="Arial MT"/>
              </a:rPr>
              <a:t>does</a:t>
            </a:r>
            <a:r>
              <a:rPr sz="1900" spc="-25" dirty="0">
                <a:solidFill>
                  <a:srgbClr val="3AA39C"/>
                </a:solidFill>
                <a:latin typeface="Arial MT"/>
                <a:cs typeface="Arial MT"/>
              </a:rPr>
              <a:t> </a:t>
            </a:r>
            <a:r>
              <a:rPr sz="1900" spc="-320" dirty="0">
                <a:solidFill>
                  <a:srgbClr val="388987"/>
                </a:solidFill>
                <a:latin typeface="Arial MT"/>
                <a:cs typeface="Arial MT"/>
              </a:rPr>
              <a:t>AWS</a:t>
            </a:r>
            <a:r>
              <a:rPr sz="1900" spc="-125" dirty="0">
                <a:solidFill>
                  <a:srgbClr val="388987"/>
                </a:solidFill>
                <a:latin typeface="Arial MT"/>
                <a:cs typeface="Arial MT"/>
              </a:rPr>
              <a:t> </a:t>
            </a:r>
            <a:r>
              <a:rPr sz="1900" spc="-195" dirty="0">
                <a:solidFill>
                  <a:srgbClr val="469995"/>
                </a:solidFill>
                <a:latin typeface="Arial MT"/>
                <a:cs typeface="Arial MT"/>
              </a:rPr>
              <a:t>Lambda</a:t>
            </a:r>
            <a:r>
              <a:rPr sz="1900" spc="45" dirty="0">
                <a:solidFill>
                  <a:srgbClr val="469995"/>
                </a:solidFill>
                <a:latin typeface="Arial MT"/>
                <a:cs typeface="Arial MT"/>
              </a:rPr>
              <a:t> </a:t>
            </a:r>
            <a:r>
              <a:rPr sz="1900" spc="-25" dirty="0">
                <a:solidFill>
                  <a:srgbClr val="60B3B5"/>
                </a:solidFill>
                <a:latin typeface="Arial MT"/>
                <a:cs typeface="Arial MT"/>
              </a:rPr>
              <a:t>do?</a:t>
            </a:r>
            <a:endParaRPr sz="1900">
              <a:latin typeface="Arial MT"/>
              <a:cs typeface="Arial MT"/>
            </a:endParaRPr>
          </a:p>
        </p:txBody>
      </p:sp>
      <p:sp>
        <p:nvSpPr>
          <p:cNvPr id="9" name="object 9"/>
          <p:cNvSpPr txBox="1"/>
          <p:nvPr/>
        </p:nvSpPr>
        <p:spPr>
          <a:xfrm>
            <a:off x="1403986" y="1955990"/>
            <a:ext cx="3105785" cy="438784"/>
          </a:xfrm>
          <a:prstGeom prst="rect">
            <a:avLst/>
          </a:prstGeom>
          <a:solidFill>
            <a:srgbClr val="139A90"/>
          </a:solidFill>
        </p:spPr>
        <p:txBody>
          <a:bodyPr vert="horz" wrap="square" lIns="0" tIns="0" rIns="0" bIns="0" rtlCol="0">
            <a:spAutoFit/>
          </a:bodyPr>
          <a:lstStyle/>
          <a:p>
            <a:pPr marR="23495" algn="ctr">
              <a:lnSpc>
                <a:spcPts val="1565"/>
              </a:lnSpc>
            </a:pPr>
            <a:r>
              <a:rPr sz="1900" spc="-190" dirty="0">
                <a:solidFill>
                  <a:srgbClr val="28727B"/>
                </a:solidFill>
                <a:latin typeface="Arial MT"/>
                <a:cs typeface="Arial MT"/>
              </a:rPr>
              <a:t>What</a:t>
            </a:r>
            <a:r>
              <a:rPr sz="1900" spc="-15" dirty="0">
                <a:solidFill>
                  <a:srgbClr val="28727B"/>
                </a:solidFill>
                <a:latin typeface="Arial MT"/>
                <a:cs typeface="Arial MT"/>
              </a:rPr>
              <a:t> </a:t>
            </a:r>
            <a:r>
              <a:rPr sz="1900" spc="-125" dirty="0">
                <a:solidFill>
                  <a:srgbClr val="249087"/>
                </a:solidFill>
                <a:latin typeface="Arial MT"/>
                <a:cs typeface="Arial MT"/>
              </a:rPr>
              <a:t>problem</a:t>
            </a:r>
            <a:r>
              <a:rPr sz="1900" spc="-15" dirty="0">
                <a:solidFill>
                  <a:srgbClr val="249087"/>
                </a:solidFill>
                <a:latin typeface="Arial MT"/>
                <a:cs typeface="Arial MT"/>
              </a:rPr>
              <a:t> </a:t>
            </a:r>
            <a:r>
              <a:rPr sz="1900" spc="-195" dirty="0">
                <a:solidFill>
                  <a:srgbClr val="499E9A"/>
                </a:solidFill>
                <a:latin typeface="Arial MT"/>
                <a:cs typeface="Arial MT"/>
              </a:rPr>
              <a:t>does</a:t>
            </a:r>
            <a:r>
              <a:rPr sz="1900" spc="-15" dirty="0">
                <a:solidFill>
                  <a:srgbClr val="499E9A"/>
                </a:solidFill>
                <a:latin typeface="Arial MT"/>
                <a:cs typeface="Arial MT"/>
              </a:rPr>
              <a:t> </a:t>
            </a:r>
            <a:r>
              <a:rPr sz="1900" spc="-350" dirty="0">
                <a:solidFill>
                  <a:srgbClr val="34908C"/>
                </a:solidFill>
                <a:latin typeface="Arial MT"/>
                <a:cs typeface="Arial MT"/>
              </a:rPr>
              <a:t>AWS</a:t>
            </a:r>
            <a:endParaRPr sz="1900">
              <a:latin typeface="Arial MT"/>
              <a:cs typeface="Arial MT"/>
            </a:endParaRPr>
          </a:p>
          <a:p>
            <a:pPr marR="31115" algn="ctr">
              <a:lnSpc>
                <a:spcPts val="1885"/>
              </a:lnSpc>
            </a:pPr>
            <a:r>
              <a:rPr sz="1900" spc="-200" dirty="0">
                <a:solidFill>
                  <a:srgbClr val="469C95"/>
                </a:solidFill>
                <a:latin typeface="Arial MT"/>
                <a:cs typeface="Arial MT"/>
              </a:rPr>
              <a:t>Lambda</a:t>
            </a:r>
            <a:r>
              <a:rPr sz="1900" spc="85" dirty="0">
                <a:solidFill>
                  <a:srgbClr val="469C95"/>
                </a:solidFill>
                <a:latin typeface="Arial MT"/>
                <a:cs typeface="Arial MT"/>
              </a:rPr>
              <a:t> </a:t>
            </a:r>
            <a:r>
              <a:rPr sz="1900" spc="-35" dirty="0">
                <a:solidFill>
                  <a:srgbClr val="A5FDF9"/>
                </a:solidFill>
                <a:latin typeface="Arial MT"/>
                <a:cs typeface="Arial MT"/>
              </a:rPr>
              <a:t>solve?</a:t>
            </a:r>
            <a:endParaRPr sz="1900">
              <a:latin typeface="Arial MT"/>
              <a:cs typeface="Arial MT"/>
            </a:endParaRPr>
          </a:p>
        </p:txBody>
      </p:sp>
      <p:sp>
        <p:nvSpPr>
          <p:cNvPr id="10" name="object 10"/>
          <p:cNvSpPr txBox="1"/>
          <p:nvPr/>
        </p:nvSpPr>
        <p:spPr>
          <a:xfrm>
            <a:off x="1403986" y="2508506"/>
            <a:ext cx="3105785" cy="181610"/>
          </a:xfrm>
          <a:prstGeom prst="rect">
            <a:avLst/>
          </a:prstGeom>
          <a:solidFill>
            <a:srgbClr val="139A90"/>
          </a:solidFill>
        </p:spPr>
        <p:txBody>
          <a:bodyPr vert="horz" wrap="square" lIns="0" tIns="0" rIns="0" bIns="0" rtlCol="0">
            <a:spAutoFit/>
          </a:bodyPr>
          <a:lstStyle/>
          <a:p>
            <a:pPr marL="168275">
              <a:lnSpc>
                <a:spcPts val="1425"/>
              </a:lnSpc>
            </a:pPr>
            <a:r>
              <a:rPr sz="1850" spc="-130" dirty="0">
                <a:solidFill>
                  <a:srgbClr val="38A19A"/>
                </a:solidFill>
                <a:latin typeface="Arial MT"/>
                <a:cs typeface="Arial MT"/>
              </a:rPr>
              <a:t>What</a:t>
            </a:r>
            <a:r>
              <a:rPr sz="1850" spc="-45" dirty="0">
                <a:solidFill>
                  <a:srgbClr val="38A19A"/>
                </a:solidFill>
                <a:latin typeface="Arial MT"/>
                <a:cs typeface="Arial MT"/>
              </a:rPr>
              <a:t> </a:t>
            </a:r>
            <a:r>
              <a:rPr sz="1850" spc="-155" dirty="0">
                <a:solidFill>
                  <a:srgbClr val="B3FBF2"/>
                </a:solidFill>
                <a:latin typeface="Arial MT"/>
                <a:cs typeface="Arial MT"/>
              </a:rPr>
              <a:t>are</a:t>
            </a:r>
            <a:r>
              <a:rPr sz="1850" spc="-95" dirty="0">
                <a:solidFill>
                  <a:srgbClr val="B3FBF2"/>
                </a:solidFill>
                <a:latin typeface="Arial MT"/>
                <a:cs typeface="Arial MT"/>
              </a:rPr>
              <a:t> </a:t>
            </a:r>
            <a:r>
              <a:rPr sz="1850" spc="-35" dirty="0">
                <a:solidFill>
                  <a:srgbClr val="1D7979"/>
                </a:solidFill>
                <a:latin typeface="Arial MT"/>
                <a:cs typeface="Arial MT"/>
              </a:rPr>
              <a:t>the</a:t>
            </a:r>
            <a:r>
              <a:rPr sz="1850" spc="-65" dirty="0">
                <a:solidFill>
                  <a:srgbClr val="1D7979"/>
                </a:solidFill>
                <a:latin typeface="Arial MT"/>
                <a:cs typeface="Arial MT"/>
              </a:rPr>
              <a:t> </a:t>
            </a:r>
            <a:r>
              <a:rPr sz="1850" spc="-90" dirty="0">
                <a:solidFill>
                  <a:srgbClr val="28A09A"/>
                </a:solidFill>
                <a:latin typeface="Arial MT"/>
                <a:cs typeface="Arial MT"/>
              </a:rPr>
              <a:t>benefits</a:t>
            </a:r>
            <a:r>
              <a:rPr sz="1850" spc="-60" dirty="0">
                <a:solidFill>
                  <a:srgbClr val="28A09A"/>
                </a:solidFill>
                <a:latin typeface="Arial MT"/>
                <a:cs typeface="Arial MT"/>
              </a:rPr>
              <a:t> </a:t>
            </a:r>
            <a:r>
              <a:rPr sz="1850" dirty="0">
                <a:solidFill>
                  <a:srgbClr val="2DA59A"/>
                </a:solidFill>
                <a:latin typeface="Arial MT"/>
                <a:cs typeface="Arial MT"/>
              </a:rPr>
              <a:t>of</a:t>
            </a:r>
            <a:r>
              <a:rPr sz="1850" spc="45" dirty="0">
                <a:solidFill>
                  <a:srgbClr val="2DA59A"/>
                </a:solidFill>
                <a:latin typeface="Arial MT"/>
                <a:cs typeface="Arial MT"/>
              </a:rPr>
              <a:t> </a:t>
            </a:r>
            <a:r>
              <a:rPr sz="1850" spc="-355" dirty="0">
                <a:solidFill>
                  <a:srgbClr val="26938E"/>
                </a:solidFill>
                <a:latin typeface="Arial MT"/>
                <a:cs typeface="Arial MT"/>
              </a:rPr>
              <a:t>AWS</a:t>
            </a:r>
            <a:endParaRPr sz="1850">
              <a:latin typeface="Arial MT"/>
              <a:cs typeface="Arial MT"/>
            </a:endParaRPr>
          </a:p>
        </p:txBody>
      </p:sp>
      <p:grpSp>
        <p:nvGrpSpPr>
          <p:cNvPr id="11" name="object 11"/>
          <p:cNvGrpSpPr/>
          <p:nvPr/>
        </p:nvGrpSpPr>
        <p:grpSpPr>
          <a:xfrm>
            <a:off x="1403986" y="2775239"/>
            <a:ext cx="3115310" cy="191135"/>
            <a:chOff x="1403986" y="2775239"/>
            <a:chExt cx="3115310" cy="191135"/>
          </a:xfrm>
        </p:grpSpPr>
        <p:pic>
          <p:nvPicPr>
            <p:cNvPr id="12" name="object 12"/>
            <p:cNvPicPr/>
            <p:nvPr/>
          </p:nvPicPr>
          <p:blipFill>
            <a:blip r:embed="rId3" cstate="print"/>
            <a:stretch>
              <a:fillRect/>
            </a:stretch>
          </p:blipFill>
          <p:spPr>
            <a:xfrm>
              <a:off x="1403986" y="2775239"/>
              <a:ext cx="3115011" cy="190522"/>
            </a:xfrm>
            <a:prstGeom prst="rect">
              <a:avLst/>
            </a:prstGeom>
          </p:spPr>
        </p:pic>
        <p:pic>
          <p:nvPicPr>
            <p:cNvPr id="13" name="object 13"/>
            <p:cNvPicPr/>
            <p:nvPr/>
          </p:nvPicPr>
          <p:blipFill>
            <a:blip r:embed="rId4" cstate="print"/>
            <a:stretch>
              <a:fillRect/>
            </a:stretch>
          </p:blipFill>
          <p:spPr>
            <a:xfrm>
              <a:off x="1403986" y="2775239"/>
              <a:ext cx="3115011" cy="190522"/>
            </a:xfrm>
            <a:prstGeom prst="rect">
              <a:avLst/>
            </a:prstGeom>
          </p:spPr>
        </p:pic>
      </p:grpSp>
      <p:sp>
        <p:nvSpPr>
          <p:cNvPr id="14" name="object 14"/>
          <p:cNvSpPr/>
          <p:nvPr/>
        </p:nvSpPr>
        <p:spPr>
          <a:xfrm>
            <a:off x="1708819" y="3070548"/>
            <a:ext cx="781685" cy="172085"/>
          </a:xfrm>
          <a:custGeom>
            <a:avLst/>
            <a:gdLst/>
            <a:ahLst/>
            <a:cxnLst/>
            <a:rect l="l" t="t" r="r" b="b"/>
            <a:pathLst>
              <a:path w="781685" h="172085">
                <a:moveTo>
                  <a:pt x="781050" y="171450"/>
                </a:moveTo>
                <a:lnTo>
                  <a:pt x="0" y="171450"/>
                </a:lnTo>
                <a:lnTo>
                  <a:pt x="0" y="0"/>
                </a:lnTo>
                <a:lnTo>
                  <a:pt x="781050" y="0"/>
                </a:lnTo>
                <a:lnTo>
                  <a:pt x="781050" y="171450"/>
                </a:lnTo>
                <a:close/>
              </a:path>
            </a:pathLst>
          </a:custGeom>
          <a:solidFill>
            <a:srgbClr val="0F8C89"/>
          </a:solidFill>
        </p:spPr>
        <p:txBody>
          <a:bodyPr wrap="square" lIns="0" tIns="0" rIns="0" bIns="0" rtlCol="0"/>
          <a:lstStyle/>
          <a:p>
            <a:endParaRPr/>
          </a:p>
        </p:txBody>
      </p:sp>
      <p:sp>
        <p:nvSpPr>
          <p:cNvPr id="15" name="object 15"/>
          <p:cNvSpPr/>
          <p:nvPr/>
        </p:nvSpPr>
        <p:spPr>
          <a:xfrm>
            <a:off x="1604032" y="3327755"/>
            <a:ext cx="734060" cy="181610"/>
          </a:xfrm>
          <a:custGeom>
            <a:avLst/>
            <a:gdLst/>
            <a:ahLst/>
            <a:cxnLst/>
            <a:rect l="l" t="t" r="r" b="b"/>
            <a:pathLst>
              <a:path w="734060" h="181610">
                <a:moveTo>
                  <a:pt x="733425" y="180975"/>
                </a:moveTo>
                <a:lnTo>
                  <a:pt x="0" y="180975"/>
                </a:lnTo>
                <a:lnTo>
                  <a:pt x="0" y="0"/>
                </a:lnTo>
                <a:lnTo>
                  <a:pt x="733425" y="0"/>
                </a:lnTo>
                <a:lnTo>
                  <a:pt x="733425" y="180975"/>
                </a:lnTo>
                <a:close/>
              </a:path>
            </a:pathLst>
          </a:custGeom>
          <a:solidFill>
            <a:srgbClr val="138E85"/>
          </a:solidFill>
        </p:spPr>
        <p:txBody>
          <a:bodyPr wrap="square" lIns="0" tIns="0" rIns="0" bIns="0" rtlCol="0"/>
          <a:lstStyle/>
          <a:p>
            <a:endParaRPr/>
          </a:p>
        </p:txBody>
      </p:sp>
      <p:sp>
        <p:nvSpPr>
          <p:cNvPr id="16" name="object 16"/>
          <p:cNvSpPr/>
          <p:nvPr/>
        </p:nvSpPr>
        <p:spPr>
          <a:xfrm>
            <a:off x="2566161" y="3061023"/>
            <a:ext cx="1600835" cy="181610"/>
          </a:xfrm>
          <a:custGeom>
            <a:avLst/>
            <a:gdLst/>
            <a:ahLst/>
            <a:cxnLst/>
            <a:rect l="l" t="t" r="r" b="b"/>
            <a:pathLst>
              <a:path w="1600835" h="181610">
                <a:moveTo>
                  <a:pt x="1600200" y="180975"/>
                </a:moveTo>
                <a:lnTo>
                  <a:pt x="0" y="180975"/>
                </a:lnTo>
                <a:lnTo>
                  <a:pt x="0" y="0"/>
                </a:lnTo>
                <a:lnTo>
                  <a:pt x="1600200" y="0"/>
                </a:lnTo>
                <a:lnTo>
                  <a:pt x="1600200" y="180975"/>
                </a:lnTo>
                <a:close/>
              </a:path>
            </a:pathLst>
          </a:custGeom>
          <a:solidFill>
            <a:srgbClr val="0F8785"/>
          </a:solidFill>
        </p:spPr>
        <p:txBody>
          <a:bodyPr wrap="square" lIns="0" tIns="0" rIns="0" bIns="0" rtlCol="0"/>
          <a:lstStyle/>
          <a:p>
            <a:endParaRPr/>
          </a:p>
        </p:txBody>
      </p:sp>
      <p:sp>
        <p:nvSpPr>
          <p:cNvPr id="17" name="object 17"/>
          <p:cNvSpPr/>
          <p:nvPr/>
        </p:nvSpPr>
        <p:spPr>
          <a:xfrm>
            <a:off x="2404219" y="3337280"/>
            <a:ext cx="972185" cy="210185"/>
          </a:xfrm>
          <a:custGeom>
            <a:avLst/>
            <a:gdLst/>
            <a:ahLst/>
            <a:cxnLst/>
            <a:rect l="l" t="t" r="r" b="b"/>
            <a:pathLst>
              <a:path w="972185" h="210185">
                <a:moveTo>
                  <a:pt x="971550" y="209550"/>
                </a:moveTo>
                <a:lnTo>
                  <a:pt x="0" y="209550"/>
                </a:lnTo>
                <a:lnTo>
                  <a:pt x="0" y="0"/>
                </a:lnTo>
                <a:lnTo>
                  <a:pt x="971550" y="0"/>
                </a:lnTo>
                <a:lnTo>
                  <a:pt x="971550" y="209550"/>
                </a:lnTo>
                <a:close/>
              </a:path>
            </a:pathLst>
          </a:custGeom>
          <a:solidFill>
            <a:srgbClr val="059E91"/>
          </a:solidFill>
        </p:spPr>
        <p:txBody>
          <a:bodyPr wrap="square" lIns="0" tIns="0" rIns="0" bIns="0" rtlCol="0"/>
          <a:lstStyle/>
          <a:p>
            <a:endParaRPr/>
          </a:p>
        </p:txBody>
      </p:sp>
      <p:sp>
        <p:nvSpPr>
          <p:cNvPr id="18" name="object 18"/>
          <p:cNvSpPr/>
          <p:nvPr/>
        </p:nvSpPr>
        <p:spPr>
          <a:xfrm>
            <a:off x="3442556" y="3327755"/>
            <a:ext cx="829310" cy="181610"/>
          </a:xfrm>
          <a:custGeom>
            <a:avLst/>
            <a:gdLst/>
            <a:ahLst/>
            <a:cxnLst/>
            <a:rect l="l" t="t" r="r" b="b"/>
            <a:pathLst>
              <a:path w="829310" h="181610">
                <a:moveTo>
                  <a:pt x="828675" y="180975"/>
                </a:moveTo>
                <a:lnTo>
                  <a:pt x="0" y="180975"/>
                </a:lnTo>
                <a:lnTo>
                  <a:pt x="0" y="0"/>
                </a:lnTo>
                <a:lnTo>
                  <a:pt x="828675" y="0"/>
                </a:lnTo>
                <a:lnTo>
                  <a:pt x="828675" y="180975"/>
                </a:lnTo>
                <a:close/>
              </a:path>
            </a:pathLst>
          </a:custGeom>
          <a:solidFill>
            <a:srgbClr val="238E8C"/>
          </a:solidFill>
        </p:spPr>
        <p:txBody>
          <a:bodyPr wrap="square" lIns="0" tIns="0" rIns="0" bIns="0" rtlCol="0"/>
          <a:lstStyle/>
          <a:p>
            <a:endParaRPr/>
          </a:p>
        </p:txBody>
      </p:sp>
      <p:sp>
        <p:nvSpPr>
          <p:cNvPr id="19" name="object 19"/>
          <p:cNvSpPr txBox="1"/>
          <p:nvPr/>
        </p:nvSpPr>
        <p:spPr>
          <a:xfrm>
            <a:off x="1592870" y="2978465"/>
            <a:ext cx="2675255" cy="582295"/>
          </a:xfrm>
          <a:prstGeom prst="rect">
            <a:avLst/>
          </a:prstGeom>
        </p:spPr>
        <p:txBody>
          <a:bodyPr vert="horz" wrap="square" lIns="0" tIns="12700" rIns="0" bIns="0" rtlCol="0">
            <a:spAutoFit/>
          </a:bodyPr>
          <a:lstStyle/>
          <a:p>
            <a:pPr marL="106045">
              <a:lnSpc>
                <a:spcPts val="2190"/>
              </a:lnSpc>
              <a:spcBef>
                <a:spcPts val="100"/>
              </a:spcBef>
            </a:pPr>
            <a:r>
              <a:rPr sz="1900" spc="-190" dirty="0">
                <a:solidFill>
                  <a:srgbClr val="599A97"/>
                </a:solidFill>
                <a:latin typeface="Arial MT"/>
                <a:cs typeface="Arial MT"/>
              </a:rPr>
              <a:t>How</a:t>
            </a:r>
            <a:r>
              <a:rPr sz="1900" spc="-80" dirty="0">
                <a:solidFill>
                  <a:srgbClr val="599A97"/>
                </a:solidFill>
                <a:latin typeface="Arial MT"/>
                <a:cs typeface="Arial MT"/>
              </a:rPr>
              <a:t> </a:t>
            </a:r>
            <a:r>
              <a:rPr sz="1900" spc="-204" dirty="0">
                <a:solidFill>
                  <a:srgbClr val="1F9383"/>
                </a:solidFill>
                <a:latin typeface="Arial MT"/>
                <a:cs typeface="Arial MT"/>
              </a:rPr>
              <a:t>can</a:t>
            </a:r>
            <a:r>
              <a:rPr sz="1900" spc="-65" dirty="0">
                <a:solidFill>
                  <a:srgbClr val="1F9383"/>
                </a:solidFill>
                <a:latin typeface="Arial MT"/>
                <a:cs typeface="Arial MT"/>
              </a:rPr>
              <a:t> </a:t>
            </a:r>
            <a:r>
              <a:rPr sz="1900" spc="-105" dirty="0">
                <a:solidFill>
                  <a:srgbClr val="269A90"/>
                </a:solidFill>
                <a:latin typeface="Arial MT"/>
                <a:cs typeface="Arial MT"/>
              </a:rPr>
              <a:t>I</a:t>
            </a:r>
            <a:r>
              <a:rPr sz="1900" spc="-90" dirty="0">
                <a:solidFill>
                  <a:srgbClr val="269A90"/>
                </a:solidFill>
                <a:latin typeface="Arial MT"/>
                <a:cs typeface="Arial MT"/>
              </a:rPr>
              <a:t> </a:t>
            </a:r>
            <a:r>
              <a:rPr sz="1900" spc="-130" dirty="0">
                <a:solidFill>
                  <a:srgbClr val="318787"/>
                </a:solidFill>
                <a:latin typeface="Arial MT"/>
                <a:cs typeface="Arial MT"/>
              </a:rPr>
              <a:t>architect</a:t>
            </a:r>
            <a:r>
              <a:rPr sz="1900" spc="60" dirty="0">
                <a:solidFill>
                  <a:srgbClr val="318787"/>
                </a:solidFill>
                <a:latin typeface="Arial MT"/>
                <a:cs typeface="Arial MT"/>
              </a:rPr>
              <a:t> </a:t>
            </a:r>
            <a:r>
              <a:rPr sz="1900" spc="-220" dirty="0">
                <a:solidFill>
                  <a:srgbClr val="52AC9E"/>
                </a:solidFill>
                <a:latin typeface="Arial MT"/>
                <a:cs typeface="Arial MT"/>
              </a:rPr>
              <a:t>a</a:t>
            </a:r>
            <a:r>
              <a:rPr sz="1900" spc="-110" dirty="0">
                <a:solidFill>
                  <a:srgbClr val="52AC9E"/>
                </a:solidFill>
                <a:latin typeface="Arial MT"/>
                <a:cs typeface="Arial MT"/>
              </a:rPr>
              <a:t> </a:t>
            </a:r>
            <a:r>
              <a:rPr sz="1900" spc="-10" dirty="0">
                <a:solidFill>
                  <a:srgbClr val="4BB6AF"/>
                </a:solidFill>
                <a:latin typeface="Arial MT"/>
                <a:cs typeface="Arial MT"/>
              </a:rPr>
              <a:t>cloud</a:t>
            </a:r>
            <a:endParaRPr sz="1900">
              <a:latin typeface="Arial MT"/>
              <a:cs typeface="Arial MT"/>
            </a:endParaRPr>
          </a:p>
          <a:p>
            <a:pPr marL="12700">
              <a:lnSpc>
                <a:spcPts val="2190"/>
              </a:lnSpc>
            </a:pPr>
            <a:r>
              <a:rPr sz="1400" spc="-45" dirty="0">
                <a:solidFill>
                  <a:srgbClr val="2A918A"/>
                </a:solidFill>
                <a:latin typeface="Arial MT"/>
                <a:cs typeface="Arial MT"/>
              </a:rPr>
              <a:t>SOlUtlOÜ</a:t>
            </a:r>
            <a:r>
              <a:rPr sz="1400" spc="-10" dirty="0">
                <a:solidFill>
                  <a:srgbClr val="2A918A"/>
                </a:solidFill>
                <a:latin typeface="Arial MT"/>
                <a:cs typeface="Arial MT"/>
              </a:rPr>
              <a:t> </a:t>
            </a:r>
            <a:r>
              <a:rPr sz="2700" spc="-135" baseline="3086" dirty="0">
                <a:solidFill>
                  <a:srgbClr val="288582"/>
                </a:solidFill>
                <a:latin typeface="Arial MT"/>
                <a:cs typeface="Arial MT"/>
              </a:rPr>
              <a:t>using</a:t>
            </a:r>
            <a:r>
              <a:rPr sz="2700" spc="-82" baseline="3086" dirty="0">
                <a:solidFill>
                  <a:srgbClr val="288582"/>
                </a:solidFill>
                <a:latin typeface="Arial MT"/>
                <a:cs typeface="Arial MT"/>
              </a:rPr>
              <a:t> </a:t>
            </a:r>
            <a:r>
              <a:rPr sz="2700" spc="-382" baseline="3086" dirty="0">
                <a:solidFill>
                  <a:srgbClr val="219587"/>
                </a:solidFill>
                <a:latin typeface="Arial MT"/>
                <a:cs typeface="Arial MT"/>
              </a:rPr>
              <a:t>AWS</a:t>
            </a:r>
            <a:r>
              <a:rPr sz="2700" spc="-44" baseline="3086" dirty="0">
                <a:solidFill>
                  <a:srgbClr val="219587"/>
                </a:solidFill>
                <a:latin typeface="Arial MT"/>
                <a:cs typeface="Arial MT"/>
              </a:rPr>
              <a:t> </a:t>
            </a:r>
            <a:r>
              <a:rPr sz="1900" spc="-150" dirty="0">
                <a:solidFill>
                  <a:srgbClr val="388C8E"/>
                </a:solidFill>
                <a:latin typeface="Arial MT"/>
                <a:cs typeface="Arial MT"/>
              </a:rPr>
              <a:t>Lambda*</a:t>
            </a:r>
            <a:endParaRPr sz="1900">
              <a:latin typeface="Arial MT"/>
              <a:cs typeface="Arial MT"/>
            </a:endParaRPr>
          </a:p>
        </p:txBody>
      </p:sp>
      <p:pic>
        <p:nvPicPr>
          <p:cNvPr id="20" name="object 20"/>
          <p:cNvPicPr/>
          <p:nvPr/>
        </p:nvPicPr>
        <p:blipFill>
          <a:blip r:embed="rId5" cstate="print"/>
          <a:stretch>
            <a:fillRect/>
          </a:stretch>
        </p:blipFill>
        <p:spPr>
          <a:xfrm>
            <a:off x="3795019" y="5423506"/>
            <a:ext cx="552509" cy="95261"/>
          </a:xfrm>
          <a:prstGeom prst="rect">
            <a:avLst/>
          </a:prstGeom>
        </p:spPr>
      </p:pic>
      <p:pic>
        <p:nvPicPr>
          <p:cNvPr id="21" name="object 21"/>
          <p:cNvPicPr/>
          <p:nvPr/>
        </p:nvPicPr>
        <p:blipFill>
          <a:blip r:embed="rId6" cstate="print"/>
          <a:stretch>
            <a:fillRect/>
          </a:stretch>
        </p:blipFill>
        <p:spPr>
          <a:xfrm>
            <a:off x="1756449" y="5423506"/>
            <a:ext cx="1809945" cy="95261"/>
          </a:xfrm>
          <a:prstGeom prst="rect">
            <a:avLst/>
          </a:prstGeom>
        </p:spPr>
      </p:pic>
    </p:spTree>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370964" y="365125"/>
            <a:ext cx="9449816" cy="5315584"/>
          </a:xfrm>
          <a:prstGeom prst="rect">
            <a:avLst/>
          </a:prstGeom>
        </p:spPr>
      </p:pic>
      <p:sp>
        <p:nvSpPr>
          <p:cNvPr id="3" name="object 3"/>
          <p:cNvSpPr txBox="1"/>
          <p:nvPr/>
        </p:nvSpPr>
        <p:spPr>
          <a:xfrm>
            <a:off x="4809568" y="1374897"/>
            <a:ext cx="5568950" cy="1609090"/>
          </a:xfrm>
          <a:prstGeom prst="rect">
            <a:avLst/>
          </a:prstGeom>
        </p:spPr>
        <p:txBody>
          <a:bodyPr vert="horz" wrap="square" lIns="0" tIns="6985" rIns="0" bIns="0" rtlCol="0">
            <a:spAutoFit/>
          </a:bodyPr>
          <a:lstStyle/>
          <a:p>
            <a:pPr marL="12700" marR="5080" indent="6350">
              <a:lnSpc>
                <a:spcPct val="102200"/>
              </a:lnSpc>
              <a:spcBef>
                <a:spcPts val="55"/>
              </a:spcBef>
              <a:tabLst>
                <a:tab pos="5370195" algn="l"/>
              </a:tabLst>
            </a:pPr>
            <a:r>
              <a:rPr sz="1700" spc="-210" dirty="0">
                <a:latin typeface="Arial MT"/>
                <a:cs typeface="Arial MT"/>
              </a:rPr>
              <a:t>AWS</a:t>
            </a:r>
            <a:r>
              <a:rPr sz="1700" spc="10" dirty="0">
                <a:latin typeface="Arial MT"/>
                <a:cs typeface="Arial MT"/>
              </a:rPr>
              <a:t> </a:t>
            </a:r>
            <a:r>
              <a:rPr sz="1700" spc="-60" dirty="0">
                <a:latin typeface="Arial MT"/>
                <a:cs typeface="Arial MT"/>
              </a:rPr>
              <a:t>Lambda </a:t>
            </a:r>
            <a:r>
              <a:rPr sz="1700" spc="-100" dirty="0">
                <a:solidFill>
                  <a:srgbClr val="1C1C1C"/>
                </a:solidFill>
                <a:latin typeface="Arial MT"/>
                <a:cs typeface="Arial MT"/>
              </a:rPr>
              <a:t>is</a:t>
            </a:r>
            <a:r>
              <a:rPr sz="1700" spc="-30" dirty="0">
                <a:solidFill>
                  <a:srgbClr val="1C1C1C"/>
                </a:solidFill>
                <a:latin typeface="Arial MT"/>
                <a:cs typeface="Arial MT"/>
              </a:rPr>
              <a:t> </a:t>
            </a:r>
            <a:r>
              <a:rPr sz="1700" dirty="0">
                <a:solidFill>
                  <a:srgbClr val="0E0E0E"/>
                </a:solidFill>
                <a:latin typeface="Arial MT"/>
                <a:cs typeface="Arial MT"/>
              </a:rPr>
              <a:t>a</a:t>
            </a:r>
            <a:r>
              <a:rPr sz="1700" spc="5" dirty="0">
                <a:solidFill>
                  <a:srgbClr val="0E0E0E"/>
                </a:solidFill>
                <a:latin typeface="Arial MT"/>
                <a:cs typeface="Arial MT"/>
              </a:rPr>
              <a:t> </a:t>
            </a:r>
            <a:r>
              <a:rPr sz="1700" spc="-80" dirty="0">
                <a:latin typeface="Arial MT"/>
                <a:cs typeface="Arial MT"/>
              </a:rPr>
              <a:t>serverless</a:t>
            </a:r>
            <a:r>
              <a:rPr sz="1700" spc="45" dirty="0">
                <a:latin typeface="Arial MT"/>
                <a:cs typeface="Arial MT"/>
              </a:rPr>
              <a:t> </a:t>
            </a:r>
            <a:r>
              <a:rPr sz="1700" spc="-25" dirty="0">
                <a:latin typeface="Arial MT"/>
                <a:cs typeface="Arial MT"/>
              </a:rPr>
              <a:t>compute</a:t>
            </a:r>
            <a:r>
              <a:rPr sz="1700" spc="-20" dirty="0">
                <a:latin typeface="Arial MT"/>
                <a:cs typeface="Arial MT"/>
              </a:rPr>
              <a:t> </a:t>
            </a:r>
            <a:r>
              <a:rPr sz="1700" spc="-85" dirty="0">
                <a:latin typeface="Arial MT"/>
                <a:cs typeface="Arial MT"/>
              </a:rPr>
              <a:t>service</a:t>
            </a:r>
            <a:r>
              <a:rPr sz="1700" spc="-35" dirty="0">
                <a:latin typeface="Arial MT"/>
                <a:cs typeface="Arial MT"/>
              </a:rPr>
              <a:t> </a:t>
            </a:r>
            <a:r>
              <a:rPr sz="1700" dirty="0">
                <a:solidFill>
                  <a:srgbClr val="161616"/>
                </a:solidFill>
                <a:latin typeface="Arial MT"/>
                <a:cs typeface="Arial MT"/>
              </a:rPr>
              <a:t>that</a:t>
            </a:r>
            <a:r>
              <a:rPr sz="1700" spc="-55" dirty="0">
                <a:solidFill>
                  <a:srgbClr val="161616"/>
                </a:solidFill>
                <a:latin typeface="Arial MT"/>
                <a:cs typeface="Arial MT"/>
              </a:rPr>
              <a:t> </a:t>
            </a:r>
            <a:r>
              <a:rPr sz="1700" spc="-20" dirty="0">
                <a:latin typeface="Arial MT"/>
                <a:cs typeface="Arial MT"/>
              </a:rPr>
              <a:t>you</a:t>
            </a:r>
            <a:r>
              <a:rPr sz="1700" spc="-50" dirty="0">
                <a:latin typeface="Arial MT"/>
                <a:cs typeface="Arial MT"/>
              </a:rPr>
              <a:t> </a:t>
            </a:r>
            <a:r>
              <a:rPr sz="1700" spc="-25" dirty="0">
                <a:solidFill>
                  <a:srgbClr val="0C0C0C"/>
                </a:solidFill>
                <a:latin typeface="Arial MT"/>
                <a:cs typeface="Arial MT"/>
              </a:rPr>
              <a:t>can </a:t>
            </a:r>
            <a:r>
              <a:rPr sz="1700" spc="-110" dirty="0">
                <a:solidFill>
                  <a:srgbClr val="0E0E0E"/>
                </a:solidFill>
                <a:latin typeface="Arial MT"/>
                <a:cs typeface="Arial MT"/>
              </a:rPr>
              <a:t>use</a:t>
            </a:r>
            <a:r>
              <a:rPr sz="1700" spc="-10" dirty="0">
                <a:solidFill>
                  <a:srgbClr val="0E0E0E"/>
                </a:solidFill>
                <a:latin typeface="Arial MT"/>
                <a:cs typeface="Arial MT"/>
              </a:rPr>
              <a:t> </a:t>
            </a:r>
            <a:r>
              <a:rPr sz="1700" dirty="0">
                <a:solidFill>
                  <a:srgbClr val="212121"/>
                </a:solidFill>
                <a:latin typeface="Arial MT"/>
                <a:cs typeface="Arial MT"/>
              </a:rPr>
              <a:t>to</a:t>
            </a:r>
            <a:r>
              <a:rPr sz="1700" spc="-100" dirty="0">
                <a:solidFill>
                  <a:srgbClr val="212121"/>
                </a:solidFill>
                <a:latin typeface="Arial MT"/>
                <a:cs typeface="Arial MT"/>
              </a:rPr>
              <a:t> </a:t>
            </a:r>
            <a:r>
              <a:rPr sz="1700" dirty="0">
                <a:solidFill>
                  <a:srgbClr val="1C1C1C"/>
                </a:solidFill>
                <a:latin typeface="Arial MT"/>
                <a:cs typeface="Arial MT"/>
              </a:rPr>
              <a:t>run</a:t>
            </a:r>
            <a:r>
              <a:rPr sz="1700" spc="-60" dirty="0">
                <a:solidFill>
                  <a:srgbClr val="1C1C1C"/>
                </a:solidFill>
                <a:latin typeface="Arial MT"/>
                <a:cs typeface="Arial MT"/>
              </a:rPr>
              <a:t> </a:t>
            </a:r>
            <a:r>
              <a:rPr sz="1700" dirty="0">
                <a:latin typeface="Arial MT"/>
                <a:cs typeface="Arial MT"/>
              </a:rPr>
              <a:t>function</a:t>
            </a:r>
            <a:r>
              <a:rPr sz="1700" spc="5" dirty="0">
                <a:latin typeface="Arial MT"/>
                <a:cs typeface="Arial MT"/>
              </a:rPr>
              <a:t> </a:t>
            </a:r>
            <a:r>
              <a:rPr sz="1700" spc="-275" dirty="0">
                <a:latin typeface="Arial MT"/>
                <a:cs typeface="Arial MT"/>
              </a:rPr>
              <a:t>COde</a:t>
            </a:r>
            <a:r>
              <a:rPr sz="1700" spc="85" dirty="0">
                <a:latin typeface="Arial MT"/>
                <a:cs typeface="Arial MT"/>
              </a:rPr>
              <a:t> </a:t>
            </a:r>
            <a:r>
              <a:rPr sz="1700" dirty="0">
                <a:latin typeface="Arial MT"/>
                <a:cs typeface="Arial MT"/>
              </a:rPr>
              <a:t>without</a:t>
            </a:r>
            <a:r>
              <a:rPr sz="1700" spc="25" dirty="0">
                <a:latin typeface="Arial MT"/>
                <a:cs typeface="Arial MT"/>
              </a:rPr>
              <a:t> </a:t>
            </a:r>
            <a:r>
              <a:rPr sz="1700" spc="-35" dirty="0">
                <a:latin typeface="Arial MT"/>
                <a:cs typeface="Arial MT"/>
              </a:rPr>
              <a:t>provisioning</a:t>
            </a:r>
            <a:r>
              <a:rPr sz="1700" spc="70" dirty="0">
                <a:latin typeface="Arial MT"/>
                <a:cs typeface="Arial MT"/>
              </a:rPr>
              <a:t> </a:t>
            </a:r>
            <a:r>
              <a:rPr sz="1700" dirty="0">
                <a:latin typeface="Arial MT"/>
                <a:cs typeface="Arial MT"/>
              </a:rPr>
              <a:t>or</a:t>
            </a:r>
            <a:r>
              <a:rPr sz="1700" spc="-30" dirty="0">
                <a:latin typeface="Arial MT"/>
                <a:cs typeface="Arial MT"/>
              </a:rPr>
              <a:t> </a:t>
            </a:r>
            <a:r>
              <a:rPr sz="1700" spc="-10" dirty="0">
                <a:latin typeface="Arial MT"/>
                <a:cs typeface="Arial MT"/>
              </a:rPr>
              <a:t>managing </a:t>
            </a:r>
            <a:r>
              <a:rPr sz="1700" spc="-80" dirty="0">
                <a:latin typeface="Arial MT"/>
                <a:cs typeface="Arial MT"/>
              </a:rPr>
              <a:t>servers.</a:t>
            </a:r>
            <a:r>
              <a:rPr sz="1700" spc="-40" dirty="0">
                <a:latin typeface="Arial MT"/>
                <a:cs typeface="Arial MT"/>
              </a:rPr>
              <a:t> </a:t>
            </a:r>
            <a:r>
              <a:rPr sz="1700" spc="-125" dirty="0">
                <a:latin typeface="Arial MT"/>
                <a:cs typeface="Arial MT"/>
              </a:rPr>
              <a:t>You</a:t>
            </a:r>
            <a:r>
              <a:rPr sz="1700" spc="-5" dirty="0">
                <a:latin typeface="Arial MT"/>
                <a:cs typeface="Arial MT"/>
              </a:rPr>
              <a:t> </a:t>
            </a:r>
            <a:r>
              <a:rPr sz="1700" spc="-95" dirty="0">
                <a:latin typeface="Arial MT"/>
                <a:cs typeface="Arial MT"/>
              </a:rPr>
              <a:t>can</a:t>
            </a:r>
            <a:r>
              <a:rPr sz="1700" spc="-25" dirty="0">
                <a:latin typeface="Arial MT"/>
                <a:cs typeface="Arial MT"/>
              </a:rPr>
              <a:t> </a:t>
            </a:r>
            <a:r>
              <a:rPr sz="1700" spc="-120" dirty="0">
                <a:solidFill>
                  <a:srgbClr val="1F1F1F"/>
                </a:solidFill>
                <a:latin typeface="Arial MT"/>
                <a:cs typeface="Arial MT"/>
              </a:rPr>
              <a:t>use</a:t>
            </a:r>
            <a:r>
              <a:rPr sz="1700" spc="-5" dirty="0">
                <a:solidFill>
                  <a:srgbClr val="1F1F1F"/>
                </a:solidFill>
                <a:latin typeface="Arial MT"/>
                <a:cs typeface="Arial MT"/>
              </a:rPr>
              <a:t> </a:t>
            </a:r>
            <a:r>
              <a:rPr sz="1700" spc="-75" dirty="0">
                <a:latin typeface="Arial MT"/>
                <a:cs typeface="Arial MT"/>
              </a:rPr>
              <a:t>Lambda</a:t>
            </a:r>
            <a:r>
              <a:rPr sz="1700" spc="-35" dirty="0">
                <a:latin typeface="Arial MT"/>
                <a:cs typeface="Arial MT"/>
              </a:rPr>
              <a:t> </a:t>
            </a:r>
            <a:r>
              <a:rPr sz="1700" dirty="0">
                <a:latin typeface="Arial MT"/>
                <a:cs typeface="Arial MT"/>
              </a:rPr>
              <a:t>to</a:t>
            </a:r>
            <a:r>
              <a:rPr sz="1700" spc="155" dirty="0">
                <a:latin typeface="Arial MT"/>
                <a:cs typeface="Arial MT"/>
              </a:rPr>
              <a:t> </a:t>
            </a:r>
            <a:r>
              <a:rPr sz="1700" dirty="0">
                <a:latin typeface="Arial MT"/>
                <a:cs typeface="Arial MT"/>
              </a:rPr>
              <a:t>run</a:t>
            </a:r>
            <a:r>
              <a:rPr sz="1700" spc="-75" dirty="0">
                <a:latin typeface="Arial MT"/>
                <a:cs typeface="Arial MT"/>
              </a:rPr>
              <a:t> </a:t>
            </a:r>
            <a:r>
              <a:rPr sz="1700" dirty="0">
                <a:latin typeface="Arial MT"/>
                <a:cs typeface="Arial MT"/>
              </a:rPr>
              <a:t>function</a:t>
            </a:r>
            <a:r>
              <a:rPr sz="1700" spc="-5" dirty="0">
                <a:latin typeface="Arial MT"/>
                <a:cs typeface="Arial MT"/>
              </a:rPr>
              <a:t> </a:t>
            </a:r>
            <a:r>
              <a:rPr sz="1700" spc="-75" dirty="0">
                <a:latin typeface="Arial MT"/>
                <a:cs typeface="Arial MT"/>
              </a:rPr>
              <a:t>code</a:t>
            </a:r>
            <a:r>
              <a:rPr sz="1700" spc="-45" dirty="0">
                <a:latin typeface="Arial MT"/>
                <a:cs typeface="Arial MT"/>
              </a:rPr>
              <a:t> </a:t>
            </a:r>
            <a:r>
              <a:rPr sz="1700" spc="-25" dirty="0">
                <a:latin typeface="Arial MT"/>
                <a:cs typeface="Arial MT"/>
              </a:rPr>
              <a:t>for </a:t>
            </a:r>
            <a:r>
              <a:rPr sz="1700" dirty="0">
                <a:latin typeface="Arial MT"/>
                <a:cs typeface="Arial MT"/>
              </a:rPr>
              <a:t>virtually</a:t>
            </a:r>
            <a:r>
              <a:rPr sz="1700" spc="-50" dirty="0">
                <a:latin typeface="Arial MT"/>
                <a:cs typeface="Arial MT"/>
              </a:rPr>
              <a:t> </a:t>
            </a:r>
            <a:r>
              <a:rPr sz="1700" spc="-65" dirty="0">
                <a:latin typeface="Arial MT"/>
                <a:cs typeface="Arial MT"/>
              </a:rPr>
              <a:t>any</a:t>
            </a:r>
            <a:r>
              <a:rPr sz="1700" spc="-95" dirty="0">
                <a:latin typeface="Arial MT"/>
                <a:cs typeface="Arial MT"/>
              </a:rPr>
              <a:t> </a:t>
            </a:r>
            <a:r>
              <a:rPr sz="1700" dirty="0">
                <a:latin typeface="Arial MT"/>
                <a:cs typeface="Arial MT"/>
              </a:rPr>
              <a:t>type</a:t>
            </a:r>
            <a:r>
              <a:rPr sz="1700" spc="-80" dirty="0">
                <a:latin typeface="Arial MT"/>
                <a:cs typeface="Arial MT"/>
              </a:rPr>
              <a:t> </a:t>
            </a:r>
            <a:r>
              <a:rPr sz="1700" dirty="0">
                <a:latin typeface="Arial MT"/>
                <a:cs typeface="Arial MT"/>
              </a:rPr>
              <a:t>of</a:t>
            </a:r>
            <a:r>
              <a:rPr sz="1700" spc="-65" dirty="0">
                <a:latin typeface="Arial MT"/>
                <a:cs typeface="Arial MT"/>
              </a:rPr>
              <a:t> </a:t>
            </a:r>
            <a:r>
              <a:rPr sz="1700" spc="-30" dirty="0">
                <a:latin typeface="Arial MT"/>
                <a:cs typeface="Arial MT"/>
              </a:rPr>
              <a:t>application</a:t>
            </a:r>
            <a:r>
              <a:rPr sz="1700" spc="60" dirty="0">
                <a:latin typeface="Arial MT"/>
                <a:cs typeface="Arial MT"/>
              </a:rPr>
              <a:t> </a:t>
            </a:r>
            <a:r>
              <a:rPr sz="1700" dirty="0">
                <a:latin typeface="Arial MT"/>
                <a:cs typeface="Arial MT"/>
              </a:rPr>
              <a:t>or</a:t>
            </a:r>
            <a:r>
              <a:rPr sz="1700" spc="-55" dirty="0">
                <a:latin typeface="Arial MT"/>
                <a:cs typeface="Arial MT"/>
              </a:rPr>
              <a:t> </a:t>
            </a:r>
            <a:r>
              <a:rPr sz="1700" spc="-65" dirty="0">
                <a:latin typeface="Arial MT"/>
                <a:cs typeface="Arial MT"/>
              </a:rPr>
              <a:t>backend</a:t>
            </a:r>
            <a:r>
              <a:rPr sz="1700" spc="50" dirty="0">
                <a:latin typeface="Arial MT"/>
                <a:cs typeface="Arial MT"/>
              </a:rPr>
              <a:t> </a:t>
            </a:r>
            <a:r>
              <a:rPr sz="1700" spc="-85" dirty="0">
                <a:latin typeface="Arial MT"/>
                <a:cs typeface="Arial MT"/>
              </a:rPr>
              <a:t>service.</a:t>
            </a:r>
            <a:r>
              <a:rPr sz="1700" spc="5" dirty="0">
                <a:latin typeface="Arial MT"/>
                <a:cs typeface="Arial MT"/>
              </a:rPr>
              <a:t> </a:t>
            </a:r>
            <a:r>
              <a:rPr sz="1700" spc="-25" dirty="0">
                <a:latin typeface="Arial MT"/>
                <a:cs typeface="Arial MT"/>
              </a:rPr>
              <a:t>You </a:t>
            </a:r>
            <a:r>
              <a:rPr sz="1700" spc="-30" dirty="0">
                <a:latin typeface="Arial MT"/>
                <a:cs typeface="Arial MT"/>
              </a:rPr>
              <a:t>upload</a:t>
            </a:r>
            <a:r>
              <a:rPr sz="1700" spc="-90" dirty="0">
                <a:latin typeface="Arial MT"/>
                <a:cs typeface="Arial MT"/>
              </a:rPr>
              <a:t> </a:t>
            </a:r>
            <a:r>
              <a:rPr sz="1700" dirty="0">
                <a:latin typeface="Arial MT"/>
                <a:cs typeface="Arial MT"/>
              </a:rPr>
              <a:t>your</a:t>
            </a:r>
            <a:r>
              <a:rPr sz="1700" spc="-120" dirty="0">
                <a:latin typeface="Arial MT"/>
                <a:cs typeface="Arial MT"/>
              </a:rPr>
              <a:t> </a:t>
            </a:r>
            <a:r>
              <a:rPr sz="1700" spc="-75" dirty="0">
                <a:latin typeface="Arial MT"/>
                <a:cs typeface="Arial MT"/>
              </a:rPr>
              <a:t>code,</a:t>
            </a:r>
            <a:r>
              <a:rPr sz="1700" spc="-40" dirty="0">
                <a:latin typeface="Arial MT"/>
                <a:cs typeface="Arial MT"/>
              </a:rPr>
              <a:t> </a:t>
            </a:r>
            <a:r>
              <a:rPr sz="1700" spc="-40" dirty="0">
                <a:solidFill>
                  <a:srgbClr val="0E0E0E"/>
                </a:solidFill>
                <a:latin typeface="Arial MT"/>
                <a:cs typeface="Arial MT"/>
              </a:rPr>
              <a:t>and</a:t>
            </a:r>
            <a:r>
              <a:rPr sz="1700" spc="-50" dirty="0">
                <a:solidFill>
                  <a:srgbClr val="0E0E0E"/>
                </a:solidFill>
                <a:latin typeface="Arial MT"/>
                <a:cs typeface="Arial MT"/>
              </a:rPr>
              <a:t> </a:t>
            </a:r>
            <a:r>
              <a:rPr sz="1700" spc="-60" dirty="0">
                <a:latin typeface="Arial MT"/>
                <a:cs typeface="Arial MT"/>
              </a:rPr>
              <a:t>Lambda</a:t>
            </a:r>
            <a:r>
              <a:rPr sz="1700" spc="55" dirty="0">
                <a:latin typeface="Arial MT"/>
                <a:cs typeface="Arial MT"/>
              </a:rPr>
              <a:t> </a:t>
            </a:r>
            <a:r>
              <a:rPr sz="1700" spc="-60" dirty="0">
                <a:latin typeface="Arial MT"/>
                <a:cs typeface="Arial MT"/>
              </a:rPr>
              <a:t>takes</a:t>
            </a:r>
            <a:r>
              <a:rPr sz="1700" spc="-10" dirty="0">
                <a:latin typeface="Arial MT"/>
                <a:cs typeface="Arial MT"/>
              </a:rPr>
              <a:t> </a:t>
            </a:r>
            <a:r>
              <a:rPr sz="1700" spc="-110" dirty="0">
                <a:latin typeface="Arial MT"/>
                <a:cs typeface="Arial MT"/>
              </a:rPr>
              <a:t>care</a:t>
            </a:r>
            <a:r>
              <a:rPr sz="1700" spc="-10" dirty="0">
                <a:latin typeface="Arial MT"/>
                <a:cs typeface="Arial MT"/>
              </a:rPr>
              <a:t> </a:t>
            </a:r>
            <a:r>
              <a:rPr sz="1700" dirty="0">
                <a:latin typeface="Arial MT"/>
                <a:cs typeface="Arial MT"/>
              </a:rPr>
              <a:t>of</a:t>
            </a:r>
            <a:r>
              <a:rPr sz="1700" spc="-65" dirty="0">
                <a:latin typeface="Arial MT"/>
                <a:cs typeface="Arial MT"/>
              </a:rPr>
              <a:t> </a:t>
            </a:r>
            <a:r>
              <a:rPr sz="1700" spc="-20" dirty="0">
                <a:solidFill>
                  <a:srgbClr val="111111"/>
                </a:solidFill>
                <a:latin typeface="Arial MT"/>
                <a:cs typeface="Arial MT"/>
              </a:rPr>
              <a:t>everything</a:t>
            </a:r>
            <a:r>
              <a:rPr sz="1700" spc="-25" dirty="0">
                <a:solidFill>
                  <a:srgbClr val="111111"/>
                </a:solidFill>
                <a:latin typeface="Arial MT"/>
                <a:cs typeface="Arial MT"/>
              </a:rPr>
              <a:t> </a:t>
            </a:r>
            <a:r>
              <a:rPr sz="1700" spc="-20" dirty="0">
                <a:solidFill>
                  <a:srgbClr val="131313"/>
                </a:solidFill>
                <a:latin typeface="Arial MT"/>
                <a:cs typeface="Arial MT"/>
              </a:rPr>
              <a:t>that </a:t>
            </a:r>
            <a:r>
              <a:rPr sz="1700" spc="-90" dirty="0">
                <a:solidFill>
                  <a:srgbClr val="1D1D1D"/>
                </a:solidFill>
                <a:latin typeface="Arial MT"/>
                <a:cs typeface="Arial MT"/>
              </a:rPr>
              <a:t>is</a:t>
            </a:r>
            <a:r>
              <a:rPr sz="1700" spc="-30" dirty="0">
                <a:solidFill>
                  <a:srgbClr val="1D1D1D"/>
                </a:solidFill>
                <a:latin typeface="Arial MT"/>
                <a:cs typeface="Arial MT"/>
              </a:rPr>
              <a:t> </a:t>
            </a:r>
            <a:r>
              <a:rPr sz="1700" spc="-45" dirty="0">
                <a:latin typeface="Arial MT"/>
                <a:cs typeface="Arial MT"/>
              </a:rPr>
              <a:t>required</a:t>
            </a:r>
            <a:r>
              <a:rPr sz="1700" spc="-75" dirty="0">
                <a:latin typeface="Arial MT"/>
                <a:cs typeface="Arial MT"/>
              </a:rPr>
              <a:t> </a:t>
            </a:r>
            <a:r>
              <a:rPr sz="1700" dirty="0">
                <a:latin typeface="Arial MT"/>
                <a:cs typeface="Arial MT"/>
              </a:rPr>
              <a:t>to</a:t>
            </a:r>
            <a:r>
              <a:rPr sz="1700" spc="65" dirty="0">
                <a:latin typeface="Arial MT"/>
                <a:cs typeface="Arial MT"/>
              </a:rPr>
              <a:t> </a:t>
            </a:r>
            <a:r>
              <a:rPr sz="1700" dirty="0">
                <a:latin typeface="Arial MT"/>
                <a:cs typeface="Arial MT"/>
              </a:rPr>
              <a:t>run</a:t>
            </a:r>
            <a:r>
              <a:rPr sz="1700" spc="-70" dirty="0">
                <a:latin typeface="Arial MT"/>
                <a:cs typeface="Arial MT"/>
              </a:rPr>
              <a:t> </a:t>
            </a:r>
            <a:r>
              <a:rPr sz="1700" spc="-40" dirty="0">
                <a:latin typeface="Arial MT"/>
                <a:cs typeface="Arial MT"/>
              </a:rPr>
              <a:t>and</a:t>
            </a:r>
            <a:r>
              <a:rPr sz="1700" spc="-45" dirty="0">
                <a:latin typeface="Arial MT"/>
                <a:cs typeface="Arial MT"/>
              </a:rPr>
              <a:t> </a:t>
            </a:r>
            <a:r>
              <a:rPr sz="1700" spc="-100" dirty="0">
                <a:solidFill>
                  <a:srgbClr val="1A1A1A"/>
                </a:solidFill>
                <a:latin typeface="Arial MT"/>
                <a:cs typeface="Arial MT"/>
              </a:rPr>
              <a:t>scale</a:t>
            </a:r>
            <a:r>
              <a:rPr sz="1700" spc="-15" dirty="0">
                <a:solidFill>
                  <a:srgbClr val="1A1A1A"/>
                </a:solidFill>
                <a:latin typeface="Arial MT"/>
                <a:cs typeface="Arial MT"/>
              </a:rPr>
              <a:t> </a:t>
            </a:r>
            <a:r>
              <a:rPr sz="1700" spc="-25" dirty="0">
                <a:latin typeface="Arial MT"/>
                <a:cs typeface="Arial MT"/>
              </a:rPr>
              <a:t>your</a:t>
            </a:r>
            <a:r>
              <a:rPr sz="1700" spc="-75" dirty="0">
                <a:latin typeface="Arial MT"/>
                <a:cs typeface="Arial MT"/>
              </a:rPr>
              <a:t> </a:t>
            </a:r>
            <a:r>
              <a:rPr sz="1700" spc="-50" dirty="0">
                <a:latin typeface="Arial MT"/>
                <a:cs typeface="Arial MT"/>
              </a:rPr>
              <a:t>code</a:t>
            </a:r>
            <a:r>
              <a:rPr sz="1700" spc="-10" dirty="0">
                <a:latin typeface="Arial MT"/>
                <a:cs typeface="Arial MT"/>
              </a:rPr>
              <a:t> </a:t>
            </a:r>
            <a:r>
              <a:rPr sz="1700" dirty="0">
                <a:latin typeface="Arial MT"/>
                <a:cs typeface="Arial MT"/>
              </a:rPr>
              <a:t>with</a:t>
            </a:r>
            <a:r>
              <a:rPr sz="1700" spc="-25" dirty="0">
                <a:latin typeface="Arial MT"/>
                <a:cs typeface="Arial MT"/>
              </a:rPr>
              <a:t> </a:t>
            </a:r>
            <a:r>
              <a:rPr sz="1700" dirty="0">
                <a:solidFill>
                  <a:srgbClr val="080808"/>
                </a:solidFill>
                <a:latin typeface="Arial MT"/>
                <a:cs typeface="Arial MT"/>
              </a:rPr>
              <a:t>high</a:t>
            </a:r>
            <a:r>
              <a:rPr sz="1700" spc="-40" dirty="0">
                <a:solidFill>
                  <a:srgbClr val="080808"/>
                </a:solidFill>
                <a:latin typeface="Arial MT"/>
                <a:cs typeface="Arial MT"/>
              </a:rPr>
              <a:t> </a:t>
            </a:r>
            <a:r>
              <a:rPr sz="1700" spc="-10" dirty="0">
                <a:latin typeface="Arial MT"/>
                <a:cs typeface="Arial MT"/>
              </a:rPr>
              <a:t>availabili</a:t>
            </a:r>
            <a:r>
              <a:rPr sz="1700" dirty="0">
                <a:latin typeface="Arial MT"/>
                <a:cs typeface="Arial MT"/>
              </a:rPr>
              <a:t>	</a:t>
            </a:r>
            <a:r>
              <a:rPr sz="1700" spc="-50" dirty="0">
                <a:latin typeface="Arial MT"/>
                <a:cs typeface="Arial MT"/>
              </a:rPr>
              <a:t>.</a:t>
            </a:r>
            <a:endParaRPr sz="1700">
              <a:latin typeface="Arial MT"/>
              <a:cs typeface="Arial MT"/>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365885" y="1327265"/>
            <a:ext cx="3143587" cy="3915245"/>
          </a:xfrm>
          <a:prstGeom prst="rect">
            <a:avLst/>
          </a:prstGeom>
        </p:spPr>
      </p:pic>
      <p:sp>
        <p:nvSpPr>
          <p:cNvPr id="3" name="object 3"/>
          <p:cNvSpPr/>
          <p:nvPr/>
        </p:nvSpPr>
        <p:spPr>
          <a:xfrm>
            <a:off x="1365885" y="365125"/>
            <a:ext cx="9450070" cy="838835"/>
          </a:xfrm>
          <a:custGeom>
            <a:avLst/>
            <a:gdLst/>
            <a:ahLst/>
            <a:cxnLst/>
            <a:rect l="l" t="t" r="r" b="b"/>
            <a:pathLst>
              <a:path w="9450070" h="838835">
                <a:moveTo>
                  <a:pt x="9448800" y="838200"/>
                </a:moveTo>
                <a:lnTo>
                  <a:pt x="0" y="838200"/>
                </a:lnTo>
                <a:lnTo>
                  <a:pt x="0" y="0"/>
                </a:lnTo>
                <a:lnTo>
                  <a:pt x="9448800" y="0"/>
                </a:lnTo>
                <a:lnTo>
                  <a:pt x="9448800" y="838200"/>
                </a:lnTo>
                <a:close/>
              </a:path>
            </a:pathLst>
          </a:custGeom>
          <a:solidFill>
            <a:srgbClr val="3D9089"/>
          </a:solidFill>
        </p:spPr>
        <p:txBody>
          <a:bodyPr wrap="square" lIns="0" tIns="0" rIns="0" bIns="0" rtlCol="0"/>
          <a:lstStyle/>
          <a:p>
            <a:endParaRPr/>
          </a:p>
        </p:txBody>
      </p:sp>
      <p:sp>
        <p:nvSpPr>
          <p:cNvPr id="4" name="object 4" descr="$PPTXTitle"/>
          <p:cNvSpPr txBox="1">
            <a:spLocks noGrp="1"/>
          </p:cNvSpPr>
          <p:nvPr>
            <p:ph type="title"/>
          </p:nvPr>
        </p:nvSpPr>
        <p:spPr>
          <a:xfrm>
            <a:off x="1776091" y="504842"/>
            <a:ext cx="2251710" cy="506095"/>
          </a:xfrm>
          <a:prstGeom prst="rect">
            <a:avLst/>
          </a:prstGeom>
        </p:spPr>
        <p:txBody>
          <a:bodyPr vert="horz" wrap="square" lIns="0" tIns="12700" rIns="0" bIns="0" rtlCol="0">
            <a:spAutoFit/>
          </a:bodyPr>
          <a:lstStyle/>
          <a:p>
            <a:pPr>
              <a:lnSpc>
                <a:spcPct val="100000"/>
              </a:lnSpc>
              <a:spcBef>
                <a:spcPts val="100"/>
              </a:spcBef>
            </a:pPr>
            <a:r>
              <a:rPr sz="3150" spc="-390" dirty="0">
                <a:solidFill>
                  <a:srgbClr val="46858E"/>
                </a:solidFill>
                <a:latin typeface="Arial MT"/>
                <a:cs typeface="Arial MT"/>
              </a:rPr>
              <a:t>AWS</a:t>
            </a:r>
            <a:r>
              <a:rPr sz="3150" spc="150" dirty="0">
                <a:solidFill>
                  <a:srgbClr val="46858E"/>
                </a:solidFill>
                <a:latin typeface="Arial MT"/>
                <a:cs typeface="Arial MT"/>
              </a:rPr>
              <a:t> </a:t>
            </a:r>
            <a:r>
              <a:rPr sz="3150" spc="-130" dirty="0">
                <a:solidFill>
                  <a:srgbClr val="2D897E"/>
                </a:solidFill>
                <a:latin typeface="Arial MT"/>
                <a:cs typeface="Arial MT"/>
              </a:rPr>
              <a:t>Lambda</a:t>
            </a:r>
            <a:endParaRPr sz="3150">
              <a:latin typeface="Arial MT"/>
              <a:cs typeface="Arial MT"/>
            </a:endParaRPr>
          </a:p>
        </p:txBody>
      </p:sp>
      <p:sp>
        <p:nvSpPr>
          <p:cNvPr id="5" name="object 5"/>
          <p:cNvSpPr txBox="1"/>
          <p:nvPr/>
        </p:nvSpPr>
        <p:spPr>
          <a:xfrm>
            <a:off x="9046464" y="428634"/>
            <a:ext cx="508634" cy="414655"/>
          </a:xfrm>
          <a:prstGeom prst="rect">
            <a:avLst/>
          </a:prstGeom>
        </p:spPr>
        <p:txBody>
          <a:bodyPr vert="horz" wrap="square" lIns="0" tIns="12700" rIns="0" bIns="0" rtlCol="0">
            <a:spAutoFit/>
          </a:bodyPr>
          <a:lstStyle/>
          <a:p>
            <a:pPr>
              <a:lnSpc>
                <a:spcPct val="100000"/>
              </a:lnSpc>
              <a:spcBef>
                <a:spcPts val="100"/>
              </a:spcBef>
            </a:pPr>
            <a:r>
              <a:rPr sz="2550" spc="-395" dirty="0">
                <a:solidFill>
                  <a:srgbClr val="468C99"/>
                </a:solidFill>
                <a:latin typeface="Verdana"/>
                <a:cs typeface="Verdana"/>
              </a:rPr>
              <a:t>aws</a:t>
            </a:r>
            <a:endParaRPr sz="2550">
              <a:latin typeface="Verdana"/>
              <a:cs typeface="Verdana"/>
            </a:endParaRPr>
          </a:p>
        </p:txBody>
      </p:sp>
      <p:sp>
        <p:nvSpPr>
          <p:cNvPr id="6" name="object 6"/>
          <p:cNvSpPr txBox="1"/>
          <p:nvPr/>
        </p:nvSpPr>
        <p:spPr>
          <a:xfrm>
            <a:off x="1734737" y="5345711"/>
            <a:ext cx="2604770" cy="155575"/>
          </a:xfrm>
          <a:prstGeom prst="rect">
            <a:avLst/>
          </a:prstGeom>
        </p:spPr>
        <p:txBody>
          <a:bodyPr vert="horz" wrap="square" lIns="0" tIns="12700" rIns="0" bIns="0" rtlCol="0">
            <a:spAutoFit/>
          </a:bodyPr>
          <a:lstStyle/>
          <a:p>
            <a:pPr marL="12700">
              <a:lnSpc>
                <a:spcPct val="100000"/>
              </a:lnSpc>
              <a:spcBef>
                <a:spcPts val="100"/>
              </a:spcBef>
            </a:pPr>
            <a:r>
              <a:rPr sz="850" dirty="0">
                <a:solidFill>
                  <a:srgbClr val="545454"/>
                </a:solidFill>
                <a:latin typeface="Courier New"/>
                <a:cs typeface="Courier New"/>
              </a:rPr>
              <a:t>20JJAmamnlSsnmm</a:t>
            </a:r>
            <a:r>
              <a:rPr sz="850" spc="300" dirty="0">
                <a:solidFill>
                  <a:srgbClr val="545454"/>
                </a:solidFill>
                <a:latin typeface="Courier New"/>
                <a:cs typeface="Courier New"/>
              </a:rPr>
              <a:t>  </a:t>
            </a:r>
            <a:r>
              <a:rPr sz="850" spc="-20" dirty="0">
                <a:solidFill>
                  <a:srgbClr val="545454"/>
                </a:solidFill>
                <a:latin typeface="Courier New"/>
                <a:cs typeface="Courier New"/>
              </a:rPr>
              <a:t>zorba€4aniflnghaéaeved</a:t>
            </a:r>
            <a:endParaRPr sz="850">
              <a:latin typeface="Courier New"/>
              <a:cs typeface="Courier New"/>
            </a:endParaRPr>
          </a:p>
        </p:txBody>
      </p:sp>
      <p:sp>
        <p:nvSpPr>
          <p:cNvPr id="7" name="object 7"/>
          <p:cNvSpPr txBox="1"/>
          <p:nvPr/>
        </p:nvSpPr>
        <p:spPr>
          <a:xfrm>
            <a:off x="4774060" y="1343143"/>
            <a:ext cx="5605780" cy="2515870"/>
          </a:xfrm>
          <a:prstGeom prst="rect">
            <a:avLst/>
          </a:prstGeom>
        </p:spPr>
        <p:txBody>
          <a:bodyPr vert="horz" wrap="square" lIns="0" tIns="13335" rIns="0" bIns="0" rtlCol="0">
            <a:spAutoFit/>
          </a:bodyPr>
          <a:lstStyle/>
          <a:p>
            <a:pPr marL="12700" marR="5080" indent="8255">
              <a:lnSpc>
                <a:spcPct val="99600"/>
              </a:lnSpc>
              <a:spcBef>
                <a:spcPts val="105"/>
              </a:spcBef>
            </a:pPr>
            <a:r>
              <a:rPr sz="1800" spc="-280" dirty="0">
                <a:solidFill>
                  <a:srgbClr val="1A1A1A"/>
                </a:solidFill>
                <a:latin typeface="Arial MT"/>
                <a:cs typeface="Arial MT"/>
              </a:rPr>
              <a:t>AWS</a:t>
            </a:r>
            <a:r>
              <a:rPr sz="1800" spc="-15" dirty="0">
                <a:solidFill>
                  <a:srgbClr val="1A1A1A"/>
                </a:solidFill>
                <a:latin typeface="Arial MT"/>
                <a:cs typeface="Arial MT"/>
              </a:rPr>
              <a:t> </a:t>
            </a:r>
            <a:r>
              <a:rPr sz="1800" spc="-125" dirty="0">
                <a:latin typeface="Arial MT"/>
                <a:cs typeface="Arial MT"/>
              </a:rPr>
              <a:t>Lambda</a:t>
            </a:r>
            <a:r>
              <a:rPr sz="1800" spc="5" dirty="0">
                <a:latin typeface="Arial MT"/>
                <a:cs typeface="Arial MT"/>
              </a:rPr>
              <a:t> </a:t>
            </a:r>
            <a:r>
              <a:rPr sz="1800" spc="-120" dirty="0">
                <a:latin typeface="Arial MT"/>
                <a:cs typeface="Arial MT"/>
              </a:rPr>
              <a:t>removes</a:t>
            </a:r>
            <a:r>
              <a:rPr sz="1800" spc="20" dirty="0">
                <a:latin typeface="Arial MT"/>
                <a:cs typeface="Arial MT"/>
              </a:rPr>
              <a:t> </a:t>
            </a:r>
            <a:r>
              <a:rPr sz="1800" spc="-10" dirty="0">
                <a:solidFill>
                  <a:srgbClr val="0A0A0A"/>
                </a:solidFill>
                <a:latin typeface="Arial MT"/>
                <a:cs typeface="Arial MT"/>
              </a:rPr>
              <a:t>all</a:t>
            </a:r>
            <a:r>
              <a:rPr sz="1800" spc="-95" dirty="0">
                <a:solidFill>
                  <a:srgbClr val="0A0A0A"/>
                </a:solidFill>
                <a:latin typeface="Arial MT"/>
                <a:cs typeface="Arial MT"/>
              </a:rPr>
              <a:t> </a:t>
            </a:r>
            <a:r>
              <a:rPr sz="1800" spc="-65" dirty="0">
                <a:latin typeface="Arial MT"/>
                <a:cs typeface="Arial MT"/>
              </a:rPr>
              <a:t>administration</a:t>
            </a:r>
            <a:r>
              <a:rPr sz="1800" spc="-70" dirty="0">
                <a:latin typeface="Arial MT"/>
                <a:cs typeface="Arial MT"/>
              </a:rPr>
              <a:t> </a:t>
            </a:r>
            <a:r>
              <a:rPr sz="1800" dirty="0">
                <a:solidFill>
                  <a:srgbClr val="151515"/>
                </a:solidFill>
                <a:latin typeface="Arial MT"/>
                <a:cs typeface="Arial MT"/>
              </a:rPr>
              <a:t>for</a:t>
            </a:r>
            <a:r>
              <a:rPr sz="1800" spc="-105" dirty="0">
                <a:solidFill>
                  <a:srgbClr val="151515"/>
                </a:solidFill>
                <a:latin typeface="Arial MT"/>
                <a:cs typeface="Arial MT"/>
              </a:rPr>
              <a:t> </a:t>
            </a:r>
            <a:r>
              <a:rPr sz="1800" spc="-55" dirty="0">
                <a:latin typeface="Arial MT"/>
                <a:cs typeface="Arial MT"/>
              </a:rPr>
              <a:t>application</a:t>
            </a:r>
            <a:r>
              <a:rPr sz="1800" spc="15" dirty="0">
                <a:latin typeface="Arial MT"/>
                <a:cs typeface="Arial MT"/>
              </a:rPr>
              <a:t> </a:t>
            </a:r>
            <a:r>
              <a:rPr sz="1800" spc="-25" dirty="0">
                <a:solidFill>
                  <a:srgbClr val="0C0C0C"/>
                </a:solidFill>
                <a:latin typeface="Arial MT"/>
                <a:cs typeface="Arial MT"/>
              </a:rPr>
              <a:t>or </a:t>
            </a:r>
            <a:r>
              <a:rPr sz="1850" spc="-155" dirty="0">
                <a:latin typeface="Arial MT"/>
                <a:cs typeface="Arial MT"/>
              </a:rPr>
              <a:t>backend</a:t>
            </a:r>
            <a:r>
              <a:rPr sz="1850" spc="55" dirty="0">
                <a:latin typeface="Arial MT"/>
                <a:cs typeface="Arial MT"/>
              </a:rPr>
              <a:t> </a:t>
            </a:r>
            <a:r>
              <a:rPr sz="1850" spc="-170" dirty="0">
                <a:latin typeface="Arial MT"/>
                <a:cs typeface="Arial MT"/>
              </a:rPr>
              <a:t>services</a:t>
            </a:r>
            <a:r>
              <a:rPr sz="1850" spc="15" dirty="0">
                <a:latin typeface="Arial MT"/>
                <a:cs typeface="Arial MT"/>
              </a:rPr>
              <a:t> </a:t>
            </a:r>
            <a:r>
              <a:rPr sz="1850" spc="-10" dirty="0">
                <a:latin typeface="Arial MT"/>
                <a:cs typeface="Arial MT"/>
              </a:rPr>
              <a:t>that</a:t>
            </a:r>
            <a:r>
              <a:rPr sz="1850" spc="-35" dirty="0">
                <a:latin typeface="Arial MT"/>
                <a:cs typeface="Arial MT"/>
              </a:rPr>
              <a:t> </a:t>
            </a:r>
            <a:r>
              <a:rPr sz="1850" spc="-335" dirty="0">
                <a:latin typeface="Arial MT"/>
                <a:cs typeface="Arial MT"/>
              </a:rPr>
              <a:t>Can</a:t>
            </a:r>
            <a:r>
              <a:rPr sz="1850" spc="50" dirty="0">
                <a:latin typeface="Arial MT"/>
                <a:cs typeface="Arial MT"/>
              </a:rPr>
              <a:t> </a:t>
            </a:r>
            <a:r>
              <a:rPr sz="1850" spc="-145" dirty="0">
                <a:solidFill>
                  <a:srgbClr val="0C0C0C"/>
                </a:solidFill>
                <a:latin typeface="Arial MT"/>
                <a:cs typeface="Arial MT"/>
              </a:rPr>
              <a:t>be</a:t>
            </a:r>
            <a:r>
              <a:rPr sz="1850" spc="-50" dirty="0">
                <a:solidFill>
                  <a:srgbClr val="0C0C0C"/>
                </a:solidFill>
                <a:latin typeface="Arial MT"/>
                <a:cs typeface="Arial MT"/>
              </a:rPr>
              <a:t> </a:t>
            </a:r>
            <a:r>
              <a:rPr sz="1850" spc="-180" dirty="0">
                <a:latin typeface="Arial MT"/>
                <a:cs typeface="Arial MT"/>
              </a:rPr>
              <a:t>processed</a:t>
            </a:r>
            <a:r>
              <a:rPr sz="1850" spc="65" dirty="0">
                <a:latin typeface="Arial MT"/>
                <a:cs typeface="Arial MT"/>
              </a:rPr>
              <a:t> </a:t>
            </a:r>
            <a:r>
              <a:rPr sz="1850" spc="-10" dirty="0">
                <a:solidFill>
                  <a:srgbClr val="111111"/>
                </a:solidFill>
                <a:latin typeface="Arial MT"/>
                <a:cs typeface="Arial MT"/>
              </a:rPr>
              <a:t>in</a:t>
            </a:r>
            <a:r>
              <a:rPr sz="1850" spc="-150" dirty="0">
                <a:solidFill>
                  <a:srgbClr val="111111"/>
                </a:solidFill>
                <a:latin typeface="Arial MT"/>
                <a:cs typeface="Arial MT"/>
              </a:rPr>
              <a:t> </a:t>
            </a:r>
            <a:r>
              <a:rPr sz="1850" spc="-114" dirty="0">
                <a:latin typeface="Arial MT"/>
                <a:cs typeface="Arial MT"/>
              </a:rPr>
              <a:t>snippets</a:t>
            </a:r>
            <a:r>
              <a:rPr sz="1850" spc="15" dirty="0">
                <a:latin typeface="Arial MT"/>
                <a:cs typeface="Arial MT"/>
              </a:rPr>
              <a:t> </a:t>
            </a:r>
            <a:r>
              <a:rPr sz="1850" dirty="0">
                <a:latin typeface="Arial MT"/>
                <a:cs typeface="Arial MT"/>
              </a:rPr>
              <a:t>of</a:t>
            </a:r>
            <a:r>
              <a:rPr sz="1850" spc="-35" dirty="0">
                <a:latin typeface="Arial MT"/>
                <a:cs typeface="Arial MT"/>
              </a:rPr>
              <a:t> </a:t>
            </a:r>
            <a:r>
              <a:rPr sz="1850" spc="-40" dirty="0">
                <a:solidFill>
                  <a:srgbClr val="111111"/>
                </a:solidFill>
                <a:latin typeface="Arial MT"/>
                <a:cs typeface="Arial MT"/>
              </a:rPr>
              <a:t>cOde. </a:t>
            </a:r>
            <a:r>
              <a:rPr sz="1800" spc="-180" dirty="0">
                <a:latin typeface="Arial MT"/>
                <a:cs typeface="Arial MT"/>
              </a:rPr>
              <a:t>You</a:t>
            </a:r>
            <a:r>
              <a:rPr sz="1800" spc="-75" dirty="0">
                <a:latin typeface="Arial MT"/>
                <a:cs typeface="Arial MT"/>
              </a:rPr>
              <a:t> </a:t>
            </a:r>
            <a:r>
              <a:rPr sz="1800" spc="-70" dirty="0">
                <a:solidFill>
                  <a:srgbClr val="1A1A1A"/>
                </a:solidFill>
                <a:latin typeface="Arial MT"/>
                <a:cs typeface="Arial MT"/>
              </a:rPr>
              <a:t>upload</a:t>
            </a:r>
            <a:r>
              <a:rPr sz="1800" spc="-40" dirty="0">
                <a:solidFill>
                  <a:srgbClr val="1A1A1A"/>
                </a:solidFill>
                <a:latin typeface="Arial MT"/>
                <a:cs typeface="Arial MT"/>
              </a:rPr>
              <a:t> </a:t>
            </a:r>
            <a:r>
              <a:rPr sz="1800" spc="-85" dirty="0">
                <a:latin typeface="Arial MT"/>
                <a:cs typeface="Arial MT"/>
              </a:rPr>
              <a:t>your</a:t>
            </a:r>
            <a:r>
              <a:rPr sz="1800" spc="-20" dirty="0">
                <a:latin typeface="Arial MT"/>
                <a:cs typeface="Arial MT"/>
              </a:rPr>
              <a:t> </a:t>
            </a:r>
            <a:r>
              <a:rPr sz="1800" spc="-130" dirty="0">
                <a:latin typeface="Arial MT"/>
                <a:cs typeface="Arial MT"/>
              </a:rPr>
              <a:t>code</a:t>
            </a:r>
            <a:r>
              <a:rPr sz="1800" spc="-25" dirty="0">
                <a:latin typeface="Arial MT"/>
                <a:cs typeface="Arial MT"/>
              </a:rPr>
              <a:t> </a:t>
            </a:r>
            <a:r>
              <a:rPr sz="1800" spc="-170" dirty="0">
                <a:solidFill>
                  <a:srgbClr val="1F1F1F"/>
                </a:solidFill>
                <a:latin typeface="Arial MT"/>
                <a:cs typeface="Arial MT"/>
              </a:rPr>
              <a:t>as</a:t>
            </a:r>
            <a:r>
              <a:rPr sz="1800" spc="-55" dirty="0">
                <a:solidFill>
                  <a:srgbClr val="1F1F1F"/>
                </a:solidFill>
                <a:latin typeface="Arial MT"/>
                <a:cs typeface="Arial MT"/>
              </a:rPr>
              <a:t> </a:t>
            </a:r>
            <a:r>
              <a:rPr sz="1800" spc="-229" dirty="0">
                <a:solidFill>
                  <a:srgbClr val="3B3B3B"/>
                </a:solidFill>
                <a:latin typeface="Arial MT"/>
                <a:cs typeface="Arial MT"/>
              </a:rPr>
              <a:t>a</a:t>
            </a:r>
            <a:r>
              <a:rPr sz="1800" spc="-95" dirty="0">
                <a:solidFill>
                  <a:srgbClr val="3B3B3B"/>
                </a:solidFill>
                <a:latin typeface="Arial MT"/>
                <a:cs typeface="Arial MT"/>
              </a:rPr>
              <a:t> </a:t>
            </a:r>
            <a:r>
              <a:rPr sz="1800" spc="-145" dirty="0">
                <a:latin typeface="Arial MT"/>
                <a:cs typeface="Arial MT"/>
              </a:rPr>
              <a:t>.Zip</a:t>
            </a:r>
            <a:r>
              <a:rPr sz="1800" spc="-35" dirty="0">
                <a:latin typeface="Arial MT"/>
                <a:cs typeface="Arial MT"/>
              </a:rPr>
              <a:t> </a:t>
            </a:r>
            <a:r>
              <a:rPr sz="1800" dirty="0">
                <a:latin typeface="Arial MT"/>
                <a:cs typeface="Arial MT"/>
              </a:rPr>
              <a:t>file</a:t>
            </a:r>
            <a:r>
              <a:rPr sz="1800" spc="-70" dirty="0">
                <a:latin typeface="Arial MT"/>
                <a:cs typeface="Arial MT"/>
              </a:rPr>
              <a:t> </a:t>
            </a:r>
            <a:r>
              <a:rPr sz="1800" spc="-45" dirty="0">
                <a:solidFill>
                  <a:srgbClr val="111111"/>
                </a:solidFill>
                <a:latin typeface="Arial MT"/>
                <a:cs typeface="Arial MT"/>
              </a:rPr>
              <a:t>or</a:t>
            </a:r>
            <a:r>
              <a:rPr sz="1800" spc="15" dirty="0">
                <a:solidFill>
                  <a:srgbClr val="111111"/>
                </a:solidFill>
                <a:latin typeface="Arial MT"/>
                <a:cs typeface="Arial MT"/>
              </a:rPr>
              <a:t> </a:t>
            </a:r>
            <a:r>
              <a:rPr sz="1800" spc="-80" dirty="0">
                <a:latin typeface="Arial MT"/>
                <a:cs typeface="Arial MT"/>
              </a:rPr>
              <a:t>container</a:t>
            </a:r>
            <a:r>
              <a:rPr sz="1800" spc="-10" dirty="0">
                <a:latin typeface="Arial MT"/>
                <a:cs typeface="Arial MT"/>
              </a:rPr>
              <a:t> </a:t>
            </a:r>
            <a:r>
              <a:rPr sz="1800" spc="-100" dirty="0">
                <a:latin typeface="Arial MT"/>
                <a:cs typeface="Arial MT"/>
              </a:rPr>
              <a:t>image.</a:t>
            </a:r>
            <a:r>
              <a:rPr sz="1800" spc="-105" dirty="0">
                <a:latin typeface="Arial MT"/>
                <a:cs typeface="Arial MT"/>
              </a:rPr>
              <a:t> </a:t>
            </a:r>
            <a:r>
              <a:rPr sz="1800" spc="-10" dirty="0">
                <a:solidFill>
                  <a:srgbClr val="151515"/>
                </a:solidFill>
                <a:latin typeface="Arial MT"/>
                <a:cs typeface="Arial MT"/>
              </a:rPr>
              <a:t>Then, </a:t>
            </a:r>
            <a:r>
              <a:rPr sz="1850" spc="-150" dirty="0">
                <a:latin typeface="Arial MT"/>
                <a:cs typeface="Arial MT"/>
              </a:rPr>
              <a:t>Lambda</a:t>
            </a:r>
            <a:r>
              <a:rPr sz="1850" spc="40" dirty="0">
                <a:latin typeface="Arial MT"/>
                <a:cs typeface="Arial MT"/>
              </a:rPr>
              <a:t> </a:t>
            </a:r>
            <a:r>
              <a:rPr sz="1850" spc="-90" dirty="0">
                <a:latin typeface="Arial MT"/>
                <a:cs typeface="Arial MT"/>
              </a:rPr>
              <a:t>automatically</a:t>
            </a:r>
            <a:r>
              <a:rPr sz="1850" spc="130" dirty="0">
                <a:latin typeface="Arial MT"/>
                <a:cs typeface="Arial MT"/>
              </a:rPr>
              <a:t> </a:t>
            </a:r>
            <a:r>
              <a:rPr sz="1850" spc="-155" dirty="0">
                <a:latin typeface="Arial MT"/>
                <a:cs typeface="Arial MT"/>
              </a:rPr>
              <a:t>and</a:t>
            </a:r>
            <a:r>
              <a:rPr sz="1850" spc="-75" dirty="0">
                <a:latin typeface="Arial MT"/>
                <a:cs typeface="Arial MT"/>
              </a:rPr>
              <a:t> </a:t>
            </a:r>
            <a:r>
              <a:rPr sz="1850" spc="-125" dirty="0">
                <a:latin typeface="Arial MT"/>
                <a:cs typeface="Arial MT"/>
              </a:rPr>
              <a:t>precisely</a:t>
            </a:r>
            <a:r>
              <a:rPr sz="1850" spc="-5" dirty="0">
                <a:latin typeface="Arial MT"/>
                <a:cs typeface="Arial MT"/>
              </a:rPr>
              <a:t> </a:t>
            </a:r>
            <a:r>
              <a:rPr sz="1850" spc="-114" dirty="0">
                <a:latin typeface="Arial MT"/>
                <a:cs typeface="Arial MT"/>
              </a:rPr>
              <a:t>allocates</a:t>
            </a:r>
            <a:r>
              <a:rPr sz="1850" spc="45" dirty="0">
                <a:latin typeface="Arial MT"/>
                <a:cs typeface="Arial MT"/>
              </a:rPr>
              <a:t> </a:t>
            </a:r>
            <a:r>
              <a:rPr sz="1850" spc="-10" dirty="0">
                <a:latin typeface="Arial MT"/>
                <a:cs typeface="Arial MT"/>
              </a:rPr>
              <a:t>compute </a:t>
            </a:r>
            <a:r>
              <a:rPr sz="1800" spc="-85" dirty="0">
                <a:solidFill>
                  <a:srgbClr val="0C0C0C"/>
                </a:solidFill>
                <a:latin typeface="Arial MT"/>
                <a:cs typeface="Arial MT"/>
              </a:rPr>
              <a:t>power</a:t>
            </a:r>
            <a:r>
              <a:rPr sz="1800" spc="-50" dirty="0">
                <a:solidFill>
                  <a:srgbClr val="0C0C0C"/>
                </a:solidFill>
                <a:latin typeface="Arial MT"/>
                <a:cs typeface="Arial MT"/>
              </a:rPr>
              <a:t> </a:t>
            </a:r>
            <a:r>
              <a:rPr sz="1800" dirty="0">
                <a:solidFill>
                  <a:srgbClr val="151515"/>
                </a:solidFill>
                <a:latin typeface="Arial MT"/>
                <a:cs typeface="Arial MT"/>
              </a:rPr>
              <a:t>to</a:t>
            </a:r>
            <a:r>
              <a:rPr sz="1800" spc="-60" dirty="0">
                <a:solidFill>
                  <a:srgbClr val="151515"/>
                </a:solidFill>
                <a:latin typeface="Arial MT"/>
                <a:cs typeface="Arial MT"/>
              </a:rPr>
              <a:t> </a:t>
            </a:r>
            <a:r>
              <a:rPr sz="1800" spc="-65" dirty="0">
                <a:latin typeface="Arial MT"/>
                <a:cs typeface="Arial MT"/>
              </a:rPr>
              <a:t>run</a:t>
            </a:r>
            <a:r>
              <a:rPr sz="1800" spc="20" dirty="0">
                <a:latin typeface="Arial MT"/>
                <a:cs typeface="Arial MT"/>
              </a:rPr>
              <a:t> </a:t>
            </a:r>
            <a:r>
              <a:rPr sz="1800" spc="-85" dirty="0">
                <a:latin typeface="Arial MT"/>
                <a:cs typeface="Arial MT"/>
              </a:rPr>
              <a:t>your</a:t>
            </a:r>
            <a:r>
              <a:rPr sz="1800" spc="-15" dirty="0">
                <a:latin typeface="Arial MT"/>
                <a:cs typeface="Arial MT"/>
              </a:rPr>
              <a:t> </a:t>
            </a:r>
            <a:r>
              <a:rPr sz="1800" spc="-130" dirty="0">
                <a:latin typeface="Arial MT"/>
                <a:cs typeface="Arial MT"/>
              </a:rPr>
              <a:t>code</a:t>
            </a:r>
            <a:r>
              <a:rPr sz="1800" spc="-10" dirty="0">
                <a:latin typeface="Arial MT"/>
                <a:cs typeface="Arial MT"/>
              </a:rPr>
              <a:t> </a:t>
            </a:r>
            <a:r>
              <a:rPr sz="1800" spc="-150" dirty="0">
                <a:latin typeface="Arial MT"/>
                <a:cs typeface="Arial MT"/>
              </a:rPr>
              <a:t>based</a:t>
            </a:r>
            <a:r>
              <a:rPr sz="1800" spc="45" dirty="0">
                <a:latin typeface="Arial MT"/>
                <a:cs typeface="Arial MT"/>
              </a:rPr>
              <a:t> </a:t>
            </a:r>
            <a:r>
              <a:rPr sz="1800" spc="-80" dirty="0">
                <a:latin typeface="Arial MT"/>
                <a:cs typeface="Arial MT"/>
              </a:rPr>
              <a:t>on </a:t>
            </a:r>
            <a:r>
              <a:rPr sz="1800" spc="-25" dirty="0">
                <a:latin typeface="Arial MT"/>
                <a:cs typeface="Arial MT"/>
              </a:rPr>
              <a:t>the</a:t>
            </a:r>
            <a:r>
              <a:rPr sz="1800" spc="-114" dirty="0">
                <a:latin typeface="Arial MT"/>
                <a:cs typeface="Arial MT"/>
              </a:rPr>
              <a:t> </a:t>
            </a:r>
            <a:r>
              <a:rPr sz="1800" spc="-70" dirty="0">
                <a:latin typeface="Arial MT"/>
                <a:cs typeface="Arial MT"/>
              </a:rPr>
              <a:t>incoming</a:t>
            </a:r>
            <a:r>
              <a:rPr sz="1800" spc="5" dirty="0">
                <a:latin typeface="Arial MT"/>
                <a:cs typeface="Arial MT"/>
              </a:rPr>
              <a:t> </a:t>
            </a:r>
            <a:r>
              <a:rPr sz="1800" spc="-90" dirty="0">
                <a:latin typeface="Arial MT"/>
                <a:cs typeface="Arial MT"/>
              </a:rPr>
              <a:t>request</a:t>
            </a:r>
            <a:r>
              <a:rPr sz="1800" spc="10" dirty="0">
                <a:latin typeface="Arial MT"/>
                <a:cs typeface="Arial MT"/>
              </a:rPr>
              <a:t> </a:t>
            </a:r>
            <a:r>
              <a:rPr sz="1800" spc="-25" dirty="0">
                <a:latin typeface="Arial MT"/>
                <a:cs typeface="Arial MT"/>
              </a:rPr>
              <a:t>or </a:t>
            </a:r>
            <a:r>
              <a:rPr sz="1800" spc="-80" dirty="0">
                <a:solidFill>
                  <a:srgbClr val="0E0E0E"/>
                </a:solidFill>
                <a:latin typeface="Arial MT"/>
                <a:cs typeface="Arial MT"/>
              </a:rPr>
              <a:t>event,</a:t>
            </a:r>
            <a:r>
              <a:rPr sz="1800" spc="-35" dirty="0">
                <a:solidFill>
                  <a:srgbClr val="0E0E0E"/>
                </a:solidFill>
                <a:latin typeface="Arial MT"/>
                <a:cs typeface="Arial MT"/>
              </a:rPr>
              <a:t> </a:t>
            </a:r>
            <a:r>
              <a:rPr sz="1800" spc="-185" dirty="0">
                <a:latin typeface="Arial MT"/>
                <a:cs typeface="Arial MT"/>
              </a:rPr>
              <a:t>fOr</a:t>
            </a:r>
            <a:r>
              <a:rPr sz="1800" spc="25" dirty="0">
                <a:latin typeface="Arial MT"/>
                <a:cs typeface="Arial MT"/>
              </a:rPr>
              <a:t> </a:t>
            </a:r>
            <a:r>
              <a:rPr sz="1800" spc="-140" dirty="0">
                <a:solidFill>
                  <a:srgbClr val="2A2A2A"/>
                </a:solidFill>
                <a:latin typeface="Arial MT"/>
                <a:cs typeface="Arial MT"/>
              </a:rPr>
              <a:t>any</a:t>
            </a:r>
            <a:r>
              <a:rPr sz="1800" spc="10" dirty="0">
                <a:solidFill>
                  <a:srgbClr val="2A2A2A"/>
                </a:solidFill>
                <a:latin typeface="Arial MT"/>
                <a:cs typeface="Arial MT"/>
              </a:rPr>
              <a:t> </a:t>
            </a:r>
            <a:r>
              <a:rPr sz="1800" spc="-155" dirty="0">
                <a:latin typeface="Arial MT"/>
                <a:cs typeface="Arial MT"/>
              </a:rPr>
              <a:t>scale</a:t>
            </a:r>
            <a:r>
              <a:rPr sz="1800" spc="-20" dirty="0">
                <a:latin typeface="Arial MT"/>
                <a:cs typeface="Arial MT"/>
              </a:rPr>
              <a:t> </a:t>
            </a:r>
            <a:r>
              <a:rPr sz="1800" dirty="0">
                <a:latin typeface="Arial MT"/>
                <a:cs typeface="Arial MT"/>
              </a:rPr>
              <a:t>of</a:t>
            </a:r>
            <a:r>
              <a:rPr sz="1800" spc="-80" dirty="0">
                <a:latin typeface="Arial MT"/>
                <a:cs typeface="Arial MT"/>
              </a:rPr>
              <a:t> </a:t>
            </a:r>
            <a:r>
              <a:rPr sz="1800" spc="-30" dirty="0">
                <a:latin typeface="Arial MT"/>
                <a:cs typeface="Arial MT"/>
              </a:rPr>
              <a:t>traffic. </a:t>
            </a:r>
            <a:r>
              <a:rPr sz="1800" spc="-180" dirty="0">
                <a:solidFill>
                  <a:srgbClr val="0C0C0C"/>
                </a:solidFill>
                <a:latin typeface="Arial MT"/>
                <a:cs typeface="Arial MT"/>
              </a:rPr>
              <a:t>You</a:t>
            </a:r>
            <a:r>
              <a:rPr sz="1800" spc="-30" dirty="0">
                <a:solidFill>
                  <a:srgbClr val="0C0C0C"/>
                </a:solidFill>
                <a:latin typeface="Arial MT"/>
                <a:cs typeface="Arial MT"/>
              </a:rPr>
              <a:t> </a:t>
            </a:r>
            <a:r>
              <a:rPr sz="1800" spc="-130" dirty="0">
                <a:solidFill>
                  <a:srgbClr val="181818"/>
                </a:solidFill>
                <a:latin typeface="Arial MT"/>
                <a:cs typeface="Arial MT"/>
              </a:rPr>
              <a:t>can</a:t>
            </a:r>
            <a:r>
              <a:rPr sz="1800" spc="-10" dirty="0">
                <a:solidFill>
                  <a:srgbClr val="181818"/>
                </a:solidFill>
                <a:latin typeface="Arial MT"/>
                <a:cs typeface="Arial MT"/>
              </a:rPr>
              <a:t> </a:t>
            </a:r>
            <a:r>
              <a:rPr sz="1800" spc="-105" dirty="0">
                <a:latin typeface="Arial MT"/>
                <a:cs typeface="Arial MT"/>
              </a:rPr>
              <a:t>set</a:t>
            </a:r>
            <a:r>
              <a:rPr sz="1800" spc="-50" dirty="0">
                <a:latin typeface="Arial MT"/>
                <a:cs typeface="Arial MT"/>
              </a:rPr>
              <a:t> </a:t>
            </a:r>
            <a:r>
              <a:rPr sz="1800" spc="-114" dirty="0">
                <a:solidFill>
                  <a:srgbClr val="383838"/>
                </a:solidFill>
                <a:latin typeface="Arial MT"/>
                <a:cs typeface="Arial MT"/>
              </a:rPr>
              <a:t>up</a:t>
            </a:r>
            <a:r>
              <a:rPr sz="1800" spc="-25" dirty="0">
                <a:solidFill>
                  <a:srgbClr val="383838"/>
                </a:solidFill>
                <a:latin typeface="Arial MT"/>
                <a:cs typeface="Arial MT"/>
              </a:rPr>
              <a:t> </a:t>
            </a:r>
            <a:r>
              <a:rPr sz="1800" spc="-60" dirty="0">
                <a:solidFill>
                  <a:srgbClr val="0C0C0C"/>
                </a:solidFill>
                <a:latin typeface="Arial MT"/>
                <a:cs typeface="Arial MT"/>
              </a:rPr>
              <a:t>your</a:t>
            </a:r>
            <a:r>
              <a:rPr sz="1800" spc="45" dirty="0">
                <a:solidFill>
                  <a:srgbClr val="0C0C0C"/>
                </a:solidFill>
                <a:latin typeface="Arial MT"/>
                <a:cs typeface="Arial MT"/>
              </a:rPr>
              <a:t> </a:t>
            </a:r>
            <a:r>
              <a:rPr sz="1800" spc="-130" dirty="0">
                <a:latin typeface="Arial MT"/>
                <a:cs typeface="Arial MT"/>
              </a:rPr>
              <a:t>code</a:t>
            </a:r>
            <a:r>
              <a:rPr sz="1800" spc="-75" dirty="0">
                <a:latin typeface="Arial MT"/>
                <a:cs typeface="Arial MT"/>
              </a:rPr>
              <a:t> </a:t>
            </a:r>
            <a:r>
              <a:rPr sz="1800" spc="-25" dirty="0">
                <a:solidFill>
                  <a:srgbClr val="0C0C0C"/>
                </a:solidFill>
                <a:latin typeface="Arial MT"/>
                <a:cs typeface="Arial MT"/>
              </a:rPr>
              <a:t>to </a:t>
            </a:r>
            <a:r>
              <a:rPr sz="1850" spc="-80" dirty="0">
                <a:latin typeface="Arial MT"/>
                <a:cs typeface="Arial MT"/>
              </a:rPr>
              <a:t>automatically</a:t>
            </a:r>
            <a:r>
              <a:rPr sz="1850" spc="5" dirty="0">
                <a:latin typeface="Arial MT"/>
                <a:cs typeface="Arial MT"/>
              </a:rPr>
              <a:t> </a:t>
            </a:r>
            <a:r>
              <a:rPr sz="1850" spc="-70" dirty="0">
                <a:latin typeface="Arial MT"/>
                <a:cs typeface="Arial MT"/>
              </a:rPr>
              <a:t>trigger</a:t>
            </a:r>
            <a:r>
              <a:rPr sz="1850" spc="-5" dirty="0">
                <a:latin typeface="Arial MT"/>
                <a:cs typeface="Arial MT"/>
              </a:rPr>
              <a:t> </a:t>
            </a:r>
            <a:r>
              <a:rPr sz="1850" spc="-30" dirty="0">
                <a:latin typeface="Arial MT"/>
                <a:cs typeface="Arial MT"/>
              </a:rPr>
              <a:t>from</a:t>
            </a:r>
            <a:r>
              <a:rPr sz="1850" spc="-55" dirty="0">
                <a:latin typeface="Arial MT"/>
                <a:cs typeface="Arial MT"/>
              </a:rPr>
              <a:t> </a:t>
            </a:r>
            <a:r>
              <a:rPr sz="1850" spc="-110" dirty="0">
                <a:latin typeface="Arial MT"/>
                <a:cs typeface="Arial MT"/>
              </a:rPr>
              <a:t>over</a:t>
            </a:r>
            <a:r>
              <a:rPr sz="1850" spc="35" dirty="0">
                <a:latin typeface="Arial MT"/>
                <a:cs typeface="Arial MT"/>
              </a:rPr>
              <a:t> </a:t>
            </a:r>
            <a:r>
              <a:rPr sz="1850" spc="-100" dirty="0">
                <a:latin typeface="Arial MT"/>
                <a:cs typeface="Arial MT"/>
              </a:rPr>
              <a:t>200</a:t>
            </a:r>
            <a:r>
              <a:rPr sz="1850" spc="-30" dirty="0">
                <a:latin typeface="Arial MT"/>
                <a:cs typeface="Arial MT"/>
              </a:rPr>
              <a:t> </a:t>
            </a:r>
            <a:r>
              <a:rPr sz="1850" spc="-175" dirty="0">
                <a:latin typeface="Arial MT"/>
                <a:cs typeface="Arial MT"/>
              </a:rPr>
              <a:t>services</a:t>
            </a:r>
            <a:r>
              <a:rPr sz="1850" spc="45" dirty="0">
                <a:latin typeface="Arial MT"/>
                <a:cs typeface="Arial MT"/>
              </a:rPr>
              <a:t> </a:t>
            </a:r>
            <a:r>
              <a:rPr sz="1850" spc="-120" dirty="0">
                <a:latin typeface="Arial MT"/>
                <a:cs typeface="Arial MT"/>
              </a:rPr>
              <a:t>and</a:t>
            </a:r>
            <a:r>
              <a:rPr sz="1850" spc="-30" dirty="0">
                <a:latin typeface="Arial MT"/>
                <a:cs typeface="Arial MT"/>
              </a:rPr>
              <a:t> </a:t>
            </a:r>
            <a:r>
              <a:rPr sz="1850" spc="-100" dirty="0">
                <a:latin typeface="Arial MT"/>
                <a:cs typeface="Arial MT"/>
              </a:rPr>
              <a:t>software</a:t>
            </a:r>
            <a:r>
              <a:rPr sz="1850" spc="-25" dirty="0">
                <a:latin typeface="Arial MT"/>
                <a:cs typeface="Arial MT"/>
              </a:rPr>
              <a:t> </a:t>
            </a:r>
            <a:r>
              <a:rPr sz="1850" spc="-165" dirty="0">
                <a:solidFill>
                  <a:srgbClr val="1F1F1F"/>
                </a:solidFill>
                <a:latin typeface="Arial MT"/>
                <a:cs typeface="Arial MT"/>
              </a:rPr>
              <a:t>as </a:t>
            </a:r>
            <a:r>
              <a:rPr sz="1800" spc="-150" dirty="0">
                <a:solidFill>
                  <a:srgbClr val="1F1F1F"/>
                </a:solidFill>
                <a:latin typeface="Arial MT"/>
                <a:cs typeface="Arial MT"/>
              </a:rPr>
              <a:t>a</a:t>
            </a:r>
            <a:r>
              <a:rPr sz="1800" spc="-70" dirty="0">
                <a:solidFill>
                  <a:srgbClr val="1F1F1F"/>
                </a:solidFill>
                <a:latin typeface="Arial MT"/>
                <a:cs typeface="Arial MT"/>
              </a:rPr>
              <a:t> </a:t>
            </a:r>
            <a:r>
              <a:rPr sz="1800" spc="-125" dirty="0">
                <a:solidFill>
                  <a:srgbClr val="0F0F0F"/>
                </a:solidFill>
                <a:latin typeface="Arial MT"/>
                <a:cs typeface="Arial MT"/>
              </a:rPr>
              <a:t>service</a:t>
            </a:r>
            <a:r>
              <a:rPr sz="1800" spc="-60" dirty="0">
                <a:solidFill>
                  <a:srgbClr val="0F0F0F"/>
                </a:solidFill>
                <a:latin typeface="Arial MT"/>
                <a:cs typeface="Arial MT"/>
              </a:rPr>
              <a:t> </a:t>
            </a:r>
            <a:r>
              <a:rPr sz="1800" spc="-220" dirty="0">
                <a:latin typeface="Arial MT"/>
                <a:cs typeface="Arial MT"/>
              </a:rPr>
              <a:t>(SaaS)</a:t>
            </a:r>
            <a:r>
              <a:rPr sz="1800" spc="95" dirty="0">
                <a:latin typeface="Arial MT"/>
                <a:cs typeface="Arial MT"/>
              </a:rPr>
              <a:t> </a:t>
            </a:r>
            <a:r>
              <a:rPr sz="1800" spc="-75" dirty="0">
                <a:latin typeface="Arial MT"/>
                <a:cs typeface="Arial MT"/>
              </a:rPr>
              <a:t>applications</a:t>
            </a:r>
            <a:r>
              <a:rPr sz="1800" spc="40" dirty="0">
                <a:latin typeface="Arial MT"/>
                <a:cs typeface="Arial MT"/>
              </a:rPr>
              <a:t> </a:t>
            </a:r>
            <a:r>
              <a:rPr sz="1800" spc="-45" dirty="0">
                <a:latin typeface="Arial MT"/>
                <a:cs typeface="Arial MT"/>
              </a:rPr>
              <a:t>or</a:t>
            </a:r>
            <a:r>
              <a:rPr sz="1800" spc="-80" dirty="0">
                <a:latin typeface="Arial MT"/>
                <a:cs typeface="Arial MT"/>
              </a:rPr>
              <a:t> </a:t>
            </a:r>
            <a:r>
              <a:rPr sz="1800" spc="-70" dirty="0">
                <a:latin typeface="Arial MT"/>
                <a:cs typeface="Arial MT"/>
              </a:rPr>
              <a:t>call</a:t>
            </a:r>
            <a:r>
              <a:rPr sz="1800" spc="-85" dirty="0">
                <a:latin typeface="Arial MT"/>
                <a:cs typeface="Arial MT"/>
              </a:rPr>
              <a:t> </a:t>
            </a:r>
            <a:r>
              <a:rPr sz="1800" dirty="0">
                <a:solidFill>
                  <a:srgbClr val="2B2B2B"/>
                </a:solidFill>
                <a:latin typeface="Arial MT"/>
                <a:cs typeface="Arial MT"/>
              </a:rPr>
              <a:t>it</a:t>
            </a:r>
            <a:r>
              <a:rPr sz="1800" spc="-55" dirty="0">
                <a:solidFill>
                  <a:srgbClr val="2B2B2B"/>
                </a:solidFill>
                <a:latin typeface="Arial MT"/>
                <a:cs typeface="Arial MT"/>
              </a:rPr>
              <a:t> </a:t>
            </a:r>
            <a:r>
              <a:rPr sz="1800" spc="-50" dirty="0">
                <a:latin typeface="Arial MT"/>
                <a:cs typeface="Arial MT"/>
              </a:rPr>
              <a:t>directly</a:t>
            </a:r>
            <a:r>
              <a:rPr sz="1800" spc="35" dirty="0">
                <a:latin typeface="Arial MT"/>
                <a:cs typeface="Arial MT"/>
              </a:rPr>
              <a:t> </a:t>
            </a:r>
            <a:r>
              <a:rPr sz="1800" spc="-30" dirty="0">
                <a:latin typeface="Arial MT"/>
                <a:cs typeface="Arial MT"/>
              </a:rPr>
              <a:t>from</a:t>
            </a:r>
            <a:r>
              <a:rPr sz="1800" spc="-105" dirty="0">
                <a:latin typeface="Arial MT"/>
                <a:cs typeface="Arial MT"/>
              </a:rPr>
              <a:t> </a:t>
            </a:r>
            <a:r>
              <a:rPr sz="1800" spc="-114" dirty="0">
                <a:latin typeface="Arial MT"/>
                <a:cs typeface="Arial MT"/>
              </a:rPr>
              <a:t>any</a:t>
            </a:r>
            <a:r>
              <a:rPr sz="1800" spc="-10" dirty="0">
                <a:latin typeface="Arial MT"/>
                <a:cs typeface="Arial MT"/>
              </a:rPr>
              <a:t> </a:t>
            </a:r>
            <a:r>
              <a:rPr sz="1800" spc="-25" dirty="0">
                <a:latin typeface="Arial MT"/>
                <a:cs typeface="Arial MT"/>
              </a:rPr>
              <a:t>web </a:t>
            </a:r>
            <a:r>
              <a:rPr sz="1850" spc="-75" dirty="0">
                <a:latin typeface="Arial MT"/>
                <a:cs typeface="Arial MT"/>
              </a:rPr>
              <a:t>or</a:t>
            </a:r>
            <a:r>
              <a:rPr sz="1850" spc="-55" dirty="0">
                <a:latin typeface="Arial MT"/>
                <a:cs typeface="Arial MT"/>
              </a:rPr>
              <a:t> </a:t>
            </a:r>
            <a:r>
              <a:rPr sz="1850" spc="-105" dirty="0">
                <a:latin typeface="Arial MT"/>
                <a:cs typeface="Arial MT"/>
              </a:rPr>
              <a:t>mobite</a:t>
            </a:r>
            <a:r>
              <a:rPr sz="1850" dirty="0">
                <a:latin typeface="Arial MT"/>
                <a:cs typeface="Arial MT"/>
              </a:rPr>
              <a:t> </a:t>
            </a:r>
            <a:r>
              <a:rPr sz="1850" spc="-20" dirty="0">
                <a:latin typeface="Arial MT"/>
                <a:cs typeface="Arial MT"/>
              </a:rPr>
              <a:t>app.</a:t>
            </a:r>
            <a:endParaRPr sz="1850">
              <a:latin typeface="Arial MT"/>
              <a:cs typeface="Arial MT"/>
            </a:endParaRPr>
          </a:p>
        </p:txBody>
      </p:sp>
    </p:spTree>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356360" y="365125"/>
            <a:ext cx="9449813" cy="5144116"/>
          </a:xfrm>
          <a:prstGeom prst="rect">
            <a:avLst/>
          </a:prstGeom>
        </p:spPr>
      </p:pic>
      <p:sp>
        <p:nvSpPr>
          <p:cNvPr id="3" name="object 3"/>
          <p:cNvSpPr txBox="1"/>
          <p:nvPr/>
        </p:nvSpPr>
        <p:spPr>
          <a:xfrm>
            <a:off x="3607639" y="5402867"/>
            <a:ext cx="723265" cy="132715"/>
          </a:xfrm>
          <a:prstGeom prst="rect">
            <a:avLst/>
          </a:prstGeom>
        </p:spPr>
        <p:txBody>
          <a:bodyPr vert="horz" wrap="square" lIns="0" tIns="12700" rIns="0" bIns="0" rtlCol="0">
            <a:spAutoFit/>
          </a:bodyPr>
          <a:lstStyle/>
          <a:p>
            <a:pPr marL="12700">
              <a:lnSpc>
                <a:spcPct val="100000"/>
              </a:lnSpc>
              <a:spcBef>
                <a:spcPts val="100"/>
              </a:spcBef>
            </a:pPr>
            <a:r>
              <a:rPr sz="700" dirty="0">
                <a:solidFill>
                  <a:srgbClr val="979797"/>
                </a:solidFill>
                <a:latin typeface="Arial MT"/>
                <a:cs typeface="Arial MT"/>
              </a:rPr>
              <a:t>alt</a:t>
            </a:r>
            <a:r>
              <a:rPr sz="700" spc="-5" dirty="0">
                <a:solidFill>
                  <a:srgbClr val="979797"/>
                </a:solidFill>
                <a:latin typeface="Arial MT"/>
                <a:cs typeface="Arial MT"/>
              </a:rPr>
              <a:t> </a:t>
            </a:r>
            <a:r>
              <a:rPr sz="700" spc="-30" dirty="0">
                <a:solidFill>
                  <a:srgbClr val="646464"/>
                </a:solidFill>
                <a:latin typeface="Arial MT"/>
                <a:cs typeface="Arial MT"/>
              </a:rPr>
              <a:t>ngh1s</a:t>
            </a:r>
            <a:r>
              <a:rPr sz="700" spc="10" dirty="0">
                <a:solidFill>
                  <a:srgbClr val="646464"/>
                </a:solidFill>
                <a:latin typeface="Arial MT"/>
                <a:cs typeface="Arial MT"/>
              </a:rPr>
              <a:t> </a:t>
            </a:r>
            <a:r>
              <a:rPr sz="700" spc="-10" dirty="0">
                <a:solidFill>
                  <a:srgbClr val="858585"/>
                </a:solidFill>
                <a:latin typeface="Arial MT"/>
                <a:cs typeface="Arial MT"/>
              </a:rPr>
              <a:t>reserved</a:t>
            </a:r>
            <a:endParaRPr sz="700">
              <a:latin typeface="Arial MT"/>
              <a:cs typeface="Arial MT"/>
            </a:endParaRPr>
          </a:p>
        </p:txBody>
      </p:sp>
      <p:sp>
        <p:nvSpPr>
          <p:cNvPr id="4" name="object 4" descr="$PPTXTitle"/>
          <p:cNvSpPr txBox="1">
            <a:spLocks noGrp="1"/>
          </p:cNvSpPr>
          <p:nvPr>
            <p:ph type="title"/>
          </p:nvPr>
        </p:nvSpPr>
        <p:spPr>
          <a:xfrm>
            <a:off x="4775333" y="1381248"/>
            <a:ext cx="5097780" cy="576580"/>
          </a:xfrm>
          <a:prstGeom prst="rect">
            <a:avLst/>
          </a:prstGeom>
        </p:spPr>
        <p:txBody>
          <a:bodyPr vert="horz" wrap="square" lIns="0" tIns="10795" rIns="0" bIns="0" rtlCol="0">
            <a:spAutoFit/>
          </a:bodyPr>
          <a:lstStyle/>
          <a:p>
            <a:pPr marL="12700" marR="5080" indent="1270">
              <a:lnSpc>
                <a:spcPct val="100699"/>
              </a:lnSpc>
              <a:spcBef>
                <a:spcPts val="85"/>
              </a:spcBef>
            </a:pPr>
            <a:r>
              <a:rPr sz="1800" spc="-155" dirty="0">
                <a:latin typeface="Arial MT"/>
                <a:cs typeface="Arial MT"/>
              </a:rPr>
              <a:t>The</a:t>
            </a:r>
            <a:r>
              <a:rPr sz="1800" spc="5" dirty="0">
                <a:latin typeface="Arial MT"/>
                <a:cs typeface="Arial MT"/>
              </a:rPr>
              <a:t> </a:t>
            </a:r>
            <a:r>
              <a:rPr sz="1800" spc="-80" dirty="0">
                <a:latin typeface="Arial MT"/>
                <a:cs typeface="Arial MT"/>
              </a:rPr>
              <a:t>follOwing</a:t>
            </a:r>
            <a:r>
              <a:rPr sz="1800" spc="-45" dirty="0">
                <a:latin typeface="Arial MT"/>
                <a:cs typeface="Arial MT"/>
              </a:rPr>
              <a:t> </a:t>
            </a:r>
            <a:r>
              <a:rPr sz="1800" spc="-30" dirty="0">
                <a:solidFill>
                  <a:srgbClr val="0F0F0F"/>
                </a:solidFill>
                <a:latin typeface="Arial MT"/>
                <a:cs typeface="Arial MT"/>
              </a:rPr>
              <a:t>list</a:t>
            </a:r>
            <a:r>
              <a:rPr sz="1800" spc="-95" dirty="0">
                <a:solidFill>
                  <a:srgbClr val="0F0F0F"/>
                </a:solidFill>
                <a:latin typeface="Arial MT"/>
                <a:cs typeface="Arial MT"/>
              </a:rPr>
              <a:t> </a:t>
            </a:r>
            <a:r>
              <a:rPr sz="1800" spc="-120" dirty="0">
                <a:latin typeface="Arial MT"/>
                <a:cs typeface="Arial MT"/>
              </a:rPr>
              <a:t>describes</a:t>
            </a:r>
            <a:r>
              <a:rPr sz="1800" spc="-5" dirty="0">
                <a:latin typeface="Arial MT"/>
                <a:cs typeface="Arial MT"/>
              </a:rPr>
              <a:t> </a:t>
            </a:r>
            <a:r>
              <a:rPr sz="1800" spc="-25" dirty="0">
                <a:solidFill>
                  <a:srgbClr val="0C0C0C"/>
                </a:solidFill>
                <a:latin typeface="Arial MT"/>
                <a:cs typeface="Arial MT"/>
              </a:rPr>
              <a:t>the</a:t>
            </a:r>
            <a:r>
              <a:rPr sz="1800" spc="-100" dirty="0">
                <a:solidFill>
                  <a:srgbClr val="0C0C0C"/>
                </a:solidFill>
                <a:latin typeface="Arial MT"/>
                <a:cs typeface="Arial MT"/>
              </a:rPr>
              <a:t> </a:t>
            </a:r>
            <a:r>
              <a:rPr sz="1800" spc="-105" dirty="0">
                <a:solidFill>
                  <a:srgbClr val="0C0C0C"/>
                </a:solidFill>
                <a:latin typeface="Arial MT"/>
                <a:cs typeface="Arial MT"/>
              </a:rPr>
              <a:t>main</a:t>
            </a:r>
            <a:r>
              <a:rPr sz="1800" spc="-35" dirty="0">
                <a:solidFill>
                  <a:srgbClr val="0C0C0C"/>
                </a:solidFill>
                <a:latin typeface="Arial MT"/>
                <a:cs typeface="Arial MT"/>
              </a:rPr>
              <a:t> </a:t>
            </a:r>
            <a:r>
              <a:rPr sz="1800" spc="-45" dirty="0">
                <a:latin typeface="Arial MT"/>
                <a:cs typeface="Arial MT"/>
              </a:rPr>
              <a:t>benefits</a:t>
            </a:r>
            <a:r>
              <a:rPr sz="1800" spc="-30" dirty="0">
                <a:latin typeface="Arial MT"/>
                <a:cs typeface="Arial MT"/>
              </a:rPr>
              <a:t> </a:t>
            </a:r>
            <a:r>
              <a:rPr sz="1800" dirty="0">
                <a:solidFill>
                  <a:srgbClr val="0E0E0E"/>
                </a:solidFill>
                <a:latin typeface="Arial MT"/>
                <a:cs typeface="Arial MT"/>
              </a:rPr>
              <a:t>that</a:t>
            </a:r>
            <a:r>
              <a:rPr sz="1800" spc="-60" dirty="0">
                <a:solidFill>
                  <a:srgbClr val="0E0E0E"/>
                </a:solidFill>
                <a:latin typeface="Arial MT"/>
                <a:cs typeface="Arial MT"/>
              </a:rPr>
              <a:t> </a:t>
            </a:r>
            <a:r>
              <a:rPr sz="1800" spc="-305" dirty="0">
                <a:latin typeface="Arial MT"/>
                <a:cs typeface="Arial MT"/>
              </a:rPr>
              <a:t>AWS</a:t>
            </a:r>
            <a:r>
              <a:rPr sz="1800" spc="-114" dirty="0">
                <a:latin typeface="Arial MT"/>
                <a:cs typeface="Arial MT"/>
              </a:rPr>
              <a:t> Lambda</a:t>
            </a:r>
            <a:r>
              <a:rPr sz="1800" spc="5" dirty="0">
                <a:latin typeface="Arial MT"/>
                <a:cs typeface="Arial MT"/>
              </a:rPr>
              <a:t> </a:t>
            </a:r>
            <a:r>
              <a:rPr sz="1800" spc="-10" dirty="0">
                <a:latin typeface="Arial MT"/>
                <a:cs typeface="Arial MT"/>
              </a:rPr>
              <a:t>Offers.</a:t>
            </a:r>
            <a:endParaRPr sz="1800">
              <a:latin typeface="Arial MT"/>
              <a:cs typeface="Arial MT"/>
            </a:endParaRPr>
          </a:p>
        </p:txBody>
      </p:sp>
      <p:sp>
        <p:nvSpPr>
          <p:cNvPr id="5" name="object 5"/>
          <p:cNvSpPr txBox="1"/>
          <p:nvPr/>
        </p:nvSpPr>
        <p:spPr>
          <a:xfrm>
            <a:off x="4771062" y="2265197"/>
            <a:ext cx="5664200" cy="2747645"/>
          </a:xfrm>
          <a:prstGeom prst="rect">
            <a:avLst/>
          </a:prstGeom>
        </p:spPr>
        <p:txBody>
          <a:bodyPr vert="horz" wrap="square" lIns="0" tIns="13335" rIns="0" bIns="0" rtlCol="0">
            <a:spAutoFit/>
          </a:bodyPr>
          <a:lstStyle/>
          <a:p>
            <a:pPr marL="172085" marR="131445" indent="-160020">
              <a:lnSpc>
                <a:spcPct val="109000"/>
              </a:lnSpc>
              <a:spcBef>
                <a:spcPts val="105"/>
              </a:spcBef>
              <a:buChar char="•"/>
              <a:tabLst>
                <a:tab pos="172085" algn="l"/>
                <a:tab pos="186055" algn="l"/>
              </a:tabLst>
            </a:pPr>
            <a:r>
              <a:rPr sz="1700" dirty="0">
                <a:latin typeface="Arial MT"/>
                <a:cs typeface="Arial MT"/>
              </a:rPr>
              <a:t>	</a:t>
            </a:r>
            <a:r>
              <a:rPr sz="1700" spc="-210" dirty="0">
                <a:latin typeface="Arial MT"/>
                <a:cs typeface="Arial MT"/>
              </a:rPr>
              <a:t>AWS</a:t>
            </a:r>
            <a:r>
              <a:rPr sz="1700" spc="10" dirty="0">
                <a:latin typeface="Arial MT"/>
                <a:cs typeface="Arial MT"/>
              </a:rPr>
              <a:t> </a:t>
            </a:r>
            <a:r>
              <a:rPr sz="1700" spc="-60" dirty="0">
                <a:latin typeface="Arial MT"/>
                <a:cs typeface="Arial MT"/>
              </a:rPr>
              <a:t>Lambda </a:t>
            </a:r>
            <a:r>
              <a:rPr sz="1700" spc="-65" dirty="0">
                <a:solidFill>
                  <a:srgbClr val="131313"/>
                </a:solidFill>
                <a:latin typeface="Arial MT"/>
                <a:cs typeface="Arial MT"/>
              </a:rPr>
              <a:t>is</a:t>
            </a:r>
            <a:r>
              <a:rPr sz="1700" spc="-105" dirty="0">
                <a:solidFill>
                  <a:srgbClr val="131313"/>
                </a:solidFill>
                <a:latin typeface="Arial MT"/>
                <a:cs typeface="Arial MT"/>
              </a:rPr>
              <a:t> </a:t>
            </a:r>
            <a:r>
              <a:rPr sz="1700" spc="-85" dirty="0">
                <a:latin typeface="Arial MT"/>
                <a:cs typeface="Arial MT"/>
              </a:rPr>
              <a:t>serverless,</a:t>
            </a:r>
            <a:r>
              <a:rPr sz="1700" dirty="0">
                <a:latin typeface="Arial MT"/>
                <a:cs typeface="Arial MT"/>
              </a:rPr>
              <a:t> </a:t>
            </a:r>
            <a:r>
              <a:rPr sz="1700" spc="-90" dirty="0">
                <a:latin typeface="Arial MT"/>
                <a:cs typeface="Arial MT"/>
              </a:rPr>
              <a:t>so</a:t>
            </a:r>
            <a:r>
              <a:rPr sz="1700" spc="-75" dirty="0">
                <a:latin typeface="Arial MT"/>
                <a:cs typeface="Arial MT"/>
              </a:rPr>
              <a:t> </a:t>
            </a:r>
            <a:r>
              <a:rPr sz="1700" dirty="0">
                <a:latin typeface="Arial MT"/>
                <a:cs typeface="Arial MT"/>
              </a:rPr>
              <a:t>you</a:t>
            </a:r>
            <a:r>
              <a:rPr sz="1700" spc="-100" dirty="0">
                <a:latin typeface="Arial MT"/>
                <a:cs typeface="Arial MT"/>
              </a:rPr>
              <a:t> </a:t>
            </a:r>
            <a:r>
              <a:rPr sz="1700" spc="-65" dirty="0">
                <a:latin typeface="Arial MT"/>
                <a:cs typeface="Arial MT"/>
              </a:rPr>
              <a:t>have</a:t>
            </a:r>
            <a:r>
              <a:rPr sz="1700" spc="-20" dirty="0">
                <a:latin typeface="Arial MT"/>
                <a:cs typeface="Arial MT"/>
              </a:rPr>
              <a:t> </a:t>
            </a:r>
            <a:r>
              <a:rPr sz="1700" dirty="0">
                <a:solidFill>
                  <a:srgbClr val="212121"/>
                </a:solidFill>
                <a:latin typeface="Arial MT"/>
                <a:cs typeface="Arial MT"/>
              </a:rPr>
              <a:t>no</a:t>
            </a:r>
            <a:r>
              <a:rPr sz="1700" spc="-90" dirty="0">
                <a:solidFill>
                  <a:srgbClr val="212121"/>
                </a:solidFill>
                <a:latin typeface="Arial MT"/>
                <a:cs typeface="Arial MT"/>
              </a:rPr>
              <a:t> </a:t>
            </a:r>
            <a:r>
              <a:rPr sz="1700" spc="-75" dirty="0">
                <a:latin typeface="Arial MT"/>
                <a:cs typeface="Arial MT"/>
              </a:rPr>
              <a:t>servers</a:t>
            </a:r>
            <a:r>
              <a:rPr sz="1700" spc="15" dirty="0">
                <a:latin typeface="Arial MT"/>
                <a:cs typeface="Arial MT"/>
              </a:rPr>
              <a:t> </a:t>
            </a:r>
            <a:r>
              <a:rPr sz="1700" spc="-25" dirty="0">
                <a:latin typeface="Arial MT"/>
                <a:cs typeface="Arial MT"/>
              </a:rPr>
              <a:t>to </a:t>
            </a:r>
            <a:r>
              <a:rPr sz="1650" spc="-25" dirty="0">
                <a:latin typeface="Arial MT"/>
                <a:cs typeface="Arial MT"/>
              </a:rPr>
              <a:t>manage.</a:t>
            </a:r>
            <a:r>
              <a:rPr sz="1650" spc="-70" dirty="0">
                <a:latin typeface="Arial MT"/>
                <a:cs typeface="Arial MT"/>
              </a:rPr>
              <a:t> </a:t>
            </a:r>
            <a:r>
              <a:rPr sz="1650" dirty="0">
                <a:latin typeface="Arial MT"/>
                <a:cs typeface="Arial MT"/>
              </a:rPr>
              <a:t>Lambda</a:t>
            </a:r>
            <a:r>
              <a:rPr sz="1650" spc="-5" dirty="0">
                <a:latin typeface="Arial MT"/>
                <a:cs typeface="Arial MT"/>
              </a:rPr>
              <a:t> </a:t>
            </a:r>
            <a:r>
              <a:rPr sz="1650" spc="-20" dirty="0">
                <a:latin typeface="Arial MT"/>
                <a:cs typeface="Arial MT"/>
              </a:rPr>
              <a:t>automatical(y</a:t>
            </a:r>
            <a:r>
              <a:rPr sz="1650" spc="35" dirty="0">
                <a:latin typeface="Arial MT"/>
                <a:cs typeface="Arial MT"/>
              </a:rPr>
              <a:t> </a:t>
            </a:r>
            <a:r>
              <a:rPr sz="1650" dirty="0">
                <a:latin typeface="Arial MT"/>
                <a:cs typeface="Arial MT"/>
              </a:rPr>
              <a:t>runs</a:t>
            </a:r>
            <a:r>
              <a:rPr sz="1650" spc="-80" dirty="0">
                <a:latin typeface="Arial MT"/>
                <a:cs typeface="Arial MT"/>
              </a:rPr>
              <a:t> </a:t>
            </a:r>
            <a:r>
              <a:rPr sz="1650" dirty="0">
                <a:latin typeface="Arial MT"/>
                <a:cs typeface="Arial MT"/>
              </a:rPr>
              <a:t>your</a:t>
            </a:r>
            <a:r>
              <a:rPr sz="1650" spc="-100" dirty="0">
                <a:latin typeface="Arial MT"/>
                <a:cs typeface="Arial MT"/>
              </a:rPr>
              <a:t> </a:t>
            </a:r>
            <a:r>
              <a:rPr sz="1650" dirty="0">
                <a:latin typeface="Arial MT"/>
                <a:cs typeface="Arial MT"/>
              </a:rPr>
              <a:t>code</a:t>
            </a:r>
            <a:r>
              <a:rPr sz="1650" spc="-50" dirty="0">
                <a:latin typeface="Arial MT"/>
                <a:cs typeface="Arial MT"/>
              </a:rPr>
              <a:t> </a:t>
            </a:r>
            <a:r>
              <a:rPr sz="1650" spc="-10" dirty="0">
                <a:latin typeface="Arial MT"/>
                <a:cs typeface="Arial MT"/>
              </a:rPr>
              <a:t>without </a:t>
            </a:r>
            <a:r>
              <a:rPr sz="1650" dirty="0">
                <a:latin typeface="Arial MT"/>
                <a:cs typeface="Arial MT"/>
              </a:rPr>
              <a:t>requiring</a:t>
            </a:r>
            <a:r>
              <a:rPr sz="1650" spc="-10" dirty="0">
                <a:latin typeface="Arial MT"/>
                <a:cs typeface="Arial MT"/>
              </a:rPr>
              <a:t> </a:t>
            </a:r>
            <a:r>
              <a:rPr sz="1650" dirty="0">
                <a:latin typeface="Arial MT"/>
                <a:cs typeface="Arial MT"/>
              </a:rPr>
              <a:t>you</a:t>
            </a:r>
            <a:r>
              <a:rPr sz="1650" spc="-45" dirty="0">
                <a:latin typeface="Arial MT"/>
                <a:cs typeface="Arial MT"/>
              </a:rPr>
              <a:t> </a:t>
            </a:r>
            <a:r>
              <a:rPr sz="1650" dirty="0">
                <a:latin typeface="Arial MT"/>
                <a:cs typeface="Arial MT"/>
              </a:rPr>
              <a:t>to</a:t>
            </a:r>
            <a:r>
              <a:rPr sz="1650" spc="155" dirty="0">
                <a:latin typeface="Arial MT"/>
                <a:cs typeface="Arial MT"/>
              </a:rPr>
              <a:t> </a:t>
            </a:r>
            <a:r>
              <a:rPr sz="1650" dirty="0">
                <a:latin typeface="Arial MT"/>
                <a:cs typeface="Arial MT"/>
              </a:rPr>
              <a:t>provision</a:t>
            </a:r>
            <a:r>
              <a:rPr sz="1650" spc="60" dirty="0">
                <a:latin typeface="Arial MT"/>
                <a:cs typeface="Arial MT"/>
              </a:rPr>
              <a:t> </a:t>
            </a:r>
            <a:r>
              <a:rPr sz="1650" dirty="0">
                <a:solidFill>
                  <a:srgbClr val="1C1C1C"/>
                </a:solidFill>
                <a:latin typeface="Arial MT"/>
                <a:cs typeface="Arial MT"/>
              </a:rPr>
              <a:t>or</a:t>
            </a:r>
            <a:r>
              <a:rPr sz="1650" spc="-95" dirty="0">
                <a:solidFill>
                  <a:srgbClr val="1C1C1C"/>
                </a:solidFill>
                <a:latin typeface="Arial MT"/>
                <a:cs typeface="Arial MT"/>
              </a:rPr>
              <a:t> </a:t>
            </a:r>
            <a:r>
              <a:rPr sz="1650" spc="-20" dirty="0">
                <a:solidFill>
                  <a:srgbClr val="0A0A0A"/>
                </a:solidFill>
                <a:latin typeface="Arial MT"/>
                <a:cs typeface="Arial MT"/>
              </a:rPr>
              <a:t>manage</a:t>
            </a:r>
            <a:r>
              <a:rPr sz="1650" spc="-80" dirty="0">
                <a:solidFill>
                  <a:srgbClr val="0A0A0A"/>
                </a:solidFill>
                <a:latin typeface="Arial MT"/>
                <a:cs typeface="Arial MT"/>
              </a:rPr>
              <a:t> </a:t>
            </a:r>
            <a:r>
              <a:rPr sz="1650" dirty="0">
                <a:latin typeface="Arial MT"/>
                <a:cs typeface="Arial MT"/>
              </a:rPr>
              <a:t>Infrastructure.</a:t>
            </a:r>
            <a:r>
              <a:rPr sz="1650" spc="-25" dirty="0">
                <a:latin typeface="Arial MT"/>
                <a:cs typeface="Arial MT"/>
              </a:rPr>
              <a:t> YOu </a:t>
            </a:r>
            <a:r>
              <a:rPr sz="1650" dirty="0">
                <a:solidFill>
                  <a:srgbClr val="181818"/>
                </a:solidFill>
                <a:latin typeface="Arial MT"/>
                <a:cs typeface="Arial MT"/>
              </a:rPr>
              <a:t>write</a:t>
            </a:r>
            <a:r>
              <a:rPr sz="1650" spc="15" dirty="0">
                <a:solidFill>
                  <a:srgbClr val="181818"/>
                </a:solidFill>
                <a:latin typeface="Arial MT"/>
                <a:cs typeface="Arial MT"/>
              </a:rPr>
              <a:t> </a:t>
            </a:r>
            <a:r>
              <a:rPr sz="1650" dirty="0">
                <a:latin typeface="Arial MT"/>
                <a:cs typeface="Arial MT"/>
              </a:rPr>
              <a:t>the</a:t>
            </a:r>
            <a:r>
              <a:rPr sz="1650" spc="30" dirty="0">
                <a:latin typeface="Arial MT"/>
                <a:cs typeface="Arial MT"/>
              </a:rPr>
              <a:t> </a:t>
            </a:r>
            <a:r>
              <a:rPr sz="1650" spc="-45" dirty="0">
                <a:latin typeface="Arial MT"/>
                <a:cs typeface="Arial MT"/>
              </a:rPr>
              <a:t>code</a:t>
            </a:r>
            <a:r>
              <a:rPr sz="1650" spc="-10" dirty="0">
                <a:latin typeface="Arial MT"/>
                <a:cs typeface="Arial MT"/>
              </a:rPr>
              <a:t> </a:t>
            </a:r>
            <a:r>
              <a:rPr sz="1650" dirty="0">
                <a:latin typeface="Arial MT"/>
                <a:cs typeface="Arial MT"/>
              </a:rPr>
              <a:t>and</a:t>
            </a:r>
            <a:r>
              <a:rPr sz="1650" spc="-50" dirty="0">
                <a:latin typeface="Arial MT"/>
                <a:cs typeface="Arial MT"/>
              </a:rPr>
              <a:t> </a:t>
            </a:r>
            <a:r>
              <a:rPr sz="1650" dirty="0">
                <a:latin typeface="Arial MT"/>
                <a:cs typeface="Arial MT"/>
              </a:rPr>
              <a:t>upload</a:t>
            </a:r>
            <a:r>
              <a:rPr sz="1650" spc="-15" dirty="0">
                <a:latin typeface="Arial MT"/>
                <a:cs typeface="Arial MT"/>
              </a:rPr>
              <a:t> </a:t>
            </a:r>
            <a:r>
              <a:rPr sz="1650" dirty="0">
                <a:solidFill>
                  <a:srgbClr val="242424"/>
                </a:solidFill>
                <a:latin typeface="Arial MT"/>
                <a:cs typeface="Arial MT"/>
              </a:rPr>
              <a:t>it</a:t>
            </a:r>
            <a:r>
              <a:rPr sz="1650" spc="45" dirty="0">
                <a:solidFill>
                  <a:srgbClr val="242424"/>
                </a:solidFill>
                <a:latin typeface="Arial MT"/>
                <a:cs typeface="Arial MT"/>
              </a:rPr>
              <a:t> </a:t>
            </a:r>
            <a:r>
              <a:rPr sz="1650" dirty="0">
                <a:latin typeface="Arial MT"/>
                <a:cs typeface="Arial MT"/>
              </a:rPr>
              <a:t>to</a:t>
            </a:r>
            <a:r>
              <a:rPr sz="1650" spc="140" dirty="0">
                <a:latin typeface="Arial MT"/>
                <a:cs typeface="Arial MT"/>
              </a:rPr>
              <a:t> </a:t>
            </a:r>
            <a:r>
              <a:rPr sz="1650" spc="-20" dirty="0">
                <a:latin typeface="Arial MT"/>
                <a:cs typeface="Arial MT"/>
              </a:rPr>
              <a:t>Lambda</a:t>
            </a:r>
            <a:r>
              <a:rPr sz="1650" spc="215" dirty="0">
                <a:latin typeface="Arial MT"/>
                <a:cs typeface="Arial MT"/>
              </a:rPr>
              <a:t> </a:t>
            </a:r>
            <a:r>
              <a:rPr sz="1650" dirty="0">
                <a:latin typeface="Arial MT"/>
                <a:cs typeface="Arial MT"/>
              </a:rPr>
              <a:t>either</a:t>
            </a:r>
            <a:r>
              <a:rPr sz="1650" spc="15" dirty="0">
                <a:latin typeface="Arial MT"/>
                <a:cs typeface="Arial MT"/>
              </a:rPr>
              <a:t> </a:t>
            </a:r>
            <a:r>
              <a:rPr sz="1650" spc="-65" dirty="0">
                <a:latin typeface="Arial MT"/>
                <a:cs typeface="Arial MT"/>
              </a:rPr>
              <a:t>as</a:t>
            </a:r>
            <a:r>
              <a:rPr sz="1650" spc="-40" dirty="0">
                <a:latin typeface="Arial MT"/>
                <a:cs typeface="Arial MT"/>
              </a:rPr>
              <a:t> </a:t>
            </a:r>
            <a:r>
              <a:rPr sz="1650" spc="-155" dirty="0">
                <a:solidFill>
                  <a:srgbClr val="3D3D3D"/>
                </a:solidFill>
                <a:latin typeface="Arial MT"/>
                <a:cs typeface="Arial MT"/>
              </a:rPr>
              <a:t>a</a:t>
            </a:r>
            <a:r>
              <a:rPr sz="1650" spc="-120" dirty="0">
                <a:solidFill>
                  <a:srgbClr val="3D3D3D"/>
                </a:solidFill>
                <a:latin typeface="Arial MT"/>
                <a:cs typeface="Arial MT"/>
              </a:rPr>
              <a:t> </a:t>
            </a:r>
            <a:r>
              <a:rPr sz="1650" dirty="0">
                <a:latin typeface="Arial MT"/>
                <a:cs typeface="Arial MT"/>
              </a:rPr>
              <a:t>.zip</a:t>
            </a:r>
            <a:r>
              <a:rPr sz="1650" spc="-55" dirty="0">
                <a:latin typeface="Arial MT"/>
                <a:cs typeface="Arial MT"/>
              </a:rPr>
              <a:t> </a:t>
            </a:r>
            <a:r>
              <a:rPr sz="1650" spc="-20" dirty="0">
                <a:latin typeface="Arial MT"/>
                <a:cs typeface="Arial MT"/>
              </a:rPr>
              <a:t>file </a:t>
            </a:r>
            <a:r>
              <a:rPr sz="1700" dirty="0">
                <a:solidFill>
                  <a:srgbClr val="1F1F1F"/>
                </a:solidFill>
                <a:latin typeface="Arial MT"/>
                <a:cs typeface="Arial MT"/>
              </a:rPr>
              <a:t>or</a:t>
            </a:r>
            <a:r>
              <a:rPr sz="1700" spc="-120" dirty="0">
                <a:solidFill>
                  <a:srgbClr val="1F1F1F"/>
                </a:solidFill>
                <a:latin typeface="Arial MT"/>
                <a:cs typeface="Arial MT"/>
              </a:rPr>
              <a:t> </a:t>
            </a:r>
            <a:r>
              <a:rPr sz="1700" spc="-170" dirty="0">
                <a:latin typeface="Arial MT"/>
                <a:cs typeface="Arial MT"/>
              </a:rPr>
              <a:t>as</a:t>
            </a:r>
            <a:r>
              <a:rPr sz="1700" spc="-15" dirty="0">
                <a:latin typeface="Arial MT"/>
                <a:cs typeface="Arial MT"/>
              </a:rPr>
              <a:t> </a:t>
            </a:r>
            <a:r>
              <a:rPr sz="1700" spc="-190" dirty="0">
                <a:latin typeface="Arial MT"/>
                <a:cs typeface="Arial MT"/>
              </a:rPr>
              <a:t>a</a:t>
            </a:r>
            <a:r>
              <a:rPr sz="1700" spc="30" dirty="0">
                <a:latin typeface="Arial MT"/>
                <a:cs typeface="Arial MT"/>
              </a:rPr>
              <a:t> </a:t>
            </a:r>
            <a:r>
              <a:rPr sz="1700" spc="-30" dirty="0">
                <a:latin typeface="Arial MT"/>
                <a:cs typeface="Arial MT"/>
              </a:rPr>
              <a:t>container</a:t>
            </a:r>
            <a:r>
              <a:rPr sz="1700" spc="35" dirty="0">
                <a:latin typeface="Arial MT"/>
                <a:cs typeface="Arial MT"/>
              </a:rPr>
              <a:t> </a:t>
            </a:r>
            <a:r>
              <a:rPr sz="1700" spc="-10" dirty="0">
                <a:latin typeface="Arial MT"/>
                <a:cs typeface="Arial MT"/>
              </a:rPr>
              <a:t>image.</a:t>
            </a:r>
            <a:endParaRPr sz="1700">
              <a:latin typeface="Arial MT"/>
              <a:cs typeface="Arial MT"/>
            </a:endParaRPr>
          </a:p>
          <a:p>
            <a:pPr marL="165735" marR="5080" indent="20320">
              <a:lnSpc>
                <a:spcPct val="108800"/>
              </a:lnSpc>
              <a:spcBef>
                <a:spcPts val="1700"/>
              </a:spcBef>
            </a:pPr>
            <a:r>
              <a:rPr sz="1650" spc="-170" dirty="0">
                <a:latin typeface="Arial MT"/>
                <a:cs typeface="Arial MT"/>
              </a:rPr>
              <a:t>AWS</a:t>
            </a:r>
            <a:r>
              <a:rPr sz="1650" spc="10" dirty="0">
                <a:latin typeface="Arial MT"/>
                <a:cs typeface="Arial MT"/>
              </a:rPr>
              <a:t> </a:t>
            </a:r>
            <a:r>
              <a:rPr sz="1650" spc="-25" dirty="0">
                <a:latin typeface="Arial MT"/>
                <a:cs typeface="Arial MT"/>
              </a:rPr>
              <a:t>Lambda</a:t>
            </a:r>
            <a:r>
              <a:rPr sz="1650" spc="110" dirty="0">
                <a:latin typeface="Arial MT"/>
                <a:cs typeface="Arial MT"/>
              </a:rPr>
              <a:t> </a:t>
            </a:r>
            <a:r>
              <a:rPr sz="1650" spc="-45" dirty="0">
                <a:latin typeface="Arial MT"/>
                <a:cs typeface="Arial MT"/>
              </a:rPr>
              <a:t>has</a:t>
            </a:r>
            <a:r>
              <a:rPr sz="1650" spc="10" dirty="0">
                <a:latin typeface="Arial MT"/>
                <a:cs typeface="Arial MT"/>
              </a:rPr>
              <a:t> </a:t>
            </a:r>
            <a:r>
              <a:rPr sz="1650" dirty="0">
                <a:latin typeface="Arial MT"/>
                <a:cs typeface="Arial MT"/>
              </a:rPr>
              <a:t>built</a:t>
            </a:r>
            <a:r>
              <a:rPr sz="1650" spc="-25" dirty="0">
                <a:latin typeface="Arial MT"/>
                <a:cs typeface="Arial MT"/>
              </a:rPr>
              <a:t> </a:t>
            </a:r>
            <a:r>
              <a:rPr sz="1650" dirty="0">
                <a:solidFill>
                  <a:srgbClr val="262626"/>
                </a:solidFill>
                <a:latin typeface="Arial MT"/>
                <a:cs typeface="Arial MT"/>
              </a:rPr>
              <a:t>in</a:t>
            </a:r>
            <a:r>
              <a:rPr sz="1650" spc="-55" dirty="0">
                <a:solidFill>
                  <a:srgbClr val="262626"/>
                </a:solidFill>
                <a:latin typeface="Arial MT"/>
                <a:cs typeface="Arial MT"/>
              </a:rPr>
              <a:t> </a:t>
            </a:r>
            <a:r>
              <a:rPr sz="1650" dirty="0">
                <a:latin typeface="Arial MT"/>
                <a:cs typeface="Arial MT"/>
              </a:rPr>
              <a:t>continuous</a:t>
            </a:r>
            <a:r>
              <a:rPr sz="1650" spc="90" dirty="0">
                <a:latin typeface="Arial MT"/>
                <a:cs typeface="Arial MT"/>
              </a:rPr>
              <a:t> </a:t>
            </a:r>
            <a:r>
              <a:rPr sz="1650" spc="-30" dirty="0">
                <a:solidFill>
                  <a:srgbClr val="161616"/>
                </a:solidFill>
                <a:latin typeface="Arial MT"/>
                <a:cs typeface="Arial MT"/>
              </a:rPr>
              <a:t>scaling</a:t>
            </a:r>
            <a:r>
              <a:rPr sz="1650" spc="-20" dirty="0">
                <a:solidFill>
                  <a:srgbClr val="161616"/>
                </a:solidFill>
                <a:latin typeface="Arial MT"/>
                <a:cs typeface="Arial MT"/>
              </a:rPr>
              <a:t> </a:t>
            </a:r>
            <a:r>
              <a:rPr sz="1650" spc="55" dirty="0">
                <a:latin typeface="Arial MT"/>
                <a:cs typeface="Arial MT"/>
              </a:rPr>
              <a:t>that</a:t>
            </a:r>
            <a:r>
              <a:rPr sz="1650" spc="-60" dirty="0">
                <a:latin typeface="Arial MT"/>
                <a:cs typeface="Arial MT"/>
              </a:rPr>
              <a:t> </a:t>
            </a:r>
            <a:r>
              <a:rPr sz="1650" spc="-10" dirty="0">
                <a:latin typeface="Arial MT"/>
                <a:cs typeface="Arial MT"/>
              </a:rPr>
              <a:t>scales </a:t>
            </a:r>
            <a:r>
              <a:rPr sz="1700" dirty="0">
                <a:solidFill>
                  <a:srgbClr val="212121"/>
                </a:solidFill>
                <a:latin typeface="Arial MT"/>
                <a:cs typeface="Arial MT"/>
              </a:rPr>
              <a:t>your</a:t>
            </a:r>
            <a:r>
              <a:rPr sz="1700" spc="-70" dirty="0">
                <a:solidFill>
                  <a:srgbClr val="212121"/>
                </a:solidFill>
                <a:latin typeface="Arial MT"/>
                <a:cs typeface="Arial MT"/>
              </a:rPr>
              <a:t> </a:t>
            </a:r>
            <a:r>
              <a:rPr sz="1700" spc="-30" dirty="0">
                <a:latin typeface="Arial MT"/>
                <a:cs typeface="Arial MT"/>
              </a:rPr>
              <a:t>application</a:t>
            </a:r>
            <a:r>
              <a:rPr sz="1700" dirty="0">
                <a:latin typeface="Arial MT"/>
                <a:cs typeface="Arial MT"/>
              </a:rPr>
              <a:t> by</a:t>
            </a:r>
            <a:r>
              <a:rPr sz="1700" spc="-30" dirty="0">
                <a:latin typeface="Arial MT"/>
                <a:cs typeface="Arial MT"/>
              </a:rPr>
              <a:t> </a:t>
            </a:r>
            <a:r>
              <a:rPr sz="1700" spc="-20" dirty="0">
                <a:latin typeface="Arial MT"/>
                <a:cs typeface="Arial MT"/>
              </a:rPr>
              <a:t>running</a:t>
            </a:r>
            <a:r>
              <a:rPr sz="1700" spc="-5" dirty="0">
                <a:latin typeface="Arial MT"/>
                <a:cs typeface="Arial MT"/>
              </a:rPr>
              <a:t> </a:t>
            </a:r>
            <a:r>
              <a:rPr sz="1700" spc="-85" dirty="0">
                <a:latin typeface="Arial MT"/>
                <a:cs typeface="Arial MT"/>
              </a:rPr>
              <a:t>code</a:t>
            </a:r>
            <a:r>
              <a:rPr sz="1700" spc="-50" dirty="0">
                <a:latin typeface="Arial MT"/>
                <a:cs typeface="Arial MT"/>
              </a:rPr>
              <a:t> </a:t>
            </a:r>
            <a:r>
              <a:rPr sz="1700" dirty="0">
                <a:solidFill>
                  <a:srgbClr val="131313"/>
                </a:solidFill>
                <a:latin typeface="Arial MT"/>
                <a:cs typeface="Arial MT"/>
              </a:rPr>
              <a:t>in</a:t>
            </a:r>
            <a:r>
              <a:rPr sz="1700" spc="-70" dirty="0">
                <a:solidFill>
                  <a:srgbClr val="131313"/>
                </a:solidFill>
                <a:latin typeface="Arial MT"/>
                <a:cs typeface="Arial MT"/>
              </a:rPr>
              <a:t> </a:t>
            </a:r>
            <a:r>
              <a:rPr sz="1700" spc="-80" dirty="0">
                <a:latin typeface="Arial MT"/>
                <a:cs typeface="Arial MT"/>
              </a:rPr>
              <a:t>response</a:t>
            </a:r>
            <a:r>
              <a:rPr sz="1700" spc="55" dirty="0">
                <a:latin typeface="Arial MT"/>
                <a:cs typeface="Arial MT"/>
              </a:rPr>
              <a:t> </a:t>
            </a:r>
            <a:r>
              <a:rPr sz="1700" dirty="0">
                <a:latin typeface="Arial MT"/>
                <a:cs typeface="Arial MT"/>
              </a:rPr>
              <a:t>to</a:t>
            </a:r>
            <a:r>
              <a:rPr sz="1700" spc="-50" dirty="0">
                <a:latin typeface="Arial MT"/>
                <a:cs typeface="Arial MT"/>
              </a:rPr>
              <a:t> </a:t>
            </a:r>
            <a:r>
              <a:rPr sz="1700" spc="-90" dirty="0">
                <a:latin typeface="Arial MT"/>
                <a:cs typeface="Arial MT"/>
              </a:rPr>
              <a:t>each</a:t>
            </a:r>
            <a:r>
              <a:rPr sz="1700" spc="-30" dirty="0">
                <a:latin typeface="Arial MT"/>
                <a:cs typeface="Arial MT"/>
              </a:rPr>
              <a:t> </a:t>
            </a:r>
            <a:r>
              <a:rPr sz="1700" spc="-10" dirty="0">
                <a:latin typeface="Arial MT"/>
                <a:cs typeface="Arial MT"/>
              </a:rPr>
              <a:t>event. </a:t>
            </a:r>
            <a:r>
              <a:rPr sz="1700" dirty="0">
                <a:latin typeface="Arial MT"/>
                <a:cs typeface="Arial MT"/>
              </a:rPr>
              <a:t>It</a:t>
            </a:r>
            <a:r>
              <a:rPr sz="1700" spc="100" dirty="0">
                <a:latin typeface="Arial MT"/>
                <a:cs typeface="Arial MT"/>
              </a:rPr>
              <a:t> </a:t>
            </a:r>
            <a:r>
              <a:rPr sz="1700" spc="-114" dirty="0">
                <a:latin typeface="Arial MT"/>
                <a:cs typeface="Arial MT"/>
              </a:rPr>
              <a:t>scales</a:t>
            </a:r>
            <a:r>
              <a:rPr sz="1700" spc="15" dirty="0">
                <a:latin typeface="Arial MT"/>
                <a:cs typeface="Arial MT"/>
              </a:rPr>
              <a:t> </a:t>
            </a:r>
            <a:r>
              <a:rPr sz="1700" spc="-60" dirty="0">
                <a:latin typeface="Arial MT"/>
                <a:cs typeface="Arial MT"/>
              </a:rPr>
              <a:t>precisely</a:t>
            </a:r>
            <a:r>
              <a:rPr sz="1700" spc="95" dirty="0">
                <a:latin typeface="Arial MT"/>
                <a:cs typeface="Arial MT"/>
              </a:rPr>
              <a:t> </a:t>
            </a:r>
            <a:r>
              <a:rPr sz="1700" dirty="0">
                <a:solidFill>
                  <a:srgbClr val="0A0A0A"/>
                </a:solidFill>
                <a:latin typeface="Arial MT"/>
                <a:cs typeface="Arial MT"/>
              </a:rPr>
              <a:t>with</a:t>
            </a:r>
            <a:r>
              <a:rPr sz="1700" spc="-70" dirty="0">
                <a:solidFill>
                  <a:srgbClr val="0A0A0A"/>
                </a:solidFill>
                <a:latin typeface="Arial MT"/>
                <a:cs typeface="Arial MT"/>
              </a:rPr>
              <a:t> </a:t>
            </a:r>
            <a:r>
              <a:rPr sz="1700" dirty="0">
                <a:solidFill>
                  <a:srgbClr val="1D1D1D"/>
                </a:solidFill>
                <a:latin typeface="Arial MT"/>
                <a:cs typeface="Arial MT"/>
              </a:rPr>
              <a:t>the</a:t>
            </a:r>
            <a:r>
              <a:rPr sz="1700" spc="-60" dirty="0">
                <a:solidFill>
                  <a:srgbClr val="1D1D1D"/>
                </a:solidFill>
                <a:latin typeface="Arial MT"/>
                <a:cs typeface="Arial MT"/>
              </a:rPr>
              <a:t> </a:t>
            </a:r>
            <a:r>
              <a:rPr sz="1700" spc="-95" dirty="0">
                <a:latin typeface="Arial MT"/>
                <a:cs typeface="Arial MT"/>
              </a:rPr>
              <a:t>size</a:t>
            </a:r>
            <a:r>
              <a:rPr sz="1700" spc="-25" dirty="0">
                <a:latin typeface="Arial MT"/>
                <a:cs typeface="Arial MT"/>
              </a:rPr>
              <a:t> </a:t>
            </a:r>
            <a:r>
              <a:rPr sz="1700" dirty="0">
                <a:solidFill>
                  <a:srgbClr val="0C0C0C"/>
                </a:solidFill>
                <a:latin typeface="Arial MT"/>
                <a:cs typeface="Arial MT"/>
              </a:rPr>
              <a:t>of</a:t>
            </a:r>
            <a:r>
              <a:rPr sz="1700" spc="10" dirty="0">
                <a:solidFill>
                  <a:srgbClr val="0C0C0C"/>
                </a:solidFill>
                <a:latin typeface="Arial MT"/>
                <a:cs typeface="Arial MT"/>
              </a:rPr>
              <a:t> </a:t>
            </a:r>
            <a:r>
              <a:rPr sz="1700" spc="-130" dirty="0">
                <a:latin typeface="Arial MT"/>
                <a:cs typeface="Arial MT"/>
              </a:rPr>
              <a:t>th.e</a:t>
            </a:r>
            <a:r>
              <a:rPr sz="1700" spc="15" dirty="0">
                <a:latin typeface="Arial MT"/>
                <a:cs typeface="Arial MT"/>
              </a:rPr>
              <a:t> </a:t>
            </a:r>
            <a:r>
              <a:rPr sz="1700" spc="-45" dirty="0">
                <a:latin typeface="Arial MT"/>
                <a:cs typeface="Arial MT"/>
              </a:rPr>
              <a:t>workload,</a:t>
            </a:r>
            <a:r>
              <a:rPr sz="1700" spc="10" dirty="0">
                <a:latin typeface="Arial MT"/>
                <a:cs typeface="Arial MT"/>
              </a:rPr>
              <a:t> </a:t>
            </a:r>
            <a:r>
              <a:rPr sz="1700" dirty="0">
                <a:latin typeface="Arial MT"/>
                <a:cs typeface="Arial MT"/>
              </a:rPr>
              <a:t>from a</a:t>
            </a:r>
            <a:r>
              <a:rPr sz="1700" spc="-30" dirty="0">
                <a:latin typeface="Arial MT"/>
                <a:cs typeface="Arial MT"/>
              </a:rPr>
              <a:t> </a:t>
            </a:r>
            <a:r>
              <a:rPr sz="1700" spc="-25" dirty="0">
                <a:solidFill>
                  <a:srgbClr val="131313"/>
                </a:solidFill>
                <a:latin typeface="Arial MT"/>
                <a:cs typeface="Arial MT"/>
              </a:rPr>
              <a:t>few </a:t>
            </a:r>
            <a:r>
              <a:rPr sz="1700" spc="-50" dirty="0">
                <a:latin typeface="Arial MT"/>
                <a:cs typeface="Arial MT"/>
              </a:rPr>
              <a:t>requests</a:t>
            </a:r>
            <a:r>
              <a:rPr sz="1700" spc="-70" dirty="0">
                <a:latin typeface="Arial MT"/>
                <a:cs typeface="Arial MT"/>
              </a:rPr>
              <a:t> </a:t>
            </a:r>
            <a:r>
              <a:rPr sz="1700" spc="-10" dirty="0">
                <a:latin typeface="Arial MT"/>
                <a:cs typeface="Arial MT"/>
              </a:rPr>
              <a:t>per</a:t>
            </a:r>
            <a:r>
              <a:rPr sz="1700" spc="-105" dirty="0">
                <a:latin typeface="Arial MT"/>
                <a:cs typeface="Arial MT"/>
              </a:rPr>
              <a:t> </a:t>
            </a:r>
            <a:r>
              <a:rPr sz="1700" spc="-95" dirty="0">
                <a:latin typeface="Arial MT"/>
                <a:cs typeface="Arial MT"/>
              </a:rPr>
              <a:t>day</a:t>
            </a:r>
            <a:r>
              <a:rPr sz="1700" spc="-25" dirty="0">
                <a:latin typeface="Arial MT"/>
                <a:cs typeface="Arial MT"/>
              </a:rPr>
              <a:t> </a:t>
            </a:r>
            <a:r>
              <a:rPr sz="1700" dirty="0">
                <a:latin typeface="Arial MT"/>
                <a:cs typeface="Arial MT"/>
              </a:rPr>
              <a:t>to</a:t>
            </a:r>
            <a:r>
              <a:rPr sz="1700" spc="135" dirty="0">
                <a:latin typeface="Arial MT"/>
                <a:cs typeface="Arial MT"/>
              </a:rPr>
              <a:t> </a:t>
            </a:r>
            <a:r>
              <a:rPr sz="1700" spc="-40" dirty="0">
                <a:latin typeface="Arial MT"/>
                <a:cs typeface="Arial MT"/>
              </a:rPr>
              <a:t>hundreds </a:t>
            </a:r>
            <a:r>
              <a:rPr sz="1700" dirty="0">
                <a:latin typeface="Arial MT"/>
                <a:cs typeface="Arial MT"/>
              </a:rPr>
              <a:t>of</a:t>
            </a:r>
            <a:r>
              <a:rPr sz="1700" spc="-120" dirty="0">
                <a:latin typeface="Arial MT"/>
                <a:cs typeface="Arial MT"/>
              </a:rPr>
              <a:t> </a:t>
            </a:r>
            <a:r>
              <a:rPr sz="1700" spc="-40" dirty="0">
                <a:latin typeface="Arial MT"/>
                <a:cs typeface="Arial MT"/>
              </a:rPr>
              <a:t>thousands</a:t>
            </a:r>
            <a:r>
              <a:rPr sz="1700" dirty="0">
                <a:latin typeface="Arial MT"/>
                <a:cs typeface="Arial MT"/>
              </a:rPr>
              <a:t> </a:t>
            </a:r>
            <a:r>
              <a:rPr sz="1700" spc="-10" dirty="0">
                <a:latin typeface="Arial MT"/>
                <a:cs typeface="Arial MT"/>
              </a:rPr>
              <a:t>per</a:t>
            </a:r>
            <a:r>
              <a:rPr sz="1700" spc="-20" dirty="0">
                <a:latin typeface="Arial MT"/>
                <a:cs typeface="Arial MT"/>
              </a:rPr>
              <a:t> </a:t>
            </a:r>
            <a:r>
              <a:rPr sz="1700" spc="-10" dirty="0">
                <a:solidFill>
                  <a:srgbClr val="0E0E0E"/>
                </a:solidFill>
                <a:latin typeface="Arial MT"/>
                <a:cs typeface="Arial MT"/>
              </a:rPr>
              <a:t>second.</a:t>
            </a:r>
            <a:endParaRPr sz="1700">
              <a:latin typeface="Arial MT"/>
              <a:cs typeface="Arial MT"/>
            </a:endParaRPr>
          </a:p>
        </p:txBody>
      </p:sp>
    </p:spTree>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119137" y="2460875"/>
            <a:ext cx="2505344" cy="828773"/>
          </a:xfrm>
          <a:prstGeom prst="rect">
            <a:avLst/>
          </a:prstGeom>
        </p:spPr>
      </p:pic>
      <p:pic>
        <p:nvPicPr>
          <p:cNvPr id="3" name="object 3"/>
          <p:cNvPicPr/>
          <p:nvPr/>
        </p:nvPicPr>
        <p:blipFill>
          <a:blip r:embed="rId3" cstate="print"/>
          <a:stretch>
            <a:fillRect/>
          </a:stretch>
        </p:blipFill>
        <p:spPr>
          <a:xfrm>
            <a:off x="8434194" y="2518031"/>
            <a:ext cx="809712" cy="447728"/>
          </a:xfrm>
          <a:prstGeom prst="rect">
            <a:avLst/>
          </a:prstGeom>
        </p:spPr>
      </p:pic>
      <p:sp>
        <p:nvSpPr>
          <p:cNvPr id="4" name="object 4"/>
          <p:cNvSpPr/>
          <p:nvPr/>
        </p:nvSpPr>
        <p:spPr>
          <a:xfrm>
            <a:off x="4495373" y="4699516"/>
            <a:ext cx="0" cy="622300"/>
          </a:xfrm>
          <a:custGeom>
            <a:avLst/>
            <a:gdLst/>
            <a:ahLst/>
            <a:cxnLst/>
            <a:rect l="l" t="t" r="r" b="b"/>
            <a:pathLst>
              <a:path h="622300">
                <a:moveTo>
                  <a:pt x="0" y="0"/>
                </a:moveTo>
                <a:lnTo>
                  <a:pt x="0" y="622246"/>
                </a:lnTo>
              </a:path>
            </a:pathLst>
          </a:custGeom>
          <a:ln w="9144">
            <a:solidFill>
              <a:srgbClr val="2FA39C"/>
            </a:solidFill>
          </a:ln>
        </p:spPr>
        <p:txBody>
          <a:bodyPr wrap="square" lIns="0" tIns="0" rIns="0" bIns="0" rtlCol="0"/>
          <a:lstStyle/>
          <a:p>
            <a:endParaRPr/>
          </a:p>
        </p:txBody>
      </p:sp>
      <p:sp>
        <p:nvSpPr>
          <p:cNvPr id="5" name="object 5"/>
          <p:cNvSpPr/>
          <p:nvPr/>
        </p:nvSpPr>
        <p:spPr>
          <a:xfrm>
            <a:off x="4495373" y="3966004"/>
            <a:ext cx="0" cy="267335"/>
          </a:xfrm>
          <a:custGeom>
            <a:avLst/>
            <a:gdLst/>
            <a:ahLst/>
            <a:cxnLst/>
            <a:rect l="l" t="t" r="r" b="b"/>
            <a:pathLst>
              <a:path h="267335">
                <a:moveTo>
                  <a:pt x="0" y="0"/>
                </a:moveTo>
                <a:lnTo>
                  <a:pt x="0" y="266731"/>
                </a:lnTo>
              </a:path>
            </a:pathLst>
          </a:custGeom>
          <a:ln w="9144">
            <a:solidFill>
              <a:srgbClr val="2FA39C"/>
            </a:solidFill>
          </a:ln>
        </p:spPr>
        <p:txBody>
          <a:bodyPr wrap="square" lIns="0" tIns="0" rIns="0" bIns="0" rtlCol="0"/>
          <a:lstStyle/>
          <a:p>
            <a:endParaRPr/>
          </a:p>
        </p:txBody>
      </p:sp>
      <p:sp>
        <p:nvSpPr>
          <p:cNvPr id="6" name="object 6"/>
          <p:cNvSpPr/>
          <p:nvPr/>
        </p:nvSpPr>
        <p:spPr>
          <a:xfrm>
            <a:off x="4495373" y="2718080"/>
            <a:ext cx="0" cy="1076960"/>
          </a:xfrm>
          <a:custGeom>
            <a:avLst/>
            <a:gdLst/>
            <a:ahLst/>
            <a:cxnLst/>
            <a:rect l="l" t="t" r="r" b="b"/>
            <a:pathLst>
              <a:path h="1076960">
                <a:moveTo>
                  <a:pt x="0" y="0"/>
                </a:moveTo>
                <a:lnTo>
                  <a:pt x="0" y="1076453"/>
                </a:lnTo>
              </a:path>
            </a:pathLst>
          </a:custGeom>
          <a:ln w="9144">
            <a:solidFill>
              <a:srgbClr val="2FA39C"/>
            </a:solidFill>
          </a:ln>
        </p:spPr>
        <p:txBody>
          <a:bodyPr wrap="square" lIns="0" tIns="0" rIns="0" bIns="0" rtlCol="0"/>
          <a:lstStyle/>
          <a:p>
            <a:endParaRPr/>
          </a:p>
        </p:txBody>
      </p:sp>
      <p:sp>
        <p:nvSpPr>
          <p:cNvPr id="7" name="object 7"/>
          <p:cNvSpPr/>
          <p:nvPr/>
        </p:nvSpPr>
        <p:spPr>
          <a:xfrm>
            <a:off x="4495373" y="2194143"/>
            <a:ext cx="0" cy="343535"/>
          </a:xfrm>
          <a:custGeom>
            <a:avLst/>
            <a:gdLst/>
            <a:ahLst/>
            <a:cxnLst/>
            <a:rect l="l" t="t" r="r" b="b"/>
            <a:pathLst>
              <a:path h="343535">
                <a:moveTo>
                  <a:pt x="0" y="0"/>
                </a:moveTo>
                <a:lnTo>
                  <a:pt x="0" y="342941"/>
                </a:lnTo>
              </a:path>
            </a:pathLst>
          </a:custGeom>
          <a:ln w="9144">
            <a:solidFill>
              <a:srgbClr val="2FA39C"/>
            </a:solidFill>
          </a:ln>
        </p:spPr>
        <p:txBody>
          <a:bodyPr wrap="square" lIns="0" tIns="0" rIns="0" bIns="0" rtlCol="0"/>
          <a:lstStyle/>
          <a:p>
            <a:endParaRPr/>
          </a:p>
        </p:txBody>
      </p:sp>
      <p:sp>
        <p:nvSpPr>
          <p:cNvPr id="8" name="object 8"/>
          <p:cNvSpPr/>
          <p:nvPr/>
        </p:nvSpPr>
        <p:spPr>
          <a:xfrm>
            <a:off x="4495373" y="1727362"/>
            <a:ext cx="0" cy="257810"/>
          </a:xfrm>
          <a:custGeom>
            <a:avLst/>
            <a:gdLst/>
            <a:ahLst/>
            <a:cxnLst/>
            <a:rect l="l" t="t" r="r" b="b"/>
            <a:pathLst>
              <a:path h="257810">
                <a:moveTo>
                  <a:pt x="0" y="0"/>
                </a:moveTo>
                <a:lnTo>
                  <a:pt x="0" y="257205"/>
                </a:lnTo>
              </a:path>
            </a:pathLst>
          </a:custGeom>
          <a:ln w="9144">
            <a:solidFill>
              <a:srgbClr val="2FA39C"/>
            </a:solidFill>
          </a:ln>
        </p:spPr>
        <p:txBody>
          <a:bodyPr wrap="square" lIns="0" tIns="0" rIns="0" bIns="0" rtlCol="0"/>
          <a:lstStyle/>
          <a:p>
            <a:endParaRPr/>
          </a:p>
        </p:txBody>
      </p:sp>
      <p:sp>
        <p:nvSpPr>
          <p:cNvPr id="9" name="object 9"/>
          <p:cNvSpPr/>
          <p:nvPr/>
        </p:nvSpPr>
        <p:spPr>
          <a:xfrm>
            <a:off x="4495373" y="1386326"/>
            <a:ext cx="0" cy="170180"/>
          </a:xfrm>
          <a:custGeom>
            <a:avLst/>
            <a:gdLst/>
            <a:ahLst/>
            <a:cxnLst/>
            <a:rect l="l" t="t" r="r" b="b"/>
            <a:pathLst>
              <a:path h="170180">
                <a:moveTo>
                  <a:pt x="0" y="0"/>
                </a:moveTo>
                <a:lnTo>
                  <a:pt x="0" y="169565"/>
                </a:lnTo>
              </a:path>
            </a:pathLst>
          </a:custGeom>
          <a:ln w="9144">
            <a:solidFill>
              <a:srgbClr val="2FA39C"/>
            </a:solidFill>
          </a:ln>
        </p:spPr>
        <p:txBody>
          <a:bodyPr wrap="square" lIns="0" tIns="0" rIns="0" bIns="0" rtlCol="0"/>
          <a:lstStyle/>
          <a:p>
            <a:endParaRPr/>
          </a:p>
        </p:txBody>
      </p:sp>
      <p:sp>
        <p:nvSpPr>
          <p:cNvPr id="10" name="object 10"/>
          <p:cNvSpPr/>
          <p:nvPr/>
        </p:nvSpPr>
        <p:spPr>
          <a:xfrm>
            <a:off x="1375410" y="365125"/>
            <a:ext cx="9431020" cy="886460"/>
          </a:xfrm>
          <a:custGeom>
            <a:avLst/>
            <a:gdLst/>
            <a:ahLst/>
            <a:cxnLst/>
            <a:rect l="l" t="t" r="r" b="b"/>
            <a:pathLst>
              <a:path w="9431020" h="886460">
                <a:moveTo>
                  <a:pt x="9429750" y="885825"/>
                </a:moveTo>
                <a:lnTo>
                  <a:pt x="0" y="885825"/>
                </a:lnTo>
                <a:lnTo>
                  <a:pt x="0" y="0"/>
                </a:lnTo>
                <a:lnTo>
                  <a:pt x="9429750" y="0"/>
                </a:lnTo>
                <a:lnTo>
                  <a:pt x="9429750" y="885825"/>
                </a:lnTo>
                <a:close/>
              </a:path>
            </a:pathLst>
          </a:custGeom>
          <a:solidFill>
            <a:srgbClr val="3A8C82"/>
          </a:solidFill>
        </p:spPr>
        <p:txBody>
          <a:bodyPr wrap="square" lIns="0" tIns="0" rIns="0" bIns="0" rtlCol="0"/>
          <a:lstStyle/>
          <a:p>
            <a:endParaRPr/>
          </a:p>
        </p:txBody>
      </p:sp>
      <p:sp>
        <p:nvSpPr>
          <p:cNvPr id="11" name="object 11" descr="$PPTXTitle"/>
          <p:cNvSpPr txBox="1">
            <a:spLocks noGrp="1"/>
          </p:cNvSpPr>
          <p:nvPr>
            <p:ph type="title"/>
          </p:nvPr>
        </p:nvSpPr>
        <p:spPr>
          <a:xfrm>
            <a:off x="1776081" y="558824"/>
            <a:ext cx="2268855" cy="498475"/>
          </a:xfrm>
          <a:prstGeom prst="rect">
            <a:avLst/>
          </a:prstGeom>
        </p:spPr>
        <p:txBody>
          <a:bodyPr vert="horz" wrap="square" lIns="0" tIns="12700" rIns="0" bIns="0" rtlCol="0">
            <a:spAutoFit/>
          </a:bodyPr>
          <a:lstStyle/>
          <a:p>
            <a:pPr>
              <a:lnSpc>
                <a:spcPct val="100000"/>
              </a:lnSpc>
              <a:spcBef>
                <a:spcPts val="100"/>
              </a:spcBef>
            </a:pPr>
            <a:r>
              <a:rPr sz="3100" spc="-335" dirty="0">
                <a:solidFill>
                  <a:srgbClr val="349589"/>
                </a:solidFill>
                <a:latin typeface="Arial MT"/>
                <a:cs typeface="Arial MT"/>
              </a:rPr>
              <a:t>AWS</a:t>
            </a:r>
            <a:r>
              <a:rPr sz="3100" spc="190" dirty="0">
                <a:solidFill>
                  <a:srgbClr val="349589"/>
                </a:solidFill>
                <a:latin typeface="Arial MT"/>
                <a:cs typeface="Arial MT"/>
              </a:rPr>
              <a:t> </a:t>
            </a:r>
            <a:r>
              <a:rPr sz="3100" spc="-90" dirty="0">
                <a:solidFill>
                  <a:srgbClr val="288A87"/>
                </a:solidFill>
                <a:latin typeface="Arial MT"/>
                <a:cs typeface="Arial MT"/>
              </a:rPr>
              <a:t>Lambda</a:t>
            </a:r>
            <a:endParaRPr sz="3100">
              <a:latin typeface="Arial MT"/>
              <a:cs typeface="Arial MT"/>
            </a:endParaRPr>
          </a:p>
        </p:txBody>
      </p:sp>
      <p:sp>
        <p:nvSpPr>
          <p:cNvPr id="12" name="object 12"/>
          <p:cNvSpPr txBox="1"/>
          <p:nvPr/>
        </p:nvSpPr>
        <p:spPr>
          <a:xfrm>
            <a:off x="9047431" y="444511"/>
            <a:ext cx="537845" cy="452755"/>
          </a:xfrm>
          <a:prstGeom prst="rect">
            <a:avLst/>
          </a:prstGeom>
        </p:spPr>
        <p:txBody>
          <a:bodyPr vert="horz" wrap="square" lIns="0" tIns="12700" rIns="0" bIns="0" rtlCol="0">
            <a:spAutoFit/>
          </a:bodyPr>
          <a:lstStyle/>
          <a:p>
            <a:pPr>
              <a:lnSpc>
                <a:spcPct val="100000"/>
              </a:lnSpc>
              <a:spcBef>
                <a:spcPts val="100"/>
              </a:spcBef>
            </a:pPr>
            <a:r>
              <a:rPr sz="2800" spc="-335" dirty="0">
                <a:solidFill>
                  <a:srgbClr val="569AB5"/>
                </a:solidFill>
                <a:latin typeface="Courier New"/>
                <a:cs typeface="Courier New"/>
              </a:rPr>
              <a:t>aws</a:t>
            </a:r>
            <a:endParaRPr sz="2800">
              <a:latin typeface="Courier New"/>
              <a:cs typeface="Courier New"/>
            </a:endParaRPr>
          </a:p>
        </p:txBody>
      </p:sp>
      <p:sp>
        <p:nvSpPr>
          <p:cNvPr id="13" name="object 13"/>
          <p:cNvSpPr txBox="1"/>
          <p:nvPr/>
        </p:nvSpPr>
        <p:spPr>
          <a:xfrm>
            <a:off x="1375410" y="1555892"/>
            <a:ext cx="3120390" cy="172085"/>
          </a:xfrm>
          <a:prstGeom prst="rect">
            <a:avLst/>
          </a:prstGeom>
          <a:solidFill>
            <a:srgbClr val="169C93"/>
          </a:solidFill>
        </p:spPr>
        <p:txBody>
          <a:bodyPr vert="horz" wrap="square" lIns="0" tIns="0" rIns="0" bIns="0" rtlCol="0">
            <a:spAutoFit/>
          </a:bodyPr>
          <a:lstStyle/>
          <a:p>
            <a:pPr marL="245110">
              <a:lnSpc>
                <a:spcPts val="1350"/>
              </a:lnSpc>
            </a:pPr>
            <a:r>
              <a:rPr sz="1650" dirty="0">
                <a:solidFill>
                  <a:srgbClr val="157C77"/>
                </a:solidFill>
                <a:latin typeface="Arial MT"/>
                <a:cs typeface="Arial MT"/>
              </a:rPr>
              <a:t>Whdt</a:t>
            </a:r>
            <a:r>
              <a:rPr sz="1650" spc="-60" dirty="0">
                <a:solidFill>
                  <a:srgbClr val="157C77"/>
                </a:solidFill>
                <a:latin typeface="Arial MT"/>
                <a:cs typeface="Arial MT"/>
              </a:rPr>
              <a:t> </a:t>
            </a:r>
            <a:r>
              <a:rPr sz="1650" spc="-20" dirty="0">
                <a:solidFill>
                  <a:srgbClr val="118072"/>
                </a:solidFill>
                <a:latin typeface="Arial MT"/>
                <a:cs typeface="Arial MT"/>
              </a:rPr>
              <a:t>does</a:t>
            </a:r>
            <a:r>
              <a:rPr sz="1650" spc="-60" dirty="0">
                <a:solidFill>
                  <a:srgbClr val="118072"/>
                </a:solidFill>
                <a:latin typeface="Arial MT"/>
                <a:cs typeface="Arial MT"/>
              </a:rPr>
              <a:t> </a:t>
            </a:r>
            <a:r>
              <a:rPr sz="1650" spc="-195" dirty="0">
                <a:solidFill>
                  <a:srgbClr val="59B8AC"/>
                </a:solidFill>
                <a:latin typeface="Arial MT"/>
                <a:cs typeface="Arial MT"/>
              </a:rPr>
              <a:t>AWS</a:t>
            </a:r>
            <a:r>
              <a:rPr sz="1650" spc="80" dirty="0">
                <a:solidFill>
                  <a:srgbClr val="59B8AC"/>
                </a:solidFill>
                <a:latin typeface="Arial MT"/>
                <a:cs typeface="Arial MT"/>
              </a:rPr>
              <a:t> </a:t>
            </a:r>
            <a:r>
              <a:rPr sz="1650" spc="-20" dirty="0">
                <a:solidFill>
                  <a:srgbClr val="237472"/>
                </a:solidFill>
                <a:latin typeface="Arial MT"/>
                <a:cs typeface="Arial MT"/>
              </a:rPr>
              <a:t>Lambda</a:t>
            </a:r>
            <a:r>
              <a:rPr sz="1650" spc="90" dirty="0">
                <a:solidFill>
                  <a:srgbClr val="237472"/>
                </a:solidFill>
                <a:latin typeface="Arial MT"/>
                <a:cs typeface="Arial MT"/>
              </a:rPr>
              <a:t> </a:t>
            </a:r>
            <a:r>
              <a:rPr sz="1650" spc="-25" dirty="0">
                <a:solidFill>
                  <a:srgbClr val="427E85"/>
                </a:solidFill>
                <a:latin typeface="Arial MT"/>
                <a:cs typeface="Arial MT"/>
              </a:rPr>
              <a:t>do*</a:t>
            </a:r>
            <a:endParaRPr sz="1650">
              <a:latin typeface="Arial MT"/>
              <a:cs typeface="Arial MT"/>
            </a:endParaRPr>
          </a:p>
        </p:txBody>
      </p:sp>
      <p:sp>
        <p:nvSpPr>
          <p:cNvPr id="14" name="object 14"/>
          <p:cNvSpPr txBox="1"/>
          <p:nvPr/>
        </p:nvSpPr>
        <p:spPr>
          <a:xfrm>
            <a:off x="1375410" y="1984568"/>
            <a:ext cx="3120390" cy="210185"/>
          </a:xfrm>
          <a:prstGeom prst="rect">
            <a:avLst/>
          </a:prstGeom>
          <a:solidFill>
            <a:srgbClr val="169C93"/>
          </a:solidFill>
        </p:spPr>
        <p:txBody>
          <a:bodyPr vert="horz" wrap="square" lIns="0" tIns="0" rIns="0" bIns="0" rtlCol="0">
            <a:spAutoFit/>
          </a:bodyPr>
          <a:lstStyle/>
          <a:p>
            <a:pPr marL="416559">
              <a:lnSpc>
                <a:spcPts val="1530"/>
              </a:lnSpc>
            </a:pPr>
            <a:r>
              <a:rPr sz="1650" dirty="0">
                <a:solidFill>
                  <a:srgbClr val="1F7475"/>
                </a:solidFill>
                <a:latin typeface="Arial MT"/>
                <a:cs typeface="Arial MT"/>
              </a:rPr>
              <a:t>What</a:t>
            </a:r>
            <a:r>
              <a:rPr sz="1650" spc="60" dirty="0">
                <a:solidFill>
                  <a:srgbClr val="1F7475"/>
                </a:solidFill>
                <a:latin typeface="Arial MT"/>
                <a:cs typeface="Arial MT"/>
              </a:rPr>
              <a:t> </a:t>
            </a:r>
            <a:r>
              <a:rPr sz="1650" dirty="0">
                <a:solidFill>
                  <a:srgbClr val="3D9593"/>
                </a:solidFill>
                <a:latin typeface="Arial MT"/>
                <a:cs typeface="Arial MT"/>
              </a:rPr>
              <a:t>problem</a:t>
            </a:r>
            <a:r>
              <a:rPr sz="1650" spc="40" dirty="0">
                <a:solidFill>
                  <a:srgbClr val="3D9593"/>
                </a:solidFill>
                <a:latin typeface="Arial MT"/>
                <a:cs typeface="Arial MT"/>
              </a:rPr>
              <a:t> </a:t>
            </a:r>
            <a:r>
              <a:rPr sz="1650" spc="-20" dirty="0">
                <a:solidFill>
                  <a:srgbClr val="2D8983"/>
                </a:solidFill>
                <a:latin typeface="Arial MT"/>
                <a:cs typeface="Arial MT"/>
              </a:rPr>
              <a:t>does</a:t>
            </a:r>
            <a:r>
              <a:rPr sz="1650" spc="-10" dirty="0">
                <a:solidFill>
                  <a:srgbClr val="2D8983"/>
                </a:solidFill>
                <a:latin typeface="Arial MT"/>
                <a:cs typeface="Arial MT"/>
              </a:rPr>
              <a:t> </a:t>
            </a:r>
            <a:r>
              <a:rPr sz="1650" spc="-25" dirty="0">
                <a:solidFill>
                  <a:srgbClr val="268C83"/>
                </a:solidFill>
                <a:latin typeface="Arial MT"/>
                <a:cs typeface="Arial MT"/>
              </a:rPr>
              <a:t>AWS</a:t>
            </a:r>
            <a:endParaRPr sz="1650">
              <a:latin typeface="Arial MT"/>
              <a:cs typeface="Arial MT"/>
            </a:endParaRPr>
          </a:p>
        </p:txBody>
      </p:sp>
      <p:grpSp>
        <p:nvGrpSpPr>
          <p:cNvPr id="15" name="object 15"/>
          <p:cNvGrpSpPr/>
          <p:nvPr/>
        </p:nvGrpSpPr>
        <p:grpSpPr>
          <a:xfrm>
            <a:off x="1375410" y="2251299"/>
            <a:ext cx="3153410" cy="172085"/>
            <a:chOff x="1375410" y="2251299"/>
            <a:chExt cx="3153410" cy="172085"/>
          </a:xfrm>
        </p:grpSpPr>
        <p:pic>
          <p:nvPicPr>
            <p:cNvPr id="16" name="object 16"/>
            <p:cNvPicPr/>
            <p:nvPr/>
          </p:nvPicPr>
          <p:blipFill>
            <a:blip r:embed="rId4" cstate="print"/>
            <a:stretch>
              <a:fillRect/>
            </a:stretch>
          </p:blipFill>
          <p:spPr>
            <a:xfrm>
              <a:off x="1375410" y="2251299"/>
              <a:ext cx="3153114" cy="171470"/>
            </a:xfrm>
            <a:prstGeom prst="rect">
              <a:avLst/>
            </a:prstGeom>
          </p:spPr>
        </p:pic>
        <p:pic>
          <p:nvPicPr>
            <p:cNvPr id="17" name="object 17"/>
            <p:cNvPicPr/>
            <p:nvPr/>
          </p:nvPicPr>
          <p:blipFill>
            <a:blip r:embed="rId5" cstate="print"/>
            <a:stretch>
              <a:fillRect/>
            </a:stretch>
          </p:blipFill>
          <p:spPr>
            <a:xfrm>
              <a:off x="1375410" y="2251299"/>
              <a:ext cx="3153114" cy="171470"/>
            </a:xfrm>
            <a:prstGeom prst="rect">
              <a:avLst/>
            </a:prstGeom>
          </p:spPr>
        </p:pic>
      </p:grpSp>
      <p:sp>
        <p:nvSpPr>
          <p:cNvPr id="18" name="object 18"/>
          <p:cNvSpPr txBox="1"/>
          <p:nvPr/>
        </p:nvSpPr>
        <p:spPr>
          <a:xfrm>
            <a:off x="1375410" y="2537084"/>
            <a:ext cx="3120390" cy="181610"/>
          </a:xfrm>
          <a:prstGeom prst="rect">
            <a:avLst/>
          </a:prstGeom>
          <a:solidFill>
            <a:srgbClr val="169C93"/>
          </a:solidFill>
        </p:spPr>
        <p:txBody>
          <a:bodyPr vert="horz" wrap="square" lIns="0" tIns="0" rIns="0" bIns="0" rtlCol="0">
            <a:spAutoFit/>
          </a:bodyPr>
          <a:lstStyle/>
          <a:p>
            <a:pPr marL="196850">
              <a:lnSpc>
                <a:spcPts val="1425"/>
              </a:lnSpc>
            </a:pPr>
            <a:r>
              <a:rPr sz="1850" spc="-114" dirty="0">
                <a:solidFill>
                  <a:srgbClr val="3A9A91"/>
                </a:solidFill>
                <a:latin typeface="Arial MT"/>
                <a:cs typeface="Arial MT"/>
              </a:rPr>
              <a:t>What</a:t>
            </a:r>
            <a:r>
              <a:rPr sz="1850" spc="-15" dirty="0">
                <a:solidFill>
                  <a:srgbClr val="3A9A91"/>
                </a:solidFill>
                <a:latin typeface="Arial MT"/>
                <a:cs typeface="Arial MT"/>
              </a:rPr>
              <a:t> </a:t>
            </a:r>
            <a:r>
              <a:rPr sz="1850" spc="-180" dirty="0">
                <a:solidFill>
                  <a:srgbClr val="3F9795"/>
                </a:solidFill>
                <a:latin typeface="Arial MT"/>
                <a:cs typeface="Arial MT"/>
              </a:rPr>
              <a:t>are</a:t>
            </a:r>
            <a:r>
              <a:rPr sz="1850" spc="-20" dirty="0">
                <a:solidFill>
                  <a:srgbClr val="3F9795"/>
                </a:solidFill>
                <a:latin typeface="Arial MT"/>
                <a:cs typeface="Arial MT"/>
              </a:rPr>
              <a:t> </a:t>
            </a:r>
            <a:r>
              <a:rPr sz="1850" spc="-75" dirty="0">
                <a:solidFill>
                  <a:srgbClr val="319389"/>
                </a:solidFill>
                <a:latin typeface="Arial MT"/>
                <a:cs typeface="Arial MT"/>
              </a:rPr>
              <a:t>the</a:t>
            </a:r>
            <a:r>
              <a:rPr sz="1850" spc="-55" dirty="0">
                <a:solidFill>
                  <a:srgbClr val="319389"/>
                </a:solidFill>
                <a:latin typeface="Arial MT"/>
                <a:cs typeface="Arial MT"/>
              </a:rPr>
              <a:t> </a:t>
            </a:r>
            <a:r>
              <a:rPr sz="1850" spc="-80" dirty="0">
                <a:solidFill>
                  <a:srgbClr val="59B1AA"/>
                </a:solidFill>
                <a:latin typeface="Arial MT"/>
                <a:cs typeface="Arial MT"/>
              </a:rPr>
              <a:t>benefits</a:t>
            </a:r>
            <a:r>
              <a:rPr sz="1850" spc="-45" dirty="0">
                <a:solidFill>
                  <a:srgbClr val="59B1AA"/>
                </a:solidFill>
                <a:latin typeface="Arial MT"/>
                <a:cs typeface="Arial MT"/>
              </a:rPr>
              <a:t> </a:t>
            </a:r>
            <a:r>
              <a:rPr sz="1850" spc="-10" dirty="0">
                <a:solidFill>
                  <a:srgbClr val="2B8C87"/>
                </a:solidFill>
                <a:latin typeface="Arial MT"/>
                <a:cs typeface="Arial MT"/>
              </a:rPr>
              <a:t>of</a:t>
            </a:r>
            <a:r>
              <a:rPr sz="1850" dirty="0">
                <a:solidFill>
                  <a:srgbClr val="2B8C87"/>
                </a:solidFill>
                <a:latin typeface="Arial MT"/>
                <a:cs typeface="Arial MT"/>
              </a:rPr>
              <a:t> </a:t>
            </a:r>
            <a:r>
              <a:rPr sz="1850" spc="-355" dirty="0">
                <a:solidFill>
                  <a:srgbClr val="4B9A9E"/>
                </a:solidFill>
                <a:latin typeface="Arial MT"/>
                <a:cs typeface="Arial MT"/>
              </a:rPr>
              <a:t>AWS</a:t>
            </a:r>
            <a:endParaRPr sz="1850">
              <a:latin typeface="Arial MT"/>
              <a:cs typeface="Arial MT"/>
            </a:endParaRPr>
          </a:p>
        </p:txBody>
      </p:sp>
      <p:grpSp>
        <p:nvGrpSpPr>
          <p:cNvPr id="19" name="object 19"/>
          <p:cNvGrpSpPr/>
          <p:nvPr/>
        </p:nvGrpSpPr>
        <p:grpSpPr>
          <a:xfrm>
            <a:off x="1375410" y="2813340"/>
            <a:ext cx="3153410" cy="172085"/>
            <a:chOff x="1375410" y="2813340"/>
            <a:chExt cx="3153410" cy="172085"/>
          </a:xfrm>
        </p:grpSpPr>
        <p:pic>
          <p:nvPicPr>
            <p:cNvPr id="20" name="object 20"/>
            <p:cNvPicPr/>
            <p:nvPr/>
          </p:nvPicPr>
          <p:blipFill>
            <a:blip r:embed="rId6" cstate="print"/>
            <a:stretch>
              <a:fillRect/>
            </a:stretch>
          </p:blipFill>
          <p:spPr>
            <a:xfrm>
              <a:off x="1375410" y="2813340"/>
              <a:ext cx="3153114" cy="171470"/>
            </a:xfrm>
            <a:prstGeom prst="rect">
              <a:avLst/>
            </a:prstGeom>
          </p:spPr>
        </p:pic>
        <p:pic>
          <p:nvPicPr>
            <p:cNvPr id="21" name="object 21"/>
            <p:cNvPicPr/>
            <p:nvPr/>
          </p:nvPicPr>
          <p:blipFill>
            <a:blip r:embed="rId7" cstate="print"/>
            <a:stretch>
              <a:fillRect/>
            </a:stretch>
          </p:blipFill>
          <p:spPr>
            <a:xfrm>
              <a:off x="1375410" y="2813340"/>
              <a:ext cx="3153114" cy="171470"/>
            </a:xfrm>
            <a:prstGeom prst="rect">
              <a:avLst/>
            </a:prstGeom>
          </p:spPr>
        </p:pic>
      </p:grpSp>
      <p:grpSp>
        <p:nvGrpSpPr>
          <p:cNvPr id="22" name="object 22"/>
          <p:cNvGrpSpPr/>
          <p:nvPr/>
        </p:nvGrpSpPr>
        <p:grpSpPr>
          <a:xfrm>
            <a:off x="1375410" y="3118177"/>
            <a:ext cx="3153410" cy="162560"/>
            <a:chOff x="1375410" y="3118177"/>
            <a:chExt cx="3153410" cy="162560"/>
          </a:xfrm>
        </p:grpSpPr>
        <p:pic>
          <p:nvPicPr>
            <p:cNvPr id="23" name="object 23"/>
            <p:cNvPicPr/>
            <p:nvPr/>
          </p:nvPicPr>
          <p:blipFill>
            <a:blip r:embed="rId8" cstate="print"/>
            <a:stretch>
              <a:fillRect/>
            </a:stretch>
          </p:blipFill>
          <p:spPr>
            <a:xfrm>
              <a:off x="1375410" y="3118177"/>
              <a:ext cx="3153114" cy="161944"/>
            </a:xfrm>
            <a:prstGeom prst="rect">
              <a:avLst/>
            </a:prstGeom>
          </p:spPr>
        </p:pic>
        <p:pic>
          <p:nvPicPr>
            <p:cNvPr id="24" name="object 24"/>
            <p:cNvPicPr/>
            <p:nvPr/>
          </p:nvPicPr>
          <p:blipFill>
            <a:blip r:embed="rId9" cstate="print"/>
            <a:stretch>
              <a:fillRect/>
            </a:stretch>
          </p:blipFill>
          <p:spPr>
            <a:xfrm>
              <a:off x="1375410" y="3118177"/>
              <a:ext cx="3153114" cy="161944"/>
            </a:xfrm>
            <a:prstGeom prst="rect">
              <a:avLst/>
            </a:prstGeom>
          </p:spPr>
        </p:pic>
      </p:grpSp>
      <p:grpSp>
        <p:nvGrpSpPr>
          <p:cNvPr id="25" name="object 25"/>
          <p:cNvGrpSpPr/>
          <p:nvPr/>
        </p:nvGrpSpPr>
        <p:grpSpPr>
          <a:xfrm>
            <a:off x="1375410" y="3384909"/>
            <a:ext cx="3153410" cy="210185"/>
            <a:chOff x="1375410" y="3384909"/>
            <a:chExt cx="3153410" cy="210185"/>
          </a:xfrm>
        </p:grpSpPr>
        <p:pic>
          <p:nvPicPr>
            <p:cNvPr id="26" name="object 26"/>
            <p:cNvPicPr/>
            <p:nvPr/>
          </p:nvPicPr>
          <p:blipFill>
            <a:blip r:embed="rId10" cstate="print"/>
            <a:stretch>
              <a:fillRect/>
            </a:stretch>
          </p:blipFill>
          <p:spPr>
            <a:xfrm>
              <a:off x="1375410" y="3384909"/>
              <a:ext cx="3153114" cy="209574"/>
            </a:xfrm>
            <a:prstGeom prst="rect">
              <a:avLst/>
            </a:prstGeom>
          </p:spPr>
        </p:pic>
        <p:pic>
          <p:nvPicPr>
            <p:cNvPr id="27" name="object 27"/>
            <p:cNvPicPr/>
            <p:nvPr/>
          </p:nvPicPr>
          <p:blipFill>
            <a:blip r:embed="rId11" cstate="print"/>
            <a:stretch>
              <a:fillRect/>
            </a:stretch>
          </p:blipFill>
          <p:spPr>
            <a:xfrm>
              <a:off x="1375410" y="3384909"/>
              <a:ext cx="3153114" cy="209574"/>
            </a:xfrm>
            <a:prstGeom prst="rect">
              <a:avLst/>
            </a:prstGeom>
          </p:spPr>
        </p:pic>
      </p:grpSp>
      <p:sp>
        <p:nvSpPr>
          <p:cNvPr id="28" name="object 28"/>
          <p:cNvSpPr txBox="1"/>
          <p:nvPr/>
        </p:nvSpPr>
        <p:spPr>
          <a:xfrm>
            <a:off x="1375410" y="3794533"/>
            <a:ext cx="3120390" cy="172085"/>
          </a:xfrm>
          <a:prstGeom prst="rect">
            <a:avLst/>
          </a:prstGeom>
          <a:solidFill>
            <a:srgbClr val="169C93"/>
          </a:solidFill>
        </p:spPr>
        <p:txBody>
          <a:bodyPr vert="horz" wrap="square" lIns="0" tIns="0" rIns="0" bIns="0" rtlCol="0">
            <a:spAutoFit/>
          </a:bodyPr>
          <a:lstStyle/>
          <a:p>
            <a:pPr marL="238760">
              <a:lnSpc>
                <a:spcPts val="1350"/>
              </a:lnSpc>
            </a:pPr>
            <a:r>
              <a:rPr sz="1800" spc="-125" dirty="0">
                <a:solidFill>
                  <a:srgbClr val="BFFFFF"/>
                </a:solidFill>
                <a:latin typeface="Arial MT"/>
                <a:cs typeface="Arial MT"/>
              </a:rPr>
              <a:t>How</a:t>
            </a:r>
            <a:r>
              <a:rPr sz="1800" dirty="0">
                <a:solidFill>
                  <a:srgbClr val="BFFFFF"/>
                </a:solidFill>
                <a:latin typeface="Arial MT"/>
                <a:cs typeface="Arial MT"/>
              </a:rPr>
              <a:t> </a:t>
            </a:r>
            <a:r>
              <a:rPr sz="1800" spc="-135" dirty="0">
                <a:solidFill>
                  <a:srgbClr val="389091"/>
                </a:solidFill>
                <a:latin typeface="Arial MT"/>
                <a:cs typeface="Arial MT"/>
              </a:rPr>
              <a:t>can</a:t>
            </a:r>
            <a:r>
              <a:rPr sz="1800" spc="-50" dirty="0">
                <a:solidFill>
                  <a:srgbClr val="389091"/>
                </a:solidFill>
                <a:latin typeface="Arial MT"/>
                <a:cs typeface="Arial MT"/>
              </a:rPr>
              <a:t> </a:t>
            </a:r>
            <a:r>
              <a:rPr sz="1800" dirty="0">
                <a:solidFill>
                  <a:srgbClr val="2A9189"/>
                </a:solidFill>
                <a:latin typeface="Arial MT"/>
                <a:cs typeface="Arial MT"/>
              </a:rPr>
              <a:t>I</a:t>
            </a:r>
            <a:r>
              <a:rPr sz="1800" spc="-70" dirty="0">
                <a:solidFill>
                  <a:srgbClr val="2A9189"/>
                </a:solidFill>
                <a:latin typeface="Arial MT"/>
                <a:cs typeface="Arial MT"/>
              </a:rPr>
              <a:t> </a:t>
            </a:r>
            <a:r>
              <a:rPr sz="1800" spc="-165" dirty="0">
                <a:solidFill>
                  <a:srgbClr val="2B8580"/>
                </a:solidFill>
                <a:latin typeface="Arial MT"/>
                <a:cs typeface="Arial MT"/>
              </a:rPr>
              <a:t>use</a:t>
            </a:r>
            <a:r>
              <a:rPr sz="1800" spc="-45" dirty="0">
                <a:solidFill>
                  <a:srgbClr val="2B8580"/>
                </a:solidFill>
                <a:latin typeface="Arial MT"/>
                <a:cs typeface="Arial MT"/>
              </a:rPr>
              <a:t> </a:t>
            </a:r>
            <a:r>
              <a:rPr sz="1800" spc="-280" dirty="0">
                <a:solidFill>
                  <a:srgbClr val="4BAAA8"/>
                </a:solidFill>
                <a:latin typeface="Arial MT"/>
                <a:cs typeface="Arial MT"/>
              </a:rPr>
              <a:t>AWS</a:t>
            </a:r>
            <a:r>
              <a:rPr sz="1800" spc="60" dirty="0">
                <a:solidFill>
                  <a:srgbClr val="4BAAA8"/>
                </a:solidFill>
                <a:latin typeface="Arial MT"/>
                <a:cs typeface="Arial MT"/>
              </a:rPr>
              <a:t> </a:t>
            </a:r>
            <a:r>
              <a:rPr sz="1800" spc="-10" dirty="0">
                <a:solidFill>
                  <a:srgbClr val="217575"/>
                </a:solidFill>
                <a:latin typeface="Arial MT"/>
                <a:cs typeface="Arial MT"/>
              </a:rPr>
              <a:t>Lambda*</a:t>
            </a:r>
            <a:endParaRPr sz="1800">
              <a:latin typeface="Arial MT"/>
              <a:cs typeface="Arial MT"/>
            </a:endParaRPr>
          </a:p>
        </p:txBody>
      </p:sp>
      <p:sp>
        <p:nvSpPr>
          <p:cNvPr id="29" name="object 29"/>
          <p:cNvSpPr txBox="1"/>
          <p:nvPr/>
        </p:nvSpPr>
        <p:spPr>
          <a:xfrm>
            <a:off x="1375410" y="4232735"/>
            <a:ext cx="3120390" cy="467359"/>
          </a:xfrm>
          <a:prstGeom prst="rect">
            <a:avLst/>
          </a:prstGeom>
          <a:solidFill>
            <a:srgbClr val="169C93"/>
          </a:solidFill>
        </p:spPr>
        <p:txBody>
          <a:bodyPr vert="horz" wrap="square" lIns="0" tIns="0" rIns="0" bIns="0" rtlCol="0">
            <a:spAutoFit/>
          </a:bodyPr>
          <a:lstStyle/>
          <a:p>
            <a:pPr marL="6350" algn="ctr">
              <a:lnSpc>
                <a:spcPts val="1515"/>
              </a:lnSpc>
            </a:pPr>
            <a:r>
              <a:rPr sz="1750" spc="-70" dirty="0">
                <a:solidFill>
                  <a:srgbClr val="1F837E"/>
                </a:solidFill>
                <a:latin typeface="Arial MT"/>
                <a:cs typeface="Arial MT"/>
              </a:rPr>
              <a:t>What</a:t>
            </a:r>
            <a:r>
              <a:rPr sz="1750" spc="-55" dirty="0">
                <a:solidFill>
                  <a:srgbClr val="1F837E"/>
                </a:solidFill>
                <a:latin typeface="Arial MT"/>
                <a:cs typeface="Arial MT"/>
              </a:rPr>
              <a:t> </a:t>
            </a:r>
            <a:r>
              <a:rPr sz="1750" spc="-105" dirty="0">
                <a:solidFill>
                  <a:srgbClr val="2F807B"/>
                </a:solidFill>
                <a:latin typeface="Arial MT"/>
                <a:cs typeface="Arial MT"/>
              </a:rPr>
              <a:t>else</a:t>
            </a:r>
            <a:r>
              <a:rPr sz="1750" spc="-10" dirty="0">
                <a:solidFill>
                  <a:srgbClr val="2F807B"/>
                </a:solidFill>
                <a:latin typeface="Arial MT"/>
                <a:cs typeface="Arial MT"/>
              </a:rPr>
              <a:t> </a:t>
            </a:r>
            <a:r>
              <a:rPr sz="1750" spc="-80" dirty="0">
                <a:solidFill>
                  <a:srgbClr val="248282"/>
                </a:solidFill>
                <a:latin typeface="Arial MT"/>
                <a:cs typeface="Arial MT"/>
              </a:rPr>
              <a:t>should</a:t>
            </a:r>
            <a:r>
              <a:rPr sz="1750" spc="-25" dirty="0">
                <a:solidFill>
                  <a:srgbClr val="248282"/>
                </a:solidFill>
                <a:latin typeface="Arial MT"/>
                <a:cs typeface="Arial MT"/>
              </a:rPr>
              <a:t> </a:t>
            </a:r>
            <a:r>
              <a:rPr sz="1750" dirty="0">
                <a:solidFill>
                  <a:srgbClr val="2B908E"/>
                </a:solidFill>
                <a:latin typeface="Arial MT"/>
                <a:cs typeface="Arial MT"/>
              </a:rPr>
              <a:t>I</a:t>
            </a:r>
            <a:r>
              <a:rPr sz="1750" spc="-100" dirty="0">
                <a:solidFill>
                  <a:srgbClr val="2B908E"/>
                </a:solidFill>
                <a:latin typeface="Arial MT"/>
                <a:cs typeface="Arial MT"/>
              </a:rPr>
              <a:t> </a:t>
            </a:r>
            <a:r>
              <a:rPr sz="1750" spc="-105" dirty="0">
                <a:solidFill>
                  <a:srgbClr val="3F898E"/>
                </a:solidFill>
                <a:latin typeface="Arial MT"/>
                <a:cs typeface="Arial MT"/>
              </a:rPr>
              <a:t>keep</a:t>
            </a:r>
            <a:r>
              <a:rPr sz="1750" spc="-15" dirty="0">
                <a:solidFill>
                  <a:srgbClr val="3F898E"/>
                </a:solidFill>
                <a:latin typeface="Arial MT"/>
                <a:cs typeface="Arial MT"/>
              </a:rPr>
              <a:t> </a:t>
            </a:r>
            <a:r>
              <a:rPr sz="1750" spc="-20" dirty="0">
                <a:solidFill>
                  <a:srgbClr val="2B9382"/>
                </a:solidFill>
                <a:latin typeface="Arial MT"/>
                <a:cs typeface="Arial MT"/>
              </a:rPr>
              <a:t>in</a:t>
            </a:r>
            <a:r>
              <a:rPr sz="1750" spc="-105" dirty="0">
                <a:solidFill>
                  <a:srgbClr val="2B9382"/>
                </a:solidFill>
                <a:latin typeface="Arial MT"/>
                <a:cs typeface="Arial MT"/>
              </a:rPr>
              <a:t> </a:t>
            </a:r>
            <a:r>
              <a:rPr sz="1750" spc="-20" dirty="0">
                <a:solidFill>
                  <a:srgbClr val="287E7E"/>
                </a:solidFill>
                <a:latin typeface="Arial MT"/>
                <a:cs typeface="Arial MT"/>
              </a:rPr>
              <a:t>mind</a:t>
            </a:r>
            <a:endParaRPr sz="1750">
              <a:latin typeface="Arial MT"/>
              <a:cs typeface="Arial MT"/>
            </a:endParaRPr>
          </a:p>
          <a:p>
            <a:pPr algn="ctr">
              <a:lnSpc>
                <a:spcPts val="2065"/>
              </a:lnSpc>
            </a:pPr>
            <a:r>
              <a:rPr sz="1750" spc="-75" dirty="0">
                <a:solidFill>
                  <a:srgbClr val="269A82"/>
                </a:solidFill>
                <a:latin typeface="Arial MT"/>
                <a:cs typeface="Arial MT"/>
              </a:rPr>
              <a:t>when</a:t>
            </a:r>
            <a:r>
              <a:rPr sz="1750" spc="-50" dirty="0">
                <a:solidFill>
                  <a:srgbClr val="269A82"/>
                </a:solidFill>
                <a:latin typeface="Arial MT"/>
                <a:cs typeface="Arial MT"/>
              </a:rPr>
              <a:t> </a:t>
            </a:r>
            <a:r>
              <a:rPr sz="1750" spc="-65" dirty="0">
                <a:solidFill>
                  <a:srgbClr val="2D8E89"/>
                </a:solidFill>
                <a:latin typeface="Arial MT"/>
                <a:cs typeface="Arial MT"/>
              </a:rPr>
              <a:t>using</a:t>
            </a:r>
            <a:r>
              <a:rPr sz="1750" spc="10" dirty="0">
                <a:solidFill>
                  <a:srgbClr val="2D8E89"/>
                </a:solidFill>
                <a:latin typeface="Arial MT"/>
                <a:cs typeface="Arial MT"/>
              </a:rPr>
              <a:t> </a:t>
            </a:r>
            <a:r>
              <a:rPr sz="1750" spc="-260" dirty="0">
                <a:solidFill>
                  <a:srgbClr val="289E9E"/>
                </a:solidFill>
                <a:latin typeface="Arial MT"/>
                <a:cs typeface="Arial MT"/>
              </a:rPr>
              <a:t>AWS</a:t>
            </a:r>
            <a:r>
              <a:rPr sz="1750" spc="55" dirty="0">
                <a:solidFill>
                  <a:srgbClr val="289E9E"/>
                </a:solidFill>
                <a:latin typeface="Arial MT"/>
                <a:cs typeface="Arial MT"/>
              </a:rPr>
              <a:t> </a:t>
            </a:r>
            <a:r>
              <a:rPr sz="1750" spc="-10" dirty="0">
                <a:solidFill>
                  <a:srgbClr val="289387"/>
                </a:solidFill>
                <a:latin typeface="Arial MT"/>
                <a:cs typeface="Arial MT"/>
              </a:rPr>
              <a:t>Lambda?</a:t>
            </a:r>
            <a:endParaRPr sz="1750">
              <a:latin typeface="Arial MT"/>
              <a:cs typeface="Arial MT"/>
            </a:endParaRPr>
          </a:p>
        </p:txBody>
      </p:sp>
      <p:grpSp>
        <p:nvGrpSpPr>
          <p:cNvPr id="30" name="object 30"/>
          <p:cNvGrpSpPr/>
          <p:nvPr/>
        </p:nvGrpSpPr>
        <p:grpSpPr>
          <a:xfrm>
            <a:off x="1375410" y="4794777"/>
            <a:ext cx="3153410" cy="172085"/>
            <a:chOff x="1375410" y="4794777"/>
            <a:chExt cx="3153410" cy="172085"/>
          </a:xfrm>
        </p:grpSpPr>
        <p:pic>
          <p:nvPicPr>
            <p:cNvPr id="31" name="object 31"/>
            <p:cNvPicPr/>
            <p:nvPr/>
          </p:nvPicPr>
          <p:blipFill>
            <a:blip r:embed="rId12" cstate="print"/>
            <a:stretch>
              <a:fillRect/>
            </a:stretch>
          </p:blipFill>
          <p:spPr>
            <a:xfrm>
              <a:off x="1375410" y="4794777"/>
              <a:ext cx="3153114" cy="171470"/>
            </a:xfrm>
            <a:prstGeom prst="rect">
              <a:avLst/>
            </a:prstGeom>
          </p:spPr>
        </p:pic>
        <p:pic>
          <p:nvPicPr>
            <p:cNvPr id="32" name="object 32"/>
            <p:cNvPicPr/>
            <p:nvPr/>
          </p:nvPicPr>
          <p:blipFill>
            <a:blip r:embed="rId13" cstate="print"/>
            <a:stretch>
              <a:fillRect/>
            </a:stretch>
          </p:blipFill>
          <p:spPr>
            <a:xfrm>
              <a:off x="1375410" y="4794777"/>
              <a:ext cx="3153114" cy="171470"/>
            </a:xfrm>
            <a:prstGeom prst="rect">
              <a:avLst/>
            </a:prstGeom>
          </p:spPr>
        </p:pic>
      </p:grpSp>
      <p:grpSp>
        <p:nvGrpSpPr>
          <p:cNvPr id="33" name="object 33"/>
          <p:cNvGrpSpPr/>
          <p:nvPr/>
        </p:nvGrpSpPr>
        <p:grpSpPr>
          <a:xfrm>
            <a:off x="1375410" y="5051982"/>
            <a:ext cx="3153410" cy="181610"/>
            <a:chOff x="1375410" y="5051982"/>
            <a:chExt cx="3153410" cy="181610"/>
          </a:xfrm>
        </p:grpSpPr>
        <p:pic>
          <p:nvPicPr>
            <p:cNvPr id="34" name="object 34"/>
            <p:cNvPicPr/>
            <p:nvPr/>
          </p:nvPicPr>
          <p:blipFill>
            <a:blip r:embed="rId14" cstate="print"/>
            <a:stretch>
              <a:fillRect/>
            </a:stretch>
          </p:blipFill>
          <p:spPr>
            <a:xfrm>
              <a:off x="1375410" y="5051982"/>
              <a:ext cx="3153114" cy="180996"/>
            </a:xfrm>
            <a:prstGeom prst="rect">
              <a:avLst/>
            </a:prstGeom>
          </p:spPr>
        </p:pic>
        <p:pic>
          <p:nvPicPr>
            <p:cNvPr id="35" name="object 35"/>
            <p:cNvPicPr/>
            <p:nvPr/>
          </p:nvPicPr>
          <p:blipFill>
            <a:blip r:embed="rId15" cstate="print"/>
            <a:stretch>
              <a:fillRect/>
            </a:stretch>
          </p:blipFill>
          <p:spPr>
            <a:xfrm>
              <a:off x="1375410" y="5051982"/>
              <a:ext cx="3153114" cy="180996"/>
            </a:xfrm>
            <a:prstGeom prst="rect">
              <a:avLst/>
            </a:prstGeom>
          </p:spPr>
        </p:pic>
      </p:grpSp>
      <p:grpSp>
        <p:nvGrpSpPr>
          <p:cNvPr id="36" name="object 36"/>
          <p:cNvGrpSpPr/>
          <p:nvPr/>
        </p:nvGrpSpPr>
        <p:grpSpPr>
          <a:xfrm>
            <a:off x="6109844" y="2136985"/>
            <a:ext cx="3629660" cy="524510"/>
            <a:chOff x="6109844" y="2136985"/>
            <a:chExt cx="3629660" cy="524510"/>
          </a:xfrm>
        </p:grpSpPr>
        <p:pic>
          <p:nvPicPr>
            <p:cNvPr id="37" name="object 37"/>
            <p:cNvPicPr/>
            <p:nvPr/>
          </p:nvPicPr>
          <p:blipFill>
            <a:blip r:embed="rId16" cstate="print"/>
            <a:stretch>
              <a:fillRect/>
            </a:stretch>
          </p:blipFill>
          <p:spPr>
            <a:xfrm>
              <a:off x="6119370" y="2136985"/>
              <a:ext cx="390567" cy="419149"/>
            </a:xfrm>
            <a:prstGeom prst="rect">
              <a:avLst/>
            </a:prstGeom>
          </p:spPr>
        </p:pic>
        <p:pic>
          <p:nvPicPr>
            <p:cNvPr id="38" name="object 38"/>
            <p:cNvPicPr/>
            <p:nvPr/>
          </p:nvPicPr>
          <p:blipFill>
            <a:blip r:embed="rId17" cstate="print"/>
            <a:stretch>
              <a:fillRect/>
            </a:stretch>
          </p:blipFill>
          <p:spPr>
            <a:xfrm>
              <a:off x="6109844" y="2298929"/>
              <a:ext cx="3629416" cy="361993"/>
            </a:xfrm>
            <a:prstGeom prst="rect">
              <a:avLst/>
            </a:prstGeom>
          </p:spPr>
        </p:pic>
      </p:grpSp>
      <p:pic>
        <p:nvPicPr>
          <p:cNvPr id="39" name="object 39"/>
          <p:cNvPicPr/>
          <p:nvPr/>
        </p:nvPicPr>
        <p:blipFill>
          <a:blip r:embed="rId18" cstate="print"/>
          <a:stretch>
            <a:fillRect/>
          </a:stretch>
        </p:blipFill>
        <p:spPr>
          <a:xfrm>
            <a:off x="8405617" y="3032442"/>
            <a:ext cx="504879" cy="66682"/>
          </a:xfrm>
          <a:prstGeom prst="rect">
            <a:avLst/>
          </a:prstGeom>
        </p:spPr>
      </p:pic>
      <p:pic>
        <p:nvPicPr>
          <p:cNvPr id="40" name="object 40"/>
          <p:cNvPicPr/>
          <p:nvPr/>
        </p:nvPicPr>
        <p:blipFill>
          <a:blip r:embed="rId19" cstate="print"/>
          <a:stretch>
            <a:fillRect/>
          </a:stretch>
        </p:blipFill>
        <p:spPr>
          <a:xfrm>
            <a:off x="9243907" y="3194386"/>
            <a:ext cx="704925" cy="85735"/>
          </a:xfrm>
          <a:prstGeom prst="rect">
            <a:avLst/>
          </a:prstGeom>
        </p:spPr>
      </p:pic>
      <p:sp>
        <p:nvSpPr>
          <p:cNvPr id="41" name="object 41"/>
          <p:cNvSpPr txBox="1"/>
          <p:nvPr/>
        </p:nvSpPr>
        <p:spPr>
          <a:xfrm>
            <a:off x="1673580" y="5406039"/>
            <a:ext cx="2665095" cy="140335"/>
          </a:xfrm>
          <a:prstGeom prst="rect">
            <a:avLst/>
          </a:prstGeom>
        </p:spPr>
        <p:txBody>
          <a:bodyPr vert="horz" wrap="square" lIns="0" tIns="12700" rIns="0" bIns="0" rtlCol="0">
            <a:spAutoFit/>
          </a:bodyPr>
          <a:lstStyle/>
          <a:p>
            <a:pPr marL="12700">
              <a:lnSpc>
                <a:spcPct val="100000"/>
              </a:lnSpc>
              <a:spcBef>
                <a:spcPts val="100"/>
              </a:spcBef>
            </a:pPr>
            <a:r>
              <a:rPr sz="750" spc="-40" dirty="0">
                <a:solidFill>
                  <a:srgbClr val="707070"/>
                </a:solidFill>
                <a:latin typeface="Times New Roman"/>
                <a:cs typeface="Times New Roman"/>
              </a:rPr>
              <a:t>&amp;2.o2</a:t>
            </a:r>
            <a:r>
              <a:rPr sz="750" spc="-45" dirty="0">
                <a:solidFill>
                  <a:srgbClr val="707070"/>
                </a:solidFill>
                <a:latin typeface="Times New Roman"/>
                <a:cs typeface="Times New Roman"/>
              </a:rPr>
              <a:t> </a:t>
            </a:r>
            <a:r>
              <a:rPr sz="750" spc="-45" dirty="0">
                <a:solidFill>
                  <a:srgbClr val="8C8C8C"/>
                </a:solidFill>
                <a:latin typeface="Times New Roman"/>
                <a:cs typeface="Times New Roman"/>
              </a:rPr>
              <a:t>4</a:t>
            </a:r>
            <a:r>
              <a:rPr sz="750" spc="95" dirty="0">
                <a:solidFill>
                  <a:srgbClr val="8C8C8C"/>
                </a:solidFill>
                <a:latin typeface="Times New Roman"/>
                <a:cs typeface="Times New Roman"/>
              </a:rPr>
              <a:t> </a:t>
            </a:r>
            <a:r>
              <a:rPr sz="750" spc="-85" dirty="0">
                <a:solidFill>
                  <a:srgbClr val="7E7E7E"/>
                </a:solidFill>
                <a:latin typeface="Times New Roman"/>
                <a:cs typeface="Times New Roman"/>
              </a:rPr>
              <a:t>Anna</a:t>
            </a:r>
            <a:r>
              <a:rPr sz="750" spc="-90" dirty="0">
                <a:solidFill>
                  <a:srgbClr val="7E7E7E"/>
                </a:solidFill>
                <a:latin typeface="Times New Roman"/>
                <a:cs typeface="Times New Roman"/>
              </a:rPr>
              <a:t> </a:t>
            </a:r>
            <a:r>
              <a:rPr sz="750" dirty="0">
                <a:solidFill>
                  <a:srgbClr val="232323"/>
                </a:solidFill>
                <a:latin typeface="Times New Roman"/>
                <a:cs typeface="Times New Roman"/>
              </a:rPr>
              <a:t>z</a:t>
            </a:r>
            <a:r>
              <a:rPr sz="750" dirty="0">
                <a:solidFill>
                  <a:srgbClr val="808080"/>
                </a:solidFill>
                <a:latin typeface="Times New Roman"/>
                <a:cs typeface="Times New Roman"/>
              </a:rPr>
              <a:t>on</a:t>
            </a:r>
            <a:r>
              <a:rPr sz="750" spc="40" dirty="0">
                <a:solidFill>
                  <a:srgbClr val="808080"/>
                </a:solidFill>
                <a:latin typeface="Times New Roman"/>
                <a:cs typeface="Times New Roman"/>
              </a:rPr>
              <a:t> </a:t>
            </a:r>
            <a:r>
              <a:rPr sz="750" dirty="0">
                <a:solidFill>
                  <a:srgbClr val="7C7C7C"/>
                </a:solidFill>
                <a:latin typeface="Times New Roman"/>
                <a:cs typeface="Times New Roman"/>
              </a:rPr>
              <a:t>M</a:t>
            </a:r>
            <a:r>
              <a:rPr sz="750" spc="260" dirty="0">
                <a:solidFill>
                  <a:srgbClr val="7C7C7C"/>
                </a:solidFill>
                <a:latin typeface="Times New Roman"/>
                <a:cs typeface="Times New Roman"/>
              </a:rPr>
              <a:t>  </a:t>
            </a:r>
            <a:r>
              <a:rPr sz="750" dirty="0">
                <a:solidFill>
                  <a:srgbClr val="505050"/>
                </a:solidFill>
                <a:latin typeface="Times New Roman"/>
                <a:cs typeface="Times New Roman"/>
              </a:rPr>
              <a:t>Mr›nres,</a:t>
            </a:r>
            <a:r>
              <a:rPr sz="750" spc="100" dirty="0">
                <a:solidFill>
                  <a:srgbClr val="505050"/>
                </a:solidFill>
                <a:latin typeface="Times New Roman"/>
                <a:cs typeface="Times New Roman"/>
              </a:rPr>
              <a:t> </a:t>
            </a:r>
            <a:r>
              <a:rPr sz="750" dirty="0">
                <a:solidFill>
                  <a:srgbClr val="909090"/>
                </a:solidFill>
                <a:latin typeface="Times New Roman"/>
                <a:cs typeface="Times New Roman"/>
              </a:rPr>
              <a:t>inc</a:t>
            </a:r>
            <a:r>
              <a:rPr sz="750" spc="75" dirty="0">
                <a:solidFill>
                  <a:srgbClr val="909090"/>
                </a:solidFill>
                <a:latin typeface="Times New Roman"/>
                <a:cs typeface="Times New Roman"/>
              </a:rPr>
              <a:t> </a:t>
            </a:r>
            <a:r>
              <a:rPr sz="750" dirty="0">
                <a:solidFill>
                  <a:srgbClr val="707070"/>
                </a:solidFill>
                <a:latin typeface="Times New Roman"/>
                <a:cs typeface="Times New Roman"/>
              </a:rPr>
              <a:t>or</a:t>
            </a:r>
            <a:r>
              <a:rPr sz="750" spc="35" dirty="0">
                <a:solidFill>
                  <a:srgbClr val="707070"/>
                </a:solidFill>
                <a:latin typeface="Times New Roman"/>
                <a:cs typeface="Times New Roman"/>
              </a:rPr>
              <a:t> </a:t>
            </a:r>
            <a:r>
              <a:rPr sz="750" spc="-10" dirty="0">
                <a:solidFill>
                  <a:srgbClr val="595959"/>
                </a:solidFill>
                <a:latin typeface="Times New Roman"/>
                <a:cs typeface="Times New Roman"/>
              </a:rPr>
              <a:t>its</a:t>
            </a:r>
            <a:r>
              <a:rPr sz="750" spc="-80" dirty="0">
                <a:solidFill>
                  <a:srgbClr val="595959"/>
                </a:solidFill>
                <a:latin typeface="Times New Roman"/>
                <a:cs typeface="Times New Roman"/>
              </a:rPr>
              <a:t> </a:t>
            </a:r>
            <a:r>
              <a:rPr sz="750" spc="-35" dirty="0">
                <a:solidFill>
                  <a:srgbClr val="696969"/>
                </a:solidFill>
                <a:latin typeface="Times New Roman"/>
                <a:cs typeface="Times New Roman"/>
              </a:rPr>
              <a:t>aT'1ianzs.</a:t>
            </a:r>
            <a:r>
              <a:rPr sz="750" spc="30" dirty="0">
                <a:solidFill>
                  <a:srgbClr val="696969"/>
                </a:solidFill>
                <a:latin typeface="Times New Roman"/>
                <a:cs typeface="Times New Roman"/>
              </a:rPr>
              <a:t> </a:t>
            </a:r>
            <a:r>
              <a:rPr sz="750" dirty="0">
                <a:solidFill>
                  <a:srgbClr val="939393"/>
                </a:solidFill>
                <a:latin typeface="Times New Roman"/>
                <a:cs typeface="Times New Roman"/>
              </a:rPr>
              <a:t>n</a:t>
            </a:r>
            <a:r>
              <a:rPr sz="750" spc="455" dirty="0">
                <a:solidFill>
                  <a:srgbClr val="939393"/>
                </a:solidFill>
                <a:latin typeface="Times New Roman"/>
                <a:cs typeface="Times New Roman"/>
              </a:rPr>
              <a:t> </a:t>
            </a:r>
            <a:r>
              <a:rPr sz="750" dirty="0">
                <a:solidFill>
                  <a:srgbClr val="646464"/>
                </a:solidFill>
                <a:latin typeface="Times New Roman"/>
                <a:cs typeface="Times New Roman"/>
              </a:rPr>
              <a:t>n3hu</a:t>
            </a:r>
            <a:r>
              <a:rPr sz="750" spc="65" dirty="0">
                <a:solidFill>
                  <a:srgbClr val="646464"/>
                </a:solidFill>
                <a:latin typeface="Times New Roman"/>
                <a:cs typeface="Times New Roman"/>
              </a:rPr>
              <a:t> </a:t>
            </a:r>
            <a:r>
              <a:rPr sz="750" spc="-20" dirty="0">
                <a:solidFill>
                  <a:srgbClr val="797979"/>
                </a:solidFill>
                <a:latin typeface="Times New Roman"/>
                <a:cs typeface="Times New Roman"/>
              </a:rPr>
              <a:t>reser</a:t>
            </a:r>
            <a:r>
              <a:rPr sz="750" spc="-90" dirty="0">
                <a:solidFill>
                  <a:srgbClr val="797979"/>
                </a:solidFill>
                <a:latin typeface="Times New Roman"/>
                <a:cs typeface="Times New Roman"/>
              </a:rPr>
              <a:t> </a:t>
            </a:r>
            <a:r>
              <a:rPr sz="750" spc="-25" dirty="0">
                <a:solidFill>
                  <a:srgbClr val="898989"/>
                </a:solidFill>
                <a:latin typeface="Times New Roman"/>
                <a:cs typeface="Times New Roman"/>
              </a:rPr>
              <a:t>ver</a:t>
            </a:r>
            <a:endParaRPr sz="750">
              <a:latin typeface="Times New Roman"/>
              <a:cs typeface="Times New Roman"/>
            </a:endParaRPr>
          </a:p>
        </p:txBody>
      </p:sp>
      <p:sp>
        <p:nvSpPr>
          <p:cNvPr id="42" name="object 42"/>
          <p:cNvSpPr txBox="1"/>
          <p:nvPr/>
        </p:nvSpPr>
        <p:spPr>
          <a:xfrm>
            <a:off x="4779806" y="1373308"/>
            <a:ext cx="5787390" cy="591820"/>
          </a:xfrm>
          <a:prstGeom prst="rect">
            <a:avLst/>
          </a:prstGeom>
        </p:spPr>
        <p:txBody>
          <a:bodyPr vert="horz" wrap="square" lIns="0" tIns="32384" rIns="0" bIns="0" rtlCol="0">
            <a:spAutoFit/>
          </a:bodyPr>
          <a:lstStyle/>
          <a:p>
            <a:pPr marL="12700" marR="5080" indent="11430">
              <a:lnSpc>
                <a:spcPts val="2180"/>
              </a:lnSpc>
              <a:spcBef>
                <a:spcPts val="254"/>
              </a:spcBef>
            </a:pPr>
            <a:r>
              <a:rPr sz="1900" spc="-300" dirty="0">
                <a:latin typeface="Verdana"/>
                <a:cs typeface="Verdana"/>
              </a:rPr>
              <a:t>You</a:t>
            </a:r>
            <a:r>
              <a:rPr sz="1900" spc="-200" dirty="0">
                <a:latin typeface="Verdana"/>
                <a:cs typeface="Verdana"/>
              </a:rPr>
              <a:t> </a:t>
            </a:r>
            <a:r>
              <a:rPr sz="1900" spc="-295" dirty="0">
                <a:latin typeface="Verdana"/>
                <a:cs typeface="Verdana"/>
              </a:rPr>
              <a:t>can</a:t>
            </a:r>
            <a:r>
              <a:rPr sz="1900" spc="-190" dirty="0">
                <a:latin typeface="Verdana"/>
                <a:cs typeface="Verdana"/>
              </a:rPr>
              <a:t> </a:t>
            </a:r>
            <a:r>
              <a:rPr sz="1900" spc="-254" dirty="0">
                <a:latin typeface="Verdana"/>
                <a:cs typeface="Verdana"/>
              </a:rPr>
              <a:t>architect</a:t>
            </a:r>
            <a:r>
              <a:rPr sz="1900" spc="-85" dirty="0">
                <a:latin typeface="Verdana"/>
                <a:cs typeface="Verdana"/>
              </a:rPr>
              <a:t> </a:t>
            </a:r>
            <a:r>
              <a:rPr sz="1900" spc="-245" dirty="0">
                <a:solidFill>
                  <a:srgbClr val="181818"/>
                </a:solidFill>
                <a:latin typeface="Verdana"/>
                <a:cs typeface="Verdana"/>
              </a:rPr>
              <a:t>with</a:t>
            </a:r>
            <a:r>
              <a:rPr sz="1900" spc="-180" dirty="0">
                <a:solidFill>
                  <a:srgbClr val="181818"/>
                </a:solidFill>
                <a:latin typeface="Verdana"/>
                <a:cs typeface="Verdana"/>
              </a:rPr>
              <a:t> </a:t>
            </a:r>
            <a:r>
              <a:rPr sz="1900" spc="-320" dirty="0">
                <a:latin typeface="Verdana"/>
                <a:cs typeface="Verdana"/>
              </a:rPr>
              <a:t>Lambda</a:t>
            </a:r>
            <a:r>
              <a:rPr sz="1900" spc="-145" dirty="0">
                <a:latin typeface="Verdana"/>
                <a:cs typeface="Verdana"/>
              </a:rPr>
              <a:t> </a:t>
            </a:r>
            <a:r>
              <a:rPr sz="1900" spc="-280" dirty="0">
                <a:solidFill>
                  <a:srgbClr val="0F0F0F"/>
                </a:solidFill>
                <a:latin typeface="Verdana"/>
                <a:cs typeface="Verdana"/>
              </a:rPr>
              <a:t>by</a:t>
            </a:r>
            <a:r>
              <a:rPr sz="1900" spc="-175" dirty="0">
                <a:solidFill>
                  <a:srgbClr val="0F0F0F"/>
                </a:solidFill>
                <a:latin typeface="Verdana"/>
                <a:cs typeface="Verdana"/>
              </a:rPr>
              <a:t> </a:t>
            </a:r>
            <a:r>
              <a:rPr sz="1900" spc="-245" dirty="0">
                <a:latin typeface="Verdana"/>
                <a:cs typeface="Verdana"/>
              </a:rPr>
              <a:t>configuring</a:t>
            </a:r>
            <a:r>
              <a:rPr sz="1900" spc="-45" dirty="0">
                <a:latin typeface="Verdana"/>
                <a:cs typeface="Verdana"/>
              </a:rPr>
              <a:t> </a:t>
            </a:r>
            <a:r>
              <a:rPr sz="1900" spc="-320" dirty="0">
                <a:latin typeface="Verdana"/>
                <a:cs typeface="Verdana"/>
              </a:rPr>
              <a:t>Lambda</a:t>
            </a:r>
            <a:r>
              <a:rPr sz="1900" spc="-105" dirty="0">
                <a:latin typeface="Verdana"/>
                <a:cs typeface="Verdana"/>
              </a:rPr>
              <a:t> </a:t>
            </a:r>
            <a:r>
              <a:rPr sz="1900" spc="-25" dirty="0">
                <a:latin typeface="Verdana"/>
                <a:cs typeface="Verdana"/>
              </a:rPr>
              <a:t>to </a:t>
            </a:r>
            <a:r>
              <a:rPr sz="1900" spc="-280" dirty="0">
                <a:latin typeface="Verdana"/>
                <a:cs typeface="Verdana"/>
              </a:rPr>
              <a:t>perform</a:t>
            </a:r>
            <a:r>
              <a:rPr sz="1900" spc="-55" dirty="0">
                <a:latin typeface="Verdana"/>
                <a:cs typeface="Verdana"/>
              </a:rPr>
              <a:t> </a:t>
            </a:r>
            <a:r>
              <a:rPr sz="1900" spc="-275" dirty="0">
                <a:latin typeface="Verdana"/>
                <a:cs typeface="Verdana"/>
              </a:rPr>
              <a:t>an</a:t>
            </a:r>
            <a:r>
              <a:rPr sz="1900" spc="-210" dirty="0">
                <a:latin typeface="Verdana"/>
                <a:cs typeface="Verdana"/>
              </a:rPr>
              <a:t> </a:t>
            </a:r>
            <a:r>
              <a:rPr sz="1900" spc="-240" dirty="0">
                <a:latin typeface="Verdana"/>
                <a:cs typeface="Verdana"/>
              </a:rPr>
              <a:t>action</a:t>
            </a:r>
            <a:r>
              <a:rPr sz="1900" spc="-210" dirty="0">
                <a:latin typeface="Verdana"/>
                <a:cs typeface="Verdana"/>
              </a:rPr>
              <a:t> </a:t>
            </a:r>
            <a:r>
              <a:rPr sz="1900" spc="-275" dirty="0">
                <a:latin typeface="Verdana"/>
                <a:cs typeface="Verdana"/>
              </a:rPr>
              <a:t>when</a:t>
            </a:r>
            <a:r>
              <a:rPr sz="1900" spc="-195" dirty="0">
                <a:latin typeface="Verdana"/>
                <a:cs typeface="Verdana"/>
              </a:rPr>
              <a:t> </a:t>
            </a:r>
            <a:r>
              <a:rPr sz="1900" spc="-310" dirty="0">
                <a:solidFill>
                  <a:srgbClr val="2A2A2A"/>
                </a:solidFill>
                <a:latin typeface="Verdana"/>
                <a:cs typeface="Verdana"/>
              </a:rPr>
              <a:t>an</a:t>
            </a:r>
            <a:r>
              <a:rPr sz="1900" spc="-215" dirty="0">
                <a:solidFill>
                  <a:srgbClr val="2A2A2A"/>
                </a:solidFill>
                <a:latin typeface="Verdana"/>
                <a:cs typeface="Verdana"/>
              </a:rPr>
              <a:t> </a:t>
            </a:r>
            <a:r>
              <a:rPr sz="1900" spc="-285" dirty="0">
                <a:solidFill>
                  <a:srgbClr val="161616"/>
                </a:solidFill>
                <a:latin typeface="Verdana"/>
                <a:cs typeface="Verdana"/>
              </a:rPr>
              <a:t>event</a:t>
            </a:r>
            <a:r>
              <a:rPr sz="1900" spc="-160" dirty="0">
                <a:solidFill>
                  <a:srgbClr val="161616"/>
                </a:solidFill>
                <a:latin typeface="Verdana"/>
                <a:cs typeface="Verdana"/>
              </a:rPr>
              <a:t> </a:t>
            </a:r>
            <a:r>
              <a:rPr sz="1900" spc="-270" dirty="0">
                <a:latin typeface="Verdana"/>
                <a:cs typeface="Verdana"/>
              </a:rPr>
              <a:t>occurs</a:t>
            </a:r>
            <a:r>
              <a:rPr sz="1900" spc="-155" dirty="0">
                <a:latin typeface="Verdana"/>
                <a:cs typeface="Verdana"/>
              </a:rPr>
              <a:t> </a:t>
            </a:r>
            <a:r>
              <a:rPr sz="1900" spc="-250" dirty="0">
                <a:latin typeface="Verdana"/>
                <a:cs typeface="Verdana"/>
              </a:rPr>
              <a:t>in</a:t>
            </a:r>
            <a:r>
              <a:rPr sz="1900" spc="-195" dirty="0">
                <a:latin typeface="Verdana"/>
                <a:cs typeface="Verdana"/>
              </a:rPr>
              <a:t> </a:t>
            </a:r>
            <a:r>
              <a:rPr sz="1900" spc="-285" dirty="0">
                <a:solidFill>
                  <a:srgbClr val="161616"/>
                </a:solidFill>
                <a:latin typeface="Verdana"/>
                <a:cs typeface="Verdana"/>
              </a:rPr>
              <a:t>a</a:t>
            </a:r>
            <a:r>
              <a:rPr sz="1900" spc="-275" dirty="0">
                <a:solidFill>
                  <a:srgbClr val="161616"/>
                </a:solidFill>
                <a:latin typeface="Verdana"/>
                <a:cs typeface="Verdana"/>
              </a:rPr>
              <a:t> </a:t>
            </a:r>
            <a:r>
              <a:rPr sz="1900" spc="-240" dirty="0">
                <a:latin typeface="Verdana"/>
                <a:cs typeface="Verdana"/>
              </a:rPr>
              <a:t>triggering</a:t>
            </a:r>
            <a:r>
              <a:rPr sz="1900" spc="-110" dirty="0">
                <a:latin typeface="Verdana"/>
                <a:cs typeface="Verdana"/>
              </a:rPr>
              <a:t> </a:t>
            </a:r>
            <a:r>
              <a:rPr sz="1900" spc="-305" dirty="0">
                <a:solidFill>
                  <a:srgbClr val="0E0E0E"/>
                </a:solidFill>
                <a:latin typeface="Verdana"/>
                <a:cs typeface="Verdana"/>
              </a:rPr>
              <a:t>service.</a:t>
            </a:r>
            <a:endParaRPr sz="1900">
              <a:latin typeface="Verdana"/>
              <a:cs typeface="Verdana"/>
            </a:endParaRPr>
          </a:p>
        </p:txBody>
      </p:sp>
      <p:sp>
        <p:nvSpPr>
          <p:cNvPr id="43" name="object 43"/>
          <p:cNvSpPr txBox="1"/>
          <p:nvPr/>
        </p:nvSpPr>
        <p:spPr>
          <a:xfrm>
            <a:off x="4782651" y="3403506"/>
            <a:ext cx="5576570" cy="1735455"/>
          </a:xfrm>
          <a:prstGeom prst="rect">
            <a:avLst/>
          </a:prstGeom>
        </p:spPr>
        <p:txBody>
          <a:bodyPr vert="horz" wrap="square" lIns="0" tIns="30480" rIns="0" bIns="0" rtlCol="0">
            <a:spAutoFit/>
          </a:bodyPr>
          <a:lstStyle/>
          <a:p>
            <a:pPr marL="1323340">
              <a:lnSpc>
                <a:spcPct val="100000"/>
              </a:lnSpc>
              <a:spcBef>
                <a:spcPts val="240"/>
              </a:spcBef>
            </a:pPr>
            <a:r>
              <a:rPr sz="700" dirty="0">
                <a:solidFill>
                  <a:srgbClr val="575757"/>
                </a:solidFill>
                <a:latin typeface="Times New Roman"/>
                <a:cs typeface="Times New Roman"/>
              </a:rPr>
              <a:t>6ucker</a:t>
            </a:r>
            <a:r>
              <a:rPr sz="700" spc="240" dirty="0">
                <a:solidFill>
                  <a:srgbClr val="575757"/>
                </a:solidFill>
                <a:latin typeface="Times New Roman"/>
                <a:cs typeface="Times New Roman"/>
              </a:rPr>
              <a:t> </a:t>
            </a:r>
            <a:r>
              <a:rPr sz="700" spc="-50" dirty="0">
                <a:solidFill>
                  <a:srgbClr val="8A8A8A"/>
                </a:solidFill>
                <a:latin typeface="Times New Roman"/>
                <a:cs typeface="Times New Roman"/>
              </a:rPr>
              <a:t>B</a:t>
            </a:r>
            <a:endParaRPr sz="700">
              <a:latin typeface="Times New Roman"/>
              <a:cs typeface="Times New Roman"/>
            </a:endParaRPr>
          </a:p>
          <a:p>
            <a:pPr marL="12700">
              <a:lnSpc>
                <a:spcPct val="100000"/>
              </a:lnSpc>
              <a:spcBef>
                <a:spcPts val="320"/>
              </a:spcBef>
            </a:pPr>
            <a:r>
              <a:rPr sz="1600" dirty="0">
                <a:solidFill>
                  <a:srgbClr val="383838"/>
                </a:solidFill>
                <a:latin typeface="Arial MT"/>
                <a:cs typeface="Arial MT"/>
              </a:rPr>
              <a:t>In</a:t>
            </a:r>
            <a:r>
              <a:rPr sz="1600" spc="-105" dirty="0">
                <a:solidFill>
                  <a:srgbClr val="383838"/>
                </a:solidFill>
                <a:latin typeface="Arial MT"/>
                <a:cs typeface="Arial MT"/>
              </a:rPr>
              <a:t> </a:t>
            </a:r>
            <a:r>
              <a:rPr sz="1600" spc="-10" dirty="0">
                <a:latin typeface="Arial MT"/>
                <a:cs typeface="Arial MT"/>
              </a:rPr>
              <a:t>this</a:t>
            </a:r>
            <a:r>
              <a:rPr sz="1600" spc="-45" dirty="0">
                <a:latin typeface="Arial MT"/>
                <a:cs typeface="Arial MT"/>
              </a:rPr>
              <a:t> </a:t>
            </a:r>
            <a:r>
              <a:rPr sz="1600" spc="-60" dirty="0">
                <a:solidFill>
                  <a:srgbClr val="0C0C0C"/>
                </a:solidFill>
                <a:latin typeface="Arial MT"/>
                <a:cs typeface="Arial MT"/>
              </a:rPr>
              <a:t>example,</a:t>
            </a:r>
            <a:r>
              <a:rPr sz="1600" spc="-10" dirty="0">
                <a:solidFill>
                  <a:srgbClr val="0C0C0C"/>
                </a:solidFill>
                <a:latin typeface="Arial MT"/>
                <a:cs typeface="Arial MT"/>
              </a:rPr>
              <a:t> </a:t>
            </a:r>
            <a:r>
              <a:rPr sz="1600" dirty="0">
                <a:latin typeface="Arial MT"/>
                <a:cs typeface="Arial MT"/>
              </a:rPr>
              <a:t>a</a:t>
            </a:r>
            <a:r>
              <a:rPr sz="1600" spc="-30" dirty="0">
                <a:latin typeface="Arial MT"/>
                <a:cs typeface="Arial MT"/>
              </a:rPr>
              <a:t> </a:t>
            </a:r>
            <a:r>
              <a:rPr sz="1600" spc="-85" dirty="0">
                <a:latin typeface="Arial MT"/>
                <a:cs typeface="Arial MT"/>
              </a:rPr>
              <a:t>user</a:t>
            </a:r>
            <a:r>
              <a:rPr sz="1600" spc="20" dirty="0">
                <a:latin typeface="Arial MT"/>
                <a:cs typeface="Arial MT"/>
              </a:rPr>
              <a:t> </a:t>
            </a:r>
            <a:r>
              <a:rPr sz="1600" spc="-25" dirty="0">
                <a:latin typeface="Arial MT"/>
                <a:cs typeface="Arial MT"/>
              </a:rPr>
              <a:t>uploads</a:t>
            </a:r>
            <a:r>
              <a:rPr sz="1600" spc="-5" dirty="0">
                <a:latin typeface="Arial MT"/>
                <a:cs typeface="Arial MT"/>
              </a:rPr>
              <a:t> </a:t>
            </a:r>
            <a:r>
              <a:rPr sz="1600" spc="-210" dirty="0">
                <a:solidFill>
                  <a:srgbClr val="181818"/>
                </a:solidFill>
                <a:latin typeface="Arial MT"/>
                <a:cs typeface="Arial MT"/>
              </a:rPr>
              <a:t>a</a:t>
            </a:r>
            <a:r>
              <a:rPr sz="1600" spc="20" dirty="0">
                <a:solidFill>
                  <a:srgbClr val="181818"/>
                </a:solidFill>
                <a:latin typeface="Arial MT"/>
                <a:cs typeface="Arial MT"/>
              </a:rPr>
              <a:t> </a:t>
            </a:r>
            <a:r>
              <a:rPr sz="1600" dirty="0">
                <a:solidFill>
                  <a:srgbClr val="0C0C0C"/>
                </a:solidFill>
                <a:latin typeface="Arial MT"/>
                <a:cs typeface="Arial MT"/>
              </a:rPr>
              <a:t>photo</a:t>
            </a:r>
            <a:r>
              <a:rPr sz="1600" spc="-70" dirty="0">
                <a:solidFill>
                  <a:srgbClr val="0C0C0C"/>
                </a:solidFill>
                <a:latin typeface="Arial MT"/>
                <a:cs typeface="Arial MT"/>
              </a:rPr>
              <a:t> </a:t>
            </a:r>
            <a:r>
              <a:rPr sz="1600" dirty="0">
                <a:latin typeface="Arial MT"/>
                <a:cs typeface="Arial MT"/>
              </a:rPr>
              <a:t>into</a:t>
            </a:r>
            <a:r>
              <a:rPr sz="1600" spc="-65" dirty="0">
                <a:latin typeface="Arial MT"/>
                <a:cs typeface="Arial MT"/>
              </a:rPr>
              <a:t> </a:t>
            </a:r>
            <a:r>
              <a:rPr sz="1600" spc="-50" dirty="0">
                <a:solidFill>
                  <a:srgbClr val="111111"/>
                </a:solidFill>
                <a:latin typeface="Arial MT"/>
                <a:cs typeface="Arial MT"/>
              </a:rPr>
              <a:t>Amazon</a:t>
            </a:r>
            <a:r>
              <a:rPr sz="1600" spc="35" dirty="0">
                <a:solidFill>
                  <a:srgbClr val="111111"/>
                </a:solidFill>
                <a:latin typeface="Arial MT"/>
                <a:cs typeface="Arial MT"/>
              </a:rPr>
              <a:t> </a:t>
            </a:r>
            <a:r>
              <a:rPr sz="1600" spc="-155" dirty="0">
                <a:solidFill>
                  <a:srgbClr val="161616"/>
                </a:solidFill>
                <a:latin typeface="Arial MT"/>
                <a:cs typeface="Arial MT"/>
              </a:rPr>
              <a:t>S3</a:t>
            </a:r>
            <a:r>
              <a:rPr sz="1600" spc="10" dirty="0">
                <a:solidFill>
                  <a:srgbClr val="161616"/>
                </a:solidFill>
                <a:latin typeface="Arial MT"/>
                <a:cs typeface="Arial MT"/>
              </a:rPr>
              <a:t> </a:t>
            </a:r>
            <a:r>
              <a:rPr sz="1600" dirty="0">
                <a:solidFill>
                  <a:srgbClr val="383838"/>
                </a:solidFill>
                <a:latin typeface="Arial MT"/>
                <a:cs typeface="Arial MT"/>
              </a:rPr>
              <a:t>-</a:t>
            </a:r>
            <a:r>
              <a:rPr sz="1600" spc="100" dirty="0">
                <a:solidFill>
                  <a:srgbClr val="383838"/>
                </a:solidFill>
                <a:latin typeface="Arial MT"/>
                <a:cs typeface="Arial MT"/>
              </a:rPr>
              <a:t> </a:t>
            </a:r>
            <a:r>
              <a:rPr sz="1600" spc="-50" dirty="0">
                <a:latin typeface="Arial MT"/>
                <a:cs typeface="Arial MT"/>
              </a:rPr>
              <a:t>Bucket</a:t>
            </a:r>
            <a:endParaRPr sz="1600">
              <a:latin typeface="Arial MT"/>
              <a:cs typeface="Arial MT"/>
            </a:endParaRPr>
          </a:p>
          <a:p>
            <a:pPr marL="22225">
              <a:lnSpc>
                <a:spcPct val="100000"/>
              </a:lnSpc>
              <a:spcBef>
                <a:spcPts val="70"/>
              </a:spcBef>
            </a:pPr>
            <a:r>
              <a:rPr sz="1600" spc="-130" dirty="0">
                <a:latin typeface="Arial MT"/>
                <a:cs typeface="Arial MT"/>
              </a:rPr>
              <a:t>A.</a:t>
            </a:r>
            <a:r>
              <a:rPr sz="1600" spc="-45" dirty="0">
                <a:latin typeface="Arial MT"/>
                <a:cs typeface="Arial MT"/>
              </a:rPr>
              <a:t> </a:t>
            </a:r>
            <a:r>
              <a:rPr sz="1600" spc="-55" dirty="0">
                <a:solidFill>
                  <a:srgbClr val="181818"/>
                </a:solidFill>
                <a:latin typeface="Arial MT"/>
                <a:cs typeface="Arial MT"/>
              </a:rPr>
              <a:t>This</a:t>
            </a:r>
            <a:r>
              <a:rPr sz="1600" spc="-60" dirty="0">
                <a:solidFill>
                  <a:srgbClr val="181818"/>
                </a:solidFill>
                <a:latin typeface="Arial MT"/>
                <a:cs typeface="Arial MT"/>
              </a:rPr>
              <a:t> </a:t>
            </a:r>
            <a:r>
              <a:rPr sz="1600" spc="-10" dirty="0">
                <a:latin typeface="Arial MT"/>
                <a:cs typeface="Arial MT"/>
              </a:rPr>
              <a:t>action</a:t>
            </a:r>
            <a:r>
              <a:rPr sz="1600" spc="-95" dirty="0">
                <a:latin typeface="Arial MT"/>
                <a:cs typeface="Arial MT"/>
              </a:rPr>
              <a:t> </a:t>
            </a:r>
            <a:r>
              <a:rPr sz="1600" spc="-25" dirty="0">
                <a:solidFill>
                  <a:srgbClr val="282828"/>
                </a:solidFill>
                <a:latin typeface="Arial MT"/>
                <a:cs typeface="Arial MT"/>
              </a:rPr>
              <a:t>triggers</a:t>
            </a:r>
            <a:r>
              <a:rPr sz="1600" spc="40" dirty="0">
                <a:solidFill>
                  <a:srgbClr val="282828"/>
                </a:solidFill>
                <a:latin typeface="Arial MT"/>
                <a:cs typeface="Arial MT"/>
              </a:rPr>
              <a:t> </a:t>
            </a:r>
            <a:r>
              <a:rPr sz="1600" dirty="0">
                <a:solidFill>
                  <a:srgbClr val="131313"/>
                </a:solidFill>
                <a:latin typeface="Arial MT"/>
                <a:cs typeface="Arial MT"/>
              </a:rPr>
              <a:t>the</a:t>
            </a:r>
            <a:r>
              <a:rPr sz="1600" spc="-110" dirty="0">
                <a:solidFill>
                  <a:srgbClr val="131313"/>
                </a:solidFill>
                <a:latin typeface="Arial MT"/>
                <a:cs typeface="Arial MT"/>
              </a:rPr>
              <a:t> </a:t>
            </a:r>
            <a:r>
              <a:rPr sz="1600" spc="-50" dirty="0">
                <a:solidFill>
                  <a:srgbClr val="161616"/>
                </a:solidFill>
                <a:latin typeface="Arial MT"/>
                <a:cs typeface="Arial MT"/>
              </a:rPr>
              <a:t>Lambda</a:t>
            </a:r>
            <a:r>
              <a:rPr sz="1600" spc="15" dirty="0">
                <a:solidFill>
                  <a:srgbClr val="161616"/>
                </a:solidFill>
                <a:latin typeface="Arial MT"/>
                <a:cs typeface="Arial MT"/>
              </a:rPr>
              <a:t> </a:t>
            </a:r>
            <a:r>
              <a:rPr sz="1600" spc="-45" dirty="0">
                <a:latin typeface="Arial MT"/>
                <a:cs typeface="Arial MT"/>
              </a:rPr>
              <a:t>code</a:t>
            </a:r>
            <a:r>
              <a:rPr sz="1600" spc="5" dirty="0">
                <a:latin typeface="Arial MT"/>
                <a:cs typeface="Arial MT"/>
              </a:rPr>
              <a:t> </a:t>
            </a:r>
            <a:r>
              <a:rPr sz="1600" dirty="0">
                <a:solidFill>
                  <a:srgbClr val="151515"/>
                </a:solidFill>
                <a:latin typeface="Arial MT"/>
                <a:cs typeface="Arial MT"/>
              </a:rPr>
              <a:t>to</a:t>
            </a:r>
            <a:r>
              <a:rPr sz="1600" spc="-105" dirty="0">
                <a:solidFill>
                  <a:srgbClr val="151515"/>
                </a:solidFill>
                <a:latin typeface="Arial MT"/>
                <a:cs typeface="Arial MT"/>
              </a:rPr>
              <a:t> </a:t>
            </a:r>
            <a:r>
              <a:rPr sz="1600" spc="-10" dirty="0">
                <a:solidFill>
                  <a:srgbClr val="242424"/>
                </a:solidFill>
                <a:latin typeface="Arial MT"/>
                <a:cs typeface="Arial MT"/>
              </a:rPr>
              <a:t>run</a:t>
            </a:r>
            <a:r>
              <a:rPr sz="1600" spc="-95" dirty="0">
                <a:solidFill>
                  <a:srgbClr val="242424"/>
                </a:solidFill>
                <a:latin typeface="Arial MT"/>
                <a:cs typeface="Arial MT"/>
              </a:rPr>
              <a:t> </a:t>
            </a:r>
            <a:r>
              <a:rPr sz="1600" dirty="0">
                <a:latin typeface="Arial MT"/>
                <a:cs typeface="Arial MT"/>
              </a:rPr>
              <a:t>and</a:t>
            </a:r>
            <a:r>
              <a:rPr sz="1600" spc="-60" dirty="0">
                <a:latin typeface="Arial MT"/>
                <a:cs typeface="Arial MT"/>
              </a:rPr>
              <a:t> </a:t>
            </a:r>
            <a:r>
              <a:rPr sz="1600" spc="-90" dirty="0">
                <a:latin typeface="Arial MT"/>
                <a:cs typeface="Arial MT"/>
              </a:rPr>
              <a:t>resize</a:t>
            </a:r>
            <a:r>
              <a:rPr sz="1600" spc="-20" dirty="0">
                <a:latin typeface="Arial MT"/>
                <a:cs typeface="Arial MT"/>
              </a:rPr>
              <a:t> </a:t>
            </a:r>
            <a:r>
              <a:rPr sz="1600" spc="-25" dirty="0">
                <a:solidFill>
                  <a:srgbClr val="414141"/>
                </a:solidFill>
                <a:latin typeface="Arial MT"/>
                <a:cs typeface="Arial MT"/>
              </a:rPr>
              <a:t>the</a:t>
            </a:r>
            <a:endParaRPr sz="1600">
              <a:latin typeface="Arial MT"/>
              <a:cs typeface="Arial MT"/>
            </a:endParaRPr>
          </a:p>
          <a:p>
            <a:pPr marL="16510" marR="130175" indent="1270">
              <a:lnSpc>
                <a:spcPct val="106800"/>
              </a:lnSpc>
              <a:spcBef>
                <a:spcPts val="50"/>
              </a:spcBef>
            </a:pPr>
            <a:r>
              <a:rPr sz="1600" dirty="0">
                <a:solidFill>
                  <a:srgbClr val="212121"/>
                </a:solidFill>
                <a:latin typeface="Arial MT"/>
                <a:cs typeface="Arial MT"/>
              </a:rPr>
              <a:t>photo</a:t>
            </a:r>
            <a:r>
              <a:rPr sz="1600" spc="-95" dirty="0">
                <a:solidFill>
                  <a:srgbClr val="212121"/>
                </a:solidFill>
                <a:latin typeface="Arial MT"/>
                <a:cs typeface="Arial MT"/>
              </a:rPr>
              <a:t> </a:t>
            </a:r>
            <a:r>
              <a:rPr sz="1600" spc="-30" dirty="0">
                <a:latin typeface="Arial MT"/>
                <a:cs typeface="Arial MT"/>
              </a:rPr>
              <a:t>and</a:t>
            </a:r>
            <a:r>
              <a:rPr sz="1600" spc="-85" dirty="0">
                <a:latin typeface="Arial MT"/>
                <a:cs typeface="Arial MT"/>
              </a:rPr>
              <a:t> </a:t>
            </a:r>
            <a:r>
              <a:rPr sz="1600" spc="-60" dirty="0">
                <a:latin typeface="Arial MT"/>
                <a:cs typeface="Arial MT"/>
              </a:rPr>
              <a:t>place</a:t>
            </a:r>
            <a:r>
              <a:rPr sz="1600" spc="-25" dirty="0">
                <a:latin typeface="Arial MT"/>
                <a:cs typeface="Arial MT"/>
              </a:rPr>
              <a:t> </a:t>
            </a:r>
            <a:r>
              <a:rPr sz="1600" dirty="0">
                <a:solidFill>
                  <a:srgbClr val="313131"/>
                </a:solidFill>
                <a:latin typeface="Arial MT"/>
                <a:cs typeface="Arial MT"/>
              </a:rPr>
              <a:t>the</a:t>
            </a:r>
            <a:r>
              <a:rPr sz="1600" spc="-5" dirty="0">
                <a:solidFill>
                  <a:srgbClr val="313131"/>
                </a:solidFill>
                <a:latin typeface="Arial MT"/>
                <a:cs typeface="Arial MT"/>
              </a:rPr>
              <a:t> </a:t>
            </a:r>
            <a:r>
              <a:rPr sz="1600" dirty="0">
                <a:solidFill>
                  <a:srgbClr val="0E0E0E"/>
                </a:solidFill>
                <a:latin typeface="Arial MT"/>
                <a:cs typeface="Arial MT"/>
              </a:rPr>
              <a:t>photo</a:t>
            </a:r>
            <a:r>
              <a:rPr sz="1600" spc="-60" dirty="0">
                <a:solidFill>
                  <a:srgbClr val="0E0E0E"/>
                </a:solidFill>
                <a:latin typeface="Arial MT"/>
                <a:cs typeface="Arial MT"/>
              </a:rPr>
              <a:t> </a:t>
            </a:r>
            <a:r>
              <a:rPr sz="1600" dirty="0">
                <a:solidFill>
                  <a:srgbClr val="1F1F1F"/>
                </a:solidFill>
                <a:latin typeface="Arial MT"/>
                <a:cs typeface="Arial MT"/>
              </a:rPr>
              <a:t>in</a:t>
            </a:r>
            <a:r>
              <a:rPr sz="1600" spc="-40" dirty="0">
                <a:solidFill>
                  <a:srgbClr val="1F1F1F"/>
                </a:solidFill>
                <a:latin typeface="Arial MT"/>
                <a:cs typeface="Arial MT"/>
              </a:rPr>
              <a:t> </a:t>
            </a:r>
            <a:r>
              <a:rPr sz="1600" spc="-50" dirty="0">
                <a:solidFill>
                  <a:srgbClr val="111111"/>
                </a:solidFill>
                <a:latin typeface="Arial MT"/>
                <a:cs typeface="Arial MT"/>
              </a:rPr>
              <a:t>Amazon</a:t>
            </a:r>
            <a:r>
              <a:rPr sz="1600" spc="55" dirty="0">
                <a:solidFill>
                  <a:srgbClr val="111111"/>
                </a:solidFill>
                <a:latin typeface="Arial MT"/>
                <a:cs typeface="Arial MT"/>
              </a:rPr>
              <a:t> </a:t>
            </a:r>
            <a:r>
              <a:rPr sz="1600" spc="-125" dirty="0">
                <a:solidFill>
                  <a:srgbClr val="313131"/>
                </a:solidFill>
                <a:latin typeface="Arial MT"/>
                <a:cs typeface="Arial MT"/>
              </a:rPr>
              <a:t>S3</a:t>
            </a:r>
            <a:r>
              <a:rPr sz="1600" spc="20" dirty="0">
                <a:solidFill>
                  <a:srgbClr val="313131"/>
                </a:solidFill>
                <a:latin typeface="Arial MT"/>
                <a:cs typeface="Arial MT"/>
              </a:rPr>
              <a:t> </a:t>
            </a:r>
            <a:r>
              <a:rPr sz="1600" spc="-819" dirty="0">
                <a:solidFill>
                  <a:srgbClr val="151515"/>
                </a:solidFill>
                <a:latin typeface="Arial MT"/>
                <a:cs typeface="Arial MT"/>
              </a:rPr>
              <a:t>—</a:t>
            </a:r>
            <a:r>
              <a:rPr sz="1600" spc="-90" dirty="0">
                <a:solidFill>
                  <a:srgbClr val="151515"/>
                </a:solidFill>
                <a:latin typeface="Arial MT"/>
                <a:cs typeface="Arial MT"/>
              </a:rPr>
              <a:t> </a:t>
            </a:r>
            <a:r>
              <a:rPr sz="1600" spc="-45" dirty="0">
                <a:latin typeface="Arial MT"/>
                <a:cs typeface="Arial MT"/>
              </a:rPr>
              <a:t>Bucket</a:t>
            </a:r>
            <a:r>
              <a:rPr sz="1600" dirty="0">
                <a:latin typeface="Arial MT"/>
                <a:cs typeface="Arial MT"/>
              </a:rPr>
              <a:t> </a:t>
            </a:r>
            <a:r>
              <a:rPr sz="1600" spc="-155" dirty="0">
                <a:solidFill>
                  <a:srgbClr val="111111"/>
                </a:solidFill>
                <a:latin typeface="Arial MT"/>
                <a:cs typeface="Arial MT"/>
              </a:rPr>
              <a:t>B.</a:t>
            </a:r>
            <a:r>
              <a:rPr sz="1600" spc="-50" dirty="0">
                <a:solidFill>
                  <a:srgbClr val="111111"/>
                </a:solidFill>
                <a:latin typeface="Arial MT"/>
                <a:cs typeface="Arial MT"/>
              </a:rPr>
              <a:t> </a:t>
            </a:r>
            <a:r>
              <a:rPr sz="1600" spc="-20" dirty="0">
                <a:latin typeface="Arial MT"/>
                <a:cs typeface="Arial MT"/>
              </a:rPr>
              <a:t>From </a:t>
            </a:r>
            <a:r>
              <a:rPr sz="1600" spc="-45" dirty="0">
                <a:latin typeface="Arial MT"/>
                <a:cs typeface="Arial MT"/>
              </a:rPr>
              <a:t>Bucket</a:t>
            </a:r>
            <a:r>
              <a:rPr sz="1600" spc="-70" dirty="0">
                <a:latin typeface="Arial MT"/>
                <a:cs typeface="Arial MT"/>
              </a:rPr>
              <a:t> </a:t>
            </a:r>
            <a:r>
              <a:rPr sz="1600" spc="-155" dirty="0">
                <a:latin typeface="Arial MT"/>
                <a:cs typeface="Arial MT"/>
              </a:rPr>
              <a:t>B,</a:t>
            </a:r>
            <a:r>
              <a:rPr sz="1600" spc="-20" dirty="0">
                <a:latin typeface="Arial MT"/>
                <a:cs typeface="Arial MT"/>
              </a:rPr>
              <a:t> </a:t>
            </a:r>
            <a:r>
              <a:rPr sz="1600" dirty="0">
                <a:solidFill>
                  <a:srgbClr val="313131"/>
                </a:solidFill>
                <a:latin typeface="Arial MT"/>
                <a:cs typeface="Arial MT"/>
              </a:rPr>
              <a:t>the</a:t>
            </a:r>
            <a:r>
              <a:rPr sz="1600" spc="-110" dirty="0">
                <a:solidFill>
                  <a:srgbClr val="313131"/>
                </a:solidFill>
                <a:latin typeface="Arial MT"/>
                <a:cs typeface="Arial MT"/>
              </a:rPr>
              <a:t> </a:t>
            </a:r>
            <a:r>
              <a:rPr sz="1600" spc="-75" dirty="0">
                <a:solidFill>
                  <a:srgbClr val="232323"/>
                </a:solidFill>
                <a:latin typeface="Arial MT"/>
                <a:cs typeface="Arial MT"/>
              </a:rPr>
              <a:t>user</a:t>
            </a:r>
            <a:r>
              <a:rPr sz="1600" spc="-40" dirty="0">
                <a:solidFill>
                  <a:srgbClr val="232323"/>
                </a:solidFill>
                <a:latin typeface="Arial MT"/>
                <a:cs typeface="Arial MT"/>
              </a:rPr>
              <a:t> </a:t>
            </a:r>
            <a:r>
              <a:rPr sz="1600" spc="-40" dirty="0">
                <a:latin typeface="Arial MT"/>
                <a:cs typeface="Arial MT"/>
              </a:rPr>
              <a:t>can</a:t>
            </a:r>
            <a:r>
              <a:rPr sz="1600" spc="-15" dirty="0">
                <a:latin typeface="Arial MT"/>
                <a:cs typeface="Arial MT"/>
              </a:rPr>
              <a:t> </a:t>
            </a:r>
            <a:r>
              <a:rPr sz="1600" spc="-10" dirty="0">
                <a:latin typeface="Arial MT"/>
                <a:cs typeface="Arial MT"/>
              </a:rPr>
              <a:t>download</a:t>
            </a:r>
            <a:r>
              <a:rPr sz="1600" spc="-5" dirty="0">
                <a:latin typeface="Arial MT"/>
                <a:cs typeface="Arial MT"/>
              </a:rPr>
              <a:t> </a:t>
            </a:r>
            <a:r>
              <a:rPr sz="1600" dirty="0">
                <a:solidFill>
                  <a:srgbClr val="0C0C0C"/>
                </a:solidFill>
                <a:latin typeface="Arial MT"/>
                <a:cs typeface="Arial MT"/>
              </a:rPr>
              <a:t>the</a:t>
            </a:r>
            <a:r>
              <a:rPr sz="1600" spc="-100" dirty="0">
                <a:solidFill>
                  <a:srgbClr val="0C0C0C"/>
                </a:solidFill>
                <a:latin typeface="Arial MT"/>
                <a:cs typeface="Arial MT"/>
              </a:rPr>
              <a:t> </a:t>
            </a:r>
            <a:r>
              <a:rPr sz="1600" spc="-65" dirty="0">
                <a:latin typeface="Arial MT"/>
                <a:cs typeface="Arial MT"/>
              </a:rPr>
              <a:t>resized</a:t>
            </a:r>
            <a:r>
              <a:rPr sz="1600" spc="-30" dirty="0">
                <a:latin typeface="Arial MT"/>
                <a:cs typeface="Arial MT"/>
              </a:rPr>
              <a:t> </a:t>
            </a:r>
            <a:r>
              <a:rPr sz="1600" spc="-20" dirty="0">
                <a:solidFill>
                  <a:srgbClr val="0E0E0E"/>
                </a:solidFill>
                <a:latin typeface="Arial MT"/>
                <a:cs typeface="Arial MT"/>
              </a:rPr>
              <a:t>photo.</a:t>
            </a:r>
            <a:r>
              <a:rPr sz="1600" spc="-65" dirty="0">
                <a:solidFill>
                  <a:srgbClr val="0E0E0E"/>
                </a:solidFill>
                <a:latin typeface="Arial MT"/>
                <a:cs typeface="Arial MT"/>
              </a:rPr>
              <a:t> </a:t>
            </a:r>
            <a:r>
              <a:rPr sz="1600" spc="-10" dirty="0">
                <a:latin typeface="Arial MT"/>
                <a:cs typeface="Arial MT"/>
              </a:rPr>
              <a:t>Lambda </a:t>
            </a:r>
            <a:r>
              <a:rPr sz="1600" dirty="0">
                <a:solidFill>
                  <a:srgbClr val="262626"/>
                </a:solidFill>
                <a:latin typeface="Arial MT"/>
                <a:cs typeface="Arial MT"/>
              </a:rPr>
              <a:t>then</a:t>
            </a:r>
            <a:r>
              <a:rPr sz="1600" spc="-95" dirty="0">
                <a:solidFill>
                  <a:srgbClr val="262626"/>
                </a:solidFill>
                <a:latin typeface="Arial MT"/>
                <a:cs typeface="Arial MT"/>
              </a:rPr>
              <a:t> </a:t>
            </a:r>
            <a:r>
              <a:rPr sz="1600" spc="-90" dirty="0">
                <a:latin typeface="Arial MT"/>
                <a:cs typeface="Arial MT"/>
              </a:rPr>
              <a:t>sends</a:t>
            </a:r>
            <a:r>
              <a:rPr sz="1600" spc="-25" dirty="0">
                <a:latin typeface="Arial MT"/>
                <a:cs typeface="Arial MT"/>
              </a:rPr>
              <a:t> </a:t>
            </a:r>
            <a:r>
              <a:rPr sz="1600" spc="-20" dirty="0">
                <a:solidFill>
                  <a:srgbClr val="1C1C1C"/>
                </a:solidFill>
                <a:latin typeface="Arial MT"/>
                <a:cs typeface="Arial MT"/>
              </a:rPr>
              <a:t>an</a:t>
            </a:r>
            <a:r>
              <a:rPr sz="1600" spc="-95" dirty="0">
                <a:solidFill>
                  <a:srgbClr val="1C1C1C"/>
                </a:solidFill>
                <a:latin typeface="Arial MT"/>
                <a:cs typeface="Arial MT"/>
              </a:rPr>
              <a:t> </a:t>
            </a:r>
            <a:r>
              <a:rPr sz="1600" spc="-30" dirty="0">
                <a:latin typeface="Arial MT"/>
                <a:cs typeface="Arial MT"/>
              </a:rPr>
              <a:t>email</a:t>
            </a:r>
            <a:r>
              <a:rPr sz="1600" spc="-100" dirty="0">
                <a:latin typeface="Arial MT"/>
                <a:cs typeface="Arial MT"/>
              </a:rPr>
              <a:t> </a:t>
            </a:r>
            <a:r>
              <a:rPr sz="1600" dirty="0">
                <a:latin typeface="Arial MT"/>
                <a:cs typeface="Arial MT"/>
              </a:rPr>
              <a:t>or</a:t>
            </a:r>
            <a:r>
              <a:rPr sz="1600" spc="-45" dirty="0">
                <a:latin typeface="Arial MT"/>
                <a:cs typeface="Arial MT"/>
              </a:rPr>
              <a:t> </a:t>
            </a:r>
            <a:r>
              <a:rPr sz="1600" spc="-20" dirty="0">
                <a:solidFill>
                  <a:srgbClr val="2F2F2F"/>
                </a:solidFill>
                <a:latin typeface="Arial MT"/>
                <a:cs typeface="Arial MT"/>
              </a:rPr>
              <a:t>a</a:t>
            </a:r>
            <a:r>
              <a:rPr sz="1600" spc="40" dirty="0">
                <a:solidFill>
                  <a:srgbClr val="2F2F2F"/>
                </a:solidFill>
                <a:latin typeface="Arial MT"/>
                <a:cs typeface="Arial MT"/>
              </a:rPr>
              <a:t> </a:t>
            </a:r>
            <a:r>
              <a:rPr sz="1600" dirty="0">
                <a:latin typeface="Arial MT"/>
                <a:cs typeface="Arial MT"/>
              </a:rPr>
              <a:t>text</a:t>
            </a:r>
            <a:r>
              <a:rPr sz="1600" spc="-25" dirty="0">
                <a:latin typeface="Arial MT"/>
                <a:cs typeface="Arial MT"/>
              </a:rPr>
              <a:t> </a:t>
            </a:r>
            <a:r>
              <a:rPr sz="1600" spc="-85" dirty="0">
                <a:latin typeface="Arial MT"/>
                <a:cs typeface="Arial MT"/>
              </a:rPr>
              <a:t>message</a:t>
            </a:r>
            <a:r>
              <a:rPr sz="1600" spc="90" dirty="0">
                <a:latin typeface="Arial MT"/>
                <a:cs typeface="Arial MT"/>
              </a:rPr>
              <a:t> </a:t>
            </a:r>
            <a:r>
              <a:rPr sz="1600" dirty="0">
                <a:solidFill>
                  <a:srgbClr val="1A1A1A"/>
                </a:solidFill>
                <a:latin typeface="Arial MT"/>
                <a:cs typeface="Arial MT"/>
              </a:rPr>
              <a:t>to</a:t>
            </a:r>
            <a:r>
              <a:rPr sz="1600" spc="-105" dirty="0">
                <a:solidFill>
                  <a:srgbClr val="1A1A1A"/>
                </a:solidFill>
                <a:latin typeface="Arial MT"/>
                <a:cs typeface="Arial MT"/>
              </a:rPr>
              <a:t> </a:t>
            </a:r>
            <a:r>
              <a:rPr sz="1600" dirty="0">
                <a:solidFill>
                  <a:srgbClr val="131313"/>
                </a:solidFill>
                <a:latin typeface="Arial MT"/>
                <a:cs typeface="Arial MT"/>
              </a:rPr>
              <a:t>the</a:t>
            </a:r>
            <a:r>
              <a:rPr sz="1600" spc="-50" dirty="0">
                <a:solidFill>
                  <a:srgbClr val="131313"/>
                </a:solidFill>
                <a:latin typeface="Arial MT"/>
                <a:cs typeface="Arial MT"/>
              </a:rPr>
              <a:t> </a:t>
            </a:r>
            <a:r>
              <a:rPr sz="1600" spc="-25" dirty="0">
                <a:latin typeface="Arial MT"/>
                <a:cs typeface="Arial MT"/>
              </a:rPr>
              <a:t>appropriate</a:t>
            </a:r>
            <a:r>
              <a:rPr sz="1600" spc="10" dirty="0">
                <a:latin typeface="Arial MT"/>
                <a:cs typeface="Arial MT"/>
              </a:rPr>
              <a:t> </a:t>
            </a:r>
            <a:r>
              <a:rPr sz="1600" spc="-65" dirty="0">
                <a:solidFill>
                  <a:srgbClr val="161616"/>
                </a:solidFill>
                <a:latin typeface="Arial MT"/>
                <a:cs typeface="Arial MT"/>
              </a:rPr>
              <a:t>users </a:t>
            </a:r>
            <a:r>
              <a:rPr sz="1600" dirty="0">
                <a:solidFill>
                  <a:srgbClr val="151515"/>
                </a:solidFill>
                <a:latin typeface="Arial MT"/>
                <a:cs typeface="Arial MT"/>
              </a:rPr>
              <a:t>to</a:t>
            </a:r>
            <a:r>
              <a:rPr sz="1600" spc="-50" dirty="0">
                <a:solidFill>
                  <a:srgbClr val="151515"/>
                </a:solidFill>
                <a:latin typeface="Arial MT"/>
                <a:cs typeface="Arial MT"/>
              </a:rPr>
              <a:t> </a:t>
            </a:r>
            <a:r>
              <a:rPr sz="1600" dirty="0">
                <a:solidFill>
                  <a:srgbClr val="0F0F0F"/>
                </a:solidFill>
                <a:latin typeface="Arial MT"/>
                <a:cs typeface="Arial MT"/>
              </a:rPr>
              <a:t>alert</a:t>
            </a:r>
            <a:r>
              <a:rPr sz="1600" spc="75" dirty="0">
                <a:solidFill>
                  <a:srgbClr val="0F0F0F"/>
                </a:solidFill>
                <a:latin typeface="Arial MT"/>
                <a:cs typeface="Arial MT"/>
              </a:rPr>
              <a:t> </a:t>
            </a:r>
            <a:r>
              <a:rPr sz="1600" dirty="0">
                <a:latin typeface="Arial MT"/>
                <a:cs typeface="Arial MT"/>
              </a:rPr>
              <a:t>them</a:t>
            </a:r>
            <a:r>
              <a:rPr sz="1600" spc="-10" dirty="0">
                <a:latin typeface="Arial MT"/>
                <a:cs typeface="Arial MT"/>
              </a:rPr>
              <a:t> </a:t>
            </a:r>
            <a:r>
              <a:rPr sz="1600" dirty="0">
                <a:latin typeface="Arial MT"/>
                <a:cs typeface="Arial MT"/>
              </a:rPr>
              <a:t>that</a:t>
            </a:r>
            <a:r>
              <a:rPr sz="1600" spc="-15" dirty="0">
                <a:latin typeface="Arial MT"/>
                <a:cs typeface="Arial MT"/>
              </a:rPr>
              <a:t> </a:t>
            </a:r>
            <a:r>
              <a:rPr sz="1600" dirty="0">
                <a:solidFill>
                  <a:srgbClr val="1F1F1F"/>
                </a:solidFill>
                <a:latin typeface="Arial MT"/>
                <a:cs typeface="Arial MT"/>
              </a:rPr>
              <a:t>the</a:t>
            </a:r>
            <a:r>
              <a:rPr sz="1600" spc="-65" dirty="0">
                <a:solidFill>
                  <a:srgbClr val="1F1F1F"/>
                </a:solidFill>
                <a:latin typeface="Arial MT"/>
                <a:cs typeface="Arial MT"/>
              </a:rPr>
              <a:t> </a:t>
            </a:r>
            <a:r>
              <a:rPr sz="1600" dirty="0">
                <a:latin typeface="Arial MT"/>
                <a:cs typeface="Arial MT"/>
              </a:rPr>
              <a:t>photo</a:t>
            </a:r>
            <a:r>
              <a:rPr sz="1600" spc="-45" dirty="0">
                <a:latin typeface="Arial MT"/>
                <a:cs typeface="Arial MT"/>
              </a:rPr>
              <a:t> </a:t>
            </a:r>
            <a:r>
              <a:rPr sz="1600" spc="-65" dirty="0">
                <a:solidFill>
                  <a:srgbClr val="2A2A2A"/>
                </a:solidFill>
                <a:latin typeface="Arial MT"/>
                <a:cs typeface="Arial MT"/>
              </a:rPr>
              <a:t>is</a:t>
            </a:r>
            <a:r>
              <a:rPr sz="1600" spc="-50" dirty="0">
                <a:solidFill>
                  <a:srgbClr val="2A2A2A"/>
                </a:solidFill>
                <a:latin typeface="Arial MT"/>
                <a:cs typeface="Arial MT"/>
              </a:rPr>
              <a:t> </a:t>
            </a:r>
            <a:r>
              <a:rPr sz="1600" spc="-40" dirty="0">
                <a:latin typeface="Arial MT"/>
                <a:cs typeface="Arial MT"/>
              </a:rPr>
              <a:t>ready</a:t>
            </a:r>
            <a:r>
              <a:rPr sz="1600" spc="90" dirty="0">
                <a:latin typeface="Arial MT"/>
                <a:cs typeface="Arial MT"/>
              </a:rPr>
              <a:t> </a:t>
            </a:r>
            <a:r>
              <a:rPr sz="1600" dirty="0">
                <a:solidFill>
                  <a:srgbClr val="262626"/>
                </a:solidFill>
                <a:latin typeface="Arial MT"/>
                <a:cs typeface="Arial MT"/>
              </a:rPr>
              <a:t>to</a:t>
            </a:r>
            <a:r>
              <a:rPr sz="1600" spc="-35" dirty="0">
                <a:solidFill>
                  <a:srgbClr val="262626"/>
                </a:solidFill>
                <a:latin typeface="Arial MT"/>
                <a:cs typeface="Arial MT"/>
              </a:rPr>
              <a:t> </a:t>
            </a:r>
            <a:r>
              <a:rPr sz="1600" spc="-10" dirty="0">
                <a:latin typeface="Arial MT"/>
                <a:cs typeface="Arial MT"/>
              </a:rPr>
              <a:t>download.</a:t>
            </a:r>
            <a:endParaRPr sz="1600">
              <a:latin typeface="Arial MT"/>
              <a:cs typeface="Arial MT"/>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361439" y="365125"/>
            <a:ext cx="9449813" cy="5134590"/>
          </a:xfrm>
          <a:prstGeom prst="rect">
            <a:avLst/>
          </a:prstGeom>
        </p:spPr>
      </p:pic>
      <p:sp>
        <p:nvSpPr>
          <p:cNvPr id="3" name="object 3"/>
          <p:cNvSpPr txBox="1"/>
          <p:nvPr/>
        </p:nvSpPr>
        <p:spPr>
          <a:xfrm>
            <a:off x="4774794" y="1352669"/>
            <a:ext cx="5417185" cy="300355"/>
          </a:xfrm>
          <a:prstGeom prst="rect">
            <a:avLst/>
          </a:prstGeom>
        </p:spPr>
        <p:txBody>
          <a:bodyPr vert="horz" wrap="square" lIns="0" tIns="12700" rIns="0" bIns="0" rtlCol="0">
            <a:spAutoFit/>
          </a:bodyPr>
          <a:lstStyle/>
          <a:p>
            <a:pPr marL="12700">
              <a:lnSpc>
                <a:spcPct val="100000"/>
              </a:lnSpc>
              <a:spcBef>
                <a:spcPts val="100"/>
              </a:spcBef>
            </a:pPr>
            <a:r>
              <a:rPr sz="1800" spc="-270" dirty="0">
                <a:latin typeface="Verdana"/>
                <a:cs typeface="Verdana"/>
              </a:rPr>
              <a:t>ChoOse</a:t>
            </a:r>
            <a:r>
              <a:rPr sz="1800" spc="-65" dirty="0">
                <a:latin typeface="Verdana"/>
                <a:cs typeface="Verdana"/>
              </a:rPr>
              <a:t> </a:t>
            </a:r>
            <a:r>
              <a:rPr sz="1800" spc="-235" dirty="0">
                <a:latin typeface="Verdana"/>
                <a:cs typeface="Verdana"/>
              </a:rPr>
              <a:t>each</a:t>
            </a:r>
            <a:r>
              <a:rPr sz="1800" spc="-200" dirty="0">
                <a:latin typeface="Verdana"/>
                <a:cs typeface="Verdana"/>
              </a:rPr>
              <a:t> </a:t>
            </a:r>
            <a:r>
              <a:rPr sz="1800" spc="-190" dirty="0">
                <a:latin typeface="Verdana"/>
                <a:cs typeface="Verdana"/>
              </a:rPr>
              <a:t>button</a:t>
            </a:r>
            <a:r>
              <a:rPr sz="1800" spc="-70" dirty="0">
                <a:latin typeface="Verdana"/>
                <a:cs typeface="Verdana"/>
              </a:rPr>
              <a:t> </a:t>
            </a:r>
            <a:r>
              <a:rPr sz="1800" spc="-155" dirty="0">
                <a:latin typeface="Verdana"/>
                <a:cs typeface="Verdana"/>
              </a:rPr>
              <a:t>to</a:t>
            </a:r>
            <a:r>
              <a:rPr sz="1800" spc="-204" dirty="0">
                <a:latin typeface="Verdana"/>
                <a:cs typeface="Verdana"/>
              </a:rPr>
              <a:t> </a:t>
            </a:r>
            <a:r>
              <a:rPr sz="1800" spc="-195" dirty="0">
                <a:solidFill>
                  <a:srgbClr val="0F0F0F"/>
                </a:solidFill>
                <a:latin typeface="Verdana"/>
                <a:cs typeface="Verdana"/>
              </a:rPr>
              <a:t>learn</a:t>
            </a:r>
            <a:r>
              <a:rPr sz="1800" spc="-200" dirty="0">
                <a:solidFill>
                  <a:srgbClr val="0F0F0F"/>
                </a:solidFill>
                <a:latin typeface="Verdana"/>
                <a:cs typeface="Verdana"/>
              </a:rPr>
              <a:t> </a:t>
            </a:r>
            <a:r>
              <a:rPr sz="1800" spc="-320" dirty="0">
                <a:latin typeface="Verdana"/>
                <a:cs typeface="Verdana"/>
              </a:rPr>
              <a:t>mOre</a:t>
            </a:r>
            <a:r>
              <a:rPr sz="1800" spc="-85" dirty="0">
                <a:latin typeface="Verdana"/>
                <a:cs typeface="Verdana"/>
              </a:rPr>
              <a:t> </a:t>
            </a:r>
            <a:r>
              <a:rPr sz="1800" spc="-195" dirty="0">
                <a:latin typeface="Verdana"/>
                <a:cs typeface="Verdana"/>
              </a:rPr>
              <a:t>about</a:t>
            </a:r>
            <a:r>
              <a:rPr sz="1800" spc="-160" dirty="0">
                <a:latin typeface="Verdana"/>
                <a:cs typeface="Verdana"/>
              </a:rPr>
              <a:t> </a:t>
            </a:r>
            <a:r>
              <a:rPr sz="1800" spc="-280" dirty="0">
                <a:latin typeface="Verdana"/>
                <a:cs typeface="Verdana"/>
              </a:rPr>
              <a:t>ways</a:t>
            </a:r>
            <a:r>
              <a:rPr sz="1800" spc="-70" dirty="0">
                <a:latin typeface="Verdana"/>
                <a:cs typeface="Verdana"/>
              </a:rPr>
              <a:t> </a:t>
            </a:r>
            <a:r>
              <a:rPr sz="1800" spc="-220" dirty="0">
                <a:latin typeface="Verdana"/>
                <a:cs typeface="Verdana"/>
              </a:rPr>
              <a:t>you</a:t>
            </a:r>
            <a:r>
              <a:rPr sz="1800" spc="-165" dirty="0">
                <a:latin typeface="Verdana"/>
                <a:cs typeface="Verdana"/>
              </a:rPr>
              <a:t> </a:t>
            </a:r>
            <a:r>
              <a:rPr sz="1800" spc="-210" dirty="0">
                <a:latin typeface="Verdana"/>
                <a:cs typeface="Verdana"/>
              </a:rPr>
              <a:t>can</a:t>
            </a:r>
            <a:r>
              <a:rPr sz="1800" spc="-229" dirty="0">
                <a:latin typeface="Verdana"/>
                <a:cs typeface="Verdana"/>
              </a:rPr>
              <a:t> </a:t>
            </a:r>
            <a:r>
              <a:rPr sz="1800" spc="-155" dirty="0">
                <a:latin typeface="Verdana"/>
                <a:cs typeface="Verdana"/>
              </a:rPr>
              <a:t>use</a:t>
            </a:r>
            <a:endParaRPr sz="1800">
              <a:latin typeface="Verdana"/>
              <a:cs typeface="Verdana"/>
            </a:endParaRPr>
          </a:p>
        </p:txBody>
      </p:sp>
      <p:sp>
        <p:nvSpPr>
          <p:cNvPr id="4" name="object 4" descr="$PPTXTitle"/>
          <p:cNvSpPr txBox="1">
            <a:spLocks noGrp="1"/>
          </p:cNvSpPr>
          <p:nvPr>
            <p:ph type="title"/>
          </p:nvPr>
        </p:nvSpPr>
        <p:spPr>
          <a:xfrm>
            <a:off x="4787988" y="1616226"/>
            <a:ext cx="1281430" cy="315595"/>
          </a:xfrm>
          <a:prstGeom prst="rect">
            <a:avLst/>
          </a:prstGeom>
        </p:spPr>
        <p:txBody>
          <a:bodyPr vert="horz" wrap="square" lIns="0" tIns="12700" rIns="0" bIns="0" rtlCol="0">
            <a:spAutoFit/>
          </a:bodyPr>
          <a:lstStyle/>
          <a:p>
            <a:pPr marL="12700">
              <a:lnSpc>
                <a:spcPct val="100000"/>
              </a:lnSpc>
              <a:spcBef>
                <a:spcPts val="100"/>
              </a:spcBef>
            </a:pPr>
            <a:r>
              <a:rPr sz="1900" spc="-350" dirty="0">
                <a:latin typeface="Arial MT"/>
                <a:cs typeface="Arial MT"/>
              </a:rPr>
              <a:t>AWS</a:t>
            </a:r>
            <a:r>
              <a:rPr sz="1900" spc="-55" dirty="0">
                <a:latin typeface="Arial MT"/>
                <a:cs typeface="Arial MT"/>
              </a:rPr>
              <a:t> </a:t>
            </a:r>
            <a:r>
              <a:rPr sz="1900" spc="-180" dirty="0">
                <a:latin typeface="Arial MT"/>
                <a:cs typeface="Arial MT"/>
              </a:rPr>
              <a:t>Lambda.</a:t>
            </a:r>
            <a:endParaRPr sz="1900">
              <a:latin typeface="Arial MT"/>
              <a:cs typeface="Arial MT"/>
            </a:endParaRPr>
          </a:p>
        </p:txBody>
      </p:sp>
    </p:spTree>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394460" y="1336791"/>
            <a:ext cx="3124537" cy="3915247"/>
          </a:xfrm>
          <a:prstGeom prst="rect">
            <a:avLst/>
          </a:prstGeom>
        </p:spPr>
      </p:pic>
      <p:pic>
        <p:nvPicPr>
          <p:cNvPr id="3" name="object 3"/>
          <p:cNvPicPr/>
          <p:nvPr/>
        </p:nvPicPr>
        <p:blipFill>
          <a:blip r:embed="rId3" cstate="print"/>
          <a:stretch>
            <a:fillRect/>
          </a:stretch>
        </p:blipFill>
        <p:spPr>
          <a:xfrm>
            <a:off x="4595205" y="2051253"/>
            <a:ext cx="3057855" cy="771618"/>
          </a:xfrm>
          <a:prstGeom prst="rect">
            <a:avLst/>
          </a:prstGeom>
        </p:spPr>
      </p:pic>
      <p:pic>
        <p:nvPicPr>
          <p:cNvPr id="4" name="object 4"/>
          <p:cNvPicPr/>
          <p:nvPr/>
        </p:nvPicPr>
        <p:blipFill>
          <a:blip r:embed="rId4" cstate="print"/>
          <a:stretch>
            <a:fillRect/>
          </a:stretch>
        </p:blipFill>
        <p:spPr>
          <a:xfrm>
            <a:off x="7729269" y="2070305"/>
            <a:ext cx="1447956" cy="733513"/>
          </a:xfrm>
          <a:prstGeom prst="rect">
            <a:avLst/>
          </a:prstGeom>
        </p:spPr>
      </p:pic>
      <p:sp>
        <p:nvSpPr>
          <p:cNvPr id="5" name="object 5"/>
          <p:cNvSpPr/>
          <p:nvPr/>
        </p:nvSpPr>
        <p:spPr>
          <a:xfrm>
            <a:off x="1394460" y="365125"/>
            <a:ext cx="9392920" cy="848360"/>
          </a:xfrm>
          <a:custGeom>
            <a:avLst/>
            <a:gdLst/>
            <a:ahLst/>
            <a:cxnLst/>
            <a:rect l="l" t="t" r="r" b="b"/>
            <a:pathLst>
              <a:path w="9392920" h="848360">
                <a:moveTo>
                  <a:pt x="9391650" y="847725"/>
                </a:moveTo>
                <a:lnTo>
                  <a:pt x="0" y="847725"/>
                </a:lnTo>
                <a:lnTo>
                  <a:pt x="0" y="0"/>
                </a:lnTo>
                <a:lnTo>
                  <a:pt x="9391650" y="0"/>
                </a:lnTo>
                <a:lnTo>
                  <a:pt x="9391650" y="847725"/>
                </a:lnTo>
                <a:close/>
              </a:path>
            </a:pathLst>
          </a:custGeom>
          <a:solidFill>
            <a:srgbClr val="428E8E"/>
          </a:solidFill>
        </p:spPr>
        <p:txBody>
          <a:bodyPr wrap="square" lIns="0" tIns="0" rIns="0" bIns="0" rtlCol="0"/>
          <a:lstStyle/>
          <a:p>
            <a:endParaRPr/>
          </a:p>
        </p:txBody>
      </p:sp>
      <p:sp>
        <p:nvSpPr>
          <p:cNvPr id="6" name="object 6" descr="$PPTXTitle"/>
          <p:cNvSpPr txBox="1">
            <a:spLocks noGrp="1"/>
          </p:cNvSpPr>
          <p:nvPr>
            <p:ph type="title"/>
          </p:nvPr>
        </p:nvSpPr>
        <p:spPr>
          <a:prstGeom prst="rect">
            <a:avLst/>
          </a:prstGeom>
        </p:spPr>
        <p:txBody>
          <a:bodyPr vert="horz" wrap="square" lIns="0" tIns="12700" rIns="0" bIns="0" rtlCol="0">
            <a:spAutoFit/>
          </a:bodyPr>
          <a:lstStyle/>
          <a:p>
            <a:pPr marL="8890">
              <a:lnSpc>
                <a:spcPct val="100000"/>
              </a:lnSpc>
              <a:spcBef>
                <a:spcPts val="100"/>
              </a:spcBef>
            </a:pPr>
            <a:r>
              <a:rPr sz="3050" spc="-305" dirty="0">
                <a:solidFill>
                  <a:srgbClr val="46858A"/>
                </a:solidFill>
                <a:latin typeface="Arial MT"/>
                <a:cs typeface="Arial MT"/>
              </a:rPr>
              <a:t>AWS</a:t>
            </a:r>
            <a:r>
              <a:rPr sz="3050" spc="165" dirty="0">
                <a:solidFill>
                  <a:srgbClr val="46858A"/>
                </a:solidFill>
                <a:latin typeface="Arial MT"/>
                <a:cs typeface="Arial MT"/>
              </a:rPr>
              <a:t> </a:t>
            </a:r>
            <a:r>
              <a:rPr sz="3050" spc="-65" dirty="0">
                <a:solidFill>
                  <a:srgbClr val="CFFFFF"/>
                </a:solidFill>
                <a:latin typeface="Arial MT"/>
                <a:cs typeface="Arial MT"/>
              </a:rPr>
              <a:t>Lambda</a:t>
            </a:r>
            <a:endParaRPr sz="3050">
              <a:latin typeface="Arial MT"/>
              <a:cs typeface="Arial MT"/>
            </a:endParaRPr>
          </a:p>
        </p:txBody>
      </p:sp>
      <p:sp>
        <p:nvSpPr>
          <p:cNvPr id="7" name="object 7"/>
          <p:cNvSpPr txBox="1"/>
          <p:nvPr/>
        </p:nvSpPr>
        <p:spPr>
          <a:xfrm>
            <a:off x="9055992" y="438160"/>
            <a:ext cx="508634" cy="414655"/>
          </a:xfrm>
          <a:prstGeom prst="rect">
            <a:avLst/>
          </a:prstGeom>
        </p:spPr>
        <p:txBody>
          <a:bodyPr vert="horz" wrap="square" lIns="0" tIns="12700" rIns="0" bIns="0" rtlCol="0">
            <a:spAutoFit/>
          </a:bodyPr>
          <a:lstStyle/>
          <a:p>
            <a:pPr>
              <a:lnSpc>
                <a:spcPct val="100000"/>
              </a:lnSpc>
              <a:spcBef>
                <a:spcPts val="100"/>
              </a:spcBef>
            </a:pPr>
            <a:r>
              <a:rPr sz="2550" spc="-395" dirty="0">
                <a:solidFill>
                  <a:srgbClr val="4D979A"/>
                </a:solidFill>
                <a:latin typeface="Verdana"/>
                <a:cs typeface="Verdana"/>
              </a:rPr>
              <a:t>aws</a:t>
            </a:r>
            <a:endParaRPr sz="2550">
              <a:latin typeface="Verdana"/>
              <a:cs typeface="Verdana"/>
            </a:endParaRPr>
          </a:p>
        </p:txBody>
      </p:sp>
      <p:grpSp>
        <p:nvGrpSpPr>
          <p:cNvPr id="8" name="object 8"/>
          <p:cNvGrpSpPr/>
          <p:nvPr/>
        </p:nvGrpSpPr>
        <p:grpSpPr>
          <a:xfrm>
            <a:off x="9282012" y="2051253"/>
            <a:ext cx="1496060" cy="762635"/>
            <a:chOff x="9282012" y="2051253"/>
            <a:chExt cx="1496060" cy="762635"/>
          </a:xfrm>
        </p:grpSpPr>
        <p:pic>
          <p:nvPicPr>
            <p:cNvPr id="9" name="object 9"/>
            <p:cNvPicPr/>
            <p:nvPr/>
          </p:nvPicPr>
          <p:blipFill>
            <a:blip r:embed="rId5" cstate="print"/>
            <a:stretch>
              <a:fillRect/>
            </a:stretch>
          </p:blipFill>
          <p:spPr>
            <a:xfrm>
              <a:off x="9282012" y="2498982"/>
              <a:ext cx="1171701" cy="219101"/>
            </a:xfrm>
            <a:prstGeom prst="rect">
              <a:avLst/>
            </a:prstGeom>
          </p:spPr>
        </p:pic>
        <p:sp>
          <p:nvSpPr>
            <p:cNvPr id="10" name="object 10"/>
            <p:cNvSpPr/>
            <p:nvPr/>
          </p:nvSpPr>
          <p:spPr>
            <a:xfrm>
              <a:off x="9282012" y="2051253"/>
              <a:ext cx="1496060" cy="762635"/>
            </a:xfrm>
            <a:custGeom>
              <a:avLst/>
              <a:gdLst/>
              <a:ahLst/>
              <a:cxnLst/>
              <a:rect l="l" t="t" r="r" b="b"/>
              <a:pathLst>
                <a:path w="1496059" h="762635">
                  <a:moveTo>
                    <a:pt x="1495425" y="762000"/>
                  </a:moveTo>
                  <a:lnTo>
                    <a:pt x="0" y="762000"/>
                  </a:lnTo>
                  <a:lnTo>
                    <a:pt x="0" y="0"/>
                  </a:lnTo>
                  <a:lnTo>
                    <a:pt x="1495425" y="0"/>
                  </a:lnTo>
                  <a:lnTo>
                    <a:pt x="1495425" y="762000"/>
                  </a:lnTo>
                  <a:close/>
                </a:path>
              </a:pathLst>
            </a:custGeom>
            <a:solidFill>
              <a:srgbClr val="C6F4FF"/>
            </a:solidFill>
          </p:spPr>
          <p:txBody>
            <a:bodyPr wrap="square" lIns="0" tIns="0" rIns="0" bIns="0" rtlCol="0"/>
            <a:lstStyle/>
            <a:p>
              <a:endParaRPr/>
            </a:p>
          </p:txBody>
        </p:sp>
      </p:grpSp>
      <p:sp>
        <p:nvSpPr>
          <p:cNvPr id="11" name="object 11"/>
          <p:cNvSpPr txBox="1"/>
          <p:nvPr/>
        </p:nvSpPr>
        <p:spPr>
          <a:xfrm>
            <a:off x="9282012" y="2051253"/>
            <a:ext cx="1496060" cy="762635"/>
          </a:xfrm>
          <a:prstGeom prst="rect">
            <a:avLst/>
          </a:prstGeom>
        </p:spPr>
        <p:txBody>
          <a:bodyPr vert="horz" wrap="square" lIns="0" tIns="130175" rIns="0" bIns="0" rtlCol="0">
            <a:spAutoFit/>
          </a:bodyPr>
          <a:lstStyle/>
          <a:p>
            <a:pPr marL="59690">
              <a:lnSpc>
                <a:spcPct val="100000"/>
              </a:lnSpc>
              <a:spcBef>
                <a:spcPts val="1025"/>
              </a:spcBef>
            </a:pPr>
            <a:r>
              <a:rPr sz="1600" spc="-105" dirty="0">
                <a:solidFill>
                  <a:srgbClr val="3882B6"/>
                </a:solidFill>
                <a:latin typeface="Arial MT"/>
                <a:cs typeface="Arial MT"/>
              </a:rPr>
              <a:t>Real-</a:t>
            </a:r>
            <a:r>
              <a:rPr sz="1600" spc="-75" dirty="0">
                <a:solidFill>
                  <a:srgbClr val="3882B6"/>
                </a:solidFill>
                <a:latin typeface="Arial MT"/>
                <a:cs typeface="Arial MT"/>
              </a:rPr>
              <a:t>time</a:t>
            </a:r>
            <a:r>
              <a:rPr sz="1600" spc="15" dirty="0">
                <a:solidFill>
                  <a:srgbClr val="3882B6"/>
                </a:solidFill>
                <a:latin typeface="Arial MT"/>
                <a:cs typeface="Arial MT"/>
              </a:rPr>
              <a:t> </a:t>
            </a:r>
            <a:r>
              <a:rPr sz="1600" spc="-10" dirty="0">
                <a:solidFill>
                  <a:srgbClr val="3B8CCD"/>
                </a:solidFill>
                <a:latin typeface="Arial MT"/>
                <a:cs typeface="Arial MT"/>
              </a:rPr>
              <a:t>soeam</a:t>
            </a:r>
            <a:endParaRPr sz="1600">
              <a:latin typeface="Arial MT"/>
              <a:cs typeface="Arial MT"/>
            </a:endParaRPr>
          </a:p>
        </p:txBody>
      </p:sp>
      <p:sp>
        <p:nvSpPr>
          <p:cNvPr id="12" name="object 12"/>
          <p:cNvSpPr txBox="1"/>
          <p:nvPr/>
        </p:nvSpPr>
        <p:spPr>
          <a:xfrm>
            <a:off x="1681773" y="5374294"/>
            <a:ext cx="2658745" cy="132715"/>
          </a:xfrm>
          <a:prstGeom prst="rect">
            <a:avLst/>
          </a:prstGeom>
        </p:spPr>
        <p:txBody>
          <a:bodyPr vert="horz" wrap="square" lIns="0" tIns="12700" rIns="0" bIns="0" rtlCol="0">
            <a:spAutoFit/>
          </a:bodyPr>
          <a:lstStyle/>
          <a:p>
            <a:pPr marL="12700">
              <a:lnSpc>
                <a:spcPct val="100000"/>
              </a:lnSpc>
              <a:spcBef>
                <a:spcPts val="100"/>
              </a:spcBef>
            </a:pPr>
            <a:r>
              <a:rPr sz="700" spc="-45" dirty="0">
                <a:solidFill>
                  <a:srgbClr val="7E7E7E"/>
                </a:solidFill>
                <a:latin typeface="Arial MT"/>
                <a:cs typeface="Arial MT"/>
              </a:rPr>
              <a:t>@20J</a:t>
            </a:r>
            <a:r>
              <a:rPr sz="700" spc="-125" dirty="0">
                <a:solidFill>
                  <a:srgbClr val="7E7E7E"/>
                </a:solidFill>
                <a:latin typeface="Arial MT"/>
                <a:cs typeface="Arial MT"/>
              </a:rPr>
              <a:t> </a:t>
            </a:r>
            <a:r>
              <a:rPr sz="700" dirty="0">
                <a:solidFill>
                  <a:srgbClr val="8E8E8E"/>
                </a:solidFill>
                <a:latin typeface="Arial MT"/>
                <a:cs typeface="Arial MT"/>
              </a:rPr>
              <a:t>1</a:t>
            </a:r>
            <a:r>
              <a:rPr sz="700" spc="25" dirty="0">
                <a:solidFill>
                  <a:srgbClr val="8E8E8E"/>
                </a:solidFill>
                <a:latin typeface="Arial MT"/>
                <a:cs typeface="Arial MT"/>
              </a:rPr>
              <a:t> </a:t>
            </a:r>
            <a:r>
              <a:rPr sz="700" spc="90" dirty="0">
                <a:solidFill>
                  <a:srgbClr val="919191"/>
                </a:solidFill>
                <a:latin typeface="Arial MT"/>
                <a:cs typeface="Arial MT"/>
              </a:rPr>
              <a:t>Annas</a:t>
            </a:r>
            <a:r>
              <a:rPr sz="700" spc="30" dirty="0">
                <a:solidFill>
                  <a:srgbClr val="919191"/>
                </a:solidFill>
                <a:latin typeface="Arial MT"/>
                <a:cs typeface="Arial MT"/>
              </a:rPr>
              <a:t> </a:t>
            </a:r>
            <a:r>
              <a:rPr sz="700" dirty="0">
                <a:solidFill>
                  <a:srgbClr val="797979"/>
                </a:solidFill>
                <a:latin typeface="Arial MT"/>
                <a:cs typeface="Arial MT"/>
              </a:rPr>
              <a:t>web</a:t>
            </a:r>
            <a:r>
              <a:rPr sz="700" spc="-15" dirty="0">
                <a:solidFill>
                  <a:srgbClr val="797979"/>
                </a:solidFill>
                <a:latin typeface="Arial MT"/>
                <a:cs typeface="Arial MT"/>
              </a:rPr>
              <a:t> </a:t>
            </a:r>
            <a:r>
              <a:rPr sz="700" spc="-25" dirty="0">
                <a:solidFill>
                  <a:srgbClr val="707070"/>
                </a:solidFill>
                <a:latin typeface="Arial MT"/>
                <a:cs typeface="Arial MT"/>
              </a:rPr>
              <a:t>Serv+eel</a:t>
            </a:r>
            <a:r>
              <a:rPr sz="700" spc="70" dirty="0">
                <a:solidFill>
                  <a:srgbClr val="707070"/>
                </a:solidFill>
                <a:latin typeface="Arial MT"/>
                <a:cs typeface="Arial MT"/>
              </a:rPr>
              <a:t> </a:t>
            </a:r>
            <a:r>
              <a:rPr sz="700" dirty="0">
                <a:solidFill>
                  <a:srgbClr val="808080"/>
                </a:solidFill>
                <a:latin typeface="Arial MT"/>
                <a:cs typeface="Arial MT"/>
              </a:rPr>
              <a:t>inc</a:t>
            </a:r>
            <a:r>
              <a:rPr sz="700" spc="195" dirty="0">
                <a:solidFill>
                  <a:srgbClr val="808080"/>
                </a:solidFill>
                <a:latin typeface="Arial MT"/>
                <a:cs typeface="Arial MT"/>
              </a:rPr>
              <a:t> </a:t>
            </a:r>
            <a:r>
              <a:rPr sz="700" dirty="0">
                <a:solidFill>
                  <a:srgbClr val="919191"/>
                </a:solidFill>
                <a:latin typeface="Arial MT"/>
                <a:cs typeface="Arial MT"/>
              </a:rPr>
              <a:t>or</a:t>
            </a:r>
            <a:r>
              <a:rPr sz="700" spc="-10" dirty="0">
                <a:solidFill>
                  <a:srgbClr val="919191"/>
                </a:solidFill>
                <a:latin typeface="Arial MT"/>
                <a:cs typeface="Arial MT"/>
              </a:rPr>
              <a:t> </a:t>
            </a:r>
            <a:r>
              <a:rPr sz="700" spc="-10" dirty="0">
                <a:solidFill>
                  <a:srgbClr val="6D6D6D"/>
                </a:solidFill>
                <a:latin typeface="Arial MT"/>
                <a:cs typeface="Arial MT"/>
              </a:rPr>
              <a:t>ns</a:t>
            </a:r>
            <a:r>
              <a:rPr sz="700" spc="-85" dirty="0">
                <a:solidFill>
                  <a:srgbClr val="6D6D6D"/>
                </a:solidFill>
                <a:latin typeface="Arial MT"/>
                <a:cs typeface="Arial MT"/>
              </a:rPr>
              <a:t> </a:t>
            </a:r>
            <a:r>
              <a:rPr sz="700" spc="-10" dirty="0">
                <a:solidFill>
                  <a:srgbClr val="8C8C8C"/>
                </a:solidFill>
                <a:latin typeface="Arial MT"/>
                <a:cs typeface="Arial MT"/>
              </a:rPr>
              <a:t>a</a:t>
            </a:r>
            <a:r>
              <a:rPr sz="700" spc="-10" dirty="0">
                <a:solidFill>
                  <a:srgbClr val="3A3A3A"/>
                </a:solidFill>
                <a:latin typeface="Arial MT"/>
                <a:cs typeface="Arial MT"/>
              </a:rPr>
              <a:t>ffiliares.</a:t>
            </a:r>
            <a:r>
              <a:rPr sz="700" spc="15" dirty="0">
                <a:solidFill>
                  <a:srgbClr val="3A3A3A"/>
                </a:solidFill>
                <a:latin typeface="Arial MT"/>
                <a:cs typeface="Arial MT"/>
              </a:rPr>
              <a:t> </a:t>
            </a:r>
            <a:r>
              <a:rPr sz="700" spc="-25" dirty="0">
                <a:solidFill>
                  <a:srgbClr val="757575"/>
                </a:solidFill>
                <a:latin typeface="Arial MT"/>
                <a:cs typeface="Arial MT"/>
              </a:rPr>
              <a:t>Alt</a:t>
            </a:r>
            <a:r>
              <a:rPr sz="700" spc="-10" dirty="0">
                <a:solidFill>
                  <a:srgbClr val="757575"/>
                </a:solidFill>
                <a:latin typeface="Arial MT"/>
                <a:cs typeface="Arial MT"/>
              </a:rPr>
              <a:t> </a:t>
            </a:r>
            <a:r>
              <a:rPr sz="700" spc="50" dirty="0">
                <a:solidFill>
                  <a:srgbClr val="494949"/>
                </a:solidFill>
                <a:latin typeface="Arial MT"/>
                <a:cs typeface="Arial MT"/>
              </a:rPr>
              <a:t>ngha</a:t>
            </a:r>
            <a:r>
              <a:rPr sz="700" spc="-30" dirty="0">
                <a:solidFill>
                  <a:srgbClr val="494949"/>
                </a:solidFill>
                <a:latin typeface="Arial MT"/>
                <a:cs typeface="Arial MT"/>
              </a:rPr>
              <a:t> </a:t>
            </a:r>
            <a:r>
              <a:rPr sz="700" spc="-10" dirty="0">
                <a:solidFill>
                  <a:srgbClr val="747474"/>
                </a:solidFill>
                <a:latin typeface="Arial MT"/>
                <a:cs typeface="Arial MT"/>
              </a:rPr>
              <a:t>reserved</a:t>
            </a:r>
            <a:endParaRPr sz="700">
              <a:latin typeface="Arial MT"/>
              <a:cs typeface="Arial MT"/>
            </a:endParaRPr>
          </a:p>
        </p:txBody>
      </p:sp>
      <p:sp>
        <p:nvSpPr>
          <p:cNvPr id="13" name="object 13"/>
          <p:cNvSpPr txBox="1"/>
          <p:nvPr/>
        </p:nvSpPr>
        <p:spPr>
          <a:xfrm>
            <a:off x="4790849" y="1365372"/>
            <a:ext cx="5409565" cy="556260"/>
          </a:xfrm>
          <a:prstGeom prst="rect">
            <a:avLst/>
          </a:prstGeom>
        </p:spPr>
        <p:txBody>
          <a:bodyPr vert="horz" wrap="square" lIns="0" tIns="0" rIns="0" bIns="0" rtlCol="0">
            <a:spAutoFit/>
          </a:bodyPr>
          <a:lstStyle/>
          <a:p>
            <a:pPr marL="13970" marR="5080" indent="-1905">
              <a:lnSpc>
                <a:spcPct val="104800"/>
              </a:lnSpc>
            </a:pPr>
            <a:r>
              <a:rPr sz="1700" spc="-180" dirty="0">
                <a:solidFill>
                  <a:srgbClr val="111111"/>
                </a:solidFill>
                <a:latin typeface="Arial MT"/>
                <a:cs typeface="Arial MT"/>
              </a:rPr>
              <a:t>ChoOse</a:t>
            </a:r>
            <a:r>
              <a:rPr sz="1700" spc="60" dirty="0">
                <a:solidFill>
                  <a:srgbClr val="111111"/>
                </a:solidFill>
                <a:latin typeface="Arial MT"/>
                <a:cs typeface="Arial MT"/>
              </a:rPr>
              <a:t> </a:t>
            </a:r>
            <a:r>
              <a:rPr sz="1700" spc="-114" dirty="0">
                <a:latin typeface="Arial MT"/>
                <a:cs typeface="Arial MT"/>
              </a:rPr>
              <a:t>each</a:t>
            </a:r>
            <a:r>
              <a:rPr sz="1700" spc="-15" dirty="0">
                <a:latin typeface="Arial MT"/>
                <a:cs typeface="Arial MT"/>
              </a:rPr>
              <a:t> </a:t>
            </a:r>
            <a:r>
              <a:rPr sz="1700" dirty="0">
                <a:latin typeface="Arial MT"/>
                <a:cs typeface="Arial MT"/>
              </a:rPr>
              <a:t>button</a:t>
            </a:r>
            <a:r>
              <a:rPr sz="1700" spc="-50" dirty="0">
                <a:latin typeface="Arial MT"/>
                <a:cs typeface="Arial MT"/>
              </a:rPr>
              <a:t> </a:t>
            </a:r>
            <a:r>
              <a:rPr sz="1700" dirty="0">
                <a:latin typeface="Arial MT"/>
                <a:cs typeface="Arial MT"/>
              </a:rPr>
              <a:t>to</a:t>
            </a:r>
            <a:r>
              <a:rPr sz="1700" spc="65" dirty="0">
                <a:latin typeface="Arial MT"/>
                <a:cs typeface="Arial MT"/>
              </a:rPr>
              <a:t> </a:t>
            </a:r>
            <a:r>
              <a:rPr sz="1700" spc="-45" dirty="0">
                <a:latin typeface="Arial MT"/>
                <a:cs typeface="Arial MT"/>
              </a:rPr>
              <a:t>learn</a:t>
            </a:r>
            <a:r>
              <a:rPr sz="1700" spc="-35" dirty="0">
                <a:latin typeface="Arial MT"/>
                <a:cs typeface="Arial MT"/>
              </a:rPr>
              <a:t> </a:t>
            </a:r>
            <a:r>
              <a:rPr sz="1700" spc="-20" dirty="0">
                <a:latin typeface="Arial MT"/>
                <a:cs typeface="Arial MT"/>
              </a:rPr>
              <a:t>more</a:t>
            </a:r>
            <a:r>
              <a:rPr sz="1700" spc="-35" dirty="0">
                <a:latin typeface="Arial MT"/>
                <a:cs typeface="Arial MT"/>
              </a:rPr>
              <a:t> </a:t>
            </a:r>
            <a:r>
              <a:rPr sz="1700" dirty="0">
                <a:latin typeface="Arial MT"/>
                <a:cs typeface="Arial MT"/>
              </a:rPr>
              <a:t>about</a:t>
            </a:r>
            <a:r>
              <a:rPr sz="1700" spc="50" dirty="0">
                <a:latin typeface="Arial MT"/>
                <a:cs typeface="Arial MT"/>
              </a:rPr>
              <a:t> </a:t>
            </a:r>
            <a:r>
              <a:rPr sz="1700" spc="-114" dirty="0">
                <a:latin typeface="Arial MT"/>
                <a:cs typeface="Arial MT"/>
              </a:rPr>
              <a:t>ways</a:t>
            </a:r>
            <a:r>
              <a:rPr sz="1700" spc="15" dirty="0">
                <a:latin typeface="Arial MT"/>
                <a:cs typeface="Arial MT"/>
              </a:rPr>
              <a:t> </a:t>
            </a:r>
            <a:r>
              <a:rPr sz="1700" spc="-20" dirty="0">
                <a:latin typeface="Arial MT"/>
                <a:cs typeface="Arial MT"/>
              </a:rPr>
              <a:t>you</a:t>
            </a:r>
            <a:r>
              <a:rPr sz="1700" spc="-10" dirty="0">
                <a:latin typeface="Arial MT"/>
                <a:cs typeface="Arial MT"/>
              </a:rPr>
              <a:t> </a:t>
            </a:r>
            <a:r>
              <a:rPr sz="1700" spc="-95" dirty="0">
                <a:solidFill>
                  <a:srgbClr val="151515"/>
                </a:solidFill>
                <a:latin typeface="Arial MT"/>
                <a:cs typeface="Arial MT"/>
              </a:rPr>
              <a:t>can</a:t>
            </a:r>
            <a:r>
              <a:rPr sz="1700" spc="-40" dirty="0">
                <a:solidFill>
                  <a:srgbClr val="151515"/>
                </a:solidFill>
                <a:latin typeface="Arial MT"/>
                <a:cs typeface="Arial MT"/>
              </a:rPr>
              <a:t> </a:t>
            </a:r>
            <a:r>
              <a:rPr sz="1700" spc="-25" dirty="0">
                <a:latin typeface="Arial MT"/>
                <a:cs typeface="Arial MT"/>
              </a:rPr>
              <a:t>use </a:t>
            </a:r>
            <a:r>
              <a:rPr sz="1700" spc="-210" dirty="0">
                <a:solidFill>
                  <a:srgbClr val="131313"/>
                </a:solidFill>
                <a:latin typeface="Arial MT"/>
                <a:cs typeface="Arial MT"/>
              </a:rPr>
              <a:t>AWS</a:t>
            </a:r>
            <a:r>
              <a:rPr sz="1700" spc="10" dirty="0">
                <a:solidFill>
                  <a:srgbClr val="131313"/>
                </a:solidFill>
                <a:latin typeface="Arial MT"/>
                <a:cs typeface="Arial MT"/>
              </a:rPr>
              <a:t> </a:t>
            </a:r>
            <a:r>
              <a:rPr sz="1700" spc="-10" dirty="0">
                <a:latin typeface="Arial MT"/>
                <a:cs typeface="Arial MT"/>
              </a:rPr>
              <a:t>Lambda.</a:t>
            </a:r>
            <a:endParaRPr sz="1700">
              <a:latin typeface="Arial MT"/>
              <a:cs typeface="Arial MT"/>
            </a:endParaRPr>
          </a:p>
        </p:txBody>
      </p:sp>
      <p:sp>
        <p:nvSpPr>
          <p:cNvPr id="14" name="object 14"/>
          <p:cNvSpPr txBox="1"/>
          <p:nvPr/>
        </p:nvSpPr>
        <p:spPr>
          <a:xfrm>
            <a:off x="4777117" y="2929248"/>
            <a:ext cx="5598160" cy="1695450"/>
          </a:xfrm>
          <a:prstGeom prst="rect">
            <a:avLst/>
          </a:prstGeom>
        </p:spPr>
        <p:txBody>
          <a:bodyPr vert="horz" wrap="square" lIns="0" tIns="7620" rIns="0" bIns="0" rtlCol="0">
            <a:spAutoFit/>
          </a:bodyPr>
          <a:lstStyle/>
          <a:p>
            <a:pPr marL="12700" marR="5080" indent="7620">
              <a:lnSpc>
                <a:spcPct val="101699"/>
              </a:lnSpc>
              <a:spcBef>
                <a:spcPts val="60"/>
              </a:spcBef>
            </a:pPr>
            <a:r>
              <a:rPr sz="1800" spc="-185" dirty="0">
                <a:latin typeface="Arial MT"/>
                <a:cs typeface="Arial MT"/>
              </a:rPr>
              <a:t>By</a:t>
            </a:r>
            <a:r>
              <a:rPr sz="1800" spc="-10" dirty="0">
                <a:latin typeface="Arial MT"/>
                <a:cs typeface="Arial MT"/>
              </a:rPr>
              <a:t> </a:t>
            </a:r>
            <a:r>
              <a:rPr sz="1800" spc="-70" dirty="0">
                <a:latin typeface="Arial MT"/>
                <a:cs typeface="Arial MT"/>
              </a:rPr>
              <a:t>combining</a:t>
            </a:r>
            <a:r>
              <a:rPr sz="1800" spc="-55" dirty="0">
                <a:latin typeface="Arial MT"/>
                <a:cs typeface="Arial MT"/>
              </a:rPr>
              <a:t> </a:t>
            </a:r>
            <a:r>
              <a:rPr sz="1800" spc="-280" dirty="0">
                <a:solidFill>
                  <a:srgbClr val="111111"/>
                </a:solidFill>
                <a:latin typeface="Arial MT"/>
                <a:cs typeface="Arial MT"/>
              </a:rPr>
              <a:t>AWS</a:t>
            </a:r>
            <a:r>
              <a:rPr sz="1800" spc="-15" dirty="0">
                <a:solidFill>
                  <a:srgbClr val="111111"/>
                </a:solidFill>
                <a:latin typeface="Arial MT"/>
                <a:cs typeface="Arial MT"/>
              </a:rPr>
              <a:t> </a:t>
            </a:r>
            <a:r>
              <a:rPr sz="1800" spc="-120" dirty="0">
                <a:latin typeface="Arial MT"/>
                <a:cs typeface="Arial MT"/>
              </a:rPr>
              <a:t>Lambda</a:t>
            </a:r>
            <a:r>
              <a:rPr sz="1800" spc="110" dirty="0">
                <a:latin typeface="Arial MT"/>
                <a:cs typeface="Arial MT"/>
              </a:rPr>
              <a:t> </a:t>
            </a:r>
            <a:r>
              <a:rPr sz="1800" spc="-20" dirty="0">
                <a:solidFill>
                  <a:srgbClr val="0F0F0F"/>
                </a:solidFill>
                <a:latin typeface="Arial MT"/>
                <a:cs typeface="Arial MT"/>
              </a:rPr>
              <a:t>with</a:t>
            </a:r>
            <a:r>
              <a:rPr sz="1800" spc="-70" dirty="0">
                <a:solidFill>
                  <a:srgbClr val="0F0F0F"/>
                </a:solidFill>
                <a:latin typeface="Arial MT"/>
                <a:cs typeface="Arial MT"/>
              </a:rPr>
              <a:t> </a:t>
            </a:r>
            <a:r>
              <a:rPr sz="1800" spc="-45" dirty="0">
                <a:latin typeface="Arial MT"/>
                <a:cs typeface="Arial MT"/>
              </a:rPr>
              <a:t>other</a:t>
            </a:r>
            <a:r>
              <a:rPr sz="1800" spc="-65" dirty="0">
                <a:latin typeface="Arial MT"/>
                <a:cs typeface="Arial MT"/>
              </a:rPr>
              <a:t> </a:t>
            </a:r>
            <a:r>
              <a:rPr sz="1800" spc="-280" dirty="0">
                <a:latin typeface="Arial MT"/>
                <a:cs typeface="Arial MT"/>
              </a:rPr>
              <a:t>AWS</a:t>
            </a:r>
            <a:r>
              <a:rPr sz="1800" spc="60" dirty="0">
                <a:latin typeface="Arial MT"/>
                <a:cs typeface="Arial MT"/>
              </a:rPr>
              <a:t> </a:t>
            </a:r>
            <a:r>
              <a:rPr sz="1800" spc="-40" dirty="0">
                <a:latin typeface="Arial MT"/>
                <a:cs typeface="Arial MT"/>
              </a:rPr>
              <a:t>services, </a:t>
            </a:r>
            <a:r>
              <a:rPr sz="1800" spc="-95" dirty="0">
                <a:latin typeface="Arial MT"/>
                <a:cs typeface="Arial MT"/>
              </a:rPr>
              <a:t>developers</a:t>
            </a:r>
            <a:r>
              <a:rPr sz="1800" spc="25" dirty="0">
                <a:latin typeface="Arial MT"/>
                <a:cs typeface="Arial MT"/>
              </a:rPr>
              <a:t> </a:t>
            </a:r>
            <a:r>
              <a:rPr sz="1800" spc="-165" dirty="0">
                <a:latin typeface="Arial MT"/>
                <a:cs typeface="Arial MT"/>
              </a:rPr>
              <a:t>can</a:t>
            </a:r>
            <a:r>
              <a:rPr sz="1800" spc="15" dirty="0">
                <a:latin typeface="Arial MT"/>
                <a:cs typeface="Arial MT"/>
              </a:rPr>
              <a:t> </a:t>
            </a:r>
            <a:r>
              <a:rPr sz="1800" spc="-65" dirty="0">
                <a:latin typeface="Arial MT"/>
                <a:cs typeface="Arial MT"/>
              </a:rPr>
              <a:t>build </a:t>
            </a:r>
            <a:r>
              <a:rPr sz="1800" spc="-35" dirty="0">
                <a:latin typeface="Arial MT"/>
                <a:cs typeface="Arial MT"/>
              </a:rPr>
              <a:t>powerful</a:t>
            </a:r>
            <a:r>
              <a:rPr sz="1800" spc="45" dirty="0">
                <a:latin typeface="Arial MT"/>
                <a:cs typeface="Arial MT"/>
              </a:rPr>
              <a:t> </a:t>
            </a:r>
            <a:r>
              <a:rPr sz="1800" spc="-105" dirty="0">
                <a:latin typeface="Arial MT"/>
                <a:cs typeface="Arial MT"/>
              </a:rPr>
              <a:t>web</a:t>
            </a:r>
            <a:r>
              <a:rPr sz="1800" spc="-40" dirty="0">
                <a:latin typeface="Arial MT"/>
                <a:cs typeface="Arial MT"/>
              </a:rPr>
              <a:t> </a:t>
            </a:r>
            <a:r>
              <a:rPr sz="1800" spc="-80" dirty="0">
                <a:latin typeface="Arial MT"/>
                <a:cs typeface="Arial MT"/>
              </a:rPr>
              <a:t>applications</a:t>
            </a:r>
            <a:r>
              <a:rPr sz="1800" spc="-30" dirty="0">
                <a:latin typeface="Arial MT"/>
                <a:cs typeface="Arial MT"/>
              </a:rPr>
              <a:t> </a:t>
            </a:r>
            <a:r>
              <a:rPr sz="1800" spc="-20" dirty="0">
                <a:solidFill>
                  <a:srgbClr val="1F1F1F"/>
                </a:solidFill>
                <a:latin typeface="Arial MT"/>
                <a:cs typeface="Arial MT"/>
              </a:rPr>
              <a:t>that </a:t>
            </a:r>
            <a:r>
              <a:rPr sz="1800" spc="-60" dirty="0">
                <a:latin typeface="Arial MT"/>
                <a:cs typeface="Arial MT"/>
              </a:rPr>
              <a:t>autOTatically</a:t>
            </a:r>
            <a:r>
              <a:rPr sz="1800" spc="-65" dirty="0">
                <a:latin typeface="Arial MT"/>
                <a:cs typeface="Arial MT"/>
              </a:rPr>
              <a:t> </a:t>
            </a:r>
            <a:r>
              <a:rPr sz="1800" spc="-130" dirty="0">
                <a:latin typeface="Arial MT"/>
                <a:cs typeface="Arial MT"/>
              </a:rPr>
              <a:t>scale</a:t>
            </a:r>
            <a:r>
              <a:rPr sz="1800" spc="-85" dirty="0">
                <a:latin typeface="Arial MT"/>
                <a:cs typeface="Arial MT"/>
              </a:rPr>
              <a:t> </a:t>
            </a:r>
            <a:r>
              <a:rPr sz="1800" spc="-10" dirty="0">
                <a:latin typeface="Arial MT"/>
                <a:cs typeface="Arial MT"/>
              </a:rPr>
              <a:t>up</a:t>
            </a:r>
            <a:r>
              <a:rPr sz="1800" spc="-60" dirty="0">
                <a:latin typeface="Arial MT"/>
                <a:cs typeface="Arial MT"/>
              </a:rPr>
              <a:t> </a:t>
            </a:r>
            <a:r>
              <a:rPr sz="1800" spc="-120" dirty="0">
                <a:latin typeface="Arial MT"/>
                <a:cs typeface="Arial MT"/>
              </a:rPr>
              <a:t>and</a:t>
            </a:r>
            <a:r>
              <a:rPr sz="1800" spc="-20" dirty="0">
                <a:latin typeface="Arial MT"/>
                <a:cs typeface="Arial MT"/>
              </a:rPr>
              <a:t> </a:t>
            </a:r>
            <a:r>
              <a:rPr sz="1800" spc="-100" dirty="0">
                <a:latin typeface="Arial MT"/>
                <a:cs typeface="Arial MT"/>
              </a:rPr>
              <a:t>down.</a:t>
            </a:r>
            <a:r>
              <a:rPr sz="1800" spc="-50" dirty="0">
                <a:latin typeface="Arial MT"/>
                <a:cs typeface="Arial MT"/>
              </a:rPr>
              <a:t> </a:t>
            </a:r>
            <a:r>
              <a:rPr sz="1800" spc="-170" dirty="0">
                <a:latin typeface="Arial MT"/>
                <a:cs typeface="Arial MT"/>
              </a:rPr>
              <a:t>These</a:t>
            </a:r>
            <a:r>
              <a:rPr sz="1800" dirty="0">
                <a:latin typeface="Arial MT"/>
                <a:cs typeface="Arial MT"/>
              </a:rPr>
              <a:t> </a:t>
            </a:r>
            <a:r>
              <a:rPr sz="1800" spc="-70" dirty="0">
                <a:latin typeface="Arial MT"/>
                <a:cs typeface="Arial MT"/>
              </a:rPr>
              <a:t>applications</a:t>
            </a:r>
            <a:r>
              <a:rPr sz="1800" spc="80" dirty="0">
                <a:latin typeface="Arial MT"/>
                <a:cs typeface="Arial MT"/>
              </a:rPr>
              <a:t> </a:t>
            </a:r>
            <a:r>
              <a:rPr sz="1800" spc="-70" dirty="0">
                <a:solidFill>
                  <a:srgbClr val="0C0C0C"/>
                </a:solidFill>
                <a:latin typeface="Arial MT"/>
                <a:cs typeface="Arial MT"/>
              </a:rPr>
              <a:t>run</a:t>
            </a:r>
            <a:r>
              <a:rPr sz="1800" spc="-75" dirty="0">
                <a:solidFill>
                  <a:srgbClr val="0C0C0C"/>
                </a:solidFill>
                <a:latin typeface="Arial MT"/>
                <a:cs typeface="Arial MT"/>
              </a:rPr>
              <a:t> </a:t>
            </a:r>
            <a:r>
              <a:rPr sz="1800" spc="-10" dirty="0">
                <a:solidFill>
                  <a:srgbClr val="414141"/>
                </a:solidFill>
                <a:latin typeface="Arial MT"/>
                <a:cs typeface="Arial MT"/>
              </a:rPr>
              <a:t>in</a:t>
            </a:r>
            <a:r>
              <a:rPr sz="1800" spc="-75" dirty="0">
                <a:solidFill>
                  <a:srgbClr val="414141"/>
                </a:solidFill>
                <a:latin typeface="Arial MT"/>
                <a:cs typeface="Arial MT"/>
              </a:rPr>
              <a:t> </a:t>
            </a:r>
            <a:r>
              <a:rPr sz="1800" spc="-90" dirty="0">
                <a:solidFill>
                  <a:srgbClr val="3D3D3D"/>
                </a:solidFill>
                <a:latin typeface="Arial MT"/>
                <a:cs typeface="Arial MT"/>
              </a:rPr>
              <a:t>a </a:t>
            </a:r>
            <a:r>
              <a:rPr sz="1800" spc="-55" dirty="0">
                <a:latin typeface="Arial MT"/>
                <a:cs typeface="Arial MT"/>
              </a:rPr>
              <a:t>highly</a:t>
            </a:r>
            <a:r>
              <a:rPr sz="1800" spc="-70" dirty="0">
                <a:latin typeface="Arial MT"/>
                <a:cs typeface="Arial MT"/>
              </a:rPr>
              <a:t> </a:t>
            </a:r>
            <a:r>
              <a:rPr sz="1800" spc="-110" dirty="0">
                <a:latin typeface="Arial MT"/>
                <a:cs typeface="Arial MT"/>
              </a:rPr>
              <a:t>available</a:t>
            </a:r>
            <a:r>
              <a:rPr sz="1800" spc="-15" dirty="0">
                <a:latin typeface="Arial MT"/>
                <a:cs typeface="Arial MT"/>
              </a:rPr>
              <a:t> </a:t>
            </a:r>
            <a:r>
              <a:rPr sz="1800" spc="-80" dirty="0">
                <a:latin typeface="Arial MT"/>
                <a:cs typeface="Arial MT"/>
              </a:rPr>
              <a:t>configuratiOn</a:t>
            </a:r>
            <a:r>
              <a:rPr sz="1800" spc="-45" dirty="0">
                <a:latin typeface="Arial MT"/>
                <a:cs typeface="Arial MT"/>
              </a:rPr>
              <a:t> </a:t>
            </a:r>
            <a:r>
              <a:rPr sz="1800" spc="-145" dirty="0">
                <a:latin typeface="Arial MT"/>
                <a:cs typeface="Arial MT"/>
              </a:rPr>
              <a:t>across</a:t>
            </a:r>
            <a:r>
              <a:rPr sz="1800" spc="15" dirty="0">
                <a:latin typeface="Arial MT"/>
                <a:cs typeface="Arial MT"/>
              </a:rPr>
              <a:t> </a:t>
            </a:r>
            <a:r>
              <a:rPr sz="1800" spc="-30" dirty="0">
                <a:latin typeface="Arial MT"/>
                <a:cs typeface="Arial MT"/>
              </a:rPr>
              <a:t>multiple</a:t>
            </a:r>
            <a:r>
              <a:rPr sz="1800" spc="45" dirty="0">
                <a:latin typeface="Arial MT"/>
                <a:cs typeface="Arial MT"/>
              </a:rPr>
              <a:t> </a:t>
            </a:r>
            <a:r>
              <a:rPr sz="1800" spc="-80" dirty="0">
                <a:latin typeface="Arial MT"/>
                <a:cs typeface="Arial MT"/>
              </a:rPr>
              <a:t>data</a:t>
            </a:r>
            <a:r>
              <a:rPr sz="1800" spc="-5" dirty="0">
                <a:latin typeface="Arial MT"/>
                <a:cs typeface="Arial MT"/>
              </a:rPr>
              <a:t> </a:t>
            </a:r>
            <a:r>
              <a:rPr sz="1800" spc="-110" dirty="0">
                <a:solidFill>
                  <a:srgbClr val="111111"/>
                </a:solidFill>
                <a:latin typeface="Arial MT"/>
                <a:cs typeface="Arial MT"/>
              </a:rPr>
              <a:t>centers</a:t>
            </a:r>
            <a:r>
              <a:rPr sz="1800" spc="-15" dirty="0">
                <a:solidFill>
                  <a:srgbClr val="111111"/>
                </a:solidFill>
                <a:latin typeface="Arial MT"/>
                <a:cs typeface="Arial MT"/>
              </a:rPr>
              <a:t> </a:t>
            </a:r>
            <a:r>
              <a:rPr sz="1800" spc="-50" dirty="0">
                <a:solidFill>
                  <a:srgbClr val="414141"/>
                </a:solidFill>
                <a:latin typeface="Arial MT"/>
                <a:cs typeface="Arial MT"/>
              </a:rPr>
              <a:t>- </a:t>
            </a:r>
            <a:r>
              <a:rPr sz="1800" spc="-10" dirty="0">
                <a:latin typeface="Arial MT"/>
                <a:cs typeface="Arial MT"/>
              </a:rPr>
              <a:t>with</a:t>
            </a:r>
            <a:r>
              <a:rPr sz="1800" spc="-65" dirty="0">
                <a:latin typeface="Arial MT"/>
                <a:cs typeface="Arial MT"/>
              </a:rPr>
              <a:t> </a:t>
            </a:r>
            <a:r>
              <a:rPr sz="1800" spc="-135" dirty="0">
                <a:latin typeface="Arial MT"/>
                <a:cs typeface="Arial MT"/>
              </a:rPr>
              <a:t>zero</a:t>
            </a:r>
            <a:r>
              <a:rPr sz="1800" spc="-20" dirty="0">
                <a:latin typeface="Arial MT"/>
                <a:cs typeface="Arial MT"/>
              </a:rPr>
              <a:t> </a:t>
            </a:r>
            <a:r>
              <a:rPr sz="1800" spc="-65" dirty="0">
                <a:latin typeface="Arial MT"/>
                <a:cs typeface="Arial MT"/>
              </a:rPr>
              <a:t>administrative</a:t>
            </a:r>
            <a:r>
              <a:rPr sz="1800" spc="-100" dirty="0">
                <a:latin typeface="Arial MT"/>
                <a:cs typeface="Arial MT"/>
              </a:rPr>
              <a:t> </a:t>
            </a:r>
            <a:r>
              <a:rPr sz="1800" dirty="0">
                <a:solidFill>
                  <a:srgbClr val="111111"/>
                </a:solidFill>
                <a:latin typeface="Arial MT"/>
                <a:cs typeface="Arial MT"/>
              </a:rPr>
              <a:t>effort</a:t>
            </a:r>
            <a:r>
              <a:rPr sz="1800" spc="-55" dirty="0">
                <a:solidFill>
                  <a:srgbClr val="111111"/>
                </a:solidFill>
                <a:latin typeface="Arial MT"/>
                <a:cs typeface="Arial MT"/>
              </a:rPr>
              <a:t> </a:t>
            </a:r>
            <a:r>
              <a:rPr sz="1800" spc="-85" dirty="0">
                <a:latin typeface="Arial MT"/>
                <a:cs typeface="Arial MT"/>
              </a:rPr>
              <a:t>required</a:t>
            </a:r>
            <a:r>
              <a:rPr sz="1800" spc="10" dirty="0">
                <a:latin typeface="Arial MT"/>
                <a:cs typeface="Arial MT"/>
              </a:rPr>
              <a:t> </a:t>
            </a:r>
            <a:r>
              <a:rPr sz="1800" dirty="0">
                <a:solidFill>
                  <a:srgbClr val="131313"/>
                </a:solidFill>
                <a:latin typeface="Arial MT"/>
                <a:cs typeface="Arial MT"/>
              </a:rPr>
              <a:t>for</a:t>
            </a:r>
            <a:r>
              <a:rPr sz="1800" spc="-70" dirty="0">
                <a:solidFill>
                  <a:srgbClr val="131313"/>
                </a:solidFill>
                <a:latin typeface="Arial MT"/>
                <a:cs typeface="Arial MT"/>
              </a:rPr>
              <a:t> </a:t>
            </a:r>
            <a:r>
              <a:rPr sz="1800" spc="-20" dirty="0">
                <a:latin typeface="Arial MT"/>
                <a:cs typeface="Arial MT"/>
              </a:rPr>
              <a:t>scalability, </a:t>
            </a:r>
            <a:r>
              <a:rPr sz="1800" spc="-120" dirty="0">
                <a:latin typeface="Arial MT"/>
                <a:cs typeface="Arial MT"/>
              </a:rPr>
              <a:t>backups,</a:t>
            </a:r>
            <a:r>
              <a:rPr sz="1800" spc="-5" dirty="0">
                <a:latin typeface="Arial MT"/>
                <a:cs typeface="Arial MT"/>
              </a:rPr>
              <a:t> </a:t>
            </a:r>
            <a:r>
              <a:rPr sz="1800" spc="-90" dirty="0">
                <a:latin typeface="Arial MT"/>
                <a:cs typeface="Arial MT"/>
              </a:rPr>
              <a:t>or</a:t>
            </a:r>
            <a:r>
              <a:rPr sz="1800" spc="-35" dirty="0">
                <a:latin typeface="Arial MT"/>
                <a:cs typeface="Arial MT"/>
              </a:rPr>
              <a:t> </a:t>
            </a:r>
            <a:r>
              <a:rPr sz="1800" spc="-55" dirty="0">
                <a:latin typeface="Arial MT"/>
                <a:cs typeface="Arial MT"/>
              </a:rPr>
              <a:t>multi-</a:t>
            </a:r>
            <a:r>
              <a:rPr sz="1800" dirty="0">
                <a:latin typeface="Arial MT"/>
                <a:cs typeface="Arial MT"/>
              </a:rPr>
              <a:t>data</a:t>
            </a:r>
            <a:r>
              <a:rPr sz="1800" spc="25" dirty="0">
                <a:latin typeface="Arial MT"/>
                <a:cs typeface="Arial MT"/>
              </a:rPr>
              <a:t> </a:t>
            </a:r>
            <a:r>
              <a:rPr sz="1800" spc="-40" dirty="0">
                <a:latin typeface="Arial MT"/>
                <a:cs typeface="Arial MT"/>
              </a:rPr>
              <a:t>redundancy.</a:t>
            </a:r>
            <a:endParaRPr sz="1800">
              <a:latin typeface="Arial MT"/>
              <a:cs typeface="Arial MT"/>
            </a:endParaRPr>
          </a:p>
        </p:txBody>
      </p:sp>
    </p:spTree>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365885" y="1365369"/>
            <a:ext cx="3134061" cy="3915243"/>
          </a:xfrm>
          <a:prstGeom prst="rect">
            <a:avLst/>
          </a:prstGeom>
        </p:spPr>
      </p:pic>
      <p:pic>
        <p:nvPicPr>
          <p:cNvPr id="3" name="object 3"/>
          <p:cNvPicPr/>
          <p:nvPr/>
        </p:nvPicPr>
        <p:blipFill>
          <a:blip r:embed="rId3" cstate="print"/>
          <a:stretch>
            <a:fillRect/>
          </a:stretch>
        </p:blipFill>
        <p:spPr>
          <a:xfrm>
            <a:off x="4576154" y="2079829"/>
            <a:ext cx="3048327" cy="771617"/>
          </a:xfrm>
          <a:prstGeom prst="rect">
            <a:avLst/>
          </a:prstGeom>
        </p:spPr>
      </p:pic>
      <p:pic>
        <p:nvPicPr>
          <p:cNvPr id="4" name="object 4"/>
          <p:cNvPicPr/>
          <p:nvPr/>
        </p:nvPicPr>
        <p:blipFill>
          <a:blip r:embed="rId4" cstate="print"/>
          <a:stretch>
            <a:fillRect/>
          </a:stretch>
        </p:blipFill>
        <p:spPr>
          <a:xfrm>
            <a:off x="7710215" y="2098881"/>
            <a:ext cx="1447954" cy="733512"/>
          </a:xfrm>
          <a:prstGeom prst="rect">
            <a:avLst/>
          </a:prstGeom>
        </p:spPr>
      </p:pic>
      <p:grpSp>
        <p:nvGrpSpPr>
          <p:cNvPr id="5" name="object 5"/>
          <p:cNvGrpSpPr/>
          <p:nvPr/>
        </p:nvGrpSpPr>
        <p:grpSpPr>
          <a:xfrm>
            <a:off x="1365885" y="365125"/>
            <a:ext cx="9450070" cy="876935"/>
            <a:chOff x="1365885" y="365125"/>
            <a:chExt cx="9450070" cy="876935"/>
          </a:xfrm>
        </p:grpSpPr>
        <p:pic>
          <p:nvPicPr>
            <p:cNvPr id="6" name="object 6"/>
            <p:cNvPicPr/>
            <p:nvPr/>
          </p:nvPicPr>
          <p:blipFill>
            <a:blip r:embed="rId5" cstate="print"/>
            <a:stretch>
              <a:fillRect/>
            </a:stretch>
          </p:blipFill>
          <p:spPr>
            <a:xfrm>
              <a:off x="1765978" y="650909"/>
              <a:ext cx="2257667" cy="361993"/>
            </a:xfrm>
            <a:prstGeom prst="rect">
              <a:avLst/>
            </a:prstGeom>
          </p:spPr>
        </p:pic>
        <p:sp>
          <p:nvSpPr>
            <p:cNvPr id="7" name="object 7"/>
            <p:cNvSpPr/>
            <p:nvPr/>
          </p:nvSpPr>
          <p:spPr>
            <a:xfrm>
              <a:off x="1365885" y="365125"/>
              <a:ext cx="9450070" cy="876935"/>
            </a:xfrm>
            <a:custGeom>
              <a:avLst/>
              <a:gdLst/>
              <a:ahLst/>
              <a:cxnLst/>
              <a:rect l="l" t="t" r="r" b="b"/>
              <a:pathLst>
                <a:path w="9450070" h="876935">
                  <a:moveTo>
                    <a:pt x="9448800" y="876300"/>
                  </a:moveTo>
                  <a:lnTo>
                    <a:pt x="0" y="876300"/>
                  </a:lnTo>
                  <a:lnTo>
                    <a:pt x="0" y="0"/>
                  </a:lnTo>
                  <a:lnTo>
                    <a:pt x="9448800" y="0"/>
                  </a:lnTo>
                  <a:lnTo>
                    <a:pt x="9448800" y="876300"/>
                  </a:lnTo>
                  <a:close/>
                </a:path>
              </a:pathLst>
            </a:custGeom>
            <a:solidFill>
              <a:srgbClr val="3B9083"/>
            </a:solidFill>
          </p:spPr>
          <p:txBody>
            <a:bodyPr wrap="square" lIns="0" tIns="0" rIns="0" bIns="0" rtlCol="0"/>
            <a:lstStyle/>
            <a:p>
              <a:endParaRPr/>
            </a:p>
          </p:txBody>
        </p:sp>
      </p:grpSp>
      <p:sp>
        <p:nvSpPr>
          <p:cNvPr id="8" name="object 8"/>
          <p:cNvSpPr txBox="1"/>
          <p:nvPr/>
        </p:nvSpPr>
        <p:spPr>
          <a:xfrm>
            <a:off x="1365885" y="365125"/>
            <a:ext cx="9450070" cy="876935"/>
          </a:xfrm>
          <a:prstGeom prst="rect">
            <a:avLst/>
          </a:prstGeom>
        </p:spPr>
        <p:txBody>
          <a:bodyPr vert="horz" wrap="square" lIns="0" tIns="123825" rIns="0" bIns="0" rtlCol="0">
            <a:spAutoFit/>
          </a:bodyPr>
          <a:lstStyle/>
          <a:p>
            <a:pPr marR="1263650" algn="r">
              <a:lnSpc>
                <a:spcPct val="100000"/>
              </a:lnSpc>
              <a:spcBef>
                <a:spcPts val="975"/>
              </a:spcBef>
            </a:pPr>
            <a:r>
              <a:rPr sz="2550" spc="-25" dirty="0">
                <a:solidFill>
                  <a:srgbClr val="347590"/>
                </a:solidFill>
                <a:latin typeface="Cambria"/>
                <a:cs typeface="Cambria"/>
              </a:rPr>
              <a:t>aws</a:t>
            </a:r>
            <a:endParaRPr sz="2550">
              <a:latin typeface="Cambria"/>
              <a:cs typeface="Cambria"/>
            </a:endParaRPr>
          </a:p>
        </p:txBody>
      </p:sp>
      <p:sp>
        <p:nvSpPr>
          <p:cNvPr id="9" name="object 9"/>
          <p:cNvSpPr txBox="1"/>
          <p:nvPr/>
        </p:nvSpPr>
        <p:spPr>
          <a:xfrm>
            <a:off x="9262958" y="2079829"/>
            <a:ext cx="1496060" cy="762635"/>
          </a:xfrm>
          <a:prstGeom prst="rect">
            <a:avLst/>
          </a:prstGeom>
          <a:solidFill>
            <a:srgbClr val="E8F6F9"/>
          </a:solidFill>
        </p:spPr>
        <p:txBody>
          <a:bodyPr vert="horz" wrap="square" lIns="0" tIns="130175" rIns="0" bIns="0" rtlCol="0">
            <a:spAutoFit/>
          </a:bodyPr>
          <a:lstStyle/>
          <a:p>
            <a:pPr algn="ctr">
              <a:lnSpc>
                <a:spcPct val="100000"/>
              </a:lnSpc>
              <a:spcBef>
                <a:spcPts val="1025"/>
              </a:spcBef>
            </a:pPr>
            <a:r>
              <a:rPr sz="1600" spc="-110" dirty="0">
                <a:solidFill>
                  <a:srgbClr val="8CD1FF"/>
                </a:solidFill>
                <a:latin typeface="Arial MT"/>
                <a:cs typeface="Arial MT"/>
              </a:rPr>
              <a:t>Real-</a:t>
            </a:r>
            <a:r>
              <a:rPr sz="1600" spc="-60" dirty="0">
                <a:solidFill>
                  <a:srgbClr val="8CD1FF"/>
                </a:solidFill>
                <a:latin typeface="Arial MT"/>
                <a:cs typeface="Arial MT"/>
              </a:rPr>
              <a:t>time</a:t>
            </a:r>
            <a:r>
              <a:rPr sz="1600" spc="-15" dirty="0">
                <a:solidFill>
                  <a:srgbClr val="8CD1FF"/>
                </a:solidFill>
                <a:latin typeface="Arial MT"/>
                <a:cs typeface="Arial MT"/>
              </a:rPr>
              <a:t> </a:t>
            </a:r>
            <a:r>
              <a:rPr sz="1600" spc="-10" dirty="0">
                <a:solidFill>
                  <a:srgbClr val="4182BC"/>
                </a:solidFill>
                <a:latin typeface="Arial MT"/>
                <a:cs typeface="Arial MT"/>
              </a:rPr>
              <a:t>stream</a:t>
            </a:r>
            <a:endParaRPr sz="1600">
              <a:latin typeface="Arial MT"/>
              <a:cs typeface="Arial MT"/>
            </a:endParaRPr>
          </a:p>
          <a:p>
            <a:pPr marL="2540" algn="ctr">
              <a:lnSpc>
                <a:spcPct val="100000"/>
              </a:lnSpc>
              <a:spcBef>
                <a:spcPts val="30"/>
              </a:spcBef>
            </a:pPr>
            <a:r>
              <a:rPr sz="1450" spc="-10" dirty="0">
                <a:solidFill>
                  <a:srgbClr val="5785AA"/>
                </a:solidFill>
                <a:latin typeface="Arial MT"/>
                <a:cs typeface="Arial MT"/>
              </a:rPr>
              <a:t>processing</a:t>
            </a:r>
            <a:endParaRPr sz="1450">
              <a:latin typeface="Arial MT"/>
              <a:cs typeface="Arial MT"/>
            </a:endParaRPr>
          </a:p>
        </p:txBody>
      </p:sp>
      <p:sp>
        <p:nvSpPr>
          <p:cNvPr id="10" name="object 10"/>
          <p:cNvSpPr txBox="1"/>
          <p:nvPr/>
        </p:nvSpPr>
        <p:spPr>
          <a:xfrm>
            <a:off x="1654157" y="5396515"/>
            <a:ext cx="2668270" cy="140335"/>
          </a:xfrm>
          <a:prstGeom prst="rect">
            <a:avLst/>
          </a:prstGeom>
        </p:spPr>
        <p:txBody>
          <a:bodyPr vert="horz" wrap="square" lIns="0" tIns="12700" rIns="0" bIns="0" rtlCol="0">
            <a:spAutoFit/>
          </a:bodyPr>
          <a:lstStyle/>
          <a:p>
            <a:pPr marL="12700">
              <a:lnSpc>
                <a:spcPct val="100000"/>
              </a:lnSpc>
              <a:spcBef>
                <a:spcPts val="100"/>
              </a:spcBef>
            </a:pPr>
            <a:r>
              <a:rPr sz="750" dirty="0">
                <a:solidFill>
                  <a:srgbClr val="525252"/>
                </a:solidFill>
                <a:latin typeface="Arial MT"/>
                <a:cs typeface="Arial MT"/>
              </a:rPr>
              <a:t>8i2o2</a:t>
            </a:r>
            <a:r>
              <a:rPr sz="750" dirty="0">
                <a:solidFill>
                  <a:srgbClr val="A1A1A1"/>
                </a:solidFill>
                <a:latin typeface="Arial MT"/>
                <a:cs typeface="Arial MT"/>
              </a:rPr>
              <a:t>1</a:t>
            </a:r>
            <a:r>
              <a:rPr sz="750" spc="-10" dirty="0">
                <a:solidFill>
                  <a:srgbClr val="A1A1A1"/>
                </a:solidFill>
                <a:latin typeface="Arial MT"/>
                <a:cs typeface="Arial MT"/>
              </a:rPr>
              <a:t> </a:t>
            </a:r>
            <a:r>
              <a:rPr sz="750" spc="-50" dirty="0">
                <a:solidFill>
                  <a:srgbClr val="626262"/>
                </a:solidFill>
                <a:latin typeface="Arial MT"/>
                <a:cs typeface="Arial MT"/>
              </a:rPr>
              <a:t>Amazon</a:t>
            </a:r>
            <a:r>
              <a:rPr sz="750" dirty="0">
                <a:solidFill>
                  <a:srgbClr val="626262"/>
                </a:solidFill>
                <a:latin typeface="Arial MT"/>
                <a:cs typeface="Arial MT"/>
              </a:rPr>
              <a:t> </a:t>
            </a:r>
            <a:r>
              <a:rPr sz="750" dirty="0">
                <a:solidFill>
                  <a:srgbClr val="595959"/>
                </a:solidFill>
                <a:latin typeface="Arial MT"/>
                <a:cs typeface="Arial MT"/>
              </a:rPr>
              <a:t>v¥b</a:t>
            </a:r>
            <a:r>
              <a:rPr sz="750" spc="240" dirty="0">
                <a:solidFill>
                  <a:srgbClr val="595959"/>
                </a:solidFill>
                <a:latin typeface="Arial MT"/>
                <a:cs typeface="Arial MT"/>
              </a:rPr>
              <a:t> </a:t>
            </a:r>
            <a:r>
              <a:rPr sz="750" spc="-70" dirty="0">
                <a:solidFill>
                  <a:srgbClr val="8E8E8E"/>
                </a:solidFill>
                <a:latin typeface="Arial MT"/>
                <a:cs typeface="Arial MT"/>
              </a:rPr>
              <a:t>•,erv+cee</a:t>
            </a:r>
            <a:r>
              <a:rPr sz="750" spc="70" dirty="0">
                <a:solidFill>
                  <a:srgbClr val="8E8E8E"/>
                </a:solidFill>
                <a:latin typeface="Arial MT"/>
                <a:cs typeface="Arial MT"/>
              </a:rPr>
              <a:t> </a:t>
            </a:r>
            <a:r>
              <a:rPr sz="750" dirty="0">
                <a:solidFill>
                  <a:srgbClr val="8A8A8A"/>
                </a:solidFill>
                <a:latin typeface="Arial MT"/>
                <a:cs typeface="Arial MT"/>
              </a:rPr>
              <a:t>inc</a:t>
            </a:r>
            <a:r>
              <a:rPr sz="750" spc="70" dirty="0">
                <a:solidFill>
                  <a:srgbClr val="8A8A8A"/>
                </a:solidFill>
                <a:latin typeface="Arial MT"/>
                <a:cs typeface="Arial MT"/>
              </a:rPr>
              <a:t> </a:t>
            </a:r>
            <a:r>
              <a:rPr sz="750" spc="-30" dirty="0">
                <a:solidFill>
                  <a:srgbClr val="8C8C8C"/>
                </a:solidFill>
                <a:latin typeface="Arial MT"/>
                <a:cs typeface="Arial MT"/>
              </a:rPr>
              <a:t>or</a:t>
            </a:r>
            <a:r>
              <a:rPr sz="750" spc="-10" dirty="0">
                <a:solidFill>
                  <a:srgbClr val="8C8C8C"/>
                </a:solidFill>
                <a:latin typeface="Arial MT"/>
                <a:cs typeface="Arial MT"/>
              </a:rPr>
              <a:t> </a:t>
            </a:r>
            <a:r>
              <a:rPr sz="750" spc="-10" dirty="0">
                <a:solidFill>
                  <a:srgbClr val="606060"/>
                </a:solidFill>
                <a:latin typeface="Arial MT"/>
                <a:cs typeface="Arial MT"/>
              </a:rPr>
              <a:t>its</a:t>
            </a:r>
            <a:r>
              <a:rPr sz="750" spc="-105" dirty="0">
                <a:solidFill>
                  <a:srgbClr val="606060"/>
                </a:solidFill>
                <a:latin typeface="Arial MT"/>
                <a:cs typeface="Arial MT"/>
              </a:rPr>
              <a:t> </a:t>
            </a:r>
            <a:r>
              <a:rPr sz="750" spc="-25" dirty="0">
                <a:solidFill>
                  <a:srgbClr val="6B6B6B"/>
                </a:solidFill>
                <a:latin typeface="Arial MT"/>
                <a:cs typeface="Arial MT"/>
              </a:rPr>
              <a:t>affiliates.</a:t>
            </a:r>
            <a:r>
              <a:rPr sz="750" spc="20" dirty="0">
                <a:solidFill>
                  <a:srgbClr val="6B6B6B"/>
                </a:solidFill>
                <a:latin typeface="Arial MT"/>
                <a:cs typeface="Arial MT"/>
              </a:rPr>
              <a:t> </a:t>
            </a:r>
            <a:r>
              <a:rPr sz="750" spc="-80" dirty="0">
                <a:solidFill>
                  <a:srgbClr val="B6B6B6"/>
                </a:solidFill>
                <a:latin typeface="Arial MT"/>
                <a:cs typeface="Arial MT"/>
              </a:rPr>
              <a:t>Ah</a:t>
            </a:r>
            <a:r>
              <a:rPr sz="750" spc="-65" dirty="0">
                <a:solidFill>
                  <a:srgbClr val="B6B6B6"/>
                </a:solidFill>
                <a:latin typeface="Arial MT"/>
                <a:cs typeface="Arial MT"/>
              </a:rPr>
              <a:t> </a:t>
            </a:r>
            <a:r>
              <a:rPr sz="750" dirty="0">
                <a:solidFill>
                  <a:srgbClr val="6E6E6E"/>
                </a:solidFill>
                <a:latin typeface="Arial MT"/>
                <a:cs typeface="Arial MT"/>
              </a:rPr>
              <a:t>nghs</a:t>
            </a:r>
            <a:r>
              <a:rPr sz="750" spc="-35" dirty="0">
                <a:solidFill>
                  <a:srgbClr val="6E6E6E"/>
                </a:solidFill>
                <a:latin typeface="Arial MT"/>
                <a:cs typeface="Arial MT"/>
              </a:rPr>
              <a:t> </a:t>
            </a:r>
            <a:r>
              <a:rPr sz="750" spc="-10" dirty="0">
                <a:solidFill>
                  <a:srgbClr val="828282"/>
                </a:solidFill>
                <a:latin typeface="Arial MT"/>
                <a:cs typeface="Arial MT"/>
              </a:rPr>
              <a:t>resented</a:t>
            </a:r>
            <a:endParaRPr sz="750">
              <a:latin typeface="Arial MT"/>
              <a:cs typeface="Arial MT"/>
            </a:endParaRPr>
          </a:p>
        </p:txBody>
      </p:sp>
      <p:sp>
        <p:nvSpPr>
          <p:cNvPr id="11" name="object 11"/>
          <p:cNvSpPr txBox="1"/>
          <p:nvPr/>
        </p:nvSpPr>
        <p:spPr>
          <a:xfrm>
            <a:off x="4771165" y="1381247"/>
            <a:ext cx="5409565" cy="576580"/>
          </a:xfrm>
          <a:prstGeom prst="rect">
            <a:avLst/>
          </a:prstGeom>
        </p:spPr>
        <p:txBody>
          <a:bodyPr vert="horz" wrap="square" lIns="0" tIns="10795" rIns="0" bIns="0" rtlCol="0">
            <a:spAutoFit/>
          </a:bodyPr>
          <a:lstStyle/>
          <a:p>
            <a:pPr marL="14604" marR="5080" indent="-2540">
              <a:lnSpc>
                <a:spcPct val="100699"/>
              </a:lnSpc>
              <a:spcBef>
                <a:spcPts val="85"/>
              </a:spcBef>
            </a:pPr>
            <a:r>
              <a:rPr sz="1800" spc="-165" dirty="0">
                <a:latin typeface="Arial MT"/>
                <a:cs typeface="Arial MT"/>
              </a:rPr>
              <a:t>Choose</a:t>
            </a:r>
            <a:r>
              <a:rPr sz="1800" spc="25" dirty="0">
                <a:latin typeface="Arial MT"/>
                <a:cs typeface="Arial MT"/>
              </a:rPr>
              <a:t> </a:t>
            </a:r>
            <a:r>
              <a:rPr sz="1800" spc="-150" dirty="0">
                <a:latin typeface="Arial MT"/>
                <a:cs typeface="Arial MT"/>
              </a:rPr>
              <a:t>each</a:t>
            </a:r>
            <a:r>
              <a:rPr sz="1800" spc="-45" dirty="0">
                <a:latin typeface="Arial MT"/>
                <a:cs typeface="Arial MT"/>
              </a:rPr>
              <a:t> </a:t>
            </a:r>
            <a:r>
              <a:rPr sz="1800" spc="-20" dirty="0">
                <a:latin typeface="Arial MT"/>
                <a:cs typeface="Arial MT"/>
              </a:rPr>
              <a:t>button </a:t>
            </a:r>
            <a:r>
              <a:rPr sz="1800" dirty="0">
                <a:solidFill>
                  <a:srgbClr val="111111"/>
                </a:solidFill>
                <a:latin typeface="Arial MT"/>
                <a:cs typeface="Arial MT"/>
              </a:rPr>
              <a:t>to</a:t>
            </a:r>
            <a:r>
              <a:rPr sz="1800" spc="-60" dirty="0">
                <a:solidFill>
                  <a:srgbClr val="111111"/>
                </a:solidFill>
                <a:latin typeface="Arial MT"/>
                <a:cs typeface="Arial MT"/>
              </a:rPr>
              <a:t> </a:t>
            </a:r>
            <a:r>
              <a:rPr sz="1800" spc="-90" dirty="0">
                <a:latin typeface="Arial MT"/>
                <a:cs typeface="Arial MT"/>
              </a:rPr>
              <a:t>learn</a:t>
            </a:r>
            <a:r>
              <a:rPr sz="1800" spc="-55" dirty="0">
                <a:latin typeface="Arial MT"/>
                <a:cs typeface="Arial MT"/>
              </a:rPr>
              <a:t> </a:t>
            </a:r>
            <a:r>
              <a:rPr sz="1800" spc="-85" dirty="0">
                <a:solidFill>
                  <a:srgbClr val="161616"/>
                </a:solidFill>
                <a:latin typeface="Arial MT"/>
                <a:cs typeface="Arial MT"/>
              </a:rPr>
              <a:t>more</a:t>
            </a:r>
            <a:r>
              <a:rPr sz="1800" spc="60" dirty="0">
                <a:solidFill>
                  <a:srgbClr val="161616"/>
                </a:solidFill>
                <a:latin typeface="Arial MT"/>
                <a:cs typeface="Arial MT"/>
              </a:rPr>
              <a:t> </a:t>
            </a:r>
            <a:r>
              <a:rPr sz="1800" spc="-55" dirty="0">
                <a:latin typeface="Arial MT"/>
                <a:cs typeface="Arial MT"/>
              </a:rPr>
              <a:t>about</a:t>
            </a:r>
            <a:r>
              <a:rPr sz="1800" spc="25" dirty="0">
                <a:latin typeface="Arial MT"/>
                <a:cs typeface="Arial MT"/>
              </a:rPr>
              <a:t> </a:t>
            </a:r>
            <a:r>
              <a:rPr sz="1800" spc="-170" dirty="0">
                <a:solidFill>
                  <a:srgbClr val="111111"/>
                </a:solidFill>
                <a:latin typeface="Arial MT"/>
                <a:cs typeface="Arial MT"/>
              </a:rPr>
              <a:t>ways</a:t>
            </a:r>
            <a:r>
              <a:rPr sz="1800" spc="5" dirty="0">
                <a:solidFill>
                  <a:srgbClr val="111111"/>
                </a:solidFill>
                <a:latin typeface="Arial MT"/>
                <a:cs typeface="Arial MT"/>
              </a:rPr>
              <a:t> </a:t>
            </a:r>
            <a:r>
              <a:rPr sz="1800" spc="-100" dirty="0">
                <a:solidFill>
                  <a:srgbClr val="111111"/>
                </a:solidFill>
                <a:latin typeface="Arial MT"/>
                <a:cs typeface="Arial MT"/>
              </a:rPr>
              <a:t>you</a:t>
            </a:r>
            <a:r>
              <a:rPr sz="1800" spc="-30" dirty="0">
                <a:solidFill>
                  <a:srgbClr val="111111"/>
                </a:solidFill>
                <a:latin typeface="Arial MT"/>
                <a:cs typeface="Arial MT"/>
              </a:rPr>
              <a:t> </a:t>
            </a:r>
            <a:r>
              <a:rPr sz="1800" spc="-135" dirty="0">
                <a:latin typeface="Arial MT"/>
                <a:cs typeface="Arial MT"/>
              </a:rPr>
              <a:t>can</a:t>
            </a:r>
            <a:r>
              <a:rPr sz="1800" spc="-70" dirty="0">
                <a:latin typeface="Arial MT"/>
                <a:cs typeface="Arial MT"/>
              </a:rPr>
              <a:t> </a:t>
            </a:r>
            <a:r>
              <a:rPr sz="1800" spc="-114" dirty="0">
                <a:solidFill>
                  <a:srgbClr val="0F0F0F"/>
                </a:solidFill>
                <a:latin typeface="Arial MT"/>
                <a:cs typeface="Arial MT"/>
              </a:rPr>
              <a:t>use </a:t>
            </a:r>
            <a:r>
              <a:rPr sz="1800" spc="-280" dirty="0">
                <a:solidFill>
                  <a:srgbClr val="111111"/>
                </a:solidFill>
                <a:latin typeface="Arial MT"/>
                <a:cs typeface="Arial MT"/>
              </a:rPr>
              <a:t>AWS</a:t>
            </a:r>
            <a:r>
              <a:rPr sz="1800" spc="-5" dirty="0">
                <a:solidFill>
                  <a:srgbClr val="111111"/>
                </a:solidFill>
                <a:latin typeface="Arial MT"/>
                <a:cs typeface="Arial MT"/>
              </a:rPr>
              <a:t> </a:t>
            </a:r>
            <a:r>
              <a:rPr sz="1800" spc="-10" dirty="0">
                <a:latin typeface="Arial MT"/>
                <a:cs typeface="Arial MT"/>
              </a:rPr>
              <a:t>Lambda.</a:t>
            </a:r>
            <a:endParaRPr sz="1800">
              <a:latin typeface="Arial MT"/>
              <a:cs typeface="Arial MT"/>
            </a:endParaRPr>
          </a:p>
        </p:txBody>
      </p:sp>
      <p:sp>
        <p:nvSpPr>
          <p:cNvPr id="12" name="object 12"/>
          <p:cNvSpPr txBox="1"/>
          <p:nvPr/>
        </p:nvSpPr>
        <p:spPr>
          <a:xfrm>
            <a:off x="4759370" y="2956237"/>
            <a:ext cx="5372100" cy="1965325"/>
          </a:xfrm>
          <a:prstGeom prst="rect">
            <a:avLst/>
          </a:prstGeom>
        </p:spPr>
        <p:txBody>
          <a:bodyPr vert="horz" wrap="square" lIns="0" tIns="18415" rIns="0" bIns="0" rtlCol="0">
            <a:spAutoFit/>
          </a:bodyPr>
          <a:lstStyle/>
          <a:p>
            <a:pPr marL="12700" marR="5080" indent="12700">
              <a:lnSpc>
                <a:spcPct val="98000"/>
              </a:lnSpc>
              <a:spcBef>
                <a:spcPts val="145"/>
              </a:spcBef>
            </a:pPr>
            <a:r>
              <a:rPr sz="1850" spc="-220" dirty="0">
                <a:solidFill>
                  <a:srgbClr val="161616"/>
                </a:solidFill>
                <a:latin typeface="Arial MT"/>
                <a:cs typeface="Arial MT"/>
              </a:rPr>
              <a:t>You</a:t>
            </a:r>
            <a:r>
              <a:rPr sz="1850" spc="-25" dirty="0">
                <a:solidFill>
                  <a:srgbClr val="161616"/>
                </a:solidFill>
                <a:latin typeface="Arial MT"/>
                <a:cs typeface="Arial MT"/>
              </a:rPr>
              <a:t> </a:t>
            </a:r>
            <a:r>
              <a:rPr sz="1850" spc="-190" dirty="0">
                <a:latin typeface="Arial MT"/>
                <a:cs typeface="Arial MT"/>
              </a:rPr>
              <a:t>can</a:t>
            </a:r>
            <a:r>
              <a:rPr sz="1850" spc="-10" dirty="0">
                <a:latin typeface="Arial MT"/>
                <a:cs typeface="Arial MT"/>
              </a:rPr>
              <a:t> </a:t>
            </a:r>
            <a:r>
              <a:rPr sz="1850" spc="-200" dirty="0">
                <a:latin typeface="Arial MT"/>
                <a:cs typeface="Arial MT"/>
              </a:rPr>
              <a:t>use</a:t>
            </a:r>
            <a:r>
              <a:rPr sz="1850" spc="-35" dirty="0">
                <a:latin typeface="Arial MT"/>
                <a:cs typeface="Arial MT"/>
              </a:rPr>
              <a:t> </a:t>
            </a:r>
            <a:r>
              <a:rPr sz="1850" spc="-330" dirty="0">
                <a:latin typeface="Arial MT"/>
                <a:cs typeface="Arial MT"/>
              </a:rPr>
              <a:t>AWS</a:t>
            </a:r>
            <a:r>
              <a:rPr sz="1850" spc="-40" dirty="0">
                <a:latin typeface="Arial MT"/>
                <a:cs typeface="Arial MT"/>
              </a:rPr>
              <a:t> </a:t>
            </a:r>
            <a:r>
              <a:rPr sz="1850" spc="-155" dirty="0">
                <a:solidFill>
                  <a:srgbClr val="0C0C0C"/>
                </a:solidFill>
                <a:latin typeface="Arial MT"/>
                <a:cs typeface="Arial MT"/>
              </a:rPr>
              <a:t>Lambda</a:t>
            </a:r>
            <a:r>
              <a:rPr sz="1850" spc="55" dirty="0">
                <a:solidFill>
                  <a:srgbClr val="0C0C0C"/>
                </a:solidFill>
                <a:latin typeface="Arial MT"/>
                <a:cs typeface="Arial MT"/>
              </a:rPr>
              <a:t> </a:t>
            </a:r>
            <a:r>
              <a:rPr sz="1850" dirty="0">
                <a:latin typeface="Arial MT"/>
                <a:cs typeface="Arial MT"/>
              </a:rPr>
              <a:t>to</a:t>
            </a:r>
            <a:r>
              <a:rPr sz="1850" spc="-25" dirty="0">
                <a:latin typeface="Arial MT"/>
                <a:cs typeface="Arial MT"/>
              </a:rPr>
              <a:t> </a:t>
            </a:r>
            <a:r>
              <a:rPr sz="1850" spc="-155" dirty="0">
                <a:latin typeface="Arial MT"/>
                <a:cs typeface="Arial MT"/>
              </a:rPr>
              <a:t>execute</a:t>
            </a:r>
            <a:r>
              <a:rPr sz="1850" spc="105" dirty="0">
                <a:latin typeface="Arial MT"/>
                <a:cs typeface="Arial MT"/>
              </a:rPr>
              <a:t> </a:t>
            </a:r>
            <a:r>
              <a:rPr sz="1850" spc="-180" dirty="0">
                <a:latin typeface="Arial MT"/>
                <a:cs typeface="Arial MT"/>
              </a:rPr>
              <a:t>code</a:t>
            </a:r>
            <a:r>
              <a:rPr sz="1850" spc="5" dirty="0">
                <a:latin typeface="Arial MT"/>
                <a:cs typeface="Arial MT"/>
              </a:rPr>
              <a:t> </a:t>
            </a:r>
            <a:r>
              <a:rPr sz="1850" spc="-60" dirty="0">
                <a:solidFill>
                  <a:srgbClr val="2A2A2A"/>
                </a:solidFill>
                <a:latin typeface="Arial MT"/>
                <a:cs typeface="Arial MT"/>
              </a:rPr>
              <a:t>in</a:t>
            </a:r>
            <a:r>
              <a:rPr sz="1850" spc="-130" dirty="0">
                <a:solidFill>
                  <a:srgbClr val="2A2A2A"/>
                </a:solidFill>
                <a:latin typeface="Arial MT"/>
                <a:cs typeface="Arial MT"/>
              </a:rPr>
              <a:t> </a:t>
            </a:r>
            <a:r>
              <a:rPr sz="1850" spc="-155" dirty="0">
                <a:latin typeface="Arial MT"/>
                <a:cs typeface="Arial MT"/>
              </a:rPr>
              <a:t>response</a:t>
            </a:r>
            <a:r>
              <a:rPr sz="1850" spc="80" dirty="0">
                <a:latin typeface="Arial MT"/>
                <a:cs typeface="Arial MT"/>
              </a:rPr>
              <a:t> </a:t>
            </a:r>
            <a:r>
              <a:rPr sz="1850" spc="-25" dirty="0">
                <a:latin typeface="Arial MT"/>
                <a:cs typeface="Arial MT"/>
              </a:rPr>
              <a:t>to </a:t>
            </a:r>
            <a:r>
              <a:rPr sz="1850" spc="-80" dirty="0">
                <a:latin typeface="Arial MT"/>
                <a:cs typeface="Arial MT"/>
              </a:rPr>
              <a:t>triggers</a:t>
            </a:r>
            <a:r>
              <a:rPr sz="1850" spc="-85" dirty="0">
                <a:latin typeface="Arial MT"/>
                <a:cs typeface="Arial MT"/>
              </a:rPr>
              <a:t> </a:t>
            </a:r>
            <a:r>
              <a:rPr sz="1850" spc="-150" dirty="0">
                <a:solidFill>
                  <a:srgbClr val="131313"/>
                </a:solidFill>
                <a:latin typeface="Arial MT"/>
                <a:cs typeface="Arial MT"/>
              </a:rPr>
              <a:t>such</a:t>
            </a:r>
            <a:r>
              <a:rPr sz="1850" spc="-5" dirty="0">
                <a:solidFill>
                  <a:srgbClr val="131313"/>
                </a:solidFill>
                <a:latin typeface="Arial MT"/>
                <a:cs typeface="Arial MT"/>
              </a:rPr>
              <a:t> </a:t>
            </a:r>
            <a:r>
              <a:rPr sz="1850" spc="-240" dirty="0">
                <a:solidFill>
                  <a:srgbClr val="1F1F1F"/>
                </a:solidFill>
                <a:latin typeface="Arial MT"/>
                <a:cs typeface="Arial MT"/>
              </a:rPr>
              <a:t>as</a:t>
            </a:r>
            <a:r>
              <a:rPr sz="1850" spc="-40" dirty="0">
                <a:solidFill>
                  <a:srgbClr val="1F1F1F"/>
                </a:solidFill>
                <a:latin typeface="Arial MT"/>
                <a:cs typeface="Arial MT"/>
              </a:rPr>
              <a:t> </a:t>
            </a:r>
            <a:r>
              <a:rPr sz="1850" spc="-165" dirty="0">
                <a:latin typeface="Arial MT"/>
                <a:cs typeface="Arial MT"/>
              </a:rPr>
              <a:t>changes</a:t>
            </a:r>
            <a:r>
              <a:rPr sz="1850" spc="95" dirty="0">
                <a:latin typeface="Arial MT"/>
                <a:cs typeface="Arial MT"/>
              </a:rPr>
              <a:t> </a:t>
            </a:r>
            <a:r>
              <a:rPr sz="1850" spc="-50" dirty="0">
                <a:solidFill>
                  <a:srgbClr val="424242"/>
                </a:solidFill>
                <a:latin typeface="Arial MT"/>
                <a:cs typeface="Arial MT"/>
              </a:rPr>
              <a:t>in</a:t>
            </a:r>
            <a:r>
              <a:rPr sz="1850" spc="-55" dirty="0">
                <a:solidFill>
                  <a:srgbClr val="424242"/>
                </a:solidFill>
                <a:latin typeface="Arial MT"/>
                <a:cs typeface="Arial MT"/>
              </a:rPr>
              <a:t> </a:t>
            </a:r>
            <a:r>
              <a:rPr sz="1850" spc="-135" dirty="0">
                <a:latin typeface="Arial MT"/>
                <a:cs typeface="Arial MT"/>
              </a:rPr>
              <a:t>data,</a:t>
            </a:r>
            <a:r>
              <a:rPr sz="1850" spc="-10" dirty="0">
                <a:latin typeface="Arial MT"/>
                <a:cs typeface="Arial MT"/>
              </a:rPr>
              <a:t> </a:t>
            </a:r>
            <a:r>
              <a:rPr sz="1850" spc="-80" dirty="0">
                <a:latin typeface="Arial MT"/>
                <a:cs typeface="Arial MT"/>
              </a:rPr>
              <a:t>shifts</a:t>
            </a:r>
            <a:r>
              <a:rPr sz="1850" spc="-65" dirty="0">
                <a:latin typeface="Arial MT"/>
                <a:cs typeface="Arial MT"/>
              </a:rPr>
              <a:t> </a:t>
            </a:r>
            <a:r>
              <a:rPr sz="1850" spc="-50" dirty="0">
                <a:solidFill>
                  <a:srgbClr val="232323"/>
                </a:solidFill>
                <a:latin typeface="Arial MT"/>
                <a:cs typeface="Arial MT"/>
              </a:rPr>
              <a:t>in </a:t>
            </a:r>
            <a:r>
              <a:rPr sz="1850" spc="-155" dirty="0">
                <a:latin typeface="Arial MT"/>
                <a:cs typeface="Arial MT"/>
              </a:rPr>
              <a:t>system</a:t>
            </a:r>
            <a:r>
              <a:rPr sz="1850" spc="-5" dirty="0">
                <a:latin typeface="Arial MT"/>
                <a:cs typeface="Arial MT"/>
              </a:rPr>
              <a:t> </a:t>
            </a:r>
            <a:r>
              <a:rPr sz="1850" spc="-110" dirty="0">
                <a:latin typeface="Arial MT"/>
                <a:cs typeface="Arial MT"/>
              </a:rPr>
              <a:t>state,</a:t>
            </a:r>
            <a:r>
              <a:rPr sz="1850" spc="-40" dirty="0">
                <a:latin typeface="Arial MT"/>
                <a:cs typeface="Arial MT"/>
              </a:rPr>
              <a:t> </a:t>
            </a:r>
            <a:r>
              <a:rPr sz="1850" spc="-335" dirty="0">
                <a:latin typeface="Arial MT"/>
                <a:cs typeface="Arial MT"/>
              </a:rPr>
              <a:t>Or</a:t>
            </a:r>
            <a:r>
              <a:rPr sz="1850" spc="-114" dirty="0">
                <a:latin typeface="Arial MT"/>
                <a:cs typeface="Arial MT"/>
              </a:rPr>
              <a:t> actions</a:t>
            </a:r>
            <a:r>
              <a:rPr sz="1850" spc="-35" dirty="0">
                <a:latin typeface="Arial MT"/>
                <a:cs typeface="Arial MT"/>
              </a:rPr>
              <a:t> </a:t>
            </a:r>
            <a:r>
              <a:rPr sz="1850" spc="-114" dirty="0">
                <a:latin typeface="Arial MT"/>
                <a:cs typeface="Arial MT"/>
              </a:rPr>
              <a:t>by</a:t>
            </a:r>
            <a:r>
              <a:rPr sz="1850" spc="-65" dirty="0">
                <a:latin typeface="Arial MT"/>
                <a:cs typeface="Arial MT"/>
              </a:rPr>
              <a:t> </a:t>
            </a:r>
            <a:r>
              <a:rPr sz="1850" spc="-180" dirty="0">
                <a:latin typeface="Arial MT"/>
                <a:cs typeface="Arial MT"/>
              </a:rPr>
              <a:t>users.</a:t>
            </a:r>
            <a:r>
              <a:rPr sz="1850" spc="30" dirty="0">
                <a:latin typeface="Arial MT"/>
                <a:cs typeface="Arial MT"/>
              </a:rPr>
              <a:t> </a:t>
            </a:r>
            <a:r>
              <a:rPr sz="1850" spc="-165" dirty="0">
                <a:latin typeface="Arial MT"/>
                <a:cs typeface="Arial MT"/>
              </a:rPr>
              <a:t>Lambda</a:t>
            </a:r>
            <a:r>
              <a:rPr sz="1850" spc="110" dirty="0">
                <a:latin typeface="Arial MT"/>
                <a:cs typeface="Arial MT"/>
              </a:rPr>
              <a:t> </a:t>
            </a:r>
            <a:r>
              <a:rPr sz="1850" spc="-170" dirty="0">
                <a:latin typeface="Arial MT"/>
                <a:cs typeface="Arial MT"/>
              </a:rPr>
              <a:t>can</a:t>
            </a:r>
            <a:r>
              <a:rPr sz="1850" spc="-55" dirty="0">
                <a:latin typeface="Arial MT"/>
                <a:cs typeface="Arial MT"/>
              </a:rPr>
              <a:t> </a:t>
            </a:r>
            <a:r>
              <a:rPr sz="1850" spc="-145" dirty="0">
                <a:latin typeface="Arial MT"/>
                <a:cs typeface="Arial MT"/>
              </a:rPr>
              <a:t>be</a:t>
            </a:r>
            <a:r>
              <a:rPr sz="1850" spc="-65" dirty="0">
                <a:latin typeface="Arial MT"/>
                <a:cs typeface="Arial MT"/>
              </a:rPr>
              <a:t> </a:t>
            </a:r>
            <a:r>
              <a:rPr sz="1850" spc="-80" dirty="0">
                <a:latin typeface="Arial MT"/>
                <a:cs typeface="Arial MT"/>
              </a:rPr>
              <a:t>directly</a:t>
            </a:r>
            <a:r>
              <a:rPr sz="1850" spc="15" dirty="0">
                <a:latin typeface="Arial MT"/>
                <a:cs typeface="Arial MT"/>
              </a:rPr>
              <a:t> </a:t>
            </a:r>
            <a:r>
              <a:rPr sz="1850" spc="-95" dirty="0">
                <a:solidFill>
                  <a:srgbClr val="0F0F0F"/>
                </a:solidFill>
                <a:latin typeface="Arial MT"/>
                <a:cs typeface="Arial MT"/>
              </a:rPr>
              <a:t>triggered</a:t>
            </a:r>
            <a:r>
              <a:rPr sz="1850" spc="45" dirty="0">
                <a:solidFill>
                  <a:srgbClr val="0F0F0F"/>
                </a:solidFill>
                <a:latin typeface="Arial MT"/>
                <a:cs typeface="Arial MT"/>
              </a:rPr>
              <a:t> </a:t>
            </a:r>
            <a:r>
              <a:rPr sz="1850" spc="-110" dirty="0">
                <a:latin typeface="Arial MT"/>
                <a:cs typeface="Arial MT"/>
              </a:rPr>
              <a:t>by</a:t>
            </a:r>
            <a:r>
              <a:rPr sz="1850" spc="-20" dirty="0">
                <a:latin typeface="Arial MT"/>
                <a:cs typeface="Arial MT"/>
              </a:rPr>
              <a:t> </a:t>
            </a:r>
            <a:r>
              <a:rPr sz="1850" spc="-355" dirty="0">
                <a:latin typeface="Arial MT"/>
                <a:cs typeface="Arial MT"/>
              </a:rPr>
              <a:t>AWS</a:t>
            </a:r>
            <a:r>
              <a:rPr sz="1850" spc="-160" dirty="0">
                <a:latin typeface="Arial MT"/>
                <a:cs typeface="Arial MT"/>
              </a:rPr>
              <a:t> services</a:t>
            </a:r>
            <a:r>
              <a:rPr sz="1850" spc="90" dirty="0">
                <a:latin typeface="Arial MT"/>
                <a:cs typeface="Arial MT"/>
              </a:rPr>
              <a:t> </a:t>
            </a:r>
            <a:r>
              <a:rPr sz="1850" spc="-175" dirty="0">
                <a:latin typeface="Arial MT"/>
                <a:cs typeface="Arial MT"/>
              </a:rPr>
              <a:t>such</a:t>
            </a:r>
            <a:r>
              <a:rPr sz="1850" spc="5" dirty="0">
                <a:latin typeface="Arial MT"/>
                <a:cs typeface="Arial MT"/>
              </a:rPr>
              <a:t> </a:t>
            </a:r>
            <a:r>
              <a:rPr sz="1850" spc="-240" dirty="0">
                <a:solidFill>
                  <a:srgbClr val="181818"/>
                </a:solidFill>
                <a:latin typeface="Arial MT"/>
                <a:cs typeface="Arial MT"/>
              </a:rPr>
              <a:t>as</a:t>
            </a:r>
            <a:r>
              <a:rPr sz="1850" spc="45" dirty="0">
                <a:solidFill>
                  <a:srgbClr val="181818"/>
                </a:solidFill>
                <a:latin typeface="Arial MT"/>
                <a:cs typeface="Arial MT"/>
              </a:rPr>
              <a:t> </a:t>
            </a:r>
            <a:r>
              <a:rPr sz="1850" spc="-180" dirty="0">
                <a:latin typeface="Arial MT"/>
                <a:cs typeface="Arial MT"/>
              </a:rPr>
              <a:t>Amazon</a:t>
            </a:r>
            <a:r>
              <a:rPr sz="1850" spc="30" dirty="0">
                <a:latin typeface="Arial MT"/>
                <a:cs typeface="Arial MT"/>
              </a:rPr>
              <a:t> </a:t>
            </a:r>
            <a:r>
              <a:rPr sz="1850" spc="-185" dirty="0">
                <a:latin typeface="Arial MT"/>
                <a:cs typeface="Arial MT"/>
              </a:rPr>
              <a:t>S3,</a:t>
            </a:r>
            <a:r>
              <a:rPr sz="1850" spc="-105" dirty="0">
                <a:latin typeface="Arial MT"/>
                <a:cs typeface="Arial MT"/>
              </a:rPr>
              <a:t> </a:t>
            </a:r>
            <a:r>
              <a:rPr sz="1850" spc="-180" dirty="0">
                <a:latin typeface="Arial MT"/>
                <a:cs typeface="Arial MT"/>
              </a:rPr>
              <a:t>DynamoDB,</a:t>
            </a:r>
            <a:r>
              <a:rPr sz="1850" spc="50" dirty="0">
                <a:latin typeface="Arial MT"/>
                <a:cs typeface="Arial MT"/>
              </a:rPr>
              <a:t> </a:t>
            </a:r>
            <a:r>
              <a:rPr sz="1850" spc="-175" dirty="0">
                <a:latin typeface="Arial MT"/>
                <a:cs typeface="Arial MT"/>
              </a:rPr>
              <a:t>Kinesis,</a:t>
            </a:r>
            <a:r>
              <a:rPr sz="1850" spc="90" dirty="0">
                <a:latin typeface="Arial MT"/>
                <a:cs typeface="Arial MT"/>
              </a:rPr>
              <a:t> </a:t>
            </a:r>
            <a:r>
              <a:rPr sz="1850" spc="-10" dirty="0">
                <a:latin typeface="Arial MT"/>
                <a:cs typeface="Arial MT"/>
              </a:rPr>
              <a:t>Amazon </a:t>
            </a:r>
            <a:r>
              <a:rPr sz="1850" spc="-285" dirty="0">
                <a:latin typeface="Arial MT"/>
                <a:cs typeface="Arial MT"/>
              </a:rPr>
              <a:t>SNS,</a:t>
            </a:r>
            <a:r>
              <a:rPr sz="1850" spc="10" dirty="0">
                <a:latin typeface="Arial MT"/>
                <a:cs typeface="Arial MT"/>
              </a:rPr>
              <a:t> </a:t>
            </a:r>
            <a:r>
              <a:rPr sz="1850" spc="-155" dirty="0">
                <a:latin typeface="Arial MT"/>
                <a:cs typeface="Arial MT"/>
              </a:rPr>
              <a:t>and</a:t>
            </a:r>
            <a:r>
              <a:rPr sz="1850" spc="-35" dirty="0">
                <a:latin typeface="Arial MT"/>
                <a:cs typeface="Arial MT"/>
              </a:rPr>
              <a:t> </a:t>
            </a:r>
            <a:r>
              <a:rPr sz="1850" spc="-195" dirty="0">
                <a:latin typeface="Arial MT"/>
                <a:cs typeface="Arial MT"/>
              </a:rPr>
              <a:t>CiOudWatch,</a:t>
            </a:r>
            <a:r>
              <a:rPr sz="1850" spc="155" dirty="0">
                <a:latin typeface="Arial MT"/>
                <a:cs typeface="Arial MT"/>
              </a:rPr>
              <a:t> </a:t>
            </a:r>
            <a:r>
              <a:rPr sz="1850" spc="-75" dirty="0">
                <a:solidFill>
                  <a:srgbClr val="111111"/>
                </a:solidFill>
                <a:latin typeface="Arial MT"/>
                <a:cs typeface="Arial MT"/>
              </a:rPr>
              <a:t>or</a:t>
            </a:r>
            <a:r>
              <a:rPr sz="1850" spc="-45" dirty="0">
                <a:solidFill>
                  <a:srgbClr val="111111"/>
                </a:solidFill>
                <a:latin typeface="Arial MT"/>
                <a:cs typeface="Arial MT"/>
              </a:rPr>
              <a:t> </a:t>
            </a:r>
            <a:r>
              <a:rPr sz="1850" dirty="0">
                <a:solidFill>
                  <a:srgbClr val="313131"/>
                </a:solidFill>
                <a:latin typeface="Arial MT"/>
                <a:cs typeface="Arial MT"/>
              </a:rPr>
              <a:t>it</a:t>
            </a:r>
            <a:r>
              <a:rPr sz="1850" spc="55" dirty="0">
                <a:solidFill>
                  <a:srgbClr val="313131"/>
                </a:solidFill>
                <a:latin typeface="Arial MT"/>
                <a:cs typeface="Arial MT"/>
              </a:rPr>
              <a:t> </a:t>
            </a:r>
            <a:r>
              <a:rPr sz="1850" spc="-170" dirty="0">
                <a:latin typeface="Arial MT"/>
                <a:cs typeface="Arial MT"/>
              </a:rPr>
              <a:t>can</a:t>
            </a:r>
            <a:r>
              <a:rPr sz="1850" spc="-60" dirty="0">
                <a:latin typeface="Arial MT"/>
                <a:cs typeface="Arial MT"/>
              </a:rPr>
              <a:t> </a:t>
            </a:r>
            <a:r>
              <a:rPr sz="1850" spc="-145" dirty="0">
                <a:latin typeface="Arial MT"/>
                <a:cs typeface="Arial MT"/>
              </a:rPr>
              <a:t>be</a:t>
            </a:r>
            <a:r>
              <a:rPr sz="1850" spc="-60" dirty="0">
                <a:latin typeface="Arial MT"/>
                <a:cs typeface="Arial MT"/>
              </a:rPr>
              <a:t> </a:t>
            </a:r>
            <a:r>
              <a:rPr sz="1850" spc="-114" dirty="0">
                <a:latin typeface="Arial MT"/>
                <a:cs typeface="Arial MT"/>
              </a:rPr>
              <a:t>orchestrated</a:t>
            </a:r>
            <a:r>
              <a:rPr sz="1850" spc="-15" dirty="0">
                <a:latin typeface="Arial MT"/>
                <a:cs typeface="Arial MT"/>
              </a:rPr>
              <a:t> </a:t>
            </a:r>
            <a:r>
              <a:rPr sz="1850" spc="-20" dirty="0">
                <a:latin typeface="Arial MT"/>
                <a:cs typeface="Arial MT"/>
              </a:rPr>
              <a:t>into </a:t>
            </a:r>
            <a:r>
              <a:rPr sz="1850" spc="-85" dirty="0">
                <a:latin typeface="Arial MT"/>
                <a:cs typeface="Arial MT"/>
              </a:rPr>
              <a:t>workflows</a:t>
            </a:r>
            <a:r>
              <a:rPr sz="1850" spc="80" dirty="0">
                <a:latin typeface="Arial MT"/>
                <a:cs typeface="Arial MT"/>
              </a:rPr>
              <a:t> </a:t>
            </a:r>
            <a:r>
              <a:rPr sz="1850" spc="-110" dirty="0">
                <a:solidFill>
                  <a:srgbClr val="0C0C0C"/>
                </a:solidFill>
                <a:latin typeface="Arial MT"/>
                <a:cs typeface="Arial MT"/>
              </a:rPr>
              <a:t>by</a:t>
            </a:r>
            <a:r>
              <a:rPr sz="1850" spc="-30" dirty="0">
                <a:solidFill>
                  <a:srgbClr val="0C0C0C"/>
                </a:solidFill>
                <a:latin typeface="Arial MT"/>
                <a:cs typeface="Arial MT"/>
              </a:rPr>
              <a:t> </a:t>
            </a:r>
            <a:r>
              <a:rPr sz="1850" spc="-360" dirty="0">
                <a:solidFill>
                  <a:srgbClr val="161616"/>
                </a:solidFill>
                <a:latin typeface="Arial MT"/>
                <a:cs typeface="Arial MT"/>
              </a:rPr>
              <a:t>AWS</a:t>
            </a:r>
            <a:r>
              <a:rPr sz="1850" spc="25" dirty="0">
                <a:solidFill>
                  <a:srgbClr val="161616"/>
                </a:solidFill>
                <a:latin typeface="Arial MT"/>
                <a:cs typeface="Arial MT"/>
              </a:rPr>
              <a:t> </a:t>
            </a:r>
            <a:r>
              <a:rPr sz="1850" spc="-150" dirty="0">
                <a:latin typeface="Arial MT"/>
                <a:cs typeface="Arial MT"/>
              </a:rPr>
              <a:t>Step</a:t>
            </a:r>
            <a:r>
              <a:rPr sz="1850" spc="45" dirty="0">
                <a:latin typeface="Arial MT"/>
                <a:cs typeface="Arial MT"/>
              </a:rPr>
              <a:t> </a:t>
            </a:r>
            <a:r>
              <a:rPr sz="1850" spc="-140" dirty="0">
                <a:latin typeface="Arial MT"/>
                <a:cs typeface="Arial MT"/>
              </a:rPr>
              <a:t>Functions.</a:t>
            </a:r>
            <a:r>
              <a:rPr sz="1850" dirty="0">
                <a:latin typeface="Arial MT"/>
                <a:cs typeface="Arial MT"/>
              </a:rPr>
              <a:t> </a:t>
            </a:r>
            <a:r>
              <a:rPr sz="1850" spc="-185" dirty="0">
                <a:latin typeface="Arial MT"/>
                <a:cs typeface="Arial MT"/>
              </a:rPr>
              <a:t>Thus,</a:t>
            </a:r>
            <a:r>
              <a:rPr sz="1850" spc="30" dirty="0">
                <a:latin typeface="Arial MT"/>
                <a:cs typeface="Arial MT"/>
              </a:rPr>
              <a:t> </a:t>
            </a:r>
            <a:r>
              <a:rPr sz="1850" spc="-130" dirty="0">
                <a:latin typeface="Arial MT"/>
                <a:cs typeface="Arial MT"/>
              </a:rPr>
              <a:t>you</a:t>
            </a:r>
            <a:r>
              <a:rPr sz="1850" spc="-35" dirty="0">
                <a:latin typeface="Arial MT"/>
                <a:cs typeface="Arial MT"/>
              </a:rPr>
              <a:t> </a:t>
            </a:r>
            <a:r>
              <a:rPr sz="1850" spc="-190" dirty="0">
                <a:latin typeface="Arial MT"/>
                <a:cs typeface="Arial MT"/>
              </a:rPr>
              <a:t>can</a:t>
            </a:r>
            <a:r>
              <a:rPr sz="1850" spc="-85" dirty="0">
                <a:latin typeface="Arial MT"/>
                <a:cs typeface="Arial MT"/>
              </a:rPr>
              <a:t> </a:t>
            </a:r>
            <a:r>
              <a:rPr sz="1850" spc="-60" dirty="0">
                <a:latin typeface="Arial MT"/>
                <a:cs typeface="Arial MT"/>
              </a:rPr>
              <a:t>build</a:t>
            </a:r>
            <a:r>
              <a:rPr sz="1850" spc="-5" dirty="0">
                <a:latin typeface="Arial MT"/>
                <a:cs typeface="Arial MT"/>
              </a:rPr>
              <a:t> </a:t>
            </a:r>
            <a:r>
              <a:rPr sz="1850" spc="-320" dirty="0">
                <a:solidFill>
                  <a:srgbClr val="0C0C0C"/>
                </a:solidFill>
                <a:latin typeface="Arial MT"/>
                <a:cs typeface="Arial MT"/>
              </a:rPr>
              <a:t>a</a:t>
            </a:r>
            <a:r>
              <a:rPr sz="1850" spc="-35" dirty="0">
                <a:solidFill>
                  <a:srgbClr val="0C0C0C"/>
                </a:solidFill>
                <a:latin typeface="Arial MT"/>
                <a:cs typeface="Arial MT"/>
              </a:rPr>
              <a:t> </a:t>
            </a:r>
            <a:r>
              <a:rPr sz="1850" spc="-35" dirty="0">
                <a:solidFill>
                  <a:srgbClr val="0F0F0F"/>
                </a:solidFill>
                <a:latin typeface="Arial MT"/>
                <a:cs typeface="Arial MT"/>
              </a:rPr>
              <a:t>varied</a:t>
            </a:r>
            <a:r>
              <a:rPr sz="1850" spc="-95" dirty="0">
                <a:solidFill>
                  <a:srgbClr val="0F0F0F"/>
                </a:solidFill>
                <a:latin typeface="Arial MT"/>
                <a:cs typeface="Arial MT"/>
              </a:rPr>
              <a:t> </a:t>
            </a:r>
            <a:r>
              <a:rPr sz="1850" spc="-50" dirty="0">
                <a:solidFill>
                  <a:srgbClr val="181818"/>
                </a:solidFill>
                <a:latin typeface="Arial MT"/>
                <a:cs typeface="Arial MT"/>
              </a:rPr>
              <a:t>of</a:t>
            </a:r>
            <a:r>
              <a:rPr sz="1850" spc="-55" dirty="0">
                <a:solidFill>
                  <a:srgbClr val="181818"/>
                </a:solidFill>
                <a:latin typeface="Arial MT"/>
                <a:cs typeface="Arial MT"/>
              </a:rPr>
              <a:t> </a:t>
            </a:r>
            <a:r>
              <a:rPr sz="1850" spc="-85" dirty="0">
                <a:latin typeface="Arial MT"/>
                <a:cs typeface="Arial MT"/>
              </a:rPr>
              <a:t>real-</a:t>
            </a:r>
            <a:r>
              <a:rPr sz="1850" spc="-65" dirty="0">
                <a:latin typeface="Arial MT"/>
                <a:cs typeface="Arial MT"/>
              </a:rPr>
              <a:t>time</a:t>
            </a:r>
            <a:r>
              <a:rPr sz="1850" spc="20" dirty="0">
                <a:latin typeface="Arial MT"/>
                <a:cs typeface="Arial MT"/>
              </a:rPr>
              <a:t> </a:t>
            </a:r>
            <a:r>
              <a:rPr sz="1850" spc="-155" dirty="0">
                <a:latin typeface="Arial MT"/>
                <a:cs typeface="Arial MT"/>
              </a:rPr>
              <a:t>serverless</a:t>
            </a:r>
            <a:r>
              <a:rPr sz="1850" spc="35" dirty="0">
                <a:latin typeface="Arial MT"/>
                <a:cs typeface="Arial MT"/>
              </a:rPr>
              <a:t> </a:t>
            </a:r>
            <a:r>
              <a:rPr sz="1850" spc="-125" dirty="0">
                <a:latin typeface="Arial MT"/>
                <a:cs typeface="Arial MT"/>
              </a:rPr>
              <a:t>data</a:t>
            </a:r>
            <a:r>
              <a:rPr sz="1850" spc="-30" dirty="0">
                <a:latin typeface="Arial MT"/>
                <a:cs typeface="Arial MT"/>
              </a:rPr>
              <a:t> </a:t>
            </a:r>
            <a:r>
              <a:rPr sz="1850" spc="-140" dirty="0">
                <a:latin typeface="Arial MT"/>
                <a:cs typeface="Arial MT"/>
              </a:rPr>
              <a:t>processing</a:t>
            </a:r>
            <a:r>
              <a:rPr sz="1850" spc="100" dirty="0">
                <a:latin typeface="Arial MT"/>
                <a:cs typeface="Arial MT"/>
              </a:rPr>
              <a:t> </a:t>
            </a:r>
            <a:r>
              <a:rPr sz="1850" spc="-45" dirty="0">
                <a:latin typeface="Arial MT"/>
                <a:cs typeface="Arial MT"/>
              </a:rPr>
              <a:t>systems.</a:t>
            </a:r>
            <a:endParaRPr sz="1850">
              <a:latin typeface="Arial MT"/>
              <a:cs typeface="Arial MT"/>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375410" y="1355843"/>
            <a:ext cx="3143587" cy="3915244"/>
          </a:xfrm>
          <a:prstGeom prst="rect">
            <a:avLst/>
          </a:prstGeom>
        </p:spPr>
      </p:pic>
      <p:pic>
        <p:nvPicPr>
          <p:cNvPr id="3" name="object 3"/>
          <p:cNvPicPr/>
          <p:nvPr/>
        </p:nvPicPr>
        <p:blipFill>
          <a:blip r:embed="rId3" cstate="print"/>
          <a:stretch>
            <a:fillRect/>
          </a:stretch>
        </p:blipFill>
        <p:spPr>
          <a:xfrm>
            <a:off x="4595206" y="2070304"/>
            <a:ext cx="3057853" cy="771617"/>
          </a:xfrm>
          <a:prstGeom prst="rect">
            <a:avLst/>
          </a:prstGeom>
        </p:spPr>
      </p:pic>
      <p:grpSp>
        <p:nvGrpSpPr>
          <p:cNvPr id="4" name="object 4"/>
          <p:cNvGrpSpPr/>
          <p:nvPr/>
        </p:nvGrpSpPr>
        <p:grpSpPr>
          <a:xfrm>
            <a:off x="1375410" y="365125"/>
            <a:ext cx="9431020" cy="867410"/>
            <a:chOff x="1375410" y="365125"/>
            <a:chExt cx="9431020" cy="867410"/>
          </a:xfrm>
        </p:grpSpPr>
        <p:pic>
          <p:nvPicPr>
            <p:cNvPr id="5" name="object 5"/>
            <p:cNvPicPr/>
            <p:nvPr/>
          </p:nvPicPr>
          <p:blipFill>
            <a:blip r:embed="rId4" cstate="print"/>
            <a:stretch>
              <a:fillRect/>
            </a:stretch>
          </p:blipFill>
          <p:spPr>
            <a:xfrm>
              <a:off x="9072437" y="584226"/>
              <a:ext cx="485827" cy="266731"/>
            </a:xfrm>
            <a:prstGeom prst="rect">
              <a:avLst/>
            </a:prstGeom>
          </p:spPr>
        </p:pic>
        <p:sp>
          <p:nvSpPr>
            <p:cNvPr id="6" name="object 6"/>
            <p:cNvSpPr/>
            <p:nvPr/>
          </p:nvSpPr>
          <p:spPr>
            <a:xfrm>
              <a:off x="1375410" y="365125"/>
              <a:ext cx="9431020" cy="867410"/>
            </a:xfrm>
            <a:custGeom>
              <a:avLst/>
              <a:gdLst/>
              <a:ahLst/>
              <a:cxnLst/>
              <a:rect l="l" t="t" r="r" b="b"/>
              <a:pathLst>
                <a:path w="9431020" h="867410">
                  <a:moveTo>
                    <a:pt x="9429750" y="866775"/>
                  </a:moveTo>
                  <a:lnTo>
                    <a:pt x="0" y="866775"/>
                  </a:lnTo>
                  <a:lnTo>
                    <a:pt x="0" y="0"/>
                  </a:lnTo>
                  <a:lnTo>
                    <a:pt x="9429750" y="0"/>
                  </a:lnTo>
                  <a:lnTo>
                    <a:pt x="9429750" y="866775"/>
                  </a:lnTo>
                  <a:close/>
                </a:path>
              </a:pathLst>
            </a:custGeom>
            <a:solidFill>
              <a:srgbClr val="369387"/>
            </a:solidFill>
          </p:spPr>
          <p:txBody>
            <a:bodyPr wrap="square" lIns="0" tIns="0" rIns="0" bIns="0" rtlCol="0"/>
            <a:lstStyle/>
            <a:p>
              <a:endParaRPr/>
            </a:p>
          </p:txBody>
        </p:sp>
      </p:grpSp>
      <p:sp>
        <p:nvSpPr>
          <p:cNvPr id="7" name="object 7" descr="$PPTXTitle"/>
          <p:cNvSpPr txBox="1">
            <a:spLocks noGrp="1"/>
          </p:cNvSpPr>
          <p:nvPr>
            <p:ph type="title"/>
          </p:nvPr>
        </p:nvSpPr>
        <p:spPr>
          <a:xfrm>
            <a:off x="1375410" y="365125"/>
            <a:ext cx="9431020" cy="867410"/>
          </a:xfrm>
          <a:prstGeom prst="rect">
            <a:avLst/>
          </a:prstGeom>
        </p:spPr>
        <p:txBody>
          <a:bodyPr vert="horz" wrap="square" lIns="0" tIns="180975" rIns="0" bIns="0" rtlCol="0">
            <a:spAutoFit/>
          </a:bodyPr>
          <a:lstStyle/>
          <a:p>
            <a:pPr marL="400050">
              <a:lnSpc>
                <a:spcPct val="100000"/>
              </a:lnSpc>
              <a:spcBef>
                <a:spcPts val="1425"/>
              </a:spcBef>
            </a:pPr>
            <a:r>
              <a:rPr sz="3150" spc="-365" dirty="0">
                <a:solidFill>
                  <a:srgbClr val="3F858C"/>
                </a:solidFill>
                <a:latin typeface="Arial MT"/>
                <a:cs typeface="Arial MT"/>
              </a:rPr>
              <a:t>AWS</a:t>
            </a:r>
            <a:r>
              <a:rPr sz="3150" spc="145" dirty="0">
                <a:solidFill>
                  <a:srgbClr val="3F858C"/>
                </a:solidFill>
                <a:latin typeface="Arial MT"/>
                <a:cs typeface="Arial MT"/>
              </a:rPr>
              <a:t> </a:t>
            </a:r>
            <a:r>
              <a:rPr sz="3150" spc="-10" dirty="0">
                <a:solidFill>
                  <a:srgbClr val="3B8287"/>
                </a:solidFill>
                <a:latin typeface="Arial MT"/>
                <a:cs typeface="Arial MT"/>
              </a:rPr>
              <a:t>Lambda</a:t>
            </a:r>
            <a:endParaRPr sz="3150">
              <a:latin typeface="Arial MT"/>
              <a:cs typeface="Arial MT"/>
            </a:endParaRPr>
          </a:p>
        </p:txBody>
      </p:sp>
      <p:grpSp>
        <p:nvGrpSpPr>
          <p:cNvPr id="8" name="object 8"/>
          <p:cNvGrpSpPr/>
          <p:nvPr/>
        </p:nvGrpSpPr>
        <p:grpSpPr>
          <a:xfrm>
            <a:off x="7710216" y="2070304"/>
            <a:ext cx="3077210" cy="772160"/>
            <a:chOff x="7710216" y="2070304"/>
            <a:chExt cx="3077210" cy="772160"/>
          </a:xfrm>
        </p:grpSpPr>
        <p:pic>
          <p:nvPicPr>
            <p:cNvPr id="9" name="object 9"/>
            <p:cNvPicPr/>
            <p:nvPr/>
          </p:nvPicPr>
          <p:blipFill>
            <a:blip r:embed="rId5" cstate="print"/>
            <a:stretch>
              <a:fillRect/>
            </a:stretch>
          </p:blipFill>
          <p:spPr>
            <a:xfrm>
              <a:off x="7710216" y="2070304"/>
              <a:ext cx="1505112" cy="142892"/>
            </a:xfrm>
            <a:prstGeom prst="rect">
              <a:avLst/>
            </a:prstGeom>
          </p:spPr>
        </p:pic>
        <p:pic>
          <p:nvPicPr>
            <p:cNvPr id="10" name="object 10"/>
            <p:cNvPicPr/>
            <p:nvPr/>
          </p:nvPicPr>
          <p:blipFill>
            <a:blip r:embed="rId6" cstate="print"/>
            <a:stretch>
              <a:fillRect/>
            </a:stretch>
          </p:blipFill>
          <p:spPr>
            <a:xfrm>
              <a:off x="7919789" y="2251301"/>
              <a:ext cx="1295539" cy="171470"/>
            </a:xfrm>
            <a:prstGeom prst="rect">
              <a:avLst/>
            </a:prstGeom>
          </p:spPr>
        </p:pic>
        <p:pic>
          <p:nvPicPr>
            <p:cNvPr id="11" name="object 11"/>
            <p:cNvPicPr/>
            <p:nvPr/>
          </p:nvPicPr>
          <p:blipFill>
            <a:blip r:embed="rId7" cstate="print"/>
            <a:stretch>
              <a:fillRect/>
            </a:stretch>
          </p:blipFill>
          <p:spPr>
            <a:xfrm>
              <a:off x="8015049" y="2537085"/>
              <a:ext cx="1200279" cy="133365"/>
            </a:xfrm>
            <a:prstGeom prst="rect">
              <a:avLst/>
            </a:prstGeom>
          </p:spPr>
        </p:pic>
        <p:pic>
          <p:nvPicPr>
            <p:cNvPr id="12" name="object 12"/>
            <p:cNvPicPr/>
            <p:nvPr/>
          </p:nvPicPr>
          <p:blipFill>
            <a:blip r:embed="rId8" cstate="print"/>
            <a:stretch>
              <a:fillRect/>
            </a:stretch>
          </p:blipFill>
          <p:spPr>
            <a:xfrm>
              <a:off x="7710216" y="2765713"/>
              <a:ext cx="1505112" cy="76209"/>
            </a:xfrm>
            <a:prstGeom prst="rect">
              <a:avLst/>
            </a:prstGeom>
          </p:spPr>
        </p:pic>
        <p:pic>
          <p:nvPicPr>
            <p:cNvPr id="13" name="object 13"/>
            <p:cNvPicPr/>
            <p:nvPr/>
          </p:nvPicPr>
          <p:blipFill>
            <a:blip r:embed="rId9" cstate="print"/>
            <a:stretch>
              <a:fillRect/>
            </a:stretch>
          </p:blipFill>
          <p:spPr>
            <a:xfrm>
              <a:off x="7710216" y="2070304"/>
              <a:ext cx="1505112" cy="771617"/>
            </a:xfrm>
            <a:prstGeom prst="rect">
              <a:avLst/>
            </a:prstGeom>
          </p:spPr>
        </p:pic>
        <p:pic>
          <p:nvPicPr>
            <p:cNvPr id="14" name="object 14"/>
            <p:cNvPicPr/>
            <p:nvPr/>
          </p:nvPicPr>
          <p:blipFill>
            <a:blip r:embed="rId10" cstate="print"/>
            <a:stretch>
              <a:fillRect/>
            </a:stretch>
          </p:blipFill>
          <p:spPr>
            <a:xfrm>
              <a:off x="9253433" y="2070304"/>
              <a:ext cx="1533690" cy="771617"/>
            </a:xfrm>
            <a:prstGeom prst="rect">
              <a:avLst/>
            </a:prstGeom>
          </p:spPr>
        </p:pic>
      </p:grpSp>
      <p:sp>
        <p:nvSpPr>
          <p:cNvPr id="15" name="object 15"/>
          <p:cNvSpPr txBox="1"/>
          <p:nvPr/>
        </p:nvSpPr>
        <p:spPr>
          <a:xfrm>
            <a:off x="4783816" y="1367277"/>
            <a:ext cx="5951220" cy="3825875"/>
          </a:xfrm>
          <a:prstGeom prst="rect">
            <a:avLst/>
          </a:prstGeom>
        </p:spPr>
        <p:txBody>
          <a:bodyPr vert="horz" wrap="square" lIns="0" tIns="12700" rIns="0" bIns="0" rtlCol="0">
            <a:spAutoFit/>
          </a:bodyPr>
          <a:lstStyle/>
          <a:p>
            <a:pPr marL="20955" marR="539115" indent="-1905">
              <a:lnSpc>
                <a:spcPct val="106600"/>
              </a:lnSpc>
              <a:spcBef>
                <a:spcPts val="100"/>
              </a:spcBef>
            </a:pPr>
            <a:r>
              <a:rPr sz="1700" spc="-105" dirty="0">
                <a:latin typeface="Arial MT"/>
                <a:cs typeface="Arial MT"/>
              </a:rPr>
              <a:t>Choose</a:t>
            </a:r>
            <a:r>
              <a:rPr sz="1700" spc="50" dirty="0">
                <a:latin typeface="Arial MT"/>
                <a:cs typeface="Arial MT"/>
              </a:rPr>
              <a:t> </a:t>
            </a:r>
            <a:r>
              <a:rPr sz="1700" spc="-114" dirty="0">
                <a:latin typeface="Arial MT"/>
                <a:cs typeface="Arial MT"/>
              </a:rPr>
              <a:t>each</a:t>
            </a:r>
            <a:r>
              <a:rPr sz="1700" spc="-15" dirty="0">
                <a:latin typeface="Arial MT"/>
                <a:cs typeface="Arial MT"/>
              </a:rPr>
              <a:t> </a:t>
            </a:r>
            <a:r>
              <a:rPr sz="1700" dirty="0">
                <a:latin typeface="Arial MT"/>
                <a:cs typeface="Arial MT"/>
              </a:rPr>
              <a:t>button</a:t>
            </a:r>
            <a:r>
              <a:rPr sz="1700" spc="45" dirty="0">
                <a:latin typeface="Arial MT"/>
                <a:cs typeface="Arial MT"/>
              </a:rPr>
              <a:t> </a:t>
            </a:r>
            <a:r>
              <a:rPr sz="1700" dirty="0">
                <a:latin typeface="Arial MT"/>
                <a:cs typeface="Arial MT"/>
              </a:rPr>
              <a:t>to</a:t>
            </a:r>
            <a:r>
              <a:rPr sz="1700" spc="-45" dirty="0">
                <a:latin typeface="Arial MT"/>
                <a:cs typeface="Arial MT"/>
              </a:rPr>
              <a:t> learn</a:t>
            </a:r>
            <a:r>
              <a:rPr sz="1700" spc="-35" dirty="0">
                <a:latin typeface="Arial MT"/>
                <a:cs typeface="Arial MT"/>
              </a:rPr>
              <a:t> </a:t>
            </a:r>
            <a:r>
              <a:rPr sz="1700" spc="-145" dirty="0">
                <a:solidFill>
                  <a:srgbClr val="262626"/>
                </a:solidFill>
                <a:latin typeface="Arial MT"/>
                <a:cs typeface="Arial MT"/>
              </a:rPr>
              <a:t>mOre</a:t>
            </a:r>
            <a:r>
              <a:rPr sz="1700" spc="25" dirty="0">
                <a:solidFill>
                  <a:srgbClr val="262626"/>
                </a:solidFill>
                <a:latin typeface="Arial MT"/>
                <a:cs typeface="Arial MT"/>
              </a:rPr>
              <a:t> </a:t>
            </a:r>
            <a:r>
              <a:rPr sz="1700" spc="-70" dirty="0">
                <a:latin typeface="Arial MT"/>
                <a:cs typeface="Arial MT"/>
              </a:rPr>
              <a:t>abDut</a:t>
            </a:r>
            <a:r>
              <a:rPr sz="1700" spc="135" dirty="0">
                <a:latin typeface="Arial MT"/>
                <a:cs typeface="Arial MT"/>
              </a:rPr>
              <a:t> </a:t>
            </a:r>
            <a:r>
              <a:rPr sz="1700" spc="-114" dirty="0">
                <a:latin typeface="Arial MT"/>
                <a:cs typeface="Arial MT"/>
              </a:rPr>
              <a:t>ways</a:t>
            </a:r>
            <a:r>
              <a:rPr sz="1700" spc="15" dirty="0">
                <a:latin typeface="Arial MT"/>
                <a:cs typeface="Arial MT"/>
              </a:rPr>
              <a:t> </a:t>
            </a:r>
            <a:r>
              <a:rPr sz="1700" spc="-20" dirty="0">
                <a:solidFill>
                  <a:srgbClr val="131313"/>
                </a:solidFill>
                <a:latin typeface="Arial MT"/>
                <a:cs typeface="Arial MT"/>
              </a:rPr>
              <a:t>you</a:t>
            </a:r>
            <a:r>
              <a:rPr sz="1700" spc="-15" dirty="0">
                <a:solidFill>
                  <a:srgbClr val="131313"/>
                </a:solidFill>
                <a:latin typeface="Arial MT"/>
                <a:cs typeface="Arial MT"/>
              </a:rPr>
              <a:t> </a:t>
            </a:r>
            <a:r>
              <a:rPr sz="1700" spc="-95" dirty="0">
                <a:solidFill>
                  <a:srgbClr val="111111"/>
                </a:solidFill>
                <a:latin typeface="Arial MT"/>
                <a:cs typeface="Arial MT"/>
              </a:rPr>
              <a:t>can</a:t>
            </a:r>
            <a:r>
              <a:rPr sz="1700" spc="-40" dirty="0">
                <a:solidFill>
                  <a:srgbClr val="111111"/>
                </a:solidFill>
                <a:latin typeface="Arial MT"/>
                <a:cs typeface="Arial MT"/>
              </a:rPr>
              <a:t> </a:t>
            </a:r>
            <a:r>
              <a:rPr sz="1700" spc="-25" dirty="0">
                <a:latin typeface="Arial MT"/>
                <a:cs typeface="Arial MT"/>
              </a:rPr>
              <a:t>use </a:t>
            </a:r>
            <a:r>
              <a:rPr sz="1700" spc="-210" dirty="0">
                <a:solidFill>
                  <a:srgbClr val="1A1A1A"/>
                </a:solidFill>
                <a:latin typeface="Arial MT"/>
                <a:cs typeface="Arial MT"/>
              </a:rPr>
              <a:t>AWS</a:t>
            </a:r>
            <a:r>
              <a:rPr sz="1700" spc="10" dirty="0">
                <a:solidFill>
                  <a:srgbClr val="1A1A1A"/>
                </a:solidFill>
                <a:latin typeface="Arial MT"/>
                <a:cs typeface="Arial MT"/>
              </a:rPr>
              <a:t> </a:t>
            </a:r>
            <a:r>
              <a:rPr sz="1700" spc="-10" dirty="0">
                <a:latin typeface="Arial MT"/>
                <a:cs typeface="Arial MT"/>
              </a:rPr>
              <a:t>Lambda.</a:t>
            </a:r>
            <a:endParaRPr sz="1700">
              <a:latin typeface="Arial MT"/>
              <a:cs typeface="Arial MT"/>
            </a:endParaRPr>
          </a:p>
          <a:p>
            <a:pPr>
              <a:lnSpc>
                <a:spcPct val="100000"/>
              </a:lnSpc>
              <a:spcBef>
                <a:spcPts val="250"/>
              </a:spcBef>
            </a:pPr>
            <a:endParaRPr sz="1700">
              <a:latin typeface="Arial MT"/>
              <a:cs typeface="Arial MT"/>
            </a:endParaRPr>
          </a:p>
          <a:p>
            <a:pPr marL="4817745" marR="5080" indent="-260350">
              <a:lnSpc>
                <a:spcPts val="1880"/>
              </a:lnSpc>
            </a:pPr>
            <a:r>
              <a:rPr sz="1650" spc="-130" dirty="0">
                <a:solidFill>
                  <a:srgbClr val="D3FBF7"/>
                </a:solidFill>
                <a:latin typeface="Arial MT"/>
                <a:cs typeface="Arial MT"/>
              </a:rPr>
              <a:t>Real-</a:t>
            </a:r>
            <a:r>
              <a:rPr sz="1650" spc="-100" dirty="0">
                <a:solidFill>
                  <a:srgbClr val="D3FBF7"/>
                </a:solidFill>
                <a:latin typeface="Arial MT"/>
                <a:cs typeface="Arial MT"/>
              </a:rPr>
              <a:t>time</a:t>
            </a:r>
            <a:r>
              <a:rPr sz="1650" spc="20" dirty="0">
                <a:solidFill>
                  <a:srgbClr val="D3FBF7"/>
                </a:solidFill>
                <a:latin typeface="Arial MT"/>
                <a:cs typeface="Arial MT"/>
              </a:rPr>
              <a:t> </a:t>
            </a:r>
            <a:r>
              <a:rPr sz="1650" spc="-120" dirty="0">
                <a:solidFill>
                  <a:srgbClr val="4289B5"/>
                </a:solidFill>
                <a:latin typeface="Arial MT"/>
                <a:cs typeface="Arial MT"/>
              </a:rPr>
              <a:t>stream </a:t>
            </a:r>
            <a:r>
              <a:rPr sz="1650" spc="-50" dirty="0">
                <a:solidFill>
                  <a:srgbClr val="97D1F4"/>
                </a:solidFill>
                <a:latin typeface="Arial MT"/>
                <a:cs typeface="Arial MT"/>
              </a:rPr>
              <a:t>processing</a:t>
            </a:r>
            <a:endParaRPr sz="1650">
              <a:latin typeface="Arial MT"/>
              <a:cs typeface="Arial MT"/>
            </a:endParaRPr>
          </a:p>
          <a:p>
            <a:pPr>
              <a:lnSpc>
                <a:spcPct val="100000"/>
              </a:lnSpc>
              <a:spcBef>
                <a:spcPts val="240"/>
              </a:spcBef>
            </a:pPr>
            <a:endParaRPr sz="1650">
              <a:latin typeface="Arial MT"/>
              <a:cs typeface="Arial MT"/>
            </a:endParaRPr>
          </a:p>
          <a:p>
            <a:pPr marL="12700" marR="427355" indent="6985">
              <a:lnSpc>
                <a:spcPct val="101400"/>
              </a:lnSpc>
              <a:spcBef>
                <a:spcPts val="5"/>
              </a:spcBef>
            </a:pPr>
            <a:r>
              <a:rPr sz="1800" spc="-180" dirty="0">
                <a:latin typeface="Arial MT"/>
                <a:cs typeface="Arial MT"/>
              </a:rPr>
              <a:t>You</a:t>
            </a:r>
            <a:r>
              <a:rPr sz="1800" spc="-30" dirty="0">
                <a:latin typeface="Arial MT"/>
                <a:cs typeface="Arial MT"/>
              </a:rPr>
              <a:t> </a:t>
            </a:r>
            <a:r>
              <a:rPr sz="1800" spc="-165" dirty="0">
                <a:solidFill>
                  <a:srgbClr val="0F0F0F"/>
                </a:solidFill>
                <a:latin typeface="Arial MT"/>
                <a:cs typeface="Arial MT"/>
              </a:rPr>
              <a:t>can</a:t>
            </a:r>
            <a:r>
              <a:rPr sz="1800" spc="15" dirty="0">
                <a:solidFill>
                  <a:srgbClr val="0F0F0F"/>
                </a:solidFill>
                <a:latin typeface="Arial MT"/>
                <a:cs typeface="Arial MT"/>
              </a:rPr>
              <a:t> </a:t>
            </a:r>
            <a:r>
              <a:rPr sz="1800" spc="-160" dirty="0">
                <a:latin typeface="Arial MT"/>
                <a:cs typeface="Arial MT"/>
              </a:rPr>
              <a:t>use</a:t>
            </a:r>
            <a:r>
              <a:rPr sz="1800" spc="30" dirty="0">
                <a:latin typeface="Arial MT"/>
                <a:cs typeface="Arial MT"/>
              </a:rPr>
              <a:t> </a:t>
            </a:r>
            <a:r>
              <a:rPr sz="1800" spc="-145" dirty="0">
                <a:latin typeface="Arial MT"/>
                <a:cs typeface="Arial MT"/>
              </a:rPr>
              <a:t>Amazon</a:t>
            </a:r>
            <a:r>
              <a:rPr sz="1800" spc="20" dirty="0">
                <a:latin typeface="Arial MT"/>
                <a:cs typeface="Arial MT"/>
              </a:rPr>
              <a:t> </a:t>
            </a:r>
            <a:r>
              <a:rPr sz="1800" spc="-195" dirty="0">
                <a:solidFill>
                  <a:srgbClr val="131313"/>
                </a:solidFill>
                <a:latin typeface="Arial MT"/>
                <a:cs typeface="Arial MT"/>
              </a:rPr>
              <a:t>S3</a:t>
            </a:r>
            <a:r>
              <a:rPr sz="1800" spc="-30" dirty="0">
                <a:solidFill>
                  <a:srgbClr val="131313"/>
                </a:solidFill>
                <a:latin typeface="Arial MT"/>
                <a:cs typeface="Arial MT"/>
              </a:rPr>
              <a:t> </a:t>
            </a:r>
            <a:r>
              <a:rPr sz="1800" dirty="0">
                <a:latin typeface="Arial MT"/>
                <a:cs typeface="Arial MT"/>
              </a:rPr>
              <a:t>to</a:t>
            </a:r>
            <a:r>
              <a:rPr sz="1800" spc="-130" dirty="0">
                <a:latin typeface="Arial MT"/>
                <a:cs typeface="Arial MT"/>
              </a:rPr>
              <a:t> </a:t>
            </a:r>
            <a:r>
              <a:rPr sz="1800" spc="-25" dirty="0">
                <a:solidFill>
                  <a:srgbClr val="161616"/>
                </a:solidFill>
                <a:latin typeface="Arial MT"/>
                <a:cs typeface="Arial MT"/>
              </a:rPr>
              <a:t>trigger</a:t>
            </a:r>
            <a:r>
              <a:rPr sz="1800" spc="55" dirty="0">
                <a:solidFill>
                  <a:srgbClr val="161616"/>
                </a:solidFill>
                <a:latin typeface="Arial MT"/>
                <a:cs typeface="Arial MT"/>
              </a:rPr>
              <a:t> </a:t>
            </a:r>
            <a:r>
              <a:rPr sz="1800" spc="-280" dirty="0">
                <a:solidFill>
                  <a:srgbClr val="131313"/>
                </a:solidFill>
                <a:latin typeface="Arial MT"/>
                <a:cs typeface="Arial MT"/>
              </a:rPr>
              <a:t>AWS</a:t>
            </a:r>
            <a:r>
              <a:rPr sz="1800" spc="-15" dirty="0">
                <a:solidFill>
                  <a:srgbClr val="131313"/>
                </a:solidFill>
                <a:latin typeface="Arial MT"/>
                <a:cs typeface="Arial MT"/>
              </a:rPr>
              <a:t> </a:t>
            </a:r>
            <a:r>
              <a:rPr sz="1800" spc="-120" dirty="0">
                <a:latin typeface="Arial MT"/>
                <a:cs typeface="Arial MT"/>
              </a:rPr>
              <a:t>Lambda</a:t>
            </a:r>
            <a:r>
              <a:rPr sz="1800" spc="30" dirty="0">
                <a:latin typeface="Arial MT"/>
                <a:cs typeface="Arial MT"/>
              </a:rPr>
              <a:t> </a:t>
            </a:r>
            <a:r>
              <a:rPr sz="1800" dirty="0">
                <a:latin typeface="Arial MT"/>
                <a:cs typeface="Arial MT"/>
              </a:rPr>
              <a:t>to</a:t>
            </a:r>
            <a:r>
              <a:rPr sz="1800" spc="-65" dirty="0">
                <a:latin typeface="Arial MT"/>
                <a:cs typeface="Arial MT"/>
              </a:rPr>
              <a:t> </a:t>
            </a:r>
            <a:r>
              <a:rPr sz="1800" spc="-10" dirty="0">
                <a:latin typeface="Arial MT"/>
                <a:cs typeface="Arial MT"/>
              </a:rPr>
              <a:t>process </a:t>
            </a:r>
            <a:r>
              <a:rPr sz="1750" spc="-50" dirty="0">
                <a:latin typeface="Arial MT"/>
                <a:cs typeface="Arial MT"/>
              </a:rPr>
              <a:t>data</a:t>
            </a:r>
            <a:r>
              <a:rPr sz="1750" spc="-75" dirty="0">
                <a:latin typeface="Arial MT"/>
                <a:cs typeface="Arial MT"/>
              </a:rPr>
              <a:t> </a:t>
            </a:r>
            <a:r>
              <a:rPr sz="1750" spc="-55" dirty="0">
                <a:latin typeface="Arial MT"/>
                <a:cs typeface="Arial MT"/>
              </a:rPr>
              <a:t>immediately</a:t>
            </a:r>
            <a:r>
              <a:rPr sz="1750" spc="80" dirty="0">
                <a:latin typeface="Arial MT"/>
                <a:cs typeface="Arial MT"/>
              </a:rPr>
              <a:t> </a:t>
            </a:r>
            <a:r>
              <a:rPr sz="1750" spc="-10" dirty="0">
                <a:latin typeface="Arial MT"/>
                <a:cs typeface="Arial MT"/>
              </a:rPr>
              <a:t>after</a:t>
            </a:r>
            <a:r>
              <a:rPr sz="1750" spc="10" dirty="0">
                <a:latin typeface="Arial MT"/>
                <a:cs typeface="Arial MT"/>
              </a:rPr>
              <a:t> </a:t>
            </a:r>
            <a:r>
              <a:rPr sz="1750" spc="-100" dirty="0">
                <a:latin typeface="Arial MT"/>
                <a:cs typeface="Arial MT"/>
              </a:rPr>
              <a:t>an</a:t>
            </a:r>
            <a:r>
              <a:rPr sz="1750" spc="-80" dirty="0">
                <a:latin typeface="Arial MT"/>
                <a:cs typeface="Arial MT"/>
              </a:rPr>
              <a:t> </a:t>
            </a:r>
            <a:r>
              <a:rPr sz="1750" spc="-60" dirty="0">
                <a:latin typeface="Arial MT"/>
                <a:cs typeface="Arial MT"/>
              </a:rPr>
              <a:t>upload.</a:t>
            </a:r>
            <a:r>
              <a:rPr sz="1750" spc="20" dirty="0">
                <a:latin typeface="Arial MT"/>
                <a:cs typeface="Arial MT"/>
              </a:rPr>
              <a:t> </a:t>
            </a:r>
            <a:r>
              <a:rPr sz="1750" spc="-310" dirty="0">
                <a:latin typeface="Arial MT"/>
                <a:cs typeface="Arial MT"/>
              </a:rPr>
              <a:t>YOu</a:t>
            </a:r>
            <a:r>
              <a:rPr sz="1750" spc="-10" dirty="0">
                <a:latin typeface="Arial MT"/>
                <a:cs typeface="Arial MT"/>
              </a:rPr>
              <a:t> </a:t>
            </a:r>
            <a:r>
              <a:rPr sz="1750" spc="-195" dirty="0">
                <a:latin typeface="Arial MT"/>
                <a:cs typeface="Arial MT"/>
              </a:rPr>
              <a:t>Carl</a:t>
            </a:r>
            <a:r>
              <a:rPr sz="1750" spc="35" dirty="0">
                <a:latin typeface="Arial MT"/>
                <a:cs typeface="Arial MT"/>
              </a:rPr>
              <a:t> </a:t>
            </a:r>
            <a:r>
              <a:rPr sz="1750" spc="-220" dirty="0">
                <a:solidFill>
                  <a:srgbClr val="151515"/>
                </a:solidFill>
                <a:latin typeface="Arial MT"/>
                <a:cs typeface="Arial MT"/>
              </a:rPr>
              <a:t>alsO</a:t>
            </a:r>
            <a:r>
              <a:rPr sz="1750" spc="5" dirty="0">
                <a:solidFill>
                  <a:srgbClr val="151515"/>
                </a:solidFill>
                <a:latin typeface="Arial MT"/>
                <a:cs typeface="Arial MT"/>
              </a:rPr>
              <a:t> </a:t>
            </a:r>
            <a:r>
              <a:rPr sz="1750" spc="-85" dirty="0">
                <a:latin typeface="Arial MT"/>
                <a:cs typeface="Arial MT"/>
              </a:rPr>
              <a:t>connect</a:t>
            </a:r>
            <a:r>
              <a:rPr sz="1750" spc="-40" dirty="0">
                <a:latin typeface="Arial MT"/>
                <a:cs typeface="Arial MT"/>
              </a:rPr>
              <a:t> </a:t>
            </a:r>
            <a:r>
              <a:rPr sz="1750" spc="-25" dirty="0">
                <a:latin typeface="Arial MT"/>
                <a:cs typeface="Arial MT"/>
              </a:rPr>
              <a:t>to </a:t>
            </a:r>
            <a:r>
              <a:rPr sz="1800" spc="-120" dirty="0">
                <a:latin typeface="Arial MT"/>
                <a:cs typeface="Arial MT"/>
              </a:rPr>
              <a:t>an</a:t>
            </a:r>
            <a:r>
              <a:rPr sz="1800" spc="-45" dirty="0">
                <a:latin typeface="Arial MT"/>
                <a:cs typeface="Arial MT"/>
              </a:rPr>
              <a:t> </a:t>
            </a:r>
            <a:r>
              <a:rPr sz="1800" spc="-75" dirty="0">
                <a:latin typeface="Arial MT"/>
                <a:cs typeface="Arial MT"/>
              </a:rPr>
              <a:t>existing</a:t>
            </a:r>
            <a:r>
              <a:rPr sz="1800" spc="30" dirty="0">
                <a:latin typeface="Arial MT"/>
                <a:cs typeface="Arial MT"/>
              </a:rPr>
              <a:t> </a:t>
            </a:r>
            <a:r>
              <a:rPr sz="1800" spc="-145" dirty="0">
                <a:latin typeface="Arial MT"/>
                <a:cs typeface="Arial MT"/>
              </a:rPr>
              <a:t>Amazon</a:t>
            </a:r>
            <a:r>
              <a:rPr sz="1800" spc="-5" dirty="0">
                <a:latin typeface="Arial MT"/>
                <a:cs typeface="Arial MT"/>
              </a:rPr>
              <a:t> </a:t>
            </a:r>
            <a:r>
              <a:rPr sz="1800" spc="-114" dirty="0">
                <a:solidFill>
                  <a:srgbClr val="131313"/>
                </a:solidFill>
                <a:latin typeface="Arial MT"/>
                <a:cs typeface="Arial MT"/>
              </a:rPr>
              <a:t>Elastic</a:t>
            </a:r>
            <a:r>
              <a:rPr sz="1800" spc="-40" dirty="0">
                <a:solidFill>
                  <a:srgbClr val="131313"/>
                </a:solidFill>
                <a:latin typeface="Arial MT"/>
                <a:cs typeface="Arial MT"/>
              </a:rPr>
              <a:t> </a:t>
            </a:r>
            <a:r>
              <a:rPr sz="1800" spc="-100" dirty="0">
                <a:solidFill>
                  <a:srgbClr val="0E0E0E"/>
                </a:solidFill>
                <a:latin typeface="Arial MT"/>
                <a:cs typeface="Arial MT"/>
              </a:rPr>
              <a:t>File</a:t>
            </a:r>
            <a:r>
              <a:rPr sz="1800" spc="20" dirty="0">
                <a:solidFill>
                  <a:srgbClr val="0E0E0E"/>
                </a:solidFill>
                <a:latin typeface="Arial MT"/>
                <a:cs typeface="Arial MT"/>
              </a:rPr>
              <a:t> </a:t>
            </a:r>
            <a:r>
              <a:rPr sz="1800" spc="-145" dirty="0">
                <a:latin typeface="Arial MT"/>
                <a:cs typeface="Arial MT"/>
              </a:rPr>
              <a:t>System</a:t>
            </a:r>
            <a:r>
              <a:rPr sz="1800" spc="10" dirty="0">
                <a:latin typeface="Arial MT"/>
                <a:cs typeface="Arial MT"/>
              </a:rPr>
              <a:t> </a:t>
            </a:r>
            <a:r>
              <a:rPr sz="1800" spc="-130" dirty="0">
                <a:latin typeface="Arial MT"/>
                <a:cs typeface="Arial MT"/>
              </a:rPr>
              <a:t>(Amazon</a:t>
            </a:r>
            <a:r>
              <a:rPr sz="1800" spc="95" dirty="0">
                <a:latin typeface="Arial MT"/>
                <a:cs typeface="Arial MT"/>
              </a:rPr>
              <a:t> </a:t>
            </a:r>
            <a:r>
              <a:rPr sz="1800" spc="-285" dirty="0">
                <a:latin typeface="Arial MT"/>
                <a:cs typeface="Arial MT"/>
              </a:rPr>
              <a:t>EFS)</a:t>
            </a:r>
            <a:r>
              <a:rPr sz="1800" spc="85" dirty="0">
                <a:latin typeface="Arial MT"/>
                <a:cs typeface="Arial MT"/>
              </a:rPr>
              <a:t> </a:t>
            </a:r>
            <a:r>
              <a:rPr sz="1800" spc="-20" dirty="0">
                <a:solidFill>
                  <a:srgbClr val="111111"/>
                </a:solidFill>
                <a:latin typeface="Arial MT"/>
                <a:cs typeface="Arial MT"/>
              </a:rPr>
              <a:t>file </a:t>
            </a:r>
            <a:r>
              <a:rPr sz="1800" spc="-110" dirty="0">
                <a:latin typeface="Arial MT"/>
                <a:cs typeface="Arial MT"/>
              </a:rPr>
              <a:t>system</a:t>
            </a:r>
            <a:r>
              <a:rPr sz="1800" spc="-15" dirty="0">
                <a:latin typeface="Arial MT"/>
                <a:cs typeface="Arial MT"/>
              </a:rPr>
              <a:t> </a:t>
            </a:r>
            <a:r>
              <a:rPr sz="1800" spc="-70" dirty="0">
                <a:latin typeface="Arial MT"/>
                <a:cs typeface="Arial MT"/>
              </a:rPr>
              <a:t>directly,</a:t>
            </a:r>
            <a:r>
              <a:rPr sz="1800" spc="5" dirty="0">
                <a:latin typeface="Arial MT"/>
                <a:cs typeface="Arial MT"/>
              </a:rPr>
              <a:t> </a:t>
            </a:r>
            <a:r>
              <a:rPr sz="1800" spc="-105" dirty="0">
                <a:solidFill>
                  <a:srgbClr val="111111"/>
                </a:solidFill>
                <a:latin typeface="Arial MT"/>
                <a:cs typeface="Arial MT"/>
              </a:rPr>
              <a:t>which</a:t>
            </a:r>
            <a:r>
              <a:rPr sz="1800" spc="-20" dirty="0">
                <a:solidFill>
                  <a:srgbClr val="111111"/>
                </a:solidFill>
                <a:latin typeface="Arial MT"/>
                <a:cs typeface="Arial MT"/>
              </a:rPr>
              <a:t> </a:t>
            </a:r>
            <a:r>
              <a:rPr sz="1800" spc="-114" dirty="0">
                <a:latin typeface="Arial MT"/>
                <a:cs typeface="Arial MT"/>
              </a:rPr>
              <a:t>enables</a:t>
            </a:r>
            <a:r>
              <a:rPr sz="1800" spc="-10" dirty="0">
                <a:latin typeface="Arial MT"/>
                <a:cs typeface="Arial MT"/>
              </a:rPr>
              <a:t> </a:t>
            </a:r>
            <a:r>
              <a:rPr sz="1800" spc="-125" dirty="0">
                <a:latin typeface="Arial MT"/>
                <a:cs typeface="Arial MT"/>
              </a:rPr>
              <a:t>massively</a:t>
            </a:r>
            <a:r>
              <a:rPr sz="1800" spc="75" dirty="0">
                <a:latin typeface="Arial MT"/>
                <a:cs typeface="Arial MT"/>
              </a:rPr>
              <a:t> </a:t>
            </a:r>
            <a:r>
              <a:rPr sz="1800" spc="-65" dirty="0">
                <a:latin typeface="Arial MT"/>
                <a:cs typeface="Arial MT"/>
              </a:rPr>
              <a:t>parallel</a:t>
            </a:r>
            <a:r>
              <a:rPr sz="1800" spc="-60" dirty="0">
                <a:latin typeface="Arial MT"/>
                <a:cs typeface="Arial MT"/>
              </a:rPr>
              <a:t> </a:t>
            </a:r>
            <a:r>
              <a:rPr sz="1800" spc="-10" dirty="0">
                <a:solidFill>
                  <a:srgbClr val="131313"/>
                </a:solidFill>
                <a:latin typeface="Arial MT"/>
                <a:cs typeface="Arial MT"/>
              </a:rPr>
              <a:t>shared </a:t>
            </a:r>
            <a:r>
              <a:rPr sz="1750" spc="-175" dirty="0">
                <a:latin typeface="Arial MT"/>
                <a:cs typeface="Arial MT"/>
              </a:rPr>
              <a:t>access</a:t>
            </a:r>
            <a:r>
              <a:rPr sz="1750" spc="50" dirty="0">
                <a:latin typeface="Arial MT"/>
                <a:cs typeface="Arial MT"/>
              </a:rPr>
              <a:t> </a:t>
            </a:r>
            <a:r>
              <a:rPr sz="1750" dirty="0">
                <a:solidFill>
                  <a:srgbClr val="0F0F0F"/>
                </a:solidFill>
                <a:latin typeface="Arial MT"/>
                <a:cs typeface="Arial MT"/>
              </a:rPr>
              <a:t>for</a:t>
            </a:r>
            <a:r>
              <a:rPr sz="1750" spc="-120" dirty="0">
                <a:solidFill>
                  <a:srgbClr val="0F0F0F"/>
                </a:solidFill>
                <a:latin typeface="Arial MT"/>
                <a:cs typeface="Arial MT"/>
              </a:rPr>
              <a:t> </a:t>
            </a:r>
            <a:r>
              <a:rPr sz="1750" spc="-100" dirty="0">
                <a:latin typeface="Arial MT"/>
                <a:cs typeface="Arial MT"/>
              </a:rPr>
              <a:t>large-</a:t>
            </a:r>
            <a:r>
              <a:rPr sz="1750" spc="-80" dirty="0">
                <a:latin typeface="Arial MT"/>
                <a:cs typeface="Arial MT"/>
              </a:rPr>
              <a:t>scale</a:t>
            </a:r>
            <a:r>
              <a:rPr sz="1750" spc="-25" dirty="0">
                <a:latin typeface="Arial MT"/>
                <a:cs typeface="Arial MT"/>
              </a:rPr>
              <a:t> </a:t>
            </a:r>
            <a:r>
              <a:rPr sz="1750" dirty="0">
                <a:solidFill>
                  <a:srgbClr val="161616"/>
                </a:solidFill>
                <a:latin typeface="Arial MT"/>
                <a:cs typeface="Arial MT"/>
              </a:rPr>
              <a:t>file</a:t>
            </a:r>
            <a:r>
              <a:rPr sz="1750" spc="-70" dirty="0">
                <a:solidFill>
                  <a:srgbClr val="161616"/>
                </a:solidFill>
                <a:latin typeface="Arial MT"/>
                <a:cs typeface="Arial MT"/>
              </a:rPr>
              <a:t> </a:t>
            </a:r>
            <a:r>
              <a:rPr sz="1750" spc="-125" dirty="0">
                <a:latin typeface="Arial MT"/>
                <a:cs typeface="Arial MT"/>
              </a:rPr>
              <a:t>prOcessing.</a:t>
            </a:r>
            <a:r>
              <a:rPr sz="1750" spc="470" dirty="0">
                <a:latin typeface="Arial MT"/>
                <a:cs typeface="Arial MT"/>
              </a:rPr>
              <a:t> </a:t>
            </a:r>
            <a:r>
              <a:rPr sz="1750" spc="-114" dirty="0">
                <a:latin typeface="Arial MT"/>
                <a:cs typeface="Arial MT"/>
              </a:rPr>
              <a:t>For</a:t>
            </a:r>
            <a:r>
              <a:rPr sz="1750" spc="-20" dirty="0">
                <a:latin typeface="Arial MT"/>
                <a:cs typeface="Arial MT"/>
              </a:rPr>
              <a:t> </a:t>
            </a:r>
            <a:r>
              <a:rPr sz="1750" spc="-105" dirty="0">
                <a:latin typeface="Arial MT"/>
                <a:cs typeface="Arial MT"/>
              </a:rPr>
              <a:t>example,</a:t>
            </a:r>
            <a:r>
              <a:rPr sz="1750" spc="-15" dirty="0">
                <a:latin typeface="Arial MT"/>
                <a:cs typeface="Arial MT"/>
              </a:rPr>
              <a:t> </a:t>
            </a:r>
            <a:r>
              <a:rPr sz="1750" spc="-60" dirty="0">
                <a:latin typeface="Arial MT"/>
                <a:cs typeface="Arial MT"/>
              </a:rPr>
              <a:t>you</a:t>
            </a:r>
            <a:r>
              <a:rPr sz="1750" spc="-65" dirty="0">
                <a:latin typeface="Arial MT"/>
                <a:cs typeface="Arial MT"/>
              </a:rPr>
              <a:t> </a:t>
            </a:r>
            <a:r>
              <a:rPr sz="1750" spc="-25" dirty="0">
                <a:latin typeface="Arial MT"/>
                <a:cs typeface="Arial MT"/>
              </a:rPr>
              <a:t>can </a:t>
            </a:r>
            <a:r>
              <a:rPr sz="1800" spc="-165" dirty="0">
                <a:solidFill>
                  <a:srgbClr val="181818"/>
                </a:solidFill>
                <a:latin typeface="Arial MT"/>
                <a:cs typeface="Arial MT"/>
              </a:rPr>
              <a:t>use</a:t>
            </a:r>
            <a:r>
              <a:rPr sz="1800" spc="-10" dirty="0">
                <a:solidFill>
                  <a:srgbClr val="181818"/>
                </a:solidFill>
                <a:latin typeface="Arial MT"/>
                <a:cs typeface="Arial MT"/>
              </a:rPr>
              <a:t> </a:t>
            </a:r>
            <a:r>
              <a:rPr sz="1800" spc="-135" dirty="0">
                <a:latin typeface="Arial MT"/>
                <a:cs typeface="Arial MT"/>
              </a:rPr>
              <a:t>Lambda</a:t>
            </a:r>
            <a:r>
              <a:rPr sz="1800" spc="120" dirty="0">
                <a:latin typeface="Arial MT"/>
                <a:cs typeface="Arial MT"/>
              </a:rPr>
              <a:t> </a:t>
            </a:r>
            <a:r>
              <a:rPr sz="1800" dirty="0">
                <a:latin typeface="Arial MT"/>
                <a:cs typeface="Arial MT"/>
              </a:rPr>
              <a:t>to</a:t>
            </a:r>
            <a:r>
              <a:rPr sz="1800" spc="-114" dirty="0">
                <a:latin typeface="Arial MT"/>
                <a:cs typeface="Arial MT"/>
              </a:rPr>
              <a:t> </a:t>
            </a:r>
            <a:r>
              <a:rPr sz="1800" spc="-50" dirty="0">
                <a:latin typeface="Arial MT"/>
                <a:cs typeface="Arial MT"/>
              </a:rPr>
              <a:t>thumbnail</a:t>
            </a:r>
            <a:r>
              <a:rPr sz="1800" spc="-35" dirty="0">
                <a:latin typeface="Arial MT"/>
                <a:cs typeface="Arial MT"/>
              </a:rPr>
              <a:t> </a:t>
            </a:r>
            <a:r>
              <a:rPr sz="1800" spc="-130" dirty="0">
                <a:latin typeface="Arial MT"/>
                <a:cs typeface="Arial MT"/>
              </a:rPr>
              <a:t>images,</a:t>
            </a:r>
            <a:r>
              <a:rPr sz="1800" spc="50" dirty="0">
                <a:latin typeface="Arial MT"/>
                <a:cs typeface="Arial MT"/>
              </a:rPr>
              <a:t> </a:t>
            </a:r>
            <a:r>
              <a:rPr sz="1800" spc="-150" dirty="0">
                <a:latin typeface="Arial MT"/>
                <a:cs typeface="Arial MT"/>
              </a:rPr>
              <a:t>transcOde</a:t>
            </a:r>
            <a:r>
              <a:rPr sz="1800" spc="50" dirty="0">
                <a:latin typeface="Arial MT"/>
                <a:cs typeface="Arial MT"/>
              </a:rPr>
              <a:t> </a:t>
            </a:r>
            <a:r>
              <a:rPr sz="1800" spc="-125" dirty="0">
                <a:latin typeface="Arial MT"/>
                <a:cs typeface="Arial MT"/>
              </a:rPr>
              <a:t>videos,</a:t>
            </a:r>
            <a:r>
              <a:rPr sz="1800" spc="5" dirty="0">
                <a:latin typeface="Arial MT"/>
                <a:cs typeface="Arial MT"/>
              </a:rPr>
              <a:t> </a:t>
            </a:r>
            <a:r>
              <a:rPr sz="1800" spc="-10" dirty="0">
                <a:latin typeface="Arial MT"/>
                <a:cs typeface="Arial MT"/>
              </a:rPr>
              <a:t>index </a:t>
            </a:r>
            <a:r>
              <a:rPr sz="1800" spc="-80" dirty="0">
                <a:solidFill>
                  <a:srgbClr val="0A0A0A"/>
                </a:solidFill>
                <a:latin typeface="Arial MT"/>
                <a:cs typeface="Arial MT"/>
              </a:rPr>
              <a:t>files,</a:t>
            </a:r>
            <a:r>
              <a:rPr sz="1800" spc="-30" dirty="0">
                <a:solidFill>
                  <a:srgbClr val="0A0A0A"/>
                </a:solidFill>
                <a:latin typeface="Arial MT"/>
                <a:cs typeface="Arial MT"/>
              </a:rPr>
              <a:t> </a:t>
            </a:r>
            <a:r>
              <a:rPr sz="1800" spc="-140" dirty="0">
                <a:latin typeface="Arial MT"/>
                <a:cs typeface="Arial MT"/>
              </a:rPr>
              <a:t>process</a:t>
            </a:r>
            <a:r>
              <a:rPr sz="1800" spc="45" dirty="0">
                <a:latin typeface="Arial MT"/>
                <a:cs typeface="Arial MT"/>
              </a:rPr>
              <a:t> </a:t>
            </a:r>
            <a:r>
              <a:rPr sz="1800" spc="-110" dirty="0">
                <a:latin typeface="Arial MT"/>
                <a:cs typeface="Arial MT"/>
              </a:rPr>
              <a:t>logs,</a:t>
            </a:r>
            <a:r>
              <a:rPr sz="1800" spc="-40" dirty="0">
                <a:latin typeface="Arial MT"/>
                <a:cs typeface="Arial MT"/>
              </a:rPr>
              <a:t> </a:t>
            </a:r>
            <a:r>
              <a:rPr sz="1800" spc="-80" dirty="0">
                <a:latin typeface="Arial MT"/>
                <a:cs typeface="Arial MT"/>
              </a:rPr>
              <a:t>validate</a:t>
            </a:r>
            <a:r>
              <a:rPr sz="1800" spc="10" dirty="0">
                <a:latin typeface="Arial MT"/>
                <a:cs typeface="Arial MT"/>
              </a:rPr>
              <a:t> </a:t>
            </a:r>
            <a:r>
              <a:rPr sz="1800" spc="-70" dirty="0">
                <a:solidFill>
                  <a:srgbClr val="080808"/>
                </a:solidFill>
                <a:latin typeface="Arial MT"/>
                <a:cs typeface="Arial MT"/>
              </a:rPr>
              <a:t>content,</a:t>
            </a:r>
            <a:r>
              <a:rPr sz="1800" spc="-15" dirty="0">
                <a:solidFill>
                  <a:srgbClr val="080808"/>
                </a:solidFill>
                <a:latin typeface="Arial MT"/>
                <a:cs typeface="Arial MT"/>
              </a:rPr>
              <a:t> </a:t>
            </a:r>
            <a:r>
              <a:rPr sz="1800" spc="-114" dirty="0">
                <a:latin typeface="Arial MT"/>
                <a:cs typeface="Arial MT"/>
              </a:rPr>
              <a:t>and</a:t>
            </a:r>
            <a:r>
              <a:rPr sz="1800" spc="-25" dirty="0">
                <a:latin typeface="Arial MT"/>
                <a:cs typeface="Arial MT"/>
              </a:rPr>
              <a:t> </a:t>
            </a:r>
            <a:r>
              <a:rPr sz="1800" spc="-100" dirty="0">
                <a:latin typeface="Arial MT"/>
                <a:cs typeface="Arial MT"/>
              </a:rPr>
              <a:t>aggregate</a:t>
            </a:r>
            <a:r>
              <a:rPr sz="1800" spc="75" dirty="0">
                <a:latin typeface="Arial MT"/>
                <a:cs typeface="Arial MT"/>
              </a:rPr>
              <a:t> </a:t>
            </a:r>
            <a:r>
              <a:rPr sz="1800" spc="-100" dirty="0">
                <a:latin typeface="Arial MT"/>
                <a:cs typeface="Arial MT"/>
              </a:rPr>
              <a:t>and</a:t>
            </a:r>
            <a:r>
              <a:rPr sz="1800" spc="10" dirty="0">
                <a:latin typeface="Arial MT"/>
                <a:cs typeface="Arial MT"/>
              </a:rPr>
              <a:t> </a:t>
            </a:r>
            <a:r>
              <a:rPr sz="1800" spc="-10" dirty="0">
                <a:solidFill>
                  <a:srgbClr val="0A0A0A"/>
                </a:solidFill>
                <a:latin typeface="Arial MT"/>
                <a:cs typeface="Arial MT"/>
              </a:rPr>
              <a:t>filter </a:t>
            </a:r>
            <a:r>
              <a:rPr sz="1850" spc="-105" dirty="0">
                <a:latin typeface="Arial MT"/>
                <a:cs typeface="Arial MT"/>
              </a:rPr>
              <a:t>data</a:t>
            </a:r>
            <a:r>
              <a:rPr sz="1850" spc="35" dirty="0">
                <a:latin typeface="Arial MT"/>
                <a:cs typeface="Arial MT"/>
              </a:rPr>
              <a:t> </a:t>
            </a:r>
            <a:r>
              <a:rPr sz="1850" spc="-60" dirty="0">
                <a:solidFill>
                  <a:srgbClr val="161616"/>
                </a:solidFill>
                <a:latin typeface="Arial MT"/>
                <a:cs typeface="Arial MT"/>
              </a:rPr>
              <a:t>in</a:t>
            </a:r>
            <a:r>
              <a:rPr sz="1850" spc="-130" dirty="0">
                <a:solidFill>
                  <a:srgbClr val="161616"/>
                </a:solidFill>
                <a:latin typeface="Arial MT"/>
                <a:cs typeface="Arial MT"/>
              </a:rPr>
              <a:t> </a:t>
            </a:r>
            <a:r>
              <a:rPr sz="1850" spc="-95" dirty="0">
                <a:latin typeface="Arial MT"/>
                <a:cs typeface="Arial MT"/>
              </a:rPr>
              <a:t>real-</a:t>
            </a:r>
            <a:r>
              <a:rPr sz="1850" spc="-10" dirty="0">
                <a:latin typeface="Arial MT"/>
                <a:cs typeface="Arial MT"/>
              </a:rPr>
              <a:t>time.</a:t>
            </a:r>
            <a:endParaRPr sz="1850">
              <a:latin typeface="Arial MT"/>
              <a:cs typeface="Arial MT"/>
            </a:endParaRPr>
          </a:p>
        </p:txBody>
      </p:sp>
      <p:pic>
        <p:nvPicPr>
          <p:cNvPr id="16" name="object 16"/>
          <p:cNvPicPr/>
          <p:nvPr/>
        </p:nvPicPr>
        <p:blipFill>
          <a:blip r:embed="rId11" cstate="print"/>
          <a:stretch>
            <a:fillRect/>
          </a:stretch>
        </p:blipFill>
        <p:spPr>
          <a:xfrm>
            <a:off x="1689769" y="5428269"/>
            <a:ext cx="2638709" cy="90498"/>
          </a:xfrm>
          <a:prstGeom prst="rect">
            <a:avLst/>
          </a:prstGeom>
        </p:spPr>
      </p:pic>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380489" y="1346318"/>
            <a:ext cx="3143589" cy="3915247"/>
          </a:xfrm>
          <a:prstGeom prst="rect">
            <a:avLst/>
          </a:prstGeom>
        </p:spPr>
      </p:pic>
      <p:pic>
        <p:nvPicPr>
          <p:cNvPr id="3" name="object 3"/>
          <p:cNvPicPr/>
          <p:nvPr/>
        </p:nvPicPr>
        <p:blipFill>
          <a:blip r:embed="rId3" cstate="print"/>
          <a:stretch>
            <a:fillRect/>
          </a:stretch>
        </p:blipFill>
        <p:spPr>
          <a:xfrm>
            <a:off x="4600286" y="2060779"/>
            <a:ext cx="3057853" cy="771618"/>
          </a:xfrm>
          <a:prstGeom prst="rect">
            <a:avLst/>
          </a:prstGeom>
        </p:spPr>
      </p:pic>
      <p:pic>
        <p:nvPicPr>
          <p:cNvPr id="4" name="object 4"/>
          <p:cNvPicPr/>
          <p:nvPr/>
        </p:nvPicPr>
        <p:blipFill>
          <a:blip r:embed="rId4" cstate="print"/>
          <a:stretch>
            <a:fillRect/>
          </a:stretch>
        </p:blipFill>
        <p:spPr>
          <a:xfrm>
            <a:off x="7734349" y="2079831"/>
            <a:ext cx="1447956" cy="733513"/>
          </a:xfrm>
          <a:prstGeom prst="rect">
            <a:avLst/>
          </a:prstGeom>
        </p:spPr>
      </p:pic>
      <p:sp>
        <p:nvSpPr>
          <p:cNvPr id="5" name="object 5" descr="$PPTXTitle"/>
          <p:cNvSpPr txBox="1">
            <a:spLocks noGrp="1"/>
          </p:cNvSpPr>
          <p:nvPr>
            <p:ph type="title"/>
          </p:nvPr>
        </p:nvSpPr>
        <p:spPr>
          <a:xfrm>
            <a:off x="1380489" y="365125"/>
            <a:ext cx="9421495" cy="857885"/>
          </a:xfrm>
          <a:prstGeom prst="rect">
            <a:avLst/>
          </a:prstGeom>
          <a:solidFill>
            <a:srgbClr val="3A9C8E"/>
          </a:solidFill>
        </p:spPr>
        <p:txBody>
          <a:bodyPr vert="horz" wrap="square" lIns="0" tIns="171450" rIns="0" bIns="0" rtlCol="0">
            <a:spAutoFit/>
          </a:bodyPr>
          <a:lstStyle/>
          <a:p>
            <a:pPr marL="409575">
              <a:lnSpc>
                <a:spcPct val="100000"/>
              </a:lnSpc>
              <a:spcBef>
                <a:spcPts val="1350"/>
              </a:spcBef>
              <a:tabLst>
                <a:tab pos="7684134" algn="l"/>
              </a:tabLst>
            </a:pPr>
            <a:r>
              <a:rPr sz="3150" spc="-390" dirty="0">
                <a:solidFill>
                  <a:srgbClr val="3B7580"/>
                </a:solidFill>
                <a:latin typeface="Arial MT"/>
                <a:cs typeface="Arial MT"/>
              </a:rPr>
              <a:t>AWS</a:t>
            </a:r>
            <a:r>
              <a:rPr sz="3150" spc="150" dirty="0">
                <a:solidFill>
                  <a:srgbClr val="3B7580"/>
                </a:solidFill>
                <a:latin typeface="Arial MT"/>
                <a:cs typeface="Arial MT"/>
              </a:rPr>
              <a:t> </a:t>
            </a:r>
            <a:r>
              <a:rPr sz="3150" spc="-10" dirty="0">
                <a:solidFill>
                  <a:srgbClr val="3F7E87"/>
                </a:solidFill>
                <a:latin typeface="Arial MT"/>
                <a:cs typeface="Arial MT"/>
              </a:rPr>
              <a:t>Lambda</a:t>
            </a:r>
            <a:r>
              <a:rPr sz="3150" dirty="0">
                <a:solidFill>
                  <a:srgbClr val="3F7E87"/>
                </a:solidFill>
                <a:latin typeface="Arial MT"/>
                <a:cs typeface="Arial MT"/>
              </a:rPr>
              <a:t>	</a:t>
            </a:r>
            <a:r>
              <a:rPr sz="3150" spc="65" dirty="0">
                <a:solidFill>
                  <a:srgbClr val="46859A"/>
                </a:solidFill>
                <a:latin typeface="Arial MT"/>
                <a:cs typeface="Arial MT"/>
              </a:rPr>
              <a:t>***</a:t>
            </a:r>
            <a:endParaRPr sz="3150">
              <a:latin typeface="Arial MT"/>
              <a:cs typeface="Arial MT"/>
            </a:endParaRPr>
          </a:p>
        </p:txBody>
      </p:sp>
      <p:grpSp>
        <p:nvGrpSpPr>
          <p:cNvPr id="6" name="object 6"/>
          <p:cNvGrpSpPr/>
          <p:nvPr/>
        </p:nvGrpSpPr>
        <p:grpSpPr>
          <a:xfrm>
            <a:off x="9296618" y="2060779"/>
            <a:ext cx="1496060" cy="772160"/>
            <a:chOff x="9296618" y="2060779"/>
            <a:chExt cx="1496060" cy="772160"/>
          </a:xfrm>
        </p:grpSpPr>
        <p:pic>
          <p:nvPicPr>
            <p:cNvPr id="7" name="object 7"/>
            <p:cNvPicPr/>
            <p:nvPr/>
          </p:nvPicPr>
          <p:blipFill>
            <a:blip r:embed="rId5" cstate="print"/>
            <a:stretch>
              <a:fillRect/>
            </a:stretch>
          </p:blipFill>
          <p:spPr>
            <a:xfrm>
              <a:off x="9296618" y="2060779"/>
              <a:ext cx="1495586" cy="47630"/>
            </a:xfrm>
            <a:prstGeom prst="rect">
              <a:avLst/>
            </a:prstGeom>
          </p:spPr>
        </p:pic>
        <p:pic>
          <p:nvPicPr>
            <p:cNvPr id="8" name="object 8"/>
            <p:cNvPicPr/>
            <p:nvPr/>
          </p:nvPicPr>
          <p:blipFill>
            <a:blip r:embed="rId6" cstate="print"/>
            <a:stretch>
              <a:fillRect/>
            </a:stretch>
          </p:blipFill>
          <p:spPr>
            <a:xfrm>
              <a:off x="9353773" y="2260828"/>
              <a:ext cx="1438429" cy="152418"/>
            </a:xfrm>
            <a:prstGeom prst="rect">
              <a:avLst/>
            </a:prstGeom>
          </p:spPr>
        </p:pic>
        <p:pic>
          <p:nvPicPr>
            <p:cNvPr id="9" name="object 9"/>
            <p:cNvPicPr/>
            <p:nvPr/>
          </p:nvPicPr>
          <p:blipFill>
            <a:blip r:embed="rId7" cstate="print"/>
            <a:stretch>
              <a:fillRect/>
            </a:stretch>
          </p:blipFill>
          <p:spPr>
            <a:xfrm>
              <a:off x="9601450" y="2508509"/>
              <a:ext cx="1190753" cy="190522"/>
            </a:xfrm>
            <a:prstGeom prst="rect">
              <a:avLst/>
            </a:prstGeom>
          </p:spPr>
        </p:pic>
        <p:pic>
          <p:nvPicPr>
            <p:cNvPr id="10" name="object 10"/>
            <p:cNvPicPr/>
            <p:nvPr/>
          </p:nvPicPr>
          <p:blipFill>
            <a:blip r:embed="rId8" cstate="print"/>
            <a:stretch>
              <a:fillRect/>
            </a:stretch>
          </p:blipFill>
          <p:spPr>
            <a:xfrm>
              <a:off x="9296618" y="2794293"/>
              <a:ext cx="1495586" cy="38104"/>
            </a:xfrm>
            <a:prstGeom prst="rect">
              <a:avLst/>
            </a:prstGeom>
          </p:spPr>
        </p:pic>
        <p:pic>
          <p:nvPicPr>
            <p:cNvPr id="11" name="object 11"/>
            <p:cNvPicPr/>
            <p:nvPr/>
          </p:nvPicPr>
          <p:blipFill>
            <a:blip r:embed="rId9" cstate="print"/>
            <a:stretch>
              <a:fillRect/>
            </a:stretch>
          </p:blipFill>
          <p:spPr>
            <a:xfrm>
              <a:off x="9296618" y="2060779"/>
              <a:ext cx="1495586" cy="771618"/>
            </a:xfrm>
            <a:prstGeom prst="rect">
              <a:avLst/>
            </a:prstGeom>
          </p:spPr>
        </p:pic>
      </p:grpSp>
      <p:sp>
        <p:nvSpPr>
          <p:cNvPr id="12" name="object 12"/>
          <p:cNvSpPr txBox="1"/>
          <p:nvPr/>
        </p:nvSpPr>
        <p:spPr>
          <a:xfrm>
            <a:off x="1675170" y="5377468"/>
            <a:ext cx="514984" cy="140335"/>
          </a:xfrm>
          <a:prstGeom prst="rect">
            <a:avLst/>
          </a:prstGeom>
        </p:spPr>
        <p:txBody>
          <a:bodyPr vert="horz" wrap="square" lIns="0" tIns="12700" rIns="0" bIns="0" rtlCol="0">
            <a:spAutoFit/>
          </a:bodyPr>
          <a:lstStyle/>
          <a:p>
            <a:pPr marL="12700">
              <a:lnSpc>
                <a:spcPct val="100000"/>
              </a:lnSpc>
              <a:spcBef>
                <a:spcPts val="100"/>
              </a:spcBef>
            </a:pPr>
            <a:r>
              <a:rPr sz="750" spc="-20" dirty="0">
                <a:solidFill>
                  <a:srgbClr val="727272"/>
                </a:solidFill>
                <a:latin typeface="Arial MT"/>
                <a:cs typeface="Arial MT"/>
              </a:rPr>
              <a:t>Bi2u2</a:t>
            </a:r>
            <a:r>
              <a:rPr sz="750" spc="-20" dirty="0">
                <a:solidFill>
                  <a:srgbClr val="919191"/>
                </a:solidFill>
                <a:latin typeface="Arial MT"/>
                <a:cs typeface="Arial MT"/>
              </a:rPr>
              <a:t>1</a:t>
            </a:r>
            <a:r>
              <a:rPr sz="750" spc="10" dirty="0">
                <a:solidFill>
                  <a:srgbClr val="919191"/>
                </a:solidFill>
                <a:latin typeface="Arial MT"/>
                <a:cs typeface="Arial MT"/>
              </a:rPr>
              <a:t> </a:t>
            </a:r>
            <a:r>
              <a:rPr sz="750" spc="-25" dirty="0">
                <a:solidFill>
                  <a:srgbClr val="7E7E7E"/>
                </a:solidFill>
                <a:latin typeface="Arial MT"/>
                <a:cs typeface="Arial MT"/>
              </a:rPr>
              <a:t>Ams</a:t>
            </a:r>
            <a:endParaRPr sz="750">
              <a:latin typeface="Arial MT"/>
              <a:cs typeface="Arial MT"/>
            </a:endParaRPr>
          </a:p>
        </p:txBody>
      </p:sp>
      <p:sp>
        <p:nvSpPr>
          <p:cNvPr id="13" name="object 13"/>
          <p:cNvSpPr txBox="1"/>
          <p:nvPr/>
        </p:nvSpPr>
        <p:spPr>
          <a:xfrm>
            <a:off x="2329638" y="5377468"/>
            <a:ext cx="2011680" cy="140335"/>
          </a:xfrm>
          <a:prstGeom prst="rect">
            <a:avLst/>
          </a:prstGeom>
        </p:spPr>
        <p:txBody>
          <a:bodyPr vert="horz" wrap="square" lIns="0" tIns="12700" rIns="0" bIns="0" rtlCol="0">
            <a:spAutoFit/>
          </a:bodyPr>
          <a:lstStyle/>
          <a:p>
            <a:pPr marL="12700">
              <a:lnSpc>
                <a:spcPct val="100000"/>
              </a:lnSpc>
              <a:spcBef>
                <a:spcPts val="100"/>
              </a:spcBef>
              <a:tabLst>
                <a:tab pos="436245" algn="l"/>
              </a:tabLst>
            </a:pPr>
            <a:r>
              <a:rPr sz="750" dirty="0">
                <a:solidFill>
                  <a:srgbClr val="777777"/>
                </a:solidFill>
                <a:latin typeface="Arial MT"/>
                <a:cs typeface="Arial MT"/>
              </a:rPr>
              <a:t>web</a:t>
            </a:r>
            <a:r>
              <a:rPr sz="750" spc="-45" dirty="0">
                <a:solidFill>
                  <a:srgbClr val="777777"/>
                </a:solidFill>
                <a:latin typeface="Arial MT"/>
                <a:cs typeface="Arial MT"/>
              </a:rPr>
              <a:t> </a:t>
            </a:r>
            <a:r>
              <a:rPr sz="750" spc="-25" dirty="0">
                <a:solidFill>
                  <a:srgbClr val="878787"/>
                </a:solidFill>
                <a:latin typeface="Arial MT"/>
                <a:cs typeface="Arial MT"/>
              </a:rPr>
              <a:t>$e</a:t>
            </a:r>
            <a:r>
              <a:rPr sz="750" dirty="0">
                <a:solidFill>
                  <a:srgbClr val="878787"/>
                </a:solidFill>
                <a:latin typeface="Arial MT"/>
                <a:cs typeface="Arial MT"/>
              </a:rPr>
              <a:t>	@</a:t>
            </a:r>
            <a:r>
              <a:rPr sz="750" spc="35" dirty="0">
                <a:solidFill>
                  <a:srgbClr val="878787"/>
                </a:solidFill>
                <a:latin typeface="Arial MT"/>
                <a:cs typeface="Arial MT"/>
              </a:rPr>
              <a:t> </a:t>
            </a:r>
            <a:r>
              <a:rPr sz="750" dirty="0">
                <a:solidFill>
                  <a:srgbClr val="858585"/>
                </a:solidFill>
                <a:latin typeface="Arial MT"/>
                <a:cs typeface="Arial MT"/>
              </a:rPr>
              <a:t>inc</a:t>
            </a:r>
            <a:r>
              <a:rPr sz="750" spc="10" dirty="0">
                <a:solidFill>
                  <a:srgbClr val="858585"/>
                </a:solidFill>
                <a:latin typeface="Arial MT"/>
                <a:cs typeface="Arial MT"/>
              </a:rPr>
              <a:t> </a:t>
            </a:r>
            <a:r>
              <a:rPr sz="750" spc="-20" dirty="0">
                <a:solidFill>
                  <a:srgbClr val="7E7E7E"/>
                </a:solidFill>
                <a:latin typeface="Arial MT"/>
                <a:cs typeface="Arial MT"/>
              </a:rPr>
              <a:t>or</a:t>
            </a:r>
            <a:r>
              <a:rPr sz="750" spc="10" dirty="0">
                <a:solidFill>
                  <a:srgbClr val="7E7E7E"/>
                </a:solidFill>
                <a:latin typeface="Arial MT"/>
                <a:cs typeface="Arial MT"/>
              </a:rPr>
              <a:t> </a:t>
            </a:r>
            <a:r>
              <a:rPr sz="750" spc="-114" dirty="0">
                <a:solidFill>
                  <a:srgbClr val="8E8E8E"/>
                </a:solidFill>
                <a:latin typeface="Arial MT"/>
                <a:cs typeface="Arial MT"/>
              </a:rPr>
              <a:t>+ts</a:t>
            </a:r>
            <a:r>
              <a:rPr sz="750" spc="-70" dirty="0">
                <a:solidFill>
                  <a:srgbClr val="8E8E8E"/>
                </a:solidFill>
                <a:latin typeface="Arial MT"/>
                <a:cs typeface="Arial MT"/>
              </a:rPr>
              <a:t> </a:t>
            </a:r>
            <a:r>
              <a:rPr sz="750" spc="-85" dirty="0">
                <a:solidFill>
                  <a:srgbClr val="696969"/>
                </a:solidFill>
                <a:latin typeface="Arial MT"/>
                <a:cs typeface="Arial MT"/>
              </a:rPr>
              <a:t>a1Tilianzs.</a:t>
            </a:r>
            <a:r>
              <a:rPr sz="750" spc="75" dirty="0">
                <a:solidFill>
                  <a:srgbClr val="696969"/>
                </a:solidFill>
                <a:latin typeface="Arial MT"/>
                <a:cs typeface="Arial MT"/>
              </a:rPr>
              <a:t> </a:t>
            </a:r>
            <a:r>
              <a:rPr sz="750" spc="-80" dirty="0">
                <a:solidFill>
                  <a:srgbClr val="797979"/>
                </a:solidFill>
                <a:latin typeface="Arial MT"/>
                <a:cs typeface="Arial MT"/>
              </a:rPr>
              <a:t>Au</a:t>
            </a:r>
            <a:r>
              <a:rPr sz="750" spc="-55" dirty="0">
                <a:solidFill>
                  <a:srgbClr val="797979"/>
                </a:solidFill>
                <a:latin typeface="Arial MT"/>
                <a:cs typeface="Arial MT"/>
              </a:rPr>
              <a:t> </a:t>
            </a:r>
            <a:r>
              <a:rPr sz="750" spc="-10" dirty="0">
                <a:solidFill>
                  <a:srgbClr val="6D6D6D"/>
                </a:solidFill>
                <a:latin typeface="Arial MT"/>
                <a:cs typeface="Arial MT"/>
              </a:rPr>
              <a:t>nghts </a:t>
            </a:r>
            <a:r>
              <a:rPr sz="750" spc="-10" dirty="0">
                <a:solidFill>
                  <a:srgbClr val="6E6E6E"/>
                </a:solidFill>
                <a:latin typeface="Arial MT"/>
                <a:cs typeface="Arial MT"/>
              </a:rPr>
              <a:t>reserve)</a:t>
            </a:r>
            <a:endParaRPr sz="750">
              <a:latin typeface="Arial MT"/>
              <a:cs typeface="Arial MT"/>
            </a:endParaRPr>
          </a:p>
        </p:txBody>
      </p:sp>
      <p:sp>
        <p:nvSpPr>
          <p:cNvPr id="14" name="object 14"/>
          <p:cNvSpPr txBox="1"/>
          <p:nvPr/>
        </p:nvSpPr>
        <p:spPr>
          <a:xfrm>
            <a:off x="4794013" y="1368546"/>
            <a:ext cx="5407025" cy="568960"/>
          </a:xfrm>
          <a:prstGeom prst="rect">
            <a:avLst/>
          </a:prstGeom>
        </p:spPr>
        <p:txBody>
          <a:bodyPr vert="horz" wrap="square" lIns="0" tIns="12700" rIns="0" bIns="0" rtlCol="0">
            <a:spAutoFit/>
          </a:bodyPr>
          <a:lstStyle/>
          <a:p>
            <a:pPr marL="12700">
              <a:lnSpc>
                <a:spcPts val="2020"/>
              </a:lnSpc>
              <a:spcBef>
                <a:spcPts val="100"/>
              </a:spcBef>
            </a:pPr>
            <a:r>
              <a:rPr sz="1750" spc="-265" dirty="0">
                <a:latin typeface="Verdana"/>
                <a:cs typeface="Verdana"/>
              </a:rPr>
              <a:t>ChoOse</a:t>
            </a:r>
            <a:r>
              <a:rPr sz="1750" spc="-45" dirty="0">
                <a:latin typeface="Verdana"/>
                <a:cs typeface="Verdana"/>
              </a:rPr>
              <a:t> </a:t>
            </a:r>
            <a:r>
              <a:rPr sz="1750" spc="-204" dirty="0">
                <a:latin typeface="Verdana"/>
                <a:cs typeface="Verdana"/>
              </a:rPr>
              <a:t>each</a:t>
            </a:r>
            <a:r>
              <a:rPr sz="1750" spc="-165" dirty="0">
                <a:latin typeface="Verdana"/>
                <a:cs typeface="Verdana"/>
              </a:rPr>
              <a:t> button</a:t>
            </a:r>
            <a:r>
              <a:rPr sz="1750" spc="-35" dirty="0">
                <a:latin typeface="Verdana"/>
                <a:cs typeface="Verdana"/>
              </a:rPr>
              <a:t> </a:t>
            </a:r>
            <a:r>
              <a:rPr sz="1750" spc="-125" dirty="0">
                <a:solidFill>
                  <a:srgbClr val="1D1D1D"/>
                </a:solidFill>
                <a:latin typeface="Verdana"/>
                <a:cs typeface="Verdana"/>
              </a:rPr>
              <a:t>to</a:t>
            </a:r>
            <a:r>
              <a:rPr sz="1750" spc="-195" dirty="0">
                <a:solidFill>
                  <a:srgbClr val="1D1D1D"/>
                </a:solidFill>
                <a:latin typeface="Verdana"/>
                <a:cs typeface="Verdana"/>
              </a:rPr>
              <a:t> </a:t>
            </a:r>
            <a:r>
              <a:rPr sz="1750" spc="-170" dirty="0">
                <a:latin typeface="Verdana"/>
                <a:cs typeface="Verdana"/>
              </a:rPr>
              <a:t>learn</a:t>
            </a:r>
            <a:r>
              <a:rPr sz="1750" spc="-60" dirty="0">
                <a:latin typeface="Verdana"/>
                <a:cs typeface="Verdana"/>
              </a:rPr>
              <a:t> </a:t>
            </a:r>
            <a:r>
              <a:rPr sz="1750" i="1" spc="-170" dirty="0">
                <a:latin typeface="Trebuchet MS"/>
                <a:cs typeface="Trebuchet MS"/>
              </a:rPr>
              <a:t>mOre</a:t>
            </a:r>
            <a:r>
              <a:rPr sz="1750" i="1" spc="10" dirty="0">
                <a:latin typeface="Trebuchet MS"/>
                <a:cs typeface="Trebuchet MS"/>
              </a:rPr>
              <a:t> </a:t>
            </a:r>
            <a:r>
              <a:rPr sz="1750" spc="-245" dirty="0">
                <a:latin typeface="Verdana"/>
                <a:cs typeface="Verdana"/>
              </a:rPr>
              <a:t>abOut</a:t>
            </a:r>
            <a:r>
              <a:rPr sz="1750" spc="-150" dirty="0">
                <a:latin typeface="Verdana"/>
                <a:cs typeface="Verdana"/>
              </a:rPr>
              <a:t> </a:t>
            </a:r>
            <a:r>
              <a:rPr sz="1750" spc="-245" dirty="0">
                <a:latin typeface="Verdana"/>
                <a:cs typeface="Verdana"/>
              </a:rPr>
              <a:t>ways</a:t>
            </a:r>
            <a:r>
              <a:rPr sz="1750" spc="-55" dirty="0">
                <a:latin typeface="Verdana"/>
                <a:cs typeface="Verdana"/>
              </a:rPr>
              <a:t> </a:t>
            </a:r>
            <a:r>
              <a:rPr sz="1750" spc="-204" dirty="0">
                <a:solidFill>
                  <a:srgbClr val="131313"/>
                </a:solidFill>
                <a:latin typeface="Verdana"/>
                <a:cs typeface="Verdana"/>
              </a:rPr>
              <a:t>you</a:t>
            </a:r>
            <a:r>
              <a:rPr sz="1750" spc="-140" dirty="0">
                <a:solidFill>
                  <a:srgbClr val="131313"/>
                </a:solidFill>
                <a:latin typeface="Verdana"/>
                <a:cs typeface="Verdana"/>
              </a:rPr>
              <a:t> </a:t>
            </a:r>
            <a:r>
              <a:rPr sz="1750" spc="-195" dirty="0">
                <a:solidFill>
                  <a:srgbClr val="111111"/>
                </a:solidFill>
                <a:latin typeface="Verdana"/>
                <a:cs typeface="Verdana"/>
              </a:rPr>
              <a:t>can</a:t>
            </a:r>
            <a:r>
              <a:rPr sz="1750" spc="-200" dirty="0">
                <a:solidFill>
                  <a:srgbClr val="111111"/>
                </a:solidFill>
                <a:latin typeface="Verdana"/>
                <a:cs typeface="Verdana"/>
              </a:rPr>
              <a:t> </a:t>
            </a:r>
            <a:r>
              <a:rPr sz="1750" spc="-55" dirty="0">
                <a:latin typeface="Verdana"/>
                <a:cs typeface="Verdana"/>
              </a:rPr>
              <a:t>use</a:t>
            </a:r>
            <a:endParaRPr sz="1750">
              <a:latin typeface="Verdana"/>
              <a:cs typeface="Verdana"/>
            </a:endParaRPr>
          </a:p>
          <a:p>
            <a:pPr marL="12700">
              <a:lnSpc>
                <a:spcPts val="2260"/>
              </a:lnSpc>
            </a:pPr>
            <a:r>
              <a:rPr sz="1950" spc="-450" dirty="0">
                <a:latin typeface="Verdana"/>
                <a:cs typeface="Verdana"/>
              </a:rPr>
              <a:t>AWS</a:t>
            </a:r>
            <a:r>
              <a:rPr sz="1950" spc="-254" dirty="0">
                <a:latin typeface="Verdana"/>
                <a:cs typeface="Verdana"/>
              </a:rPr>
              <a:t> </a:t>
            </a:r>
            <a:r>
              <a:rPr sz="1950" spc="-355" dirty="0">
                <a:solidFill>
                  <a:srgbClr val="050505"/>
                </a:solidFill>
                <a:latin typeface="Verdana"/>
                <a:cs typeface="Verdana"/>
              </a:rPr>
              <a:t>Lambda.</a:t>
            </a:r>
            <a:endParaRPr sz="1950">
              <a:latin typeface="Verdana"/>
              <a:cs typeface="Verdana"/>
            </a:endParaRPr>
          </a:p>
        </p:txBody>
      </p:sp>
      <p:sp>
        <p:nvSpPr>
          <p:cNvPr id="15" name="object 15"/>
          <p:cNvSpPr txBox="1"/>
          <p:nvPr/>
        </p:nvSpPr>
        <p:spPr>
          <a:xfrm>
            <a:off x="4788229" y="2943537"/>
            <a:ext cx="5433695" cy="1691005"/>
          </a:xfrm>
          <a:prstGeom prst="rect">
            <a:avLst/>
          </a:prstGeom>
        </p:spPr>
        <p:txBody>
          <a:bodyPr vert="horz" wrap="square" lIns="0" tIns="8890" rIns="0" bIns="0" rtlCol="0">
            <a:spAutoFit/>
          </a:bodyPr>
          <a:lstStyle/>
          <a:p>
            <a:pPr marL="12700" marR="5080" indent="8255">
              <a:lnSpc>
                <a:spcPct val="101400"/>
              </a:lnSpc>
              <a:spcBef>
                <a:spcPts val="70"/>
              </a:spcBef>
            </a:pPr>
            <a:r>
              <a:rPr sz="1800" spc="-180" dirty="0">
                <a:latin typeface="Arial MT"/>
                <a:cs typeface="Arial MT"/>
              </a:rPr>
              <a:t>You</a:t>
            </a:r>
            <a:r>
              <a:rPr sz="1800" spc="-30" dirty="0">
                <a:latin typeface="Arial MT"/>
                <a:cs typeface="Arial MT"/>
              </a:rPr>
              <a:t> </a:t>
            </a:r>
            <a:r>
              <a:rPr sz="1800" spc="-135" dirty="0">
                <a:solidFill>
                  <a:srgbClr val="1F1F1F"/>
                </a:solidFill>
                <a:latin typeface="Arial MT"/>
                <a:cs typeface="Arial MT"/>
              </a:rPr>
              <a:t>can</a:t>
            </a:r>
            <a:r>
              <a:rPr sz="1800" spc="-70" dirty="0">
                <a:solidFill>
                  <a:srgbClr val="1F1F1F"/>
                </a:solidFill>
                <a:latin typeface="Arial MT"/>
                <a:cs typeface="Arial MT"/>
              </a:rPr>
              <a:t> </a:t>
            </a:r>
            <a:r>
              <a:rPr sz="1800" spc="-160" dirty="0">
                <a:latin typeface="Arial MT"/>
                <a:cs typeface="Arial MT"/>
              </a:rPr>
              <a:t>use</a:t>
            </a:r>
            <a:r>
              <a:rPr sz="1800" spc="30" dirty="0">
                <a:latin typeface="Arial MT"/>
                <a:cs typeface="Arial MT"/>
              </a:rPr>
              <a:t> </a:t>
            </a:r>
            <a:r>
              <a:rPr sz="1800" spc="-280" dirty="0">
                <a:solidFill>
                  <a:srgbClr val="151515"/>
                </a:solidFill>
                <a:latin typeface="Arial MT"/>
                <a:cs typeface="Arial MT"/>
              </a:rPr>
              <a:t>AWS</a:t>
            </a:r>
            <a:r>
              <a:rPr sz="1800" spc="-15" dirty="0">
                <a:solidFill>
                  <a:srgbClr val="151515"/>
                </a:solidFill>
                <a:latin typeface="Arial MT"/>
                <a:cs typeface="Arial MT"/>
              </a:rPr>
              <a:t> </a:t>
            </a:r>
            <a:r>
              <a:rPr sz="1800" spc="-130" dirty="0">
                <a:latin typeface="Arial MT"/>
                <a:cs typeface="Arial MT"/>
              </a:rPr>
              <a:t>Lambda</a:t>
            </a:r>
            <a:r>
              <a:rPr sz="1800" spc="114" dirty="0">
                <a:latin typeface="Arial MT"/>
                <a:cs typeface="Arial MT"/>
              </a:rPr>
              <a:t> </a:t>
            </a:r>
            <a:r>
              <a:rPr sz="1800" spc="-85" dirty="0">
                <a:latin typeface="Arial MT"/>
                <a:cs typeface="Arial MT"/>
              </a:rPr>
              <a:t>and</a:t>
            </a:r>
            <a:r>
              <a:rPr sz="1800" spc="-20" dirty="0">
                <a:latin typeface="Arial MT"/>
                <a:cs typeface="Arial MT"/>
              </a:rPr>
              <a:t> </a:t>
            </a:r>
            <a:r>
              <a:rPr sz="1800" spc="-125" dirty="0">
                <a:latin typeface="Arial MT"/>
                <a:cs typeface="Arial MT"/>
              </a:rPr>
              <a:t>Amazon</a:t>
            </a:r>
            <a:r>
              <a:rPr sz="1800" spc="80" dirty="0">
                <a:latin typeface="Arial MT"/>
                <a:cs typeface="Arial MT"/>
              </a:rPr>
              <a:t> </a:t>
            </a:r>
            <a:r>
              <a:rPr sz="1800" spc="-155" dirty="0">
                <a:latin typeface="Arial MT"/>
                <a:cs typeface="Arial MT"/>
              </a:rPr>
              <a:t>Kinesis</a:t>
            </a:r>
            <a:r>
              <a:rPr sz="1800" spc="15" dirty="0">
                <a:latin typeface="Arial MT"/>
                <a:cs typeface="Arial MT"/>
              </a:rPr>
              <a:t> </a:t>
            </a:r>
            <a:r>
              <a:rPr sz="1800" dirty="0">
                <a:solidFill>
                  <a:srgbClr val="0A0A0A"/>
                </a:solidFill>
                <a:latin typeface="Arial MT"/>
                <a:cs typeface="Arial MT"/>
              </a:rPr>
              <a:t>to</a:t>
            </a:r>
            <a:r>
              <a:rPr sz="1800" spc="-140" dirty="0">
                <a:solidFill>
                  <a:srgbClr val="0A0A0A"/>
                </a:solidFill>
                <a:latin typeface="Arial MT"/>
                <a:cs typeface="Arial MT"/>
              </a:rPr>
              <a:t> </a:t>
            </a:r>
            <a:r>
              <a:rPr sz="1800" spc="-10" dirty="0">
                <a:latin typeface="Arial MT"/>
                <a:cs typeface="Arial MT"/>
              </a:rPr>
              <a:t>process </a:t>
            </a:r>
            <a:r>
              <a:rPr sz="1800" spc="-65" dirty="0">
                <a:latin typeface="Arial MT"/>
                <a:cs typeface="Arial MT"/>
              </a:rPr>
              <a:t>real-</a:t>
            </a:r>
            <a:r>
              <a:rPr sz="1800" spc="-35" dirty="0">
                <a:latin typeface="Arial MT"/>
                <a:cs typeface="Arial MT"/>
              </a:rPr>
              <a:t>time</a:t>
            </a:r>
            <a:r>
              <a:rPr sz="1800" spc="-90" dirty="0">
                <a:latin typeface="Arial MT"/>
                <a:cs typeface="Arial MT"/>
              </a:rPr>
              <a:t> </a:t>
            </a:r>
            <a:r>
              <a:rPr sz="1800" spc="-75" dirty="0">
                <a:latin typeface="Arial MT"/>
                <a:cs typeface="Arial MT"/>
              </a:rPr>
              <a:t>streaming</a:t>
            </a:r>
            <a:r>
              <a:rPr sz="1800" spc="-15" dirty="0">
                <a:latin typeface="Arial MT"/>
                <a:cs typeface="Arial MT"/>
              </a:rPr>
              <a:t> </a:t>
            </a:r>
            <a:r>
              <a:rPr sz="1800" spc="-85" dirty="0">
                <a:latin typeface="Arial MT"/>
                <a:cs typeface="Arial MT"/>
              </a:rPr>
              <a:t>data</a:t>
            </a:r>
            <a:r>
              <a:rPr sz="1800" dirty="0">
                <a:latin typeface="Arial MT"/>
                <a:cs typeface="Arial MT"/>
              </a:rPr>
              <a:t> for</a:t>
            </a:r>
            <a:r>
              <a:rPr sz="1800" spc="-55" dirty="0">
                <a:latin typeface="Arial MT"/>
                <a:cs typeface="Arial MT"/>
              </a:rPr>
              <a:t> </a:t>
            </a:r>
            <a:r>
              <a:rPr sz="1800" spc="-60" dirty="0">
                <a:latin typeface="Arial MT"/>
                <a:cs typeface="Arial MT"/>
              </a:rPr>
              <a:t>applicati</a:t>
            </a:r>
            <a:r>
              <a:rPr sz="2700" spc="-89" baseline="-3086" dirty="0">
                <a:latin typeface="Arial MT"/>
                <a:cs typeface="Arial MT"/>
              </a:rPr>
              <a:t>o</a:t>
            </a:r>
            <a:r>
              <a:rPr sz="1800" spc="-60" dirty="0">
                <a:latin typeface="Arial MT"/>
                <a:cs typeface="Arial MT"/>
              </a:rPr>
              <a:t>n</a:t>
            </a:r>
            <a:r>
              <a:rPr sz="1800" spc="-195" dirty="0">
                <a:latin typeface="Arial MT"/>
                <a:cs typeface="Arial MT"/>
              </a:rPr>
              <a:t> </a:t>
            </a:r>
            <a:r>
              <a:rPr sz="1800" spc="-45" dirty="0">
                <a:latin typeface="Arial MT"/>
                <a:cs typeface="Arial MT"/>
              </a:rPr>
              <a:t>activity</a:t>
            </a:r>
            <a:r>
              <a:rPr sz="1800" spc="-20" dirty="0">
                <a:latin typeface="Arial MT"/>
                <a:cs typeface="Arial MT"/>
              </a:rPr>
              <a:t> </a:t>
            </a:r>
            <a:r>
              <a:rPr sz="1800" spc="-10" dirty="0">
                <a:latin typeface="Arial MT"/>
                <a:cs typeface="Arial MT"/>
              </a:rPr>
              <a:t>tracking, </a:t>
            </a:r>
            <a:r>
              <a:rPr sz="1800" spc="-75" dirty="0">
                <a:latin typeface="Arial MT"/>
                <a:cs typeface="Arial MT"/>
              </a:rPr>
              <a:t>transaction</a:t>
            </a:r>
            <a:r>
              <a:rPr sz="1800" spc="-20" dirty="0">
                <a:latin typeface="Arial MT"/>
                <a:cs typeface="Arial MT"/>
              </a:rPr>
              <a:t> </a:t>
            </a:r>
            <a:r>
              <a:rPr sz="1800" spc="-75" dirty="0">
                <a:latin typeface="Arial MT"/>
                <a:cs typeface="Arial MT"/>
              </a:rPr>
              <a:t>order</a:t>
            </a:r>
            <a:r>
              <a:rPr sz="1800" spc="-40" dirty="0">
                <a:latin typeface="Arial MT"/>
                <a:cs typeface="Arial MT"/>
              </a:rPr>
              <a:t> </a:t>
            </a:r>
            <a:r>
              <a:rPr sz="1800" spc="-110" dirty="0">
                <a:latin typeface="Arial MT"/>
                <a:cs typeface="Arial MT"/>
              </a:rPr>
              <a:t>processing,</a:t>
            </a:r>
            <a:r>
              <a:rPr sz="1800" spc="70" dirty="0">
                <a:latin typeface="Arial MT"/>
                <a:cs typeface="Arial MT"/>
              </a:rPr>
              <a:t> </a:t>
            </a:r>
            <a:r>
              <a:rPr sz="1800" spc="-114" dirty="0">
                <a:latin typeface="Arial MT"/>
                <a:cs typeface="Arial MT"/>
              </a:rPr>
              <a:t>and</a:t>
            </a:r>
            <a:r>
              <a:rPr sz="1800" spc="-30" dirty="0">
                <a:latin typeface="Arial MT"/>
                <a:cs typeface="Arial MT"/>
              </a:rPr>
              <a:t> </a:t>
            </a:r>
            <a:r>
              <a:rPr sz="1800" spc="-95" dirty="0">
                <a:latin typeface="Arial MT"/>
                <a:cs typeface="Arial MT"/>
              </a:rPr>
              <a:t>click</a:t>
            </a:r>
            <a:r>
              <a:rPr sz="1800" spc="-20" dirty="0">
                <a:latin typeface="Arial MT"/>
                <a:cs typeface="Arial MT"/>
              </a:rPr>
              <a:t> </a:t>
            </a:r>
            <a:r>
              <a:rPr sz="1800" spc="-105" dirty="0">
                <a:latin typeface="Arial MT"/>
                <a:cs typeface="Arial MT"/>
              </a:rPr>
              <a:t>stream</a:t>
            </a:r>
            <a:r>
              <a:rPr sz="1800" dirty="0">
                <a:latin typeface="Arial MT"/>
                <a:cs typeface="Arial MT"/>
              </a:rPr>
              <a:t> </a:t>
            </a:r>
            <a:r>
              <a:rPr sz="1800" spc="-140" dirty="0">
                <a:latin typeface="Arial MT"/>
                <a:cs typeface="Arial MT"/>
              </a:rPr>
              <a:t>analysts.</a:t>
            </a:r>
            <a:r>
              <a:rPr sz="1800" spc="15" dirty="0">
                <a:latin typeface="Arial MT"/>
                <a:cs typeface="Arial MT"/>
              </a:rPr>
              <a:t> </a:t>
            </a:r>
            <a:r>
              <a:rPr sz="1800" spc="-110" dirty="0">
                <a:solidFill>
                  <a:srgbClr val="161616"/>
                </a:solidFill>
                <a:latin typeface="Arial MT"/>
                <a:cs typeface="Arial MT"/>
              </a:rPr>
              <a:t>You </a:t>
            </a:r>
            <a:r>
              <a:rPr sz="1800" spc="-130" dirty="0">
                <a:solidFill>
                  <a:srgbClr val="0F0F0F"/>
                </a:solidFill>
                <a:latin typeface="Arial MT"/>
                <a:cs typeface="Arial MT"/>
              </a:rPr>
              <a:t>can</a:t>
            </a:r>
            <a:r>
              <a:rPr sz="1800" spc="-20" dirty="0">
                <a:solidFill>
                  <a:srgbClr val="0F0F0F"/>
                </a:solidFill>
                <a:latin typeface="Arial MT"/>
                <a:cs typeface="Arial MT"/>
              </a:rPr>
              <a:t> </a:t>
            </a:r>
            <a:r>
              <a:rPr sz="1800" spc="-120" dirty="0">
                <a:latin typeface="Arial MT"/>
                <a:cs typeface="Arial MT"/>
              </a:rPr>
              <a:t>also</a:t>
            </a:r>
            <a:r>
              <a:rPr sz="1800" spc="-15" dirty="0">
                <a:latin typeface="Arial MT"/>
                <a:cs typeface="Arial MT"/>
              </a:rPr>
              <a:t> </a:t>
            </a:r>
            <a:r>
              <a:rPr sz="1800" spc="-165" dirty="0">
                <a:latin typeface="Arial MT"/>
                <a:cs typeface="Arial MT"/>
              </a:rPr>
              <a:t>use</a:t>
            </a:r>
            <a:r>
              <a:rPr sz="1800" spc="-20" dirty="0">
                <a:latin typeface="Arial MT"/>
                <a:cs typeface="Arial MT"/>
              </a:rPr>
              <a:t> </a:t>
            </a:r>
            <a:r>
              <a:rPr sz="1800" dirty="0">
                <a:solidFill>
                  <a:srgbClr val="0C0C0C"/>
                </a:solidFill>
                <a:latin typeface="Arial MT"/>
                <a:cs typeface="Arial MT"/>
              </a:rPr>
              <a:t>it</a:t>
            </a:r>
            <a:r>
              <a:rPr sz="1800" spc="-125" dirty="0">
                <a:solidFill>
                  <a:srgbClr val="0C0C0C"/>
                </a:solidFill>
                <a:latin typeface="Arial MT"/>
                <a:cs typeface="Arial MT"/>
              </a:rPr>
              <a:t> </a:t>
            </a:r>
            <a:r>
              <a:rPr sz="1800" dirty="0">
                <a:solidFill>
                  <a:srgbClr val="1A1A1A"/>
                </a:solidFill>
                <a:latin typeface="Arial MT"/>
                <a:cs typeface="Arial MT"/>
              </a:rPr>
              <a:t>for</a:t>
            </a:r>
            <a:r>
              <a:rPr sz="1800" spc="-110" dirty="0">
                <a:solidFill>
                  <a:srgbClr val="1A1A1A"/>
                </a:solidFill>
                <a:latin typeface="Arial MT"/>
                <a:cs typeface="Arial MT"/>
              </a:rPr>
              <a:t> </a:t>
            </a:r>
            <a:r>
              <a:rPr sz="1800" spc="-80" dirty="0">
                <a:latin typeface="Arial MT"/>
                <a:cs typeface="Arial MT"/>
              </a:rPr>
              <a:t>data</a:t>
            </a:r>
            <a:r>
              <a:rPr sz="1800" spc="20" dirty="0">
                <a:latin typeface="Arial MT"/>
                <a:cs typeface="Arial MT"/>
              </a:rPr>
              <a:t> </a:t>
            </a:r>
            <a:r>
              <a:rPr sz="1800" spc="-114" dirty="0">
                <a:latin typeface="Arial MT"/>
                <a:cs typeface="Arial MT"/>
              </a:rPr>
              <a:t>cleansing,</a:t>
            </a:r>
            <a:r>
              <a:rPr sz="1800" spc="35" dirty="0">
                <a:latin typeface="Arial MT"/>
                <a:cs typeface="Arial MT"/>
              </a:rPr>
              <a:t> </a:t>
            </a:r>
            <a:r>
              <a:rPr sz="1800" spc="-85" dirty="0">
                <a:latin typeface="Arial MT"/>
                <a:cs typeface="Arial MT"/>
              </a:rPr>
              <a:t>metrics</a:t>
            </a:r>
            <a:r>
              <a:rPr sz="1800" spc="15" dirty="0">
                <a:latin typeface="Arial MT"/>
                <a:cs typeface="Arial MT"/>
              </a:rPr>
              <a:t> </a:t>
            </a:r>
            <a:r>
              <a:rPr sz="1800" spc="-80" dirty="0">
                <a:latin typeface="Arial MT"/>
                <a:cs typeface="Arial MT"/>
              </a:rPr>
              <a:t>generation,</a:t>
            </a:r>
            <a:r>
              <a:rPr sz="1800" spc="105" dirty="0">
                <a:latin typeface="Arial MT"/>
                <a:cs typeface="Arial MT"/>
              </a:rPr>
              <a:t> </a:t>
            </a:r>
            <a:r>
              <a:rPr sz="1800" spc="-25" dirty="0">
                <a:solidFill>
                  <a:srgbClr val="111111"/>
                </a:solidFill>
                <a:latin typeface="Arial MT"/>
                <a:cs typeface="Arial MT"/>
              </a:rPr>
              <a:t>log </a:t>
            </a:r>
            <a:r>
              <a:rPr sz="1800" spc="-45" dirty="0">
                <a:latin typeface="Arial MT"/>
                <a:cs typeface="Arial MT"/>
              </a:rPr>
              <a:t>filtering,</a:t>
            </a:r>
            <a:r>
              <a:rPr sz="1800" spc="-80" dirty="0">
                <a:latin typeface="Arial MT"/>
                <a:cs typeface="Arial MT"/>
              </a:rPr>
              <a:t> </a:t>
            </a:r>
            <a:r>
              <a:rPr sz="1800" spc="-90" dirty="0">
                <a:latin typeface="Arial MT"/>
                <a:cs typeface="Arial MT"/>
              </a:rPr>
              <a:t>indexing,</a:t>
            </a:r>
            <a:r>
              <a:rPr sz="1800" spc="-35" dirty="0">
                <a:latin typeface="Arial MT"/>
                <a:cs typeface="Arial MT"/>
              </a:rPr>
              <a:t> </a:t>
            </a:r>
            <a:r>
              <a:rPr sz="1800" spc="-100" dirty="0">
                <a:latin typeface="Arial MT"/>
                <a:cs typeface="Arial MT"/>
              </a:rPr>
              <a:t>social</a:t>
            </a:r>
            <a:r>
              <a:rPr sz="1800" spc="-114" dirty="0">
                <a:latin typeface="Arial MT"/>
                <a:cs typeface="Arial MT"/>
              </a:rPr>
              <a:t> </a:t>
            </a:r>
            <a:r>
              <a:rPr sz="1800" spc="-95" dirty="0">
                <a:latin typeface="Arial MT"/>
                <a:cs typeface="Arial MT"/>
              </a:rPr>
              <a:t>media</a:t>
            </a:r>
            <a:r>
              <a:rPr sz="1800" spc="-10" dirty="0">
                <a:latin typeface="Arial MT"/>
                <a:cs typeface="Arial MT"/>
              </a:rPr>
              <a:t> </a:t>
            </a:r>
            <a:r>
              <a:rPr sz="1800" spc="-125" dirty="0">
                <a:latin typeface="Arial MT"/>
                <a:cs typeface="Arial MT"/>
              </a:rPr>
              <a:t>analysis,</a:t>
            </a:r>
            <a:r>
              <a:rPr sz="1800" spc="60" dirty="0">
                <a:latin typeface="Arial MT"/>
                <a:cs typeface="Arial MT"/>
              </a:rPr>
              <a:t> </a:t>
            </a:r>
            <a:r>
              <a:rPr sz="1800" spc="-120" dirty="0">
                <a:latin typeface="Arial MT"/>
                <a:cs typeface="Arial MT"/>
              </a:rPr>
              <a:t>and</a:t>
            </a:r>
            <a:r>
              <a:rPr sz="1800" spc="-55" dirty="0">
                <a:latin typeface="Arial MT"/>
                <a:cs typeface="Arial MT"/>
              </a:rPr>
              <a:t> </a:t>
            </a:r>
            <a:r>
              <a:rPr sz="1800" spc="-40" dirty="0">
                <a:latin typeface="Arial MT"/>
                <a:cs typeface="Arial MT"/>
              </a:rPr>
              <a:t>Internet</a:t>
            </a:r>
            <a:r>
              <a:rPr sz="1800" spc="75" dirty="0">
                <a:latin typeface="Arial MT"/>
                <a:cs typeface="Arial MT"/>
              </a:rPr>
              <a:t> </a:t>
            </a:r>
            <a:r>
              <a:rPr sz="1800" spc="-25" dirty="0">
                <a:solidFill>
                  <a:srgbClr val="0A0A0A"/>
                </a:solidFill>
                <a:latin typeface="Arial MT"/>
                <a:cs typeface="Arial MT"/>
              </a:rPr>
              <a:t>of </a:t>
            </a:r>
            <a:r>
              <a:rPr sz="1800" spc="-110" dirty="0">
                <a:latin typeface="Arial MT"/>
                <a:cs typeface="Arial MT"/>
              </a:rPr>
              <a:t>Things</a:t>
            </a:r>
            <a:r>
              <a:rPr sz="1800" spc="-15" dirty="0">
                <a:latin typeface="Arial MT"/>
                <a:cs typeface="Arial MT"/>
              </a:rPr>
              <a:t> </a:t>
            </a:r>
            <a:r>
              <a:rPr sz="1800" spc="-140" dirty="0">
                <a:latin typeface="Arial MT"/>
                <a:cs typeface="Arial MT"/>
              </a:rPr>
              <a:t>(IoT)</a:t>
            </a:r>
            <a:r>
              <a:rPr sz="1800" spc="-5" dirty="0">
                <a:latin typeface="Arial MT"/>
                <a:cs typeface="Arial MT"/>
              </a:rPr>
              <a:t> </a:t>
            </a:r>
            <a:r>
              <a:rPr sz="1800" spc="-120" dirty="0">
                <a:latin typeface="Arial MT"/>
                <a:cs typeface="Arial MT"/>
              </a:rPr>
              <a:t>device</a:t>
            </a:r>
            <a:r>
              <a:rPr sz="1800" spc="-5" dirty="0">
                <a:latin typeface="Arial MT"/>
                <a:cs typeface="Arial MT"/>
              </a:rPr>
              <a:t> </a:t>
            </a:r>
            <a:r>
              <a:rPr sz="1800" spc="-90" dirty="0">
                <a:solidFill>
                  <a:srgbClr val="151515"/>
                </a:solidFill>
                <a:latin typeface="Arial MT"/>
                <a:cs typeface="Arial MT"/>
              </a:rPr>
              <a:t>data</a:t>
            </a:r>
            <a:r>
              <a:rPr sz="1800" spc="-30" dirty="0">
                <a:solidFill>
                  <a:srgbClr val="151515"/>
                </a:solidFill>
                <a:latin typeface="Arial MT"/>
                <a:cs typeface="Arial MT"/>
              </a:rPr>
              <a:t> </a:t>
            </a:r>
            <a:r>
              <a:rPr sz="1800" spc="-40" dirty="0">
                <a:latin typeface="Arial MT"/>
                <a:cs typeface="Arial MT"/>
              </a:rPr>
              <a:t>teiemetry</a:t>
            </a:r>
            <a:r>
              <a:rPr sz="1800" spc="-20" dirty="0">
                <a:latin typeface="Arial MT"/>
                <a:cs typeface="Arial MT"/>
              </a:rPr>
              <a:t> </a:t>
            </a:r>
            <a:r>
              <a:rPr sz="1800" spc="-80" dirty="0">
                <a:solidFill>
                  <a:srgbClr val="161616"/>
                </a:solidFill>
                <a:latin typeface="Arial MT"/>
                <a:cs typeface="Arial MT"/>
              </a:rPr>
              <a:t>and</a:t>
            </a:r>
            <a:r>
              <a:rPr sz="1800" spc="-15" dirty="0">
                <a:solidFill>
                  <a:srgbClr val="161616"/>
                </a:solidFill>
                <a:latin typeface="Arial MT"/>
                <a:cs typeface="Arial MT"/>
              </a:rPr>
              <a:t> </a:t>
            </a:r>
            <a:r>
              <a:rPr sz="1800" spc="-10" dirty="0">
                <a:latin typeface="Arial MT"/>
                <a:cs typeface="Arial MT"/>
              </a:rPr>
              <a:t>metering.</a:t>
            </a:r>
            <a:endParaRPr sz="1800">
              <a:latin typeface="Arial MT"/>
              <a:cs typeface="Arial MT"/>
            </a:endParaRPr>
          </a:p>
        </p:txBody>
      </p:sp>
    </p:spTree>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380489" y="365759"/>
            <a:ext cx="9430766" cy="5295900"/>
          </a:xfrm>
          <a:prstGeom prst="rect">
            <a:avLst/>
          </a:prstGeom>
        </p:spPr>
      </p:pic>
    </p:spTree>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375410" y="1327265"/>
            <a:ext cx="3134062" cy="3924770"/>
          </a:xfrm>
          <a:prstGeom prst="rect">
            <a:avLst/>
          </a:prstGeom>
        </p:spPr>
      </p:pic>
      <p:sp>
        <p:nvSpPr>
          <p:cNvPr id="3" name="object 3"/>
          <p:cNvSpPr/>
          <p:nvPr/>
        </p:nvSpPr>
        <p:spPr>
          <a:xfrm>
            <a:off x="1375410" y="365125"/>
            <a:ext cx="9431020" cy="848360"/>
          </a:xfrm>
          <a:custGeom>
            <a:avLst/>
            <a:gdLst/>
            <a:ahLst/>
            <a:cxnLst/>
            <a:rect l="l" t="t" r="r" b="b"/>
            <a:pathLst>
              <a:path w="9431020" h="848360">
                <a:moveTo>
                  <a:pt x="9429750" y="847725"/>
                </a:moveTo>
                <a:lnTo>
                  <a:pt x="0" y="847725"/>
                </a:lnTo>
                <a:lnTo>
                  <a:pt x="0" y="0"/>
                </a:lnTo>
                <a:lnTo>
                  <a:pt x="9429750" y="0"/>
                </a:lnTo>
                <a:lnTo>
                  <a:pt x="9429750" y="847725"/>
                </a:lnTo>
                <a:close/>
              </a:path>
            </a:pathLst>
          </a:custGeom>
          <a:solidFill>
            <a:srgbClr val="428E8E"/>
          </a:solidFill>
        </p:spPr>
        <p:txBody>
          <a:bodyPr wrap="square" lIns="0" tIns="0" rIns="0" bIns="0" rtlCol="0"/>
          <a:lstStyle/>
          <a:p>
            <a:endParaRPr/>
          </a:p>
        </p:txBody>
      </p:sp>
      <p:sp>
        <p:nvSpPr>
          <p:cNvPr id="4" name="object 4" descr="$PPTXTitle"/>
          <p:cNvSpPr txBox="1">
            <a:spLocks noGrp="1"/>
          </p:cNvSpPr>
          <p:nvPr>
            <p:ph type="title"/>
          </p:nvPr>
        </p:nvSpPr>
        <p:spPr>
          <a:prstGeom prst="rect">
            <a:avLst/>
          </a:prstGeom>
        </p:spPr>
        <p:txBody>
          <a:bodyPr vert="horz" wrap="square" lIns="0" tIns="12700" rIns="0" bIns="0" rtlCol="0">
            <a:spAutoFit/>
          </a:bodyPr>
          <a:lstStyle/>
          <a:p>
            <a:pPr>
              <a:lnSpc>
                <a:spcPct val="100000"/>
              </a:lnSpc>
              <a:spcBef>
                <a:spcPts val="100"/>
              </a:spcBef>
            </a:pPr>
            <a:r>
              <a:rPr sz="3050" spc="-20" dirty="0">
                <a:solidFill>
                  <a:srgbClr val="36878C"/>
                </a:solidFill>
                <a:latin typeface="Arial MT"/>
                <a:cs typeface="Arial MT"/>
              </a:rPr>
              <a:t>Amazon</a:t>
            </a:r>
            <a:r>
              <a:rPr sz="3050" spc="-70" dirty="0">
                <a:solidFill>
                  <a:srgbClr val="36878C"/>
                </a:solidFill>
                <a:latin typeface="Arial MT"/>
                <a:cs typeface="Arial MT"/>
              </a:rPr>
              <a:t> </a:t>
            </a:r>
            <a:r>
              <a:rPr sz="3050" spc="-65" dirty="0">
                <a:solidFill>
                  <a:srgbClr val="FFFFFF"/>
                </a:solidFill>
                <a:latin typeface="Arial MT"/>
                <a:cs typeface="Arial MT"/>
              </a:rPr>
              <a:t>DynamoDB</a:t>
            </a:r>
            <a:endParaRPr sz="3050">
              <a:latin typeface="Arial MT"/>
              <a:cs typeface="Arial MT"/>
            </a:endParaRPr>
          </a:p>
        </p:txBody>
      </p:sp>
      <p:sp>
        <p:nvSpPr>
          <p:cNvPr id="5" name="object 5"/>
          <p:cNvSpPr txBox="1"/>
          <p:nvPr/>
        </p:nvSpPr>
        <p:spPr>
          <a:xfrm>
            <a:off x="9049046" y="498493"/>
            <a:ext cx="528955" cy="353695"/>
          </a:xfrm>
          <a:prstGeom prst="rect">
            <a:avLst/>
          </a:prstGeom>
        </p:spPr>
        <p:txBody>
          <a:bodyPr vert="horz" wrap="square" lIns="0" tIns="12700" rIns="0" bIns="0" rtlCol="0">
            <a:spAutoFit/>
          </a:bodyPr>
          <a:lstStyle/>
          <a:p>
            <a:pPr>
              <a:lnSpc>
                <a:spcPct val="100000"/>
              </a:lnSpc>
              <a:spcBef>
                <a:spcPts val="100"/>
              </a:spcBef>
            </a:pPr>
            <a:r>
              <a:rPr sz="2150" spc="30" dirty="0">
                <a:solidFill>
                  <a:srgbClr val="95C8DB"/>
                </a:solidFill>
                <a:latin typeface="Courier New"/>
                <a:cs typeface="Courier New"/>
              </a:rPr>
              <a:t>OWS</a:t>
            </a:r>
            <a:endParaRPr sz="2150">
              <a:latin typeface="Courier New"/>
              <a:cs typeface="Courier New"/>
            </a:endParaRPr>
          </a:p>
        </p:txBody>
      </p:sp>
      <p:pic>
        <p:nvPicPr>
          <p:cNvPr id="6" name="object 6"/>
          <p:cNvPicPr/>
          <p:nvPr/>
        </p:nvPicPr>
        <p:blipFill>
          <a:blip r:embed="rId3" cstate="print"/>
          <a:stretch>
            <a:fillRect/>
          </a:stretch>
        </p:blipFill>
        <p:spPr>
          <a:xfrm>
            <a:off x="1680242" y="5409217"/>
            <a:ext cx="2638709" cy="90498"/>
          </a:xfrm>
          <a:prstGeom prst="rect">
            <a:avLst/>
          </a:prstGeom>
        </p:spPr>
      </p:pic>
      <p:sp>
        <p:nvSpPr>
          <p:cNvPr id="7" name="object 7"/>
          <p:cNvSpPr txBox="1"/>
          <p:nvPr/>
        </p:nvSpPr>
        <p:spPr>
          <a:xfrm>
            <a:off x="4769119" y="1338381"/>
            <a:ext cx="5872480" cy="1628775"/>
          </a:xfrm>
          <a:prstGeom prst="rect">
            <a:avLst/>
          </a:prstGeom>
        </p:spPr>
        <p:txBody>
          <a:bodyPr vert="horz" wrap="square" lIns="0" tIns="24130" rIns="0" bIns="0" rtlCol="0">
            <a:spAutoFit/>
          </a:bodyPr>
          <a:lstStyle/>
          <a:p>
            <a:pPr marL="12700" marR="5080" indent="13335">
              <a:lnSpc>
                <a:spcPct val="95800"/>
              </a:lnSpc>
              <a:spcBef>
                <a:spcPts val="190"/>
              </a:spcBef>
            </a:pPr>
            <a:r>
              <a:rPr sz="1800" spc="-145" dirty="0">
                <a:latin typeface="Arial MT"/>
                <a:cs typeface="Arial MT"/>
              </a:rPr>
              <a:t>Amazon</a:t>
            </a:r>
            <a:r>
              <a:rPr sz="1800" dirty="0">
                <a:latin typeface="Arial MT"/>
                <a:cs typeface="Arial MT"/>
              </a:rPr>
              <a:t> </a:t>
            </a:r>
            <a:r>
              <a:rPr sz="1800" spc="-145" dirty="0">
                <a:latin typeface="Arial MT"/>
                <a:cs typeface="Arial MT"/>
              </a:rPr>
              <a:t>DynamoDB</a:t>
            </a:r>
            <a:r>
              <a:rPr sz="1800" spc="150" dirty="0">
                <a:latin typeface="Arial MT"/>
                <a:cs typeface="Arial MT"/>
              </a:rPr>
              <a:t> </a:t>
            </a:r>
            <a:r>
              <a:rPr sz="1800" spc="-105" dirty="0">
                <a:latin typeface="Arial MT"/>
                <a:cs typeface="Arial MT"/>
              </a:rPr>
              <a:t>is</a:t>
            </a:r>
            <a:r>
              <a:rPr sz="1800" spc="-60" dirty="0">
                <a:latin typeface="Arial MT"/>
                <a:cs typeface="Arial MT"/>
              </a:rPr>
              <a:t> </a:t>
            </a:r>
            <a:r>
              <a:rPr sz="1800" spc="-229" dirty="0">
                <a:solidFill>
                  <a:srgbClr val="4D4D4D"/>
                </a:solidFill>
                <a:latin typeface="Arial MT"/>
                <a:cs typeface="Arial MT"/>
              </a:rPr>
              <a:t>a</a:t>
            </a:r>
            <a:r>
              <a:rPr sz="1800" spc="15" dirty="0">
                <a:solidFill>
                  <a:srgbClr val="4D4D4D"/>
                </a:solidFill>
                <a:latin typeface="Arial MT"/>
                <a:cs typeface="Arial MT"/>
              </a:rPr>
              <a:t> </a:t>
            </a:r>
            <a:r>
              <a:rPr sz="1800" spc="-135" dirty="0">
                <a:latin typeface="Arial MT"/>
                <a:cs typeface="Arial MT"/>
              </a:rPr>
              <a:t>serverless</a:t>
            </a:r>
            <a:r>
              <a:rPr sz="1800" spc="50" dirty="0">
                <a:latin typeface="Arial MT"/>
                <a:cs typeface="Arial MT"/>
              </a:rPr>
              <a:t> </a:t>
            </a:r>
            <a:r>
              <a:rPr sz="1800" spc="-50" dirty="0">
                <a:latin typeface="Arial MT"/>
                <a:cs typeface="Arial MT"/>
              </a:rPr>
              <a:t>non-</a:t>
            </a:r>
            <a:r>
              <a:rPr sz="1800" spc="-45" dirty="0">
                <a:latin typeface="Arial MT"/>
                <a:cs typeface="Arial MT"/>
              </a:rPr>
              <a:t>relational</a:t>
            </a:r>
            <a:r>
              <a:rPr sz="1800" spc="-75" dirty="0">
                <a:latin typeface="Arial MT"/>
                <a:cs typeface="Arial MT"/>
              </a:rPr>
              <a:t> </a:t>
            </a:r>
            <a:r>
              <a:rPr sz="1800" spc="-120" dirty="0">
                <a:latin typeface="Arial MT"/>
                <a:cs typeface="Arial MT"/>
              </a:rPr>
              <a:t>database</a:t>
            </a:r>
            <a:r>
              <a:rPr sz="1800" spc="65" dirty="0">
                <a:latin typeface="Arial MT"/>
                <a:cs typeface="Arial MT"/>
              </a:rPr>
              <a:t> </a:t>
            </a:r>
            <a:r>
              <a:rPr sz="1800" spc="-20" dirty="0">
                <a:latin typeface="Arial MT"/>
                <a:cs typeface="Arial MT"/>
              </a:rPr>
              <a:t>that </a:t>
            </a:r>
            <a:r>
              <a:rPr sz="1850" spc="-170" dirty="0">
                <a:solidFill>
                  <a:srgbClr val="232323"/>
                </a:solidFill>
                <a:latin typeface="Arial MT"/>
                <a:cs typeface="Arial MT"/>
              </a:rPr>
              <a:t>can</a:t>
            </a:r>
            <a:r>
              <a:rPr sz="1850" spc="-5" dirty="0">
                <a:solidFill>
                  <a:srgbClr val="232323"/>
                </a:solidFill>
                <a:latin typeface="Arial MT"/>
                <a:cs typeface="Arial MT"/>
              </a:rPr>
              <a:t> </a:t>
            </a:r>
            <a:r>
              <a:rPr sz="1850" spc="-120" dirty="0">
                <a:solidFill>
                  <a:srgbClr val="0F0F0F"/>
                </a:solidFill>
                <a:latin typeface="Arial MT"/>
                <a:cs typeface="Arial MT"/>
              </a:rPr>
              <a:t>store</a:t>
            </a:r>
            <a:r>
              <a:rPr sz="1850" spc="-50" dirty="0">
                <a:solidFill>
                  <a:srgbClr val="0F0F0F"/>
                </a:solidFill>
                <a:latin typeface="Arial MT"/>
                <a:cs typeface="Arial MT"/>
              </a:rPr>
              <a:t> </a:t>
            </a:r>
            <a:r>
              <a:rPr sz="1850" spc="-125" dirty="0">
                <a:solidFill>
                  <a:srgbClr val="111111"/>
                </a:solidFill>
                <a:latin typeface="Arial MT"/>
                <a:cs typeface="Arial MT"/>
              </a:rPr>
              <a:t>and</a:t>
            </a:r>
            <a:r>
              <a:rPr sz="1850" spc="-85" dirty="0">
                <a:solidFill>
                  <a:srgbClr val="111111"/>
                </a:solidFill>
                <a:latin typeface="Arial MT"/>
                <a:cs typeface="Arial MT"/>
              </a:rPr>
              <a:t> </a:t>
            </a:r>
            <a:r>
              <a:rPr sz="1850" spc="-95" dirty="0">
                <a:latin typeface="Arial MT"/>
                <a:cs typeface="Arial MT"/>
              </a:rPr>
              <a:t>retrieve</a:t>
            </a:r>
            <a:r>
              <a:rPr sz="1850" spc="100" dirty="0">
                <a:latin typeface="Arial MT"/>
                <a:cs typeface="Arial MT"/>
              </a:rPr>
              <a:t> </a:t>
            </a:r>
            <a:r>
              <a:rPr sz="1850" spc="-170" dirty="0">
                <a:latin typeface="Arial MT"/>
                <a:cs typeface="Arial MT"/>
              </a:rPr>
              <a:t>any</a:t>
            </a:r>
            <a:r>
              <a:rPr sz="1850" spc="15" dirty="0">
                <a:latin typeface="Arial MT"/>
                <a:cs typeface="Arial MT"/>
              </a:rPr>
              <a:t> </a:t>
            </a:r>
            <a:r>
              <a:rPr sz="1850" spc="-105" dirty="0">
                <a:latin typeface="Arial MT"/>
                <a:cs typeface="Arial MT"/>
              </a:rPr>
              <a:t>amount</a:t>
            </a:r>
            <a:r>
              <a:rPr sz="1850" spc="15" dirty="0">
                <a:latin typeface="Arial MT"/>
                <a:cs typeface="Arial MT"/>
              </a:rPr>
              <a:t> </a:t>
            </a:r>
            <a:r>
              <a:rPr sz="1850" dirty="0">
                <a:latin typeface="Arial MT"/>
                <a:cs typeface="Arial MT"/>
              </a:rPr>
              <a:t>of</a:t>
            </a:r>
            <a:r>
              <a:rPr sz="1850" spc="-105" dirty="0">
                <a:latin typeface="Arial MT"/>
                <a:cs typeface="Arial MT"/>
              </a:rPr>
              <a:t> </a:t>
            </a:r>
            <a:r>
              <a:rPr sz="1850" spc="-110" dirty="0">
                <a:latin typeface="Arial MT"/>
                <a:cs typeface="Arial MT"/>
              </a:rPr>
              <a:t>data</a:t>
            </a:r>
            <a:r>
              <a:rPr sz="1850" spc="30" dirty="0">
                <a:latin typeface="Arial MT"/>
                <a:cs typeface="Arial MT"/>
              </a:rPr>
              <a:t> </a:t>
            </a:r>
            <a:r>
              <a:rPr sz="1850" spc="-120" dirty="0">
                <a:solidFill>
                  <a:srgbClr val="111111"/>
                </a:solidFill>
                <a:latin typeface="Arial MT"/>
                <a:cs typeface="Arial MT"/>
              </a:rPr>
              <a:t>and</a:t>
            </a:r>
            <a:r>
              <a:rPr sz="1850" spc="-25" dirty="0">
                <a:solidFill>
                  <a:srgbClr val="111111"/>
                </a:solidFill>
                <a:latin typeface="Arial MT"/>
                <a:cs typeface="Arial MT"/>
              </a:rPr>
              <a:t> </a:t>
            </a:r>
            <a:r>
              <a:rPr sz="1850" spc="-175" dirty="0">
                <a:latin typeface="Arial MT"/>
                <a:cs typeface="Arial MT"/>
              </a:rPr>
              <a:t>serve</a:t>
            </a:r>
            <a:r>
              <a:rPr sz="1850" spc="45" dirty="0">
                <a:latin typeface="Arial MT"/>
                <a:cs typeface="Arial MT"/>
              </a:rPr>
              <a:t> </a:t>
            </a:r>
            <a:r>
              <a:rPr sz="1850" spc="-175" dirty="0">
                <a:latin typeface="Arial MT"/>
                <a:cs typeface="Arial MT"/>
              </a:rPr>
              <a:t>any</a:t>
            </a:r>
            <a:r>
              <a:rPr sz="1850" spc="-45" dirty="0">
                <a:latin typeface="Arial MT"/>
                <a:cs typeface="Arial MT"/>
              </a:rPr>
              <a:t> </a:t>
            </a:r>
            <a:r>
              <a:rPr sz="1850" spc="-10" dirty="0">
                <a:latin typeface="Arial MT"/>
                <a:cs typeface="Arial MT"/>
              </a:rPr>
              <a:t>level </a:t>
            </a:r>
            <a:r>
              <a:rPr sz="1850" dirty="0">
                <a:solidFill>
                  <a:srgbClr val="181818"/>
                </a:solidFill>
                <a:latin typeface="Arial MT"/>
                <a:cs typeface="Arial MT"/>
              </a:rPr>
              <a:t>of</a:t>
            </a:r>
            <a:r>
              <a:rPr sz="1850" spc="-75" dirty="0">
                <a:solidFill>
                  <a:srgbClr val="181818"/>
                </a:solidFill>
                <a:latin typeface="Arial MT"/>
                <a:cs typeface="Arial MT"/>
              </a:rPr>
              <a:t> </a:t>
            </a:r>
            <a:r>
              <a:rPr sz="1850" spc="-190" dirty="0">
                <a:latin typeface="Arial MT"/>
                <a:cs typeface="Arial MT"/>
              </a:rPr>
              <a:t>reQuest</a:t>
            </a:r>
            <a:r>
              <a:rPr sz="1850" spc="-50" dirty="0">
                <a:latin typeface="Arial MT"/>
                <a:cs typeface="Arial MT"/>
              </a:rPr>
              <a:t> </a:t>
            </a:r>
            <a:r>
              <a:rPr sz="1850" spc="-40" dirty="0">
                <a:latin typeface="Arial MT"/>
                <a:cs typeface="Arial MT"/>
              </a:rPr>
              <a:t>traffic.</a:t>
            </a:r>
            <a:r>
              <a:rPr sz="1850" spc="-50" dirty="0">
                <a:latin typeface="Arial MT"/>
                <a:cs typeface="Arial MT"/>
              </a:rPr>
              <a:t> </a:t>
            </a:r>
            <a:r>
              <a:rPr sz="1850" spc="-220" dirty="0">
                <a:latin typeface="Arial MT"/>
                <a:cs typeface="Arial MT"/>
              </a:rPr>
              <a:t>You</a:t>
            </a:r>
            <a:r>
              <a:rPr sz="1850" spc="-25" dirty="0">
                <a:latin typeface="Arial MT"/>
                <a:cs typeface="Arial MT"/>
              </a:rPr>
              <a:t> </a:t>
            </a:r>
            <a:r>
              <a:rPr sz="1850" spc="-190" dirty="0">
                <a:latin typeface="Arial MT"/>
                <a:cs typeface="Arial MT"/>
              </a:rPr>
              <a:t>can</a:t>
            </a:r>
            <a:r>
              <a:rPr sz="1850" spc="-20" dirty="0">
                <a:latin typeface="Arial MT"/>
                <a:cs typeface="Arial MT"/>
              </a:rPr>
              <a:t> </a:t>
            </a:r>
            <a:r>
              <a:rPr sz="1850" spc="-180" dirty="0">
                <a:latin typeface="Arial MT"/>
                <a:cs typeface="Arial MT"/>
              </a:rPr>
              <a:t>scale</a:t>
            </a:r>
            <a:r>
              <a:rPr sz="1850" spc="30" dirty="0">
                <a:latin typeface="Arial MT"/>
                <a:cs typeface="Arial MT"/>
              </a:rPr>
              <a:t> </a:t>
            </a:r>
            <a:r>
              <a:rPr sz="1850" spc="-90" dirty="0">
                <a:solidFill>
                  <a:srgbClr val="151515"/>
                </a:solidFill>
                <a:latin typeface="Arial MT"/>
                <a:cs typeface="Arial MT"/>
              </a:rPr>
              <a:t>your</a:t>
            </a:r>
            <a:r>
              <a:rPr sz="1850" spc="20" dirty="0">
                <a:solidFill>
                  <a:srgbClr val="151515"/>
                </a:solidFill>
                <a:latin typeface="Arial MT"/>
                <a:cs typeface="Arial MT"/>
              </a:rPr>
              <a:t> </a:t>
            </a:r>
            <a:r>
              <a:rPr sz="1850" spc="-150" dirty="0">
                <a:latin typeface="Arial MT"/>
                <a:cs typeface="Arial MT"/>
              </a:rPr>
              <a:t>database</a:t>
            </a:r>
            <a:r>
              <a:rPr sz="1850" spc="80" dirty="0">
                <a:latin typeface="Arial MT"/>
                <a:cs typeface="Arial MT"/>
              </a:rPr>
              <a:t> </a:t>
            </a:r>
            <a:r>
              <a:rPr sz="1850" spc="-10" dirty="0">
                <a:latin typeface="Arial MT"/>
                <a:cs typeface="Arial MT"/>
              </a:rPr>
              <a:t>tables' </a:t>
            </a:r>
            <a:r>
              <a:rPr sz="1750" spc="-10" dirty="0">
                <a:latin typeface="Arial MT"/>
                <a:cs typeface="Arial MT"/>
              </a:rPr>
              <a:t>throughput</a:t>
            </a:r>
            <a:r>
              <a:rPr sz="1750" spc="-85" dirty="0">
                <a:latin typeface="Arial MT"/>
                <a:cs typeface="Arial MT"/>
              </a:rPr>
              <a:t> </a:t>
            </a:r>
            <a:r>
              <a:rPr sz="1750" spc="-75" dirty="0">
                <a:latin typeface="Arial MT"/>
                <a:cs typeface="Arial MT"/>
              </a:rPr>
              <a:t>capacity</a:t>
            </a:r>
            <a:r>
              <a:rPr sz="1750" spc="-45" dirty="0">
                <a:latin typeface="Arial MT"/>
                <a:cs typeface="Arial MT"/>
              </a:rPr>
              <a:t> </a:t>
            </a:r>
            <a:r>
              <a:rPr sz="1750" spc="-45" dirty="0">
                <a:solidFill>
                  <a:srgbClr val="131313"/>
                </a:solidFill>
                <a:latin typeface="Arial MT"/>
                <a:cs typeface="Arial MT"/>
              </a:rPr>
              <a:t>up</a:t>
            </a:r>
            <a:r>
              <a:rPr sz="1750" spc="-80" dirty="0">
                <a:solidFill>
                  <a:srgbClr val="131313"/>
                </a:solidFill>
                <a:latin typeface="Arial MT"/>
                <a:cs typeface="Arial MT"/>
              </a:rPr>
              <a:t> </a:t>
            </a:r>
            <a:r>
              <a:rPr sz="1750" dirty="0">
                <a:latin typeface="Arial MT"/>
                <a:cs typeface="Arial MT"/>
              </a:rPr>
              <a:t>or</a:t>
            </a:r>
            <a:r>
              <a:rPr sz="1750" spc="-120" dirty="0">
                <a:latin typeface="Arial MT"/>
                <a:cs typeface="Arial MT"/>
              </a:rPr>
              <a:t> </a:t>
            </a:r>
            <a:r>
              <a:rPr sz="1750" spc="-20" dirty="0">
                <a:latin typeface="Arial MT"/>
                <a:cs typeface="Arial MT"/>
              </a:rPr>
              <a:t>down</a:t>
            </a:r>
            <a:r>
              <a:rPr sz="1750" spc="-105" dirty="0">
                <a:latin typeface="Arial MT"/>
                <a:cs typeface="Arial MT"/>
              </a:rPr>
              <a:t> </a:t>
            </a:r>
            <a:r>
              <a:rPr sz="1750" dirty="0">
                <a:solidFill>
                  <a:srgbClr val="111111"/>
                </a:solidFill>
                <a:latin typeface="Arial MT"/>
                <a:cs typeface="Arial MT"/>
              </a:rPr>
              <a:t>without</a:t>
            </a:r>
            <a:r>
              <a:rPr sz="1750" spc="-15" dirty="0">
                <a:solidFill>
                  <a:srgbClr val="111111"/>
                </a:solidFill>
                <a:latin typeface="Arial MT"/>
                <a:cs typeface="Arial MT"/>
              </a:rPr>
              <a:t> </a:t>
            </a:r>
            <a:r>
              <a:rPr sz="1750" spc="-40" dirty="0">
                <a:latin typeface="Arial MT"/>
                <a:cs typeface="Arial MT"/>
              </a:rPr>
              <a:t>downtime.</a:t>
            </a:r>
            <a:r>
              <a:rPr sz="1750" spc="-75" dirty="0">
                <a:latin typeface="Arial MT"/>
                <a:cs typeface="Arial MT"/>
              </a:rPr>
              <a:t> </a:t>
            </a:r>
            <a:r>
              <a:rPr sz="1750" spc="-150" dirty="0">
                <a:solidFill>
                  <a:srgbClr val="0F0F0F"/>
                </a:solidFill>
                <a:latin typeface="Arial MT"/>
                <a:cs typeface="Arial MT"/>
              </a:rPr>
              <a:t>You</a:t>
            </a:r>
            <a:r>
              <a:rPr sz="1750" spc="-5" dirty="0">
                <a:solidFill>
                  <a:srgbClr val="0F0F0F"/>
                </a:solidFill>
                <a:latin typeface="Arial MT"/>
                <a:cs typeface="Arial MT"/>
              </a:rPr>
              <a:t> </a:t>
            </a:r>
            <a:r>
              <a:rPr sz="1750" spc="-25" dirty="0">
                <a:latin typeface="Arial MT"/>
                <a:cs typeface="Arial MT"/>
              </a:rPr>
              <a:t>can </a:t>
            </a:r>
            <a:r>
              <a:rPr sz="1850" spc="-200" dirty="0">
                <a:latin typeface="Arial MT"/>
                <a:cs typeface="Arial MT"/>
              </a:rPr>
              <a:t>use</a:t>
            </a:r>
            <a:r>
              <a:rPr sz="1850" spc="-70" dirty="0">
                <a:latin typeface="Arial MT"/>
                <a:cs typeface="Arial MT"/>
              </a:rPr>
              <a:t> </a:t>
            </a:r>
            <a:r>
              <a:rPr sz="1850" spc="-10" dirty="0">
                <a:solidFill>
                  <a:srgbClr val="161616"/>
                </a:solidFill>
                <a:latin typeface="Arial MT"/>
                <a:cs typeface="Arial MT"/>
              </a:rPr>
              <a:t>the</a:t>
            </a:r>
            <a:r>
              <a:rPr sz="1850" spc="-120" dirty="0">
                <a:solidFill>
                  <a:srgbClr val="161616"/>
                </a:solidFill>
                <a:latin typeface="Arial MT"/>
                <a:cs typeface="Arial MT"/>
              </a:rPr>
              <a:t> </a:t>
            </a:r>
            <a:r>
              <a:rPr sz="1850" spc="-360" dirty="0">
                <a:latin typeface="Arial MT"/>
                <a:cs typeface="Arial MT"/>
              </a:rPr>
              <a:t>AWS</a:t>
            </a:r>
            <a:r>
              <a:rPr sz="1850" spc="45" dirty="0">
                <a:latin typeface="Arial MT"/>
                <a:cs typeface="Arial MT"/>
              </a:rPr>
              <a:t> </a:t>
            </a:r>
            <a:r>
              <a:rPr sz="1850" spc="-125" dirty="0">
                <a:latin typeface="Arial MT"/>
                <a:cs typeface="Arial MT"/>
              </a:rPr>
              <a:t>Management</a:t>
            </a:r>
            <a:r>
              <a:rPr sz="1850" spc="20" dirty="0">
                <a:latin typeface="Arial MT"/>
                <a:cs typeface="Arial MT"/>
              </a:rPr>
              <a:t> </a:t>
            </a:r>
            <a:r>
              <a:rPr sz="1850" spc="-170" dirty="0">
                <a:latin typeface="Arial MT"/>
                <a:cs typeface="Arial MT"/>
              </a:rPr>
              <a:t>Console</a:t>
            </a:r>
            <a:r>
              <a:rPr sz="1850" spc="40" dirty="0">
                <a:latin typeface="Arial MT"/>
                <a:cs typeface="Arial MT"/>
              </a:rPr>
              <a:t> </a:t>
            </a:r>
            <a:r>
              <a:rPr sz="1850" dirty="0">
                <a:latin typeface="Arial MT"/>
                <a:cs typeface="Arial MT"/>
              </a:rPr>
              <a:t>to</a:t>
            </a:r>
            <a:r>
              <a:rPr sz="1850" spc="-120" dirty="0">
                <a:latin typeface="Arial MT"/>
                <a:cs typeface="Arial MT"/>
              </a:rPr>
              <a:t> </a:t>
            </a:r>
            <a:r>
              <a:rPr sz="1850" spc="-55" dirty="0">
                <a:solidFill>
                  <a:srgbClr val="0F0F0F"/>
                </a:solidFill>
                <a:latin typeface="Arial MT"/>
                <a:cs typeface="Arial MT"/>
              </a:rPr>
              <a:t>monitor</a:t>
            </a:r>
            <a:r>
              <a:rPr sz="1850" spc="-20" dirty="0">
                <a:solidFill>
                  <a:srgbClr val="0F0F0F"/>
                </a:solidFill>
                <a:latin typeface="Arial MT"/>
                <a:cs typeface="Arial MT"/>
              </a:rPr>
              <a:t> </a:t>
            </a:r>
            <a:r>
              <a:rPr sz="1850" spc="-20" dirty="0">
                <a:latin typeface="Arial MT"/>
                <a:cs typeface="Arial MT"/>
              </a:rPr>
              <a:t>resource </a:t>
            </a:r>
            <a:r>
              <a:rPr sz="1800" spc="-40" dirty="0">
                <a:latin typeface="Arial MT"/>
                <a:cs typeface="Arial MT"/>
              </a:rPr>
              <a:t>utilization</a:t>
            </a:r>
            <a:r>
              <a:rPr sz="1800" spc="-90" dirty="0">
                <a:latin typeface="Arial MT"/>
                <a:cs typeface="Arial MT"/>
              </a:rPr>
              <a:t> </a:t>
            </a:r>
            <a:r>
              <a:rPr sz="1800" spc="-100" dirty="0">
                <a:solidFill>
                  <a:srgbClr val="0F0F0F"/>
                </a:solidFill>
                <a:latin typeface="Arial MT"/>
                <a:cs typeface="Arial MT"/>
              </a:rPr>
              <a:t>and</a:t>
            </a:r>
            <a:r>
              <a:rPr sz="1800" spc="-65" dirty="0">
                <a:solidFill>
                  <a:srgbClr val="0F0F0F"/>
                </a:solidFill>
                <a:latin typeface="Arial MT"/>
                <a:cs typeface="Arial MT"/>
              </a:rPr>
              <a:t> </a:t>
            </a:r>
            <a:r>
              <a:rPr sz="1800" spc="-85" dirty="0">
                <a:latin typeface="Arial MT"/>
                <a:cs typeface="Arial MT"/>
              </a:rPr>
              <a:t>performance</a:t>
            </a:r>
            <a:r>
              <a:rPr sz="1800" spc="65" dirty="0">
                <a:latin typeface="Arial MT"/>
                <a:cs typeface="Arial MT"/>
              </a:rPr>
              <a:t> </a:t>
            </a:r>
            <a:r>
              <a:rPr sz="1800" spc="-10" dirty="0">
                <a:solidFill>
                  <a:srgbClr val="131313"/>
                </a:solidFill>
                <a:latin typeface="Arial MT"/>
                <a:cs typeface="Arial MT"/>
              </a:rPr>
              <a:t>metrics.</a:t>
            </a:r>
            <a:endParaRPr sz="1800">
              <a:latin typeface="Arial MT"/>
              <a:cs typeface="Arial MT"/>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370964" y="365125"/>
            <a:ext cx="9440545" cy="857885"/>
          </a:xfrm>
          <a:custGeom>
            <a:avLst/>
            <a:gdLst/>
            <a:ahLst/>
            <a:cxnLst/>
            <a:rect l="l" t="t" r="r" b="b"/>
            <a:pathLst>
              <a:path w="9440545" h="857885">
                <a:moveTo>
                  <a:pt x="9439275" y="857250"/>
                </a:moveTo>
                <a:lnTo>
                  <a:pt x="0" y="857250"/>
                </a:lnTo>
                <a:lnTo>
                  <a:pt x="0" y="0"/>
                </a:lnTo>
                <a:lnTo>
                  <a:pt x="9439275" y="0"/>
                </a:lnTo>
                <a:lnTo>
                  <a:pt x="9439275" y="857250"/>
                </a:lnTo>
                <a:close/>
              </a:path>
            </a:pathLst>
          </a:custGeom>
          <a:solidFill>
            <a:srgbClr val="B6EDEF"/>
          </a:solidFill>
        </p:spPr>
        <p:txBody>
          <a:bodyPr wrap="square" lIns="0" tIns="0" rIns="0" bIns="0" rtlCol="0"/>
          <a:lstStyle/>
          <a:p>
            <a:endParaRPr/>
          </a:p>
        </p:txBody>
      </p:sp>
      <p:sp>
        <p:nvSpPr>
          <p:cNvPr id="3" name="object 3" descr="$PPTXTitle"/>
          <p:cNvSpPr txBox="1">
            <a:spLocks noGrp="1"/>
          </p:cNvSpPr>
          <p:nvPr>
            <p:ph type="title"/>
          </p:nvPr>
        </p:nvSpPr>
        <p:spPr>
          <a:xfrm>
            <a:off x="1752640" y="482615"/>
            <a:ext cx="3449954" cy="544195"/>
          </a:xfrm>
          <a:prstGeom prst="rect">
            <a:avLst/>
          </a:prstGeom>
        </p:spPr>
        <p:txBody>
          <a:bodyPr vert="horz" wrap="square" lIns="0" tIns="12700" rIns="0" bIns="0" rtlCol="0">
            <a:spAutoFit/>
          </a:bodyPr>
          <a:lstStyle/>
          <a:p>
            <a:pPr>
              <a:lnSpc>
                <a:spcPct val="100000"/>
              </a:lnSpc>
              <a:spcBef>
                <a:spcPts val="100"/>
              </a:spcBef>
            </a:pPr>
            <a:r>
              <a:rPr sz="3400" spc="-275" dirty="0">
                <a:solidFill>
                  <a:srgbClr val="6DAFA7"/>
                </a:solidFill>
                <a:latin typeface="Arial MT"/>
                <a:cs typeface="Arial MT"/>
              </a:rPr>
              <a:t>Amazon</a:t>
            </a:r>
            <a:r>
              <a:rPr sz="3400" spc="160" dirty="0">
                <a:solidFill>
                  <a:srgbClr val="6DAFA7"/>
                </a:solidFill>
                <a:latin typeface="Arial MT"/>
                <a:cs typeface="Arial MT"/>
              </a:rPr>
              <a:t> </a:t>
            </a:r>
            <a:r>
              <a:rPr sz="3400" spc="-300" dirty="0">
                <a:solidFill>
                  <a:srgbClr val="427070"/>
                </a:solidFill>
                <a:latin typeface="Arial MT"/>
                <a:cs typeface="Arial MT"/>
              </a:rPr>
              <a:t>DynamoDB</a:t>
            </a:r>
            <a:endParaRPr sz="3400">
              <a:latin typeface="Arial MT"/>
              <a:cs typeface="Arial MT"/>
            </a:endParaRPr>
          </a:p>
        </p:txBody>
      </p:sp>
      <p:sp>
        <p:nvSpPr>
          <p:cNvPr id="4" name="object 4"/>
          <p:cNvSpPr txBox="1"/>
          <p:nvPr/>
        </p:nvSpPr>
        <p:spPr>
          <a:xfrm>
            <a:off x="9048766" y="546123"/>
            <a:ext cx="1226820" cy="285115"/>
          </a:xfrm>
          <a:prstGeom prst="rect">
            <a:avLst/>
          </a:prstGeom>
        </p:spPr>
        <p:txBody>
          <a:bodyPr vert="horz" wrap="square" lIns="0" tIns="12700" rIns="0" bIns="0" rtlCol="0">
            <a:spAutoFit/>
          </a:bodyPr>
          <a:lstStyle/>
          <a:p>
            <a:pPr>
              <a:lnSpc>
                <a:spcPct val="100000"/>
              </a:lnSpc>
              <a:spcBef>
                <a:spcPts val="100"/>
              </a:spcBef>
            </a:pPr>
            <a:r>
              <a:rPr sz="1700" dirty="0">
                <a:solidFill>
                  <a:srgbClr val="237582"/>
                </a:solidFill>
                <a:latin typeface="Arial MT"/>
                <a:cs typeface="Arial MT"/>
              </a:rPr>
              <a:t>SWS</a:t>
            </a:r>
            <a:r>
              <a:rPr sz="1700" spc="240" dirty="0">
                <a:solidFill>
                  <a:srgbClr val="237582"/>
                </a:solidFill>
                <a:latin typeface="Arial MT"/>
                <a:cs typeface="Arial MT"/>
              </a:rPr>
              <a:t> </a:t>
            </a:r>
            <a:r>
              <a:rPr sz="1700" spc="-240" dirty="0">
                <a:solidFill>
                  <a:srgbClr val="286E89"/>
                </a:solidFill>
                <a:latin typeface="Arial MT"/>
                <a:cs typeface="Arial MT"/>
              </a:rPr>
              <a:t>educa</a:t>
            </a:r>
            <a:r>
              <a:rPr sz="1700" spc="170" dirty="0">
                <a:solidFill>
                  <a:srgbClr val="286E89"/>
                </a:solidFill>
                <a:latin typeface="Arial MT"/>
                <a:cs typeface="Arial MT"/>
              </a:rPr>
              <a:t> </a:t>
            </a:r>
            <a:r>
              <a:rPr sz="1700" spc="-50" dirty="0">
                <a:solidFill>
                  <a:srgbClr val="216E8C"/>
                </a:solidFill>
                <a:latin typeface="Arial MT"/>
                <a:cs typeface="Arial MT"/>
              </a:rPr>
              <a:t>e</a:t>
            </a:r>
            <a:endParaRPr sz="1700">
              <a:latin typeface="Arial MT"/>
              <a:cs typeface="Arial MT"/>
            </a:endParaRPr>
          </a:p>
        </p:txBody>
      </p:sp>
      <p:grpSp>
        <p:nvGrpSpPr>
          <p:cNvPr id="5" name="object 5"/>
          <p:cNvGrpSpPr/>
          <p:nvPr/>
        </p:nvGrpSpPr>
        <p:grpSpPr>
          <a:xfrm>
            <a:off x="1370964" y="1317739"/>
            <a:ext cx="3153410" cy="3943985"/>
            <a:chOff x="1370964" y="1317739"/>
            <a:chExt cx="3153410" cy="3943985"/>
          </a:xfrm>
        </p:grpSpPr>
        <p:pic>
          <p:nvPicPr>
            <p:cNvPr id="6" name="object 6"/>
            <p:cNvPicPr/>
            <p:nvPr/>
          </p:nvPicPr>
          <p:blipFill>
            <a:blip r:embed="rId2" cstate="print"/>
            <a:stretch>
              <a:fillRect/>
            </a:stretch>
          </p:blipFill>
          <p:spPr>
            <a:xfrm>
              <a:off x="1370964" y="1317739"/>
              <a:ext cx="3153114" cy="571568"/>
            </a:xfrm>
            <a:prstGeom prst="rect">
              <a:avLst/>
            </a:prstGeom>
          </p:spPr>
        </p:pic>
        <p:sp>
          <p:nvSpPr>
            <p:cNvPr id="7" name="object 7"/>
            <p:cNvSpPr/>
            <p:nvPr/>
          </p:nvSpPr>
          <p:spPr>
            <a:xfrm>
              <a:off x="1370964" y="1317739"/>
              <a:ext cx="3143885" cy="3943985"/>
            </a:xfrm>
            <a:custGeom>
              <a:avLst/>
              <a:gdLst/>
              <a:ahLst/>
              <a:cxnLst/>
              <a:rect l="l" t="t" r="r" b="b"/>
              <a:pathLst>
                <a:path w="3143885" h="3943985">
                  <a:moveTo>
                    <a:pt x="3143250" y="3943350"/>
                  </a:moveTo>
                  <a:lnTo>
                    <a:pt x="0" y="3943350"/>
                  </a:lnTo>
                  <a:lnTo>
                    <a:pt x="0" y="0"/>
                  </a:lnTo>
                  <a:lnTo>
                    <a:pt x="3143250" y="0"/>
                  </a:lnTo>
                  <a:lnTo>
                    <a:pt x="3143250" y="3943350"/>
                  </a:lnTo>
                  <a:close/>
                </a:path>
              </a:pathLst>
            </a:custGeom>
            <a:solidFill>
              <a:srgbClr val="99DAD1"/>
            </a:solidFill>
          </p:spPr>
          <p:txBody>
            <a:bodyPr wrap="square" lIns="0" tIns="0" rIns="0" bIns="0" rtlCol="0"/>
            <a:lstStyle/>
            <a:p>
              <a:endParaRPr/>
            </a:p>
          </p:txBody>
        </p:sp>
      </p:grpSp>
      <p:sp>
        <p:nvSpPr>
          <p:cNvPr id="8" name="object 8"/>
          <p:cNvSpPr txBox="1">
            <a:spLocks noGrp="1"/>
          </p:cNvSpPr>
          <p:nvPr>
            <p:ph sz="half" idx="2"/>
          </p:nvPr>
        </p:nvSpPr>
        <p:spPr>
          <a:prstGeom prst="rect">
            <a:avLst/>
          </a:prstGeom>
        </p:spPr>
        <p:txBody>
          <a:bodyPr vert="horz" wrap="square" lIns="0" tIns="15240" rIns="0" bIns="0" rtlCol="0">
            <a:spAutoFit/>
          </a:bodyPr>
          <a:lstStyle/>
          <a:p>
            <a:pPr marL="648970" marR="690880" algn="ctr">
              <a:lnSpc>
                <a:spcPts val="2100"/>
              </a:lnSpc>
              <a:spcBef>
                <a:spcPts val="120"/>
              </a:spcBef>
            </a:pPr>
            <a:r>
              <a:rPr spc="-145" dirty="0">
                <a:solidFill>
                  <a:srgbClr val="1F7572"/>
                </a:solidFill>
              </a:rPr>
              <a:t>What</a:t>
            </a:r>
            <a:r>
              <a:rPr spc="40" dirty="0">
                <a:solidFill>
                  <a:srgbClr val="1F7572"/>
                </a:solidFill>
              </a:rPr>
              <a:t> </a:t>
            </a:r>
            <a:r>
              <a:rPr spc="-150" dirty="0">
                <a:solidFill>
                  <a:srgbClr val="4BA59C"/>
                </a:solidFill>
              </a:rPr>
              <a:t>does</a:t>
            </a:r>
            <a:r>
              <a:rPr spc="-35" dirty="0">
                <a:solidFill>
                  <a:srgbClr val="4BA59C"/>
                </a:solidFill>
              </a:rPr>
              <a:t> </a:t>
            </a:r>
            <a:r>
              <a:rPr spc="-155" dirty="0">
                <a:solidFill>
                  <a:srgbClr val="2A9189"/>
                </a:solidFill>
              </a:rPr>
              <a:t>Amazon </a:t>
            </a:r>
            <a:r>
              <a:rPr spc="-180" dirty="0"/>
              <a:t>DynamoDB</a:t>
            </a:r>
            <a:r>
              <a:rPr spc="70" dirty="0"/>
              <a:t> </a:t>
            </a:r>
            <a:r>
              <a:rPr spc="-25" dirty="0">
                <a:solidFill>
                  <a:srgbClr val="219389"/>
                </a:solidFill>
              </a:rPr>
              <a:t>do?</a:t>
            </a:r>
          </a:p>
          <a:p>
            <a:pPr marL="639445" marR="681990" algn="ctr">
              <a:lnSpc>
                <a:spcPts val="1950"/>
              </a:lnSpc>
              <a:spcBef>
                <a:spcPts val="345"/>
              </a:spcBef>
            </a:pPr>
            <a:r>
              <a:rPr spc="-140" dirty="0">
                <a:solidFill>
                  <a:srgbClr val="FF4BF2"/>
                </a:solidFill>
              </a:rPr>
              <a:t>What</a:t>
            </a:r>
            <a:r>
              <a:rPr spc="10" dirty="0">
                <a:solidFill>
                  <a:srgbClr val="FF4BF2"/>
                </a:solidFill>
              </a:rPr>
              <a:t> </a:t>
            </a:r>
            <a:r>
              <a:rPr spc="-85" dirty="0">
                <a:solidFill>
                  <a:srgbClr val="CC26BF"/>
                </a:solidFill>
              </a:rPr>
              <a:t>problem</a:t>
            </a:r>
            <a:r>
              <a:rPr spc="5" dirty="0">
                <a:solidFill>
                  <a:srgbClr val="CC26BF"/>
                </a:solidFill>
              </a:rPr>
              <a:t> </a:t>
            </a:r>
            <a:r>
              <a:rPr spc="-170" dirty="0">
                <a:solidFill>
                  <a:srgbClr val="CA41CD"/>
                </a:solidFill>
              </a:rPr>
              <a:t>does </a:t>
            </a:r>
            <a:r>
              <a:rPr spc="-170" dirty="0">
                <a:solidFill>
                  <a:srgbClr val="CD36D1"/>
                </a:solidFill>
              </a:rPr>
              <a:t>DynamoDB</a:t>
            </a:r>
            <a:r>
              <a:rPr spc="70" dirty="0">
                <a:solidFill>
                  <a:srgbClr val="CD36D1"/>
                </a:solidFill>
              </a:rPr>
              <a:t> </a:t>
            </a:r>
            <a:r>
              <a:rPr spc="-10" dirty="0">
                <a:solidFill>
                  <a:srgbClr val="E62FDB"/>
                </a:solidFill>
              </a:rPr>
              <a:t>solve?</a:t>
            </a:r>
          </a:p>
          <a:p>
            <a:pPr marL="429895" marR="461009" algn="ctr">
              <a:lnSpc>
                <a:spcPts val="2100"/>
              </a:lnSpc>
              <a:spcBef>
                <a:spcPts val="405"/>
              </a:spcBef>
            </a:pPr>
            <a:r>
              <a:rPr sz="1900" spc="-165" dirty="0">
                <a:solidFill>
                  <a:srgbClr val="2F9589"/>
                </a:solidFill>
              </a:rPr>
              <a:t>What</a:t>
            </a:r>
            <a:r>
              <a:rPr sz="1900" spc="-55" dirty="0">
                <a:solidFill>
                  <a:srgbClr val="2F9589"/>
                </a:solidFill>
              </a:rPr>
              <a:t> </a:t>
            </a:r>
            <a:r>
              <a:rPr sz="1900" spc="-215" dirty="0">
                <a:solidFill>
                  <a:srgbClr val="89DBD4"/>
                </a:solidFill>
              </a:rPr>
              <a:t>are</a:t>
            </a:r>
            <a:r>
              <a:rPr sz="1900" spc="-5" dirty="0">
                <a:solidFill>
                  <a:srgbClr val="89DBD4"/>
                </a:solidFill>
              </a:rPr>
              <a:t> </a:t>
            </a:r>
            <a:r>
              <a:rPr sz="1900" spc="-80" dirty="0">
                <a:solidFill>
                  <a:srgbClr val="9EE2DF"/>
                </a:solidFill>
              </a:rPr>
              <a:t>the</a:t>
            </a:r>
            <a:r>
              <a:rPr sz="1900" spc="-125" dirty="0">
                <a:solidFill>
                  <a:srgbClr val="9EE2DF"/>
                </a:solidFill>
              </a:rPr>
              <a:t> </a:t>
            </a:r>
            <a:r>
              <a:rPr sz="1900" spc="-114" dirty="0">
                <a:solidFill>
                  <a:srgbClr val="36A595"/>
                </a:solidFill>
              </a:rPr>
              <a:t>benefits</a:t>
            </a:r>
            <a:r>
              <a:rPr sz="1900" spc="10" dirty="0">
                <a:solidFill>
                  <a:srgbClr val="36A595"/>
                </a:solidFill>
              </a:rPr>
              <a:t> </a:t>
            </a:r>
            <a:r>
              <a:rPr sz="1900" spc="-25" dirty="0">
                <a:solidFill>
                  <a:srgbClr val="249591"/>
                </a:solidFill>
              </a:rPr>
              <a:t>of </a:t>
            </a:r>
            <a:r>
              <a:rPr sz="1900" spc="-105" dirty="0">
                <a:solidFill>
                  <a:srgbClr val="59B6B5"/>
                </a:solidFill>
              </a:rPr>
              <a:t>DynamoDB*</a:t>
            </a:r>
            <a:endParaRPr sz="1900"/>
          </a:p>
          <a:p>
            <a:pPr marR="38735" algn="ctr">
              <a:lnSpc>
                <a:spcPts val="2120"/>
              </a:lnSpc>
            </a:pPr>
            <a:r>
              <a:rPr sz="2000" spc="-260" dirty="0">
                <a:solidFill>
                  <a:srgbClr val="31A190"/>
                </a:solidFill>
              </a:rPr>
              <a:t>How</a:t>
            </a:r>
            <a:r>
              <a:rPr sz="2000" spc="-65" dirty="0">
                <a:solidFill>
                  <a:srgbClr val="31A190"/>
                </a:solidFill>
              </a:rPr>
              <a:t> </a:t>
            </a:r>
            <a:r>
              <a:rPr sz="2000" spc="-254" dirty="0">
                <a:solidFill>
                  <a:srgbClr val="169079"/>
                </a:solidFill>
              </a:rPr>
              <a:t>can</a:t>
            </a:r>
            <a:r>
              <a:rPr sz="2000" spc="-90" dirty="0">
                <a:solidFill>
                  <a:srgbClr val="169079"/>
                </a:solidFill>
              </a:rPr>
              <a:t> </a:t>
            </a:r>
            <a:r>
              <a:rPr sz="2000" spc="-135" dirty="0">
                <a:solidFill>
                  <a:srgbClr val="247E7E"/>
                </a:solidFill>
              </a:rPr>
              <a:t>I</a:t>
            </a:r>
            <a:r>
              <a:rPr sz="2000" spc="-100" dirty="0">
                <a:solidFill>
                  <a:srgbClr val="247E7E"/>
                </a:solidFill>
              </a:rPr>
              <a:t> </a:t>
            </a:r>
            <a:r>
              <a:rPr sz="2000" spc="-170" dirty="0">
                <a:solidFill>
                  <a:srgbClr val="2D9189"/>
                </a:solidFill>
              </a:rPr>
              <a:t>architect</a:t>
            </a:r>
            <a:r>
              <a:rPr sz="2000" spc="25" dirty="0">
                <a:solidFill>
                  <a:srgbClr val="2D9189"/>
                </a:solidFill>
              </a:rPr>
              <a:t> </a:t>
            </a:r>
            <a:r>
              <a:rPr sz="2000" spc="-270" dirty="0">
                <a:solidFill>
                  <a:srgbClr val="318C87"/>
                </a:solidFill>
              </a:rPr>
              <a:t>a</a:t>
            </a:r>
            <a:r>
              <a:rPr sz="2000" spc="-130" dirty="0">
                <a:solidFill>
                  <a:srgbClr val="318C87"/>
                </a:solidFill>
              </a:rPr>
              <a:t> </a:t>
            </a:r>
            <a:r>
              <a:rPr sz="2000" spc="-10" dirty="0">
                <a:solidFill>
                  <a:srgbClr val="95F9F4"/>
                </a:solidFill>
              </a:rPr>
              <a:t>cloud</a:t>
            </a:r>
            <a:endParaRPr sz="2000"/>
          </a:p>
          <a:p>
            <a:pPr marR="41910" algn="ctr">
              <a:lnSpc>
                <a:spcPts val="2110"/>
              </a:lnSpc>
            </a:pPr>
            <a:r>
              <a:rPr spc="-85" dirty="0">
                <a:solidFill>
                  <a:srgbClr val="389E97"/>
                </a:solidFill>
              </a:rPr>
              <a:t>solution</a:t>
            </a:r>
            <a:r>
              <a:rPr spc="-15" dirty="0">
                <a:solidFill>
                  <a:srgbClr val="389E97"/>
                </a:solidFill>
              </a:rPr>
              <a:t> </a:t>
            </a:r>
            <a:r>
              <a:rPr spc="-110" dirty="0">
                <a:solidFill>
                  <a:srgbClr val="4FA79E"/>
                </a:solidFill>
              </a:rPr>
              <a:t>using</a:t>
            </a:r>
            <a:r>
              <a:rPr spc="-75" dirty="0">
                <a:solidFill>
                  <a:srgbClr val="4FA79E"/>
                </a:solidFill>
              </a:rPr>
              <a:t> </a:t>
            </a:r>
            <a:r>
              <a:rPr spc="-90" dirty="0">
                <a:solidFill>
                  <a:srgbClr val="31A397"/>
                </a:solidFill>
              </a:rPr>
              <a:t>DynamoDB?</a:t>
            </a:r>
          </a:p>
          <a:p>
            <a:pPr marR="43815" algn="ctr">
              <a:lnSpc>
                <a:spcPct val="100000"/>
              </a:lnSpc>
              <a:spcBef>
                <a:spcPts val="1155"/>
              </a:spcBef>
            </a:pPr>
            <a:r>
              <a:rPr spc="-170" dirty="0">
                <a:solidFill>
                  <a:srgbClr val="95EDE9"/>
                </a:solidFill>
              </a:rPr>
              <a:t>How</a:t>
            </a:r>
            <a:r>
              <a:rPr spc="30" dirty="0">
                <a:solidFill>
                  <a:srgbClr val="95EDE9"/>
                </a:solidFill>
              </a:rPr>
              <a:t> </a:t>
            </a:r>
            <a:r>
              <a:rPr spc="-165" dirty="0">
                <a:solidFill>
                  <a:srgbClr val="3B958A"/>
                </a:solidFill>
              </a:rPr>
              <a:t>can</a:t>
            </a:r>
            <a:r>
              <a:rPr spc="-105" dirty="0">
                <a:solidFill>
                  <a:srgbClr val="3B958A"/>
                </a:solidFill>
              </a:rPr>
              <a:t> </a:t>
            </a:r>
            <a:r>
              <a:rPr spc="-90" dirty="0">
                <a:solidFill>
                  <a:srgbClr val="24918C"/>
                </a:solidFill>
              </a:rPr>
              <a:t>I</a:t>
            </a:r>
            <a:r>
              <a:rPr spc="-60" dirty="0">
                <a:solidFill>
                  <a:srgbClr val="24918C"/>
                </a:solidFill>
              </a:rPr>
              <a:t> </a:t>
            </a:r>
            <a:r>
              <a:rPr spc="-200" dirty="0">
                <a:solidFill>
                  <a:srgbClr val="3D9E95"/>
                </a:solidFill>
              </a:rPr>
              <a:t>use</a:t>
            </a:r>
            <a:r>
              <a:rPr spc="-10" dirty="0">
                <a:solidFill>
                  <a:srgbClr val="3D9E95"/>
                </a:solidFill>
              </a:rPr>
              <a:t> </a:t>
            </a:r>
            <a:r>
              <a:rPr spc="-90" dirty="0">
                <a:solidFill>
                  <a:srgbClr val="ACFFFF"/>
                </a:solidFill>
              </a:rPr>
              <a:t>DynamoDB?</a:t>
            </a:r>
          </a:p>
          <a:p>
            <a:pPr marL="86995" marR="123825" algn="ctr">
              <a:lnSpc>
                <a:spcPts val="2030"/>
              </a:lnSpc>
              <a:spcBef>
                <a:spcPts val="1530"/>
              </a:spcBef>
            </a:pPr>
            <a:r>
              <a:rPr sz="1900" spc="-165" dirty="0">
                <a:solidFill>
                  <a:srgbClr val="318282"/>
                </a:solidFill>
              </a:rPr>
              <a:t>What</a:t>
            </a:r>
            <a:r>
              <a:rPr sz="1900" spc="-65" dirty="0">
                <a:solidFill>
                  <a:srgbClr val="318282"/>
                </a:solidFill>
              </a:rPr>
              <a:t> </a:t>
            </a:r>
            <a:r>
              <a:rPr sz="1900" spc="-200" dirty="0">
                <a:solidFill>
                  <a:srgbClr val="4B8985"/>
                </a:solidFill>
              </a:rPr>
              <a:t>else</a:t>
            </a:r>
            <a:r>
              <a:rPr sz="1900" spc="45" dirty="0">
                <a:solidFill>
                  <a:srgbClr val="4B8985"/>
                </a:solidFill>
              </a:rPr>
              <a:t> </a:t>
            </a:r>
            <a:r>
              <a:rPr sz="1900" spc="-155" dirty="0">
                <a:solidFill>
                  <a:srgbClr val="28978E"/>
                </a:solidFill>
              </a:rPr>
              <a:t>should</a:t>
            </a:r>
            <a:r>
              <a:rPr sz="1900" spc="-65" dirty="0">
                <a:solidFill>
                  <a:srgbClr val="28978E"/>
                </a:solidFill>
              </a:rPr>
              <a:t> </a:t>
            </a:r>
            <a:r>
              <a:rPr sz="1900" spc="-100" dirty="0">
                <a:solidFill>
                  <a:srgbClr val="2A9090"/>
                </a:solidFill>
              </a:rPr>
              <a:t>I</a:t>
            </a:r>
            <a:r>
              <a:rPr sz="1900" spc="-65" dirty="0">
                <a:solidFill>
                  <a:srgbClr val="2A9090"/>
                </a:solidFill>
              </a:rPr>
              <a:t> </a:t>
            </a:r>
            <a:r>
              <a:rPr sz="1900" spc="-210" dirty="0">
                <a:solidFill>
                  <a:srgbClr val="136264"/>
                </a:solidFill>
              </a:rPr>
              <a:t>keep</a:t>
            </a:r>
            <a:r>
              <a:rPr sz="1900" spc="10" dirty="0">
                <a:solidFill>
                  <a:srgbClr val="136264"/>
                </a:solidFill>
              </a:rPr>
              <a:t> </a:t>
            </a:r>
            <a:r>
              <a:rPr sz="1900" spc="-90" dirty="0">
                <a:solidFill>
                  <a:srgbClr val="268272"/>
                </a:solidFill>
              </a:rPr>
              <a:t>in</a:t>
            </a:r>
            <a:r>
              <a:rPr sz="1900" spc="-125" dirty="0">
                <a:solidFill>
                  <a:srgbClr val="268272"/>
                </a:solidFill>
              </a:rPr>
              <a:t> </a:t>
            </a:r>
            <a:r>
              <a:rPr sz="1900" spc="-75" dirty="0">
                <a:solidFill>
                  <a:srgbClr val="267C7B"/>
                </a:solidFill>
              </a:rPr>
              <a:t>mind </a:t>
            </a:r>
            <a:r>
              <a:rPr sz="1900" spc="-170" dirty="0">
                <a:solidFill>
                  <a:srgbClr val="2D8780"/>
                </a:solidFill>
              </a:rPr>
              <a:t>when</a:t>
            </a:r>
            <a:r>
              <a:rPr sz="1900" spc="-95" dirty="0">
                <a:solidFill>
                  <a:srgbClr val="2D8780"/>
                </a:solidFill>
              </a:rPr>
              <a:t> </a:t>
            </a:r>
            <a:r>
              <a:rPr sz="1900" spc="-100" dirty="0">
                <a:solidFill>
                  <a:srgbClr val="28908C"/>
                </a:solidFill>
              </a:rPr>
              <a:t>using</a:t>
            </a:r>
            <a:r>
              <a:rPr sz="1900" spc="155" dirty="0">
                <a:solidFill>
                  <a:srgbClr val="28908C"/>
                </a:solidFill>
              </a:rPr>
              <a:t> </a:t>
            </a:r>
            <a:r>
              <a:rPr sz="1900" spc="-130" dirty="0">
                <a:solidFill>
                  <a:srgbClr val="3F9C9A"/>
                </a:solidFill>
              </a:rPr>
              <a:t>DynamoDB?</a:t>
            </a:r>
            <a:endParaRPr sz="1900"/>
          </a:p>
          <a:p>
            <a:pPr marL="767080" marR="802005" indent="-4445" algn="ctr">
              <a:lnSpc>
                <a:spcPts val="2030"/>
              </a:lnSpc>
              <a:spcBef>
                <a:spcPts val="365"/>
              </a:spcBef>
            </a:pPr>
            <a:r>
              <a:rPr spc="-145" dirty="0">
                <a:solidFill>
                  <a:srgbClr val="4DA19E"/>
                </a:solidFill>
              </a:rPr>
              <a:t>How</a:t>
            </a:r>
            <a:r>
              <a:rPr spc="-15" dirty="0">
                <a:solidFill>
                  <a:srgbClr val="4DA19E"/>
                </a:solidFill>
              </a:rPr>
              <a:t> </a:t>
            </a:r>
            <a:r>
              <a:rPr spc="-135" dirty="0">
                <a:solidFill>
                  <a:srgbClr val="3F9997"/>
                </a:solidFill>
              </a:rPr>
              <a:t>much</a:t>
            </a:r>
            <a:r>
              <a:rPr spc="-35" dirty="0">
                <a:solidFill>
                  <a:srgbClr val="3F9997"/>
                </a:solidFill>
              </a:rPr>
              <a:t> </a:t>
            </a:r>
            <a:r>
              <a:rPr spc="-20" dirty="0">
                <a:solidFill>
                  <a:srgbClr val="2F8E85"/>
                </a:solidFill>
              </a:rPr>
              <a:t>does </a:t>
            </a:r>
            <a:r>
              <a:rPr spc="-185" dirty="0">
                <a:solidFill>
                  <a:srgbClr val="2F9E90"/>
                </a:solidFill>
              </a:rPr>
              <a:t>DynamoDB</a:t>
            </a:r>
            <a:r>
              <a:rPr spc="100" dirty="0">
                <a:solidFill>
                  <a:srgbClr val="2F9E90"/>
                </a:solidFill>
              </a:rPr>
              <a:t> </a:t>
            </a:r>
            <a:r>
              <a:rPr spc="-155" dirty="0">
                <a:solidFill>
                  <a:srgbClr val="249089"/>
                </a:solidFill>
              </a:rPr>
              <a:t>cost?</a:t>
            </a:r>
          </a:p>
        </p:txBody>
      </p:sp>
      <p:pic>
        <p:nvPicPr>
          <p:cNvPr id="9" name="object 9"/>
          <p:cNvPicPr/>
          <p:nvPr/>
        </p:nvPicPr>
        <p:blipFill>
          <a:blip r:embed="rId3" cstate="print"/>
          <a:stretch>
            <a:fillRect/>
          </a:stretch>
        </p:blipFill>
        <p:spPr>
          <a:xfrm>
            <a:off x="1675798" y="5404457"/>
            <a:ext cx="2638708" cy="104787"/>
          </a:xfrm>
          <a:prstGeom prst="rect">
            <a:avLst/>
          </a:prstGeom>
        </p:spPr>
      </p:pic>
      <p:sp>
        <p:nvSpPr>
          <p:cNvPr id="10" name="object 10"/>
          <p:cNvSpPr txBox="1"/>
          <p:nvPr/>
        </p:nvSpPr>
        <p:spPr>
          <a:xfrm>
            <a:off x="4773047" y="1343460"/>
            <a:ext cx="5391785" cy="1407160"/>
          </a:xfrm>
          <a:prstGeom prst="rect">
            <a:avLst/>
          </a:prstGeom>
        </p:spPr>
        <p:txBody>
          <a:bodyPr vert="horz" wrap="square" lIns="0" tIns="12700" rIns="0" bIns="0" rtlCol="0">
            <a:spAutoFit/>
          </a:bodyPr>
          <a:lstStyle/>
          <a:p>
            <a:pPr marL="12700" marR="5080" indent="13335">
              <a:lnSpc>
                <a:spcPct val="106600"/>
              </a:lnSpc>
              <a:spcBef>
                <a:spcPts val="100"/>
              </a:spcBef>
            </a:pPr>
            <a:r>
              <a:rPr sz="1700" spc="-165" dirty="0">
                <a:solidFill>
                  <a:srgbClr val="0F0F0F"/>
                </a:solidFill>
                <a:latin typeface="Arial MT"/>
                <a:cs typeface="Arial MT"/>
              </a:rPr>
              <a:t>You</a:t>
            </a:r>
            <a:r>
              <a:rPr sz="1700" spc="15" dirty="0">
                <a:solidFill>
                  <a:srgbClr val="0F0F0F"/>
                </a:solidFill>
                <a:latin typeface="Arial MT"/>
                <a:cs typeface="Arial MT"/>
              </a:rPr>
              <a:t> </a:t>
            </a:r>
            <a:r>
              <a:rPr sz="1700" spc="-95" dirty="0">
                <a:latin typeface="Arial MT"/>
                <a:cs typeface="Arial MT"/>
              </a:rPr>
              <a:t>can</a:t>
            </a:r>
            <a:r>
              <a:rPr sz="1700" spc="-25" dirty="0">
                <a:latin typeface="Arial MT"/>
                <a:cs typeface="Arial MT"/>
              </a:rPr>
              <a:t> </a:t>
            </a:r>
            <a:r>
              <a:rPr sz="1700" spc="-120" dirty="0">
                <a:latin typeface="Arial MT"/>
                <a:cs typeface="Arial MT"/>
              </a:rPr>
              <a:t>use</a:t>
            </a:r>
            <a:r>
              <a:rPr sz="1700" spc="-10" dirty="0">
                <a:latin typeface="Arial MT"/>
                <a:cs typeface="Arial MT"/>
              </a:rPr>
              <a:t> </a:t>
            </a:r>
            <a:r>
              <a:rPr sz="1700" spc="-75" dirty="0">
                <a:latin typeface="Arial MT"/>
                <a:cs typeface="Arial MT"/>
              </a:rPr>
              <a:t>DynamoDB</a:t>
            </a:r>
            <a:r>
              <a:rPr sz="1700" spc="40" dirty="0">
                <a:latin typeface="Arial MT"/>
                <a:cs typeface="Arial MT"/>
              </a:rPr>
              <a:t> </a:t>
            </a:r>
            <a:r>
              <a:rPr sz="1700" dirty="0">
                <a:latin typeface="Arial MT"/>
                <a:cs typeface="Arial MT"/>
              </a:rPr>
              <a:t>to</a:t>
            </a:r>
            <a:r>
              <a:rPr sz="1700" spc="-10" dirty="0">
                <a:latin typeface="Arial MT"/>
                <a:cs typeface="Arial MT"/>
              </a:rPr>
              <a:t> </a:t>
            </a:r>
            <a:r>
              <a:rPr sz="1700" dirty="0">
                <a:latin typeface="Arial MT"/>
                <a:cs typeface="Arial MT"/>
              </a:rPr>
              <a:t>offload</a:t>
            </a:r>
            <a:r>
              <a:rPr sz="1700" spc="35" dirty="0">
                <a:latin typeface="Arial MT"/>
                <a:cs typeface="Arial MT"/>
              </a:rPr>
              <a:t> </a:t>
            </a:r>
            <a:r>
              <a:rPr sz="1700" dirty="0">
                <a:latin typeface="Arial MT"/>
                <a:cs typeface="Arial MT"/>
              </a:rPr>
              <a:t>the </a:t>
            </a:r>
            <a:r>
              <a:rPr sz="1700" spc="-10" dirty="0">
                <a:latin typeface="Arial MT"/>
                <a:cs typeface="Arial MT"/>
              </a:rPr>
              <a:t>aaministrative </a:t>
            </a:r>
            <a:r>
              <a:rPr sz="1700" spc="-40" dirty="0">
                <a:latin typeface="Arial MT"/>
                <a:cs typeface="Arial MT"/>
              </a:rPr>
              <a:t>burdens</a:t>
            </a:r>
            <a:r>
              <a:rPr sz="1700" spc="-25" dirty="0">
                <a:latin typeface="Arial MT"/>
                <a:cs typeface="Arial MT"/>
              </a:rPr>
              <a:t> </a:t>
            </a:r>
            <a:r>
              <a:rPr sz="1700" dirty="0">
                <a:solidFill>
                  <a:srgbClr val="1F1F1F"/>
                </a:solidFill>
                <a:latin typeface="Arial MT"/>
                <a:cs typeface="Arial MT"/>
              </a:rPr>
              <a:t>of</a:t>
            </a:r>
            <a:r>
              <a:rPr sz="1700" spc="-40" dirty="0">
                <a:solidFill>
                  <a:srgbClr val="1F1F1F"/>
                </a:solidFill>
                <a:latin typeface="Arial MT"/>
                <a:cs typeface="Arial MT"/>
              </a:rPr>
              <a:t> </a:t>
            </a:r>
            <a:r>
              <a:rPr sz="1700" spc="-25" dirty="0">
                <a:latin typeface="Arial MT"/>
                <a:cs typeface="Arial MT"/>
              </a:rPr>
              <a:t>operating</a:t>
            </a:r>
            <a:r>
              <a:rPr sz="1700" spc="-55" dirty="0">
                <a:latin typeface="Arial MT"/>
                <a:cs typeface="Arial MT"/>
              </a:rPr>
              <a:t> </a:t>
            </a:r>
            <a:r>
              <a:rPr sz="1700" spc="-10" dirty="0">
                <a:solidFill>
                  <a:srgbClr val="161616"/>
                </a:solidFill>
                <a:latin typeface="Arial MT"/>
                <a:cs typeface="Arial MT"/>
              </a:rPr>
              <a:t>and</a:t>
            </a:r>
            <a:r>
              <a:rPr sz="1700" spc="-30" dirty="0">
                <a:solidFill>
                  <a:srgbClr val="161616"/>
                </a:solidFill>
                <a:latin typeface="Arial MT"/>
                <a:cs typeface="Arial MT"/>
              </a:rPr>
              <a:t> </a:t>
            </a:r>
            <a:r>
              <a:rPr sz="1700" spc="-75" dirty="0">
                <a:latin typeface="Arial MT"/>
                <a:cs typeface="Arial MT"/>
              </a:rPr>
              <a:t>scaling</a:t>
            </a:r>
            <a:r>
              <a:rPr sz="1700" spc="-45" dirty="0">
                <a:latin typeface="Arial MT"/>
                <a:cs typeface="Arial MT"/>
              </a:rPr>
              <a:t> </a:t>
            </a:r>
            <a:r>
              <a:rPr sz="1700" dirty="0">
                <a:solidFill>
                  <a:srgbClr val="262626"/>
                </a:solidFill>
                <a:latin typeface="Arial MT"/>
                <a:cs typeface="Arial MT"/>
              </a:rPr>
              <a:t>a</a:t>
            </a:r>
            <a:r>
              <a:rPr sz="1700" spc="-15" dirty="0">
                <a:solidFill>
                  <a:srgbClr val="262626"/>
                </a:solidFill>
                <a:latin typeface="Arial MT"/>
                <a:cs typeface="Arial MT"/>
              </a:rPr>
              <a:t> </a:t>
            </a:r>
            <a:r>
              <a:rPr sz="1700" spc="-20" dirty="0">
                <a:latin typeface="Arial MT"/>
                <a:cs typeface="Arial MT"/>
              </a:rPr>
              <a:t>distriouted</a:t>
            </a:r>
            <a:r>
              <a:rPr sz="1700" spc="25" dirty="0">
                <a:latin typeface="Arial MT"/>
                <a:cs typeface="Arial MT"/>
              </a:rPr>
              <a:t> </a:t>
            </a:r>
            <a:r>
              <a:rPr sz="1700" spc="-10" dirty="0">
                <a:latin typeface="Arial MT"/>
                <a:cs typeface="Arial MT"/>
              </a:rPr>
              <a:t>database. </a:t>
            </a:r>
            <a:r>
              <a:rPr sz="1700" spc="-55" dirty="0">
                <a:latin typeface="Arial MT"/>
                <a:cs typeface="Arial MT"/>
              </a:rPr>
              <a:t>Therefore,</a:t>
            </a:r>
            <a:r>
              <a:rPr sz="1700" spc="15" dirty="0">
                <a:latin typeface="Arial MT"/>
                <a:cs typeface="Arial MT"/>
              </a:rPr>
              <a:t> </a:t>
            </a:r>
            <a:r>
              <a:rPr sz="1700" spc="-10" dirty="0">
                <a:latin typeface="Arial MT"/>
                <a:cs typeface="Arial MT"/>
              </a:rPr>
              <a:t>you</a:t>
            </a:r>
            <a:r>
              <a:rPr sz="1700" spc="-35" dirty="0">
                <a:latin typeface="Arial MT"/>
                <a:cs typeface="Arial MT"/>
              </a:rPr>
              <a:t> </a:t>
            </a:r>
            <a:r>
              <a:rPr sz="1700" dirty="0">
                <a:latin typeface="Arial MT"/>
                <a:cs typeface="Arial MT"/>
              </a:rPr>
              <a:t>don't</a:t>
            </a:r>
            <a:r>
              <a:rPr sz="1700" spc="-25" dirty="0">
                <a:latin typeface="Arial MT"/>
                <a:cs typeface="Arial MT"/>
              </a:rPr>
              <a:t> </a:t>
            </a:r>
            <a:r>
              <a:rPr sz="1700" spc="-50" dirty="0">
                <a:latin typeface="Arial MT"/>
                <a:cs typeface="Arial MT"/>
              </a:rPr>
              <a:t>need</a:t>
            </a:r>
            <a:r>
              <a:rPr sz="1700" spc="-35" dirty="0">
                <a:latin typeface="Arial MT"/>
                <a:cs typeface="Arial MT"/>
              </a:rPr>
              <a:t> </a:t>
            </a:r>
            <a:r>
              <a:rPr sz="1700" dirty="0">
                <a:solidFill>
                  <a:srgbClr val="232323"/>
                </a:solidFill>
                <a:latin typeface="Arial MT"/>
                <a:cs typeface="Arial MT"/>
              </a:rPr>
              <a:t>to</a:t>
            </a:r>
            <a:r>
              <a:rPr sz="1700" spc="-90" dirty="0">
                <a:solidFill>
                  <a:srgbClr val="232323"/>
                </a:solidFill>
                <a:latin typeface="Arial MT"/>
                <a:cs typeface="Arial MT"/>
              </a:rPr>
              <a:t> </a:t>
            </a:r>
            <a:r>
              <a:rPr sz="1700" dirty="0">
                <a:latin typeface="Arial MT"/>
                <a:cs typeface="Arial MT"/>
              </a:rPr>
              <a:t>worry</a:t>
            </a:r>
            <a:r>
              <a:rPr sz="1700" spc="-55" dirty="0">
                <a:latin typeface="Arial MT"/>
                <a:cs typeface="Arial MT"/>
              </a:rPr>
              <a:t> </a:t>
            </a:r>
            <a:r>
              <a:rPr sz="1700" dirty="0">
                <a:latin typeface="Arial MT"/>
                <a:cs typeface="Arial MT"/>
              </a:rPr>
              <a:t>about</a:t>
            </a:r>
            <a:r>
              <a:rPr sz="1700" spc="-25" dirty="0">
                <a:latin typeface="Arial MT"/>
                <a:cs typeface="Arial MT"/>
              </a:rPr>
              <a:t> </a:t>
            </a:r>
            <a:r>
              <a:rPr sz="1700" spc="-10" dirty="0">
                <a:latin typeface="Arial MT"/>
                <a:cs typeface="Arial MT"/>
              </a:rPr>
              <a:t>hardware’ </a:t>
            </a:r>
            <a:r>
              <a:rPr sz="1700" spc="-45" dirty="0">
                <a:latin typeface="Arial MT"/>
                <a:cs typeface="Arial MT"/>
              </a:rPr>
              <a:t>provisioning,</a:t>
            </a:r>
            <a:r>
              <a:rPr sz="1700" spc="85" dirty="0">
                <a:latin typeface="Arial MT"/>
                <a:cs typeface="Arial MT"/>
              </a:rPr>
              <a:t> </a:t>
            </a:r>
            <a:r>
              <a:rPr sz="1700" spc="-50" dirty="0">
                <a:latin typeface="Arial MT"/>
                <a:cs typeface="Arial MT"/>
              </a:rPr>
              <a:t>setup</a:t>
            </a:r>
            <a:r>
              <a:rPr sz="1700" spc="-35" dirty="0">
                <a:latin typeface="Arial MT"/>
                <a:cs typeface="Arial MT"/>
              </a:rPr>
              <a:t> </a:t>
            </a:r>
            <a:r>
              <a:rPr sz="1700" spc="-10" dirty="0">
                <a:latin typeface="Arial MT"/>
                <a:cs typeface="Arial MT"/>
              </a:rPr>
              <a:t>and</a:t>
            </a:r>
            <a:r>
              <a:rPr sz="1700" spc="-25" dirty="0">
                <a:latin typeface="Arial MT"/>
                <a:cs typeface="Arial MT"/>
              </a:rPr>
              <a:t> configuration,</a:t>
            </a:r>
            <a:r>
              <a:rPr sz="1700" spc="-95" dirty="0">
                <a:latin typeface="Arial MT"/>
                <a:cs typeface="Arial MT"/>
              </a:rPr>
              <a:t> </a:t>
            </a:r>
            <a:r>
              <a:rPr sz="1700" spc="-35" dirty="0">
                <a:latin typeface="Arial MT"/>
                <a:cs typeface="Arial MT"/>
              </a:rPr>
              <a:t>replication,</a:t>
            </a:r>
            <a:r>
              <a:rPr sz="1700" spc="60" dirty="0">
                <a:latin typeface="Arial MT"/>
                <a:cs typeface="Arial MT"/>
              </a:rPr>
              <a:t> </a:t>
            </a:r>
            <a:r>
              <a:rPr sz="1700" spc="-10" dirty="0">
                <a:latin typeface="Arial MT"/>
                <a:cs typeface="Arial MT"/>
              </a:rPr>
              <a:t>software </a:t>
            </a:r>
            <a:r>
              <a:rPr sz="1700" spc="-35" dirty="0">
                <a:latin typeface="Arial MT"/>
                <a:cs typeface="Arial MT"/>
              </a:rPr>
              <a:t>patching,</a:t>
            </a:r>
            <a:r>
              <a:rPr sz="1700" spc="-5" dirty="0">
                <a:latin typeface="Arial MT"/>
                <a:cs typeface="Arial MT"/>
              </a:rPr>
              <a:t> </a:t>
            </a:r>
            <a:r>
              <a:rPr sz="1700" spc="-20" dirty="0">
                <a:latin typeface="Arial MT"/>
                <a:cs typeface="Arial MT"/>
              </a:rPr>
              <a:t>or</a:t>
            </a:r>
            <a:r>
              <a:rPr sz="1700" spc="-100" dirty="0">
                <a:latin typeface="Arial MT"/>
                <a:cs typeface="Arial MT"/>
              </a:rPr>
              <a:t> </a:t>
            </a:r>
            <a:r>
              <a:rPr sz="1700" spc="-35" dirty="0">
                <a:latin typeface="Arial MT"/>
                <a:cs typeface="Arial MT"/>
              </a:rPr>
              <a:t>cluster</a:t>
            </a:r>
            <a:r>
              <a:rPr sz="1700" spc="5" dirty="0">
                <a:latin typeface="Arial MT"/>
                <a:cs typeface="Arial MT"/>
              </a:rPr>
              <a:t> </a:t>
            </a:r>
            <a:r>
              <a:rPr sz="1700" spc="-10" dirty="0">
                <a:latin typeface="Arial MT"/>
                <a:cs typeface="Arial MT"/>
              </a:rPr>
              <a:t>scaling.</a:t>
            </a:r>
            <a:endParaRPr sz="1700">
              <a:latin typeface="Arial MT"/>
              <a:cs typeface="Arial MT"/>
            </a:endParaRPr>
          </a:p>
        </p:txBody>
      </p:sp>
    </p:spTree>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361439" y="365125"/>
            <a:ext cx="9449813" cy="5153641"/>
          </a:xfrm>
          <a:prstGeom prst="rect">
            <a:avLst/>
          </a:prstGeom>
        </p:spPr>
      </p:pic>
      <p:sp>
        <p:nvSpPr>
          <p:cNvPr id="3" name="object 3"/>
          <p:cNvSpPr txBox="1"/>
          <p:nvPr/>
        </p:nvSpPr>
        <p:spPr>
          <a:xfrm>
            <a:off x="3030504" y="5412392"/>
            <a:ext cx="1310005" cy="132715"/>
          </a:xfrm>
          <a:prstGeom prst="rect">
            <a:avLst/>
          </a:prstGeom>
        </p:spPr>
        <p:txBody>
          <a:bodyPr vert="horz" wrap="square" lIns="0" tIns="12700" rIns="0" bIns="0" rtlCol="0">
            <a:spAutoFit/>
          </a:bodyPr>
          <a:lstStyle/>
          <a:p>
            <a:pPr marL="12700">
              <a:lnSpc>
                <a:spcPct val="100000"/>
              </a:lnSpc>
              <a:spcBef>
                <a:spcPts val="100"/>
              </a:spcBef>
            </a:pPr>
            <a:r>
              <a:rPr sz="700" i="1" dirty="0">
                <a:solidFill>
                  <a:srgbClr val="747474"/>
                </a:solidFill>
                <a:latin typeface="Arial"/>
                <a:cs typeface="Arial"/>
              </a:rPr>
              <a:t>or</a:t>
            </a:r>
            <a:r>
              <a:rPr sz="700" i="1" spc="30" dirty="0">
                <a:solidFill>
                  <a:srgbClr val="747474"/>
                </a:solidFill>
                <a:latin typeface="Arial"/>
                <a:cs typeface="Arial"/>
              </a:rPr>
              <a:t> </a:t>
            </a:r>
            <a:r>
              <a:rPr sz="700" dirty="0">
                <a:solidFill>
                  <a:srgbClr val="6E6E6E"/>
                </a:solidFill>
                <a:latin typeface="Arial MT"/>
                <a:cs typeface="Arial MT"/>
              </a:rPr>
              <a:t>its</a:t>
            </a:r>
            <a:r>
              <a:rPr sz="700" spc="-95" dirty="0">
                <a:solidFill>
                  <a:srgbClr val="6E6E6E"/>
                </a:solidFill>
                <a:latin typeface="Arial MT"/>
                <a:cs typeface="Arial MT"/>
              </a:rPr>
              <a:t> </a:t>
            </a:r>
            <a:r>
              <a:rPr sz="700" spc="-10" dirty="0">
                <a:solidFill>
                  <a:srgbClr val="313131"/>
                </a:solidFill>
                <a:latin typeface="Arial MT"/>
                <a:cs typeface="Arial MT"/>
              </a:rPr>
              <a:t>aGliares.</a:t>
            </a:r>
            <a:r>
              <a:rPr sz="700" spc="30" dirty="0">
                <a:solidFill>
                  <a:srgbClr val="313131"/>
                </a:solidFill>
                <a:latin typeface="Arial MT"/>
                <a:cs typeface="Arial MT"/>
              </a:rPr>
              <a:t> </a:t>
            </a:r>
            <a:r>
              <a:rPr sz="700" spc="-25" dirty="0">
                <a:solidFill>
                  <a:srgbClr val="777777"/>
                </a:solidFill>
                <a:latin typeface="Arial MT"/>
                <a:cs typeface="Arial MT"/>
              </a:rPr>
              <a:t>Alt</a:t>
            </a:r>
            <a:r>
              <a:rPr sz="700" spc="-15" dirty="0">
                <a:solidFill>
                  <a:srgbClr val="777777"/>
                </a:solidFill>
                <a:latin typeface="Arial MT"/>
                <a:cs typeface="Arial MT"/>
              </a:rPr>
              <a:t> </a:t>
            </a:r>
            <a:r>
              <a:rPr sz="700" spc="50" dirty="0">
                <a:solidFill>
                  <a:srgbClr val="575757"/>
                </a:solidFill>
                <a:latin typeface="Arial MT"/>
                <a:cs typeface="Arial MT"/>
              </a:rPr>
              <a:t>ngho</a:t>
            </a:r>
            <a:r>
              <a:rPr sz="700" spc="-25" dirty="0">
                <a:solidFill>
                  <a:srgbClr val="575757"/>
                </a:solidFill>
                <a:latin typeface="Arial MT"/>
                <a:cs typeface="Arial MT"/>
              </a:rPr>
              <a:t> </a:t>
            </a:r>
            <a:r>
              <a:rPr sz="700" spc="-45" dirty="0">
                <a:solidFill>
                  <a:srgbClr val="727272"/>
                </a:solidFill>
                <a:latin typeface="Arial MT"/>
                <a:cs typeface="Arial MT"/>
              </a:rPr>
              <a:t>reser</a:t>
            </a:r>
            <a:r>
              <a:rPr sz="700" spc="-114" dirty="0">
                <a:solidFill>
                  <a:srgbClr val="727272"/>
                </a:solidFill>
                <a:latin typeface="Arial MT"/>
                <a:cs typeface="Arial MT"/>
              </a:rPr>
              <a:t> </a:t>
            </a:r>
            <a:r>
              <a:rPr sz="700" spc="-25" dirty="0">
                <a:solidFill>
                  <a:srgbClr val="808080"/>
                </a:solidFill>
                <a:latin typeface="Arial MT"/>
                <a:cs typeface="Arial MT"/>
              </a:rPr>
              <a:t>ued</a:t>
            </a:r>
            <a:endParaRPr sz="700">
              <a:latin typeface="Arial MT"/>
              <a:cs typeface="Arial MT"/>
            </a:endParaRPr>
          </a:p>
        </p:txBody>
      </p:sp>
      <p:sp>
        <p:nvSpPr>
          <p:cNvPr id="4" name="object 4"/>
          <p:cNvSpPr txBox="1"/>
          <p:nvPr/>
        </p:nvSpPr>
        <p:spPr>
          <a:xfrm>
            <a:off x="4773047" y="1379264"/>
            <a:ext cx="5398135" cy="3694429"/>
          </a:xfrm>
          <a:prstGeom prst="rect">
            <a:avLst/>
          </a:prstGeom>
        </p:spPr>
        <p:txBody>
          <a:bodyPr vert="horz" wrap="square" lIns="0" tIns="36830" rIns="0" bIns="0" rtlCol="0">
            <a:spAutoFit/>
          </a:bodyPr>
          <a:lstStyle/>
          <a:p>
            <a:pPr marL="12700">
              <a:lnSpc>
                <a:spcPct val="100000"/>
              </a:lnSpc>
              <a:spcBef>
                <a:spcPts val="290"/>
              </a:spcBef>
            </a:pPr>
            <a:r>
              <a:rPr sz="1700" spc="-45" dirty="0">
                <a:latin typeface="Arial MT"/>
                <a:cs typeface="Arial MT"/>
              </a:rPr>
              <a:t>The</a:t>
            </a:r>
            <a:r>
              <a:rPr sz="1700" spc="-70" dirty="0">
                <a:latin typeface="Arial MT"/>
                <a:cs typeface="Arial MT"/>
              </a:rPr>
              <a:t> </a:t>
            </a:r>
            <a:r>
              <a:rPr sz="1700" dirty="0">
                <a:latin typeface="Arial MT"/>
                <a:cs typeface="Arial MT"/>
              </a:rPr>
              <a:t>following</a:t>
            </a:r>
            <a:r>
              <a:rPr sz="1700" spc="-20" dirty="0">
                <a:latin typeface="Arial MT"/>
                <a:cs typeface="Arial MT"/>
              </a:rPr>
              <a:t> </a:t>
            </a:r>
            <a:r>
              <a:rPr sz="1700" dirty="0">
                <a:solidFill>
                  <a:srgbClr val="0C0C0C"/>
                </a:solidFill>
                <a:latin typeface="Arial MT"/>
                <a:cs typeface="Arial MT"/>
              </a:rPr>
              <a:t>list</a:t>
            </a:r>
            <a:r>
              <a:rPr sz="1700" spc="-30" dirty="0">
                <a:solidFill>
                  <a:srgbClr val="0C0C0C"/>
                </a:solidFill>
                <a:latin typeface="Arial MT"/>
                <a:cs typeface="Arial MT"/>
              </a:rPr>
              <a:t> </a:t>
            </a:r>
            <a:r>
              <a:rPr sz="1700" spc="-75" dirty="0">
                <a:latin typeface="Arial MT"/>
                <a:cs typeface="Arial MT"/>
              </a:rPr>
              <a:t>describes</a:t>
            </a:r>
            <a:r>
              <a:rPr sz="1700" spc="40" dirty="0">
                <a:latin typeface="Arial MT"/>
                <a:cs typeface="Arial MT"/>
              </a:rPr>
              <a:t> </a:t>
            </a:r>
            <a:r>
              <a:rPr sz="1700" spc="-110" dirty="0">
                <a:solidFill>
                  <a:srgbClr val="151515"/>
                </a:solidFill>
                <a:latin typeface="Arial MT"/>
                <a:cs typeface="Arial MT"/>
              </a:rPr>
              <a:t>a</a:t>
            </a:r>
            <a:r>
              <a:rPr sz="1700" spc="-80" dirty="0">
                <a:solidFill>
                  <a:srgbClr val="151515"/>
                </a:solidFill>
                <a:latin typeface="Arial MT"/>
                <a:cs typeface="Arial MT"/>
              </a:rPr>
              <a:t> </a:t>
            </a:r>
            <a:r>
              <a:rPr sz="1700" dirty="0">
                <a:latin typeface="Arial MT"/>
                <a:cs typeface="Arial MT"/>
              </a:rPr>
              <a:t>few</a:t>
            </a:r>
            <a:r>
              <a:rPr sz="1700" spc="-80" dirty="0">
                <a:latin typeface="Arial MT"/>
                <a:cs typeface="Arial MT"/>
              </a:rPr>
              <a:t> </a:t>
            </a:r>
            <a:r>
              <a:rPr sz="1700" dirty="0">
                <a:solidFill>
                  <a:srgbClr val="111111"/>
                </a:solidFill>
                <a:latin typeface="Arial MT"/>
                <a:cs typeface="Arial MT"/>
              </a:rPr>
              <a:t>of</a:t>
            </a:r>
            <a:r>
              <a:rPr sz="1700" spc="-20" dirty="0">
                <a:solidFill>
                  <a:srgbClr val="111111"/>
                </a:solidFill>
                <a:latin typeface="Arial MT"/>
                <a:cs typeface="Arial MT"/>
              </a:rPr>
              <a:t> </a:t>
            </a:r>
            <a:r>
              <a:rPr sz="1700" dirty="0">
                <a:solidFill>
                  <a:srgbClr val="212121"/>
                </a:solidFill>
                <a:latin typeface="Arial MT"/>
                <a:cs typeface="Arial MT"/>
              </a:rPr>
              <a:t>the</a:t>
            </a:r>
            <a:r>
              <a:rPr sz="1700" spc="-60" dirty="0">
                <a:solidFill>
                  <a:srgbClr val="212121"/>
                </a:solidFill>
                <a:latin typeface="Arial MT"/>
                <a:cs typeface="Arial MT"/>
              </a:rPr>
              <a:t> </a:t>
            </a:r>
            <a:r>
              <a:rPr sz="1700" spc="-10" dirty="0">
                <a:latin typeface="Arial MT"/>
                <a:cs typeface="Arial MT"/>
              </a:rPr>
              <a:t>benefits</a:t>
            </a:r>
            <a:r>
              <a:rPr sz="1700" spc="5" dirty="0">
                <a:latin typeface="Arial MT"/>
                <a:cs typeface="Arial MT"/>
              </a:rPr>
              <a:t> </a:t>
            </a:r>
            <a:r>
              <a:rPr sz="1700" spc="-20" dirty="0">
                <a:solidFill>
                  <a:srgbClr val="0C0C0C"/>
                </a:solidFill>
                <a:latin typeface="Arial MT"/>
                <a:cs typeface="Arial MT"/>
              </a:rPr>
              <a:t>that</a:t>
            </a:r>
            <a:endParaRPr sz="1700">
              <a:latin typeface="Arial MT"/>
              <a:cs typeface="Arial MT"/>
            </a:endParaRPr>
          </a:p>
          <a:p>
            <a:pPr marL="20320">
              <a:lnSpc>
                <a:spcPct val="100000"/>
              </a:lnSpc>
              <a:spcBef>
                <a:spcPts val="185"/>
              </a:spcBef>
            </a:pPr>
            <a:r>
              <a:rPr sz="1650" spc="-25" dirty="0">
                <a:latin typeface="Arial MT"/>
                <a:cs typeface="Arial MT"/>
              </a:rPr>
              <a:t>DynamoDB </a:t>
            </a:r>
            <a:r>
              <a:rPr sz="1650" spc="-10" dirty="0">
                <a:latin typeface="Arial MT"/>
                <a:cs typeface="Arial MT"/>
              </a:rPr>
              <a:t>offers.</a:t>
            </a:r>
            <a:endParaRPr sz="1650">
              <a:latin typeface="Arial MT"/>
              <a:cs typeface="Arial MT"/>
            </a:endParaRPr>
          </a:p>
          <a:p>
            <a:pPr marL="173355" marR="262890" indent="-154305">
              <a:lnSpc>
                <a:spcPct val="98000"/>
              </a:lnSpc>
              <a:spcBef>
                <a:spcPts val="1839"/>
              </a:spcBef>
            </a:pPr>
            <a:r>
              <a:rPr sz="1850" dirty="0">
                <a:latin typeface="Arial MT"/>
                <a:cs typeface="Arial MT"/>
              </a:rPr>
              <a:t>-</a:t>
            </a:r>
            <a:r>
              <a:rPr sz="1850" spc="85" dirty="0">
                <a:latin typeface="Arial MT"/>
                <a:cs typeface="Arial MT"/>
              </a:rPr>
              <a:t> </a:t>
            </a:r>
            <a:r>
              <a:rPr sz="1850" spc="-180" dirty="0">
                <a:latin typeface="Arial MT"/>
                <a:cs typeface="Arial MT"/>
              </a:rPr>
              <a:t>DynamoDB</a:t>
            </a:r>
            <a:r>
              <a:rPr sz="1850" spc="80" dirty="0">
                <a:latin typeface="Arial MT"/>
                <a:cs typeface="Arial MT"/>
              </a:rPr>
              <a:t> </a:t>
            </a:r>
            <a:r>
              <a:rPr sz="1850" spc="-95" dirty="0">
                <a:latin typeface="Arial MT"/>
                <a:cs typeface="Arial MT"/>
              </a:rPr>
              <a:t>suppous</a:t>
            </a:r>
            <a:r>
              <a:rPr sz="1850" spc="10" dirty="0">
                <a:latin typeface="Arial MT"/>
                <a:cs typeface="Arial MT"/>
              </a:rPr>
              <a:t> </a:t>
            </a:r>
            <a:r>
              <a:rPr sz="1850" spc="-275" dirty="0">
                <a:solidFill>
                  <a:srgbClr val="0A0A0A"/>
                </a:solidFill>
                <a:latin typeface="Arial MT"/>
                <a:cs typeface="Arial MT"/>
              </a:rPr>
              <a:t>sOme</a:t>
            </a:r>
            <a:r>
              <a:rPr sz="1850" spc="-50" dirty="0">
                <a:solidFill>
                  <a:srgbClr val="0A0A0A"/>
                </a:solidFill>
                <a:latin typeface="Arial MT"/>
                <a:cs typeface="Arial MT"/>
              </a:rPr>
              <a:t> </a:t>
            </a:r>
            <a:r>
              <a:rPr sz="1850" i="1" spc="-215" dirty="0">
                <a:solidFill>
                  <a:srgbClr val="181818"/>
                </a:solidFill>
                <a:latin typeface="Arial"/>
                <a:cs typeface="Arial"/>
              </a:rPr>
              <a:t>Oi</a:t>
            </a:r>
            <a:r>
              <a:rPr sz="1850" i="1" spc="35" dirty="0">
                <a:solidFill>
                  <a:srgbClr val="181818"/>
                </a:solidFill>
                <a:latin typeface="Arial"/>
                <a:cs typeface="Arial"/>
              </a:rPr>
              <a:t> </a:t>
            </a:r>
            <a:r>
              <a:rPr sz="1850" spc="-50" dirty="0">
                <a:solidFill>
                  <a:srgbClr val="131313"/>
                </a:solidFill>
                <a:latin typeface="Arial MT"/>
                <a:cs typeface="Arial MT"/>
              </a:rPr>
              <a:t>the</a:t>
            </a:r>
            <a:r>
              <a:rPr sz="1850" spc="-10" dirty="0">
                <a:solidFill>
                  <a:srgbClr val="131313"/>
                </a:solidFill>
                <a:latin typeface="Arial MT"/>
                <a:cs typeface="Arial MT"/>
              </a:rPr>
              <a:t> </a:t>
            </a:r>
            <a:r>
              <a:rPr sz="1850" spc="-100" dirty="0">
                <a:latin typeface="Arial MT"/>
                <a:cs typeface="Arial MT"/>
              </a:rPr>
              <a:t>world's</a:t>
            </a:r>
            <a:r>
              <a:rPr sz="1850" spc="30" dirty="0">
                <a:latin typeface="Arial MT"/>
                <a:cs typeface="Arial MT"/>
              </a:rPr>
              <a:t> </a:t>
            </a:r>
            <a:r>
              <a:rPr sz="1850" spc="-114" dirty="0">
                <a:latin typeface="Arial MT"/>
                <a:cs typeface="Arial MT"/>
              </a:rPr>
              <a:t>largest</a:t>
            </a:r>
            <a:r>
              <a:rPr sz="1850" spc="-30" dirty="0">
                <a:latin typeface="Arial MT"/>
                <a:cs typeface="Arial MT"/>
              </a:rPr>
              <a:t> </a:t>
            </a:r>
            <a:r>
              <a:rPr sz="1850" spc="-145" dirty="0">
                <a:latin typeface="Arial MT"/>
                <a:cs typeface="Arial MT"/>
              </a:rPr>
              <a:t>scale </a:t>
            </a:r>
            <a:r>
              <a:rPr sz="1850" spc="-105" dirty="0">
                <a:latin typeface="Arial MT"/>
                <a:cs typeface="Arial MT"/>
              </a:rPr>
              <a:t>applications</a:t>
            </a:r>
            <a:r>
              <a:rPr sz="1850" spc="5" dirty="0">
                <a:latin typeface="Arial MT"/>
                <a:cs typeface="Arial MT"/>
              </a:rPr>
              <a:t> </a:t>
            </a:r>
            <a:r>
              <a:rPr sz="1850" spc="-150" dirty="0">
                <a:latin typeface="Arial MT"/>
                <a:cs typeface="Arial MT"/>
              </a:rPr>
              <a:t>by</a:t>
            </a:r>
            <a:r>
              <a:rPr sz="1850" spc="-5" dirty="0">
                <a:latin typeface="Arial MT"/>
                <a:cs typeface="Arial MT"/>
              </a:rPr>
              <a:t> </a:t>
            </a:r>
            <a:r>
              <a:rPr sz="1850" spc="-95" dirty="0">
                <a:latin typeface="Arial MT"/>
                <a:cs typeface="Arial MT"/>
              </a:rPr>
              <a:t>providing</a:t>
            </a:r>
            <a:r>
              <a:rPr sz="1850" spc="15" dirty="0">
                <a:latin typeface="Arial MT"/>
                <a:cs typeface="Arial MT"/>
              </a:rPr>
              <a:t> </a:t>
            </a:r>
            <a:r>
              <a:rPr sz="1850" spc="-125" dirty="0">
                <a:latin typeface="Arial MT"/>
                <a:cs typeface="Arial MT"/>
              </a:rPr>
              <a:t>consistent,</a:t>
            </a:r>
            <a:r>
              <a:rPr sz="1850" spc="55" dirty="0">
                <a:latin typeface="Arial MT"/>
                <a:cs typeface="Arial MT"/>
              </a:rPr>
              <a:t> </a:t>
            </a:r>
            <a:r>
              <a:rPr sz="1850" spc="-85" dirty="0">
                <a:latin typeface="Arial MT"/>
                <a:cs typeface="Arial MT"/>
              </a:rPr>
              <a:t>single</a:t>
            </a:r>
            <a:r>
              <a:rPr sz="1850" spc="150" dirty="0">
                <a:latin typeface="Arial MT"/>
                <a:cs typeface="Arial MT"/>
              </a:rPr>
              <a:t> </a:t>
            </a:r>
            <a:r>
              <a:rPr sz="1850" spc="-10" dirty="0">
                <a:latin typeface="Arial MT"/>
                <a:cs typeface="Arial MT"/>
              </a:rPr>
              <a:t>digit </a:t>
            </a:r>
            <a:r>
              <a:rPr sz="1850" spc="-110" dirty="0">
                <a:latin typeface="Arial MT"/>
                <a:cs typeface="Arial MT"/>
              </a:rPr>
              <a:t>millisecond</a:t>
            </a:r>
            <a:r>
              <a:rPr sz="1850" spc="75" dirty="0">
                <a:latin typeface="Arial MT"/>
                <a:cs typeface="Arial MT"/>
              </a:rPr>
              <a:t> </a:t>
            </a:r>
            <a:r>
              <a:rPr sz="1850" spc="-210" dirty="0">
                <a:latin typeface="Arial MT"/>
                <a:cs typeface="Arial MT"/>
              </a:rPr>
              <a:t>respOnse</a:t>
            </a:r>
            <a:r>
              <a:rPr sz="1850" spc="55" dirty="0">
                <a:latin typeface="Arial MT"/>
                <a:cs typeface="Arial MT"/>
              </a:rPr>
              <a:t> </a:t>
            </a:r>
            <a:r>
              <a:rPr sz="1850" spc="-105" dirty="0">
                <a:latin typeface="Arial MT"/>
                <a:cs typeface="Arial MT"/>
              </a:rPr>
              <a:t>times</a:t>
            </a:r>
            <a:r>
              <a:rPr sz="1850" spc="-15" dirty="0">
                <a:latin typeface="Arial MT"/>
                <a:cs typeface="Arial MT"/>
              </a:rPr>
              <a:t> </a:t>
            </a:r>
            <a:r>
              <a:rPr sz="1850" spc="-65" dirty="0">
                <a:latin typeface="Arial MT"/>
                <a:cs typeface="Arial MT"/>
              </a:rPr>
              <a:t>at</a:t>
            </a:r>
            <a:r>
              <a:rPr sz="1850" spc="-30" dirty="0">
                <a:latin typeface="Arial MT"/>
                <a:cs typeface="Arial MT"/>
              </a:rPr>
              <a:t> </a:t>
            </a:r>
            <a:r>
              <a:rPr sz="1850" spc="-175" dirty="0">
                <a:latin typeface="Arial MT"/>
                <a:cs typeface="Arial MT"/>
              </a:rPr>
              <a:t>any</a:t>
            </a:r>
            <a:r>
              <a:rPr sz="1850" spc="20" dirty="0">
                <a:latin typeface="Arial MT"/>
                <a:cs typeface="Arial MT"/>
              </a:rPr>
              <a:t> </a:t>
            </a:r>
            <a:r>
              <a:rPr sz="1850" spc="-10" dirty="0">
                <a:latin typeface="Arial MT"/>
                <a:cs typeface="Arial MT"/>
              </a:rPr>
              <a:t>scale.</a:t>
            </a:r>
            <a:endParaRPr sz="1850">
              <a:latin typeface="Arial MT"/>
              <a:cs typeface="Arial MT"/>
            </a:endParaRPr>
          </a:p>
          <a:p>
            <a:pPr marL="175260" marR="5080" indent="-160020">
              <a:lnSpc>
                <a:spcPct val="109500"/>
              </a:lnSpc>
              <a:spcBef>
                <a:spcPts val="360"/>
              </a:spcBef>
              <a:buChar char="•"/>
              <a:tabLst>
                <a:tab pos="175260" algn="l"/>
                <a:tab pos="181610" algn="l"/>
              </a:tabLst>
            </a:pPr>
            <a:r>
              <a:rPr sz="1700" dirty="0">
                <a:latin typeface="Arial MT"/>
                <a:cs typeface="Arial MT"/>
              </a:rPr>
              <a:t>	</a:t>
            </a:r>
            <a:r>
              <a:rPr sz="1700" spc="-75" dirty="0">
                <a:latin typeface="Arial MT"/>
                <a:cs typeface="Arial MT"/>
              </a:rPr>
              <a:t>DynamoDB</a:t>
            </a:r>
            <a:r>
              <a:rPr sz="1700" spc="-20" dirty="0">
                <a:latin typeface="Arial MT"/>
                <a:cs typeface="Arial MT"/>
              </a:rPr>
              <a:t> </a:t>
            </a:r>
            <a:r>
              <a:rPr sz="1700" spc="-65" dirty="0">
                <a:solidFill>
                  <a:srgbClr val="1A1A1A"/>
                </a:solidFill>
                <a:latin typeface="Arial MT"/>
                <a:cs typeface="Arial MT"/>
              </a:rPr>
              <a:t>is</a:t>
            </a:r>
            <a:r>
              <a:rPr sz="1700" spc="-105" dirty="0">
                <a:solidFill>
                  <a:srgbClr val="1A1A1A"/>
                </a:solidFill>
                <a:latin typeface="Arial MT"/>
                <a:cs typeface="Arial MT"/>
              </a:rPr>
              <a:t> </a:t>
            </a:r>
            <a:r>
              <a:rPr sz="1700" spc="-75" dirty="0">
                <a:latin typeface="Arial MT"/>
                <a:cs typeface="Arial MT"/>
              </a:rPr>
              <a:t>serverless</a:t>
            </a:r>
            <a:r>
              <a:rPr sz="1700" spc="50" dirty="0">
                <a:latin typeface="Arial MT"/>
                <a:cs typeface="Arial MT"/>
              </a:rPr>
              <a:t> </a:t>
            </a:r>
            <a:r>
              <a:rPr sz="1700" dirty="0">
                <a:latin typeface="Arial MT"/>
                <a:cs typeface="Arial MT"/>
              </a:rPr>
              <a:t>with</a:t>
            </a:r>
            <a:r>
              <a:rPr sz="1700" spc="-35" dirty="0">
                <a:latin typeface="Arial MT"/>
                <a:cs typeface="Arial MT"/>
              </a:rPr>
              <a:t> </a:t>
            </a:r>
            <a:r>
              <a:rPr sz="1700" i="1" spc="-250" dirty="0">
                <a:solidFill>
                  <a:srgbClr val="161616"/>
                </a:solidFill>
                <a:latin typeface="Arial"/>
                <a:cs typeface="Arial"/>
              </a:rPr>
              <a:t>nO</a:t>
            </a:r>
            <a:r>
              <a:rPr sz="1700" i="1" spc="-35" dirty="0">
                <a:solidFill>
                  <a:srgbClr val="161616"/>
                </a:solidFill>
                <a:latin typeface="Arial"/>
                <a:cs typeface="Arial"/>
              </a:rPr>
              <a:t> </a:t>
            </a:r>
            <a:r>
              <a:rPr sz="1700" spc="-85" dirty="0">
                <a:latin typeface="Arial MT"/>
                <a:cs typeface="Arial MT"/>
              </a:rPr>
              <a:t>servers</a:t>
            </a:r>
            <a:r>
              <a:rPr sz="1700" spc="-30" dirty="0">
                <a:latin typeface="Arial MT"/>
                <a:cs typeface="Arial MT"/>
              </a:rPr>
              <a:t> </a:t>
            </a:r>
            <a:r>
              <a:rPr sz="1700" dirty="0">
                <a:latin typeface="Arial MT"/>
                <a:cs typeface="Arial MT"/>
              </a:rPr>
              <a:t>to</a:t>
            </a:r>
            <a:r>
              <a:rPr sz="1700" spc="204" dirty="0">
                <a:latin typeface="Arial MT"/>
                <a:cs typeface="Arial MT"/>
              </a:rPr>
              <a:t> </a:t>
            </a:r>
            <a:r>
              <a:rPr sz="1700" spc="-10" dirty="0">
                <a:latin typeface="Arial MT"/>
                <a:cs typeface="Arial MT"/>
              </a:rPr>
              <a:t>provision, </a:t>
            </a:r>
            <a:r>
              <a:rPr sz="1650" spc="-10" dirty="0">
                <a:latin typeface="Arial MT"/>
                <a:cs typeface="Arial MT"/>
              </a:rPr>
              <a:t>patch,</a:t>
            </a:r>
            <a:r>
              <a:rPr sz="1650" spc="-25" dirty="0">
                <a:latin typeface="Arial MT"/>
                <a:cs typeface="Arial MT"/>
              </a:rPr>
              <a:t> </a:t>
            </a:r>
            <a:r>
              <a:rPr sz="1650" dirty="0">
                <a:solidFill>
                  <a:srgbClr val="0F0F0F"/>
                </a:solidFill>
                <a:latin typeface="Arial MT"/>
                <a:cs typeface="Arial MT"/>
              </a:rPr>
              <a:t>or</a:t>
            </a:r>
            <a:r>
              <a:rPr sz="1650" spc="-60" dirty="0">
                <a:solidFill>
                  <a:srgbClr val="0F0F0F"/>
                </a:solidFill>
                <a:latin typeface="Arial MT"/>
                <a:cs typeface="Arial MT"/>
              </a:rPr>
              <a:t> </a:t>
            </a:r>
            <a:r>
              <a:rPr sz="1650" spc="-10" dirty="0">
                <a:latin typeface="Arial MT"/>
                <a:cs typeface="Arial MT"/>
              </a:rPr>
              <a:t>manage</a:t>
            </a:r>
            <a:r>
              <a:rPr sz="1650" spc="35" dirty="0">
                <a:latin typeface="Arial MT"/>
                <a:cs typeface="Arial MT"/>
              </a:rPr>
              <a:t> </a:t>
            </a:r>
            <a:r>
              <a:rPr sz="1650" spc="-10" dirty="0">
                <a:solidFill>
                  <a:srgbClr val="0A0A0A"/>
                </a:solidFill>
                <a:latin typeface="Arial MT"/>
                <a:cs typeface="Arial MT"/>
              </a:rPr>
              <a:t>and</a:t>
            </a:r>
            <a:r>
              <a:rPr sz="1650" spc="-80" dirty="0">
                <a:solidFill>
                  <a:srgbClr val="0A0A0A"/>
                </a:solidFill>
                <a:latin typeface="Arial MT"/>
                <a:cs typeface="Arial MT"/>
              </a:rPr>
              <a:t> </a:t>
            </a:r>
            <a:r>
              <a:rPr sz="1650" dirty="0">
                <a:latin typeface="Arial MT"/>
                <a:cs typeface="Arial MT"/>
              </a:rPr>
              <a:t>no</a:t>
            </a:r>
            <a:r>
              <a:rPr sz="1650" spc="-80" dirty="0">
                <a:latin typeface="Arial MT"/>
                <a:cs typeface="Arial MT"/>
              </a:rPr>
              <a:t> </a:t>
            </a:r>
            <a:r>
              <a:rPr sz="1650" dirty="0">
                <a:latin typeface="Arial MT"/>
                <a:cs typeface="Arial MT"/>
              </a:rPr>
              <a:t>software</a:t>
            </a:r>
            <a:r>
              <a:rPr sz="1650" spc="5" dirty="0">
                <a:latin typeface="Arial MT"/>
                <a:cs typeface="Arial MT"/>
              </a:rPr>
              <a:t> </a:t>
            </a:r>
            <a:r>
              <a:rPr sz="1650" spc="55" dirty="0">
                <a:latin typeface="Arial MT"/>
                <a:cs typeface="Arial MT"/>
              </a:rPr>
              <a:t>to</a:t>
            </a:r>
            <a:r>
              <a:rPr sz="1650" spc="-70" dirty="0">
                <a:latin typeface="Arial MT"/>
                <a:cs typeface="Arial MT"/>
              </a:rPr>
              <a:t> </a:t>
            </a:r>
            <a:r>
              <a:rPr sz="1650" dirty="0">
                <a:latin typeface="Arial MT"/>
                <a:cs typeface="Arial MT"/>
              </a:rPr>
              <a:t>install, maintain,</a:t>
            </a:r>
            <a:r>
              <a:rPr sz="1650" spc="25" dirty="0">
                <a:latin typeface="Arial MT"/>
                <a:cs typeface="Arial MT"/>
              </a:rPr>
              <a:t> </a:t>
            </a:r>
            <a:r>
              <a:rPr sz="1650" spc="-25" dirty="0">
                <a:latin typeface="Arial MT"/>
                <a:cs typeface="Arial MT"/>
              </a:rPr>
              <a:t>or </a:t>
            </a:r>
            <a:r>
              <a:rPr sz="1650" spc="-10" dirty="0">
                <a:latin typeface="Arial MT"/>
                <a:cs typeface="Arial MT"/>
              </a:rPr>
              <a:t>operate.</a:t>
            </a:r>
            <a:endParaRPr sz="1650">
              <a:latin typeface="Arial MT"/>
              <a:cs typeface="Arial MT"/>
            </a:endParaRPr>
          </a:p>
          <a:p>
            <a:pPr marL="174625" marR="163830" indent="-159385">
              <a:lnSpc>
                <a:spcPct val="107900"/>
              </a:lnSpc>
              <a:spcBef>
                <a:spcPts val="509"/>
              </a:spcBef>
              <a:buChar char="•"/>
              <a:tabLst>
                <a:tab pos="174625" algn="l"/>
                <a:tab pos="181610" algn="l"/>
              </a:tabLst>
            </a:pPr>
            <a:r>
              <a:rPr sz="1700" dirty="0">
                <a:latin typeface="Arial MT"/>
                <a:cs typeface="Arial MT"/>
              </a:rPr>
              <a:t>	</a:t>
            </a:r>
            <a:r>
              <a:rPr sz="1700" spc="-70" dirty="0">
                <a:latin typeface="Arial MT"/>
                <a:cs typeface="Arial MT"/>
              </a:rPr>
              <a:t>DynamoDB</a:t>
            </a:r>
            <a:r>
              <a:rPr sz="1700" spc="-10" dirty="0">
                <a:latin typeface="Arial MT"/>
                <a:cs typeface="Arial MT"/>
              </a:rPr>
              <a:t> </a:t>
            </a:r>
            <a:r>
              <a:rPr sz="1700" spc="-30" dirty="0">
                <a:latin typeface="Arial MT"/>
                <a:cs typeface="Arial MT"/>
              </a:rPr>
              <a:t>supports</a:t>
            </a:r>
            <a:r>
              <a:rPr sz="1700" spc="75" dirty="0">
                <a:latin typeface="Arial MT"/>
                <a:cs typeface="Arial MT"/>
              </a:rPr>
              <a:t> </a:t>
            </a:r>
            <a:r>
              <a:rPr sz="1700" spc="-195" dirty="0">
                <a:latin typeface="Arial MT"/>
                <a:cs typeface="Arial MT"/>
              </a:rPr>
              <a:t>ACID</a:t>
            </a:r>
            <a:r>
              <a:rPr sz="1700" spc="25" dirty="0">
                <a:latin typeface="Arial MT"/>
                <a:cs typeface="Arial MT"/>
              </a:rPr>
              <a:t> </a:t>
            </a:r>
            <a:r>
              <a:rPr sz="1700" spc="-45" dirty="0">
                <a:latin typeface="Arial MT"/>
                <a:cs typeface="Arial MT"/>
              </a:rPr>
              <a:t>transactions</a:t>
            </a:r>
            <a:r>
              <a:rPr sz="1700" spc="45" dirty="0">
                <a:latin typeface="Arial MT"/>
                <a:cs typeface="Arial MT"/>
              </a:rPr>
              <a:t> </a:t>
            </a:r>
            <a:r>
              <a:rPr sz="1700" i="1" spc="-310" dirty="0">
                <a:latin typeface="Arial"/>
                <a:cs typeface="Arial"/>
              </a:rPr>
              <a:t>sO</a:t>
            </a:r>
            <a:r>
              <a:rPr sz="1700" i="1" dirty="0">
                <a:latin typeface="Arial"/>
                <a:cs typeface="Arial"/>
              </a:rPr>
              <a:t> </a:t>
            </a:r>
            <a:r>
              <a:rPr sz="1700" dirty="0">
                <a:latin typeface="Arial MT"/>
                <a:cs typeface="Arial MT"/>
              </a:rPr>
              <a:t>that</a:t>
            </a:r>
            <a:r>
              <a:rPr sz="1700" spc="-45" dirty="0">
                <a:latin typeface="Arial MT"/>
                <a:cs typeface="Arial MT"/>
              </a:rPr>
              <a:t> </a:t>
            </a:r>
            <a:r>
              <a:rPr sz="1700" spc="-20" dirty="0">
                <a:latin typeface="Arial MT"/>
                <a:cs typeface="Arial MT"/>
              </a:rPr>
              <a:t>you</a:t>
            </a:r>
            <a:r>
              <a:rPr sz="1700" spc="-45" dirty="0">
                <a:latin typeface="Arial MT"/>
                <a:cs typeface="Arial MT"/>
              </a:rPr>
              <a:t> </a:t>
            </a:r>
            <a:r>
              <a:rPr sz="1700" spc="-25" dirty="0">
                <a:solidFill>
                  <a:srgbClr val="1C1C1C"/>
                </a:solidFill>
                <a:latin typeface="Arial MT"/>
                <a:cs typeface="Arial MT"/>
              </a:rPr>
              <a:t>can </a:t>
            </a:r>
            <a:r>
              <a:rPr sz="1700" dirty="0">
                <a:latin typeface="Arial MT"/>
                <a:cs typeface="Arial MT"/>
              </a:rPr>
              <a:t>build</a:t>
            </a:r>
            <a:r>
              <a:rPr sz="1700" spc="-55" dirty="0">
                <a:latin typeface="Arial MT"/>
                <a:cs typeface="Arial MT"/>
              </a:rPr>
              <a:t> business-</a:t>
            </a:r>
            <a:r>
              <a:rPr sz="1700" spc="-40" dirty="0">
                <a:latin typeface="Arial MT"/>
                <a:cs typeface="Arial MT"/>
              </a:rPr>
              <a:t>critical</a:t>
            </a:r>
            <a:r>
              <a:rPr sz="1700" spc="-180" dirty="0">
                <a:latin typeface="Arial MT"/>
                <a:cs typeface="Arial MT"/>
              </a:rPr>
              <a:t> </a:t>
            </a:r>
            <a:r>
              <a:rPr sz="1700" spc="-70" dirty="0">
                <a:latin typeface="Arial MT"/>
                <a:cs typeface="Arial MT"/>
              </a:rPr>
              <a:t>applicatiOns</a:t>
            </a:r>
            <a:r>
              <a:rPr sz="1700" spc="80" dirty="0">
                <a:latin typeface="Arial MT"/>
                <a:cs typeface="Arial MT"/>
              </a:rPr>
              <a:t> </a:t>
            </a:r>
            <a:r>
              <a:rPr sz="1700" dirty="0">
                <a:solidFill>
                  <a:srgbClr val="131313"/>
                </a:solidFill>
                <a:latin typeface="Arial MT"/>
                <a:cs typeface="Arial MT"/>
              </a:rPr>
              <a:t>at</a:t>
            </a:r>
            <a:r>
              <a:rPr sz="1700" spc="-65" dirty="0">
                <a:solidFill>
                  <a:srgbClr val="131313"/>
                </a:solidFill>
                <a:latin typeface="Arial MT"/>
                <a:cs typeface="Arial MT"/>
              </a:rPr>
              <a:t> </a:t>
            </a:r>
            <a:r>
              <a:rPr sz="1700" spc="-105" dirty="0">
                <a:latin typeface="Arial MT"/>
                <a:cs typeface="Arial MT"/>
              </a:rPr>
              <a:t>scale.</a:t>
            </a:r>
            <a:r>
              <a:rPr sz="1700" spc="55" dirty="0">
                <a:latin typeface="Arial MT"/>
                <a:cs typeface="Arial MT"/>
              </a:rPr>
              <a:t> </a:t>
            </a:r>
            <a:r>
              <a:rPr sz="1700" spc="-35" dirty="0">
                <a:latin typeface="Arial MT"/>
                <a:cs typeface="Arial MT"/>
              </a:rPr>
              <a:t>DynamODB </a:t>
            </a:r>
            <a:r>
              <a:rPr sz="1650" spc="85" dirty="0">
                <a:latin typeface="Arial MT"/>
                <a:cs typeface="Arial MT"/>
              </a:rPr>
              <a:t>encrypt</a:t>
            </a:r>
            <a:r>
              <a:rPr sz="1650" spc="75" dirty="0">
                <a:latin typeface="Arial MT"/>
                <a:cs typeface="Arial MT"/>
              </a:rPr>
              <a:t> </a:t>
            </a:r>
            <a:r>
              <a:rPr sz="1650" dirty="0">
                <a:latin typeface="Arial MT"/>
                <a:cs typeface="Arial MT"/>
              </a:rPr>
              <a:t>all</a:t>
            </a:r>
            <a:r>
              <a:rPr sz="1650" spc="-100" dirty="0">
                <a:latin typeface="Arial MT"/>
                <a:cs typeface="Arial MT"/>
              </a:rPr>
              <a:t> </a:t>
            </a:r>
            <a:r>
              <a:rPr sz="1650" dirty="0">
                <a:latin typeface="Arial MT"/>
                <a:cs typeface="Arial MT"/>
              </a:rPr>
              <a:t>data</a:t>
            </a:r>
            <a:r>
              <a:rPr sz="1650" spc="80" dirty="0">
                <a:latin typeface="Arial MT"/>
                <a:cs typeface="Arial MT"/>
              </a:rPr>
              <a:t> </a:t>
            </a:r>
            <a:r>
              <a:rPr sz="1650" dirty="0">
                <a:latin typeface="Arial MT"/>
                <a:cs typeface="Arial MT"/>
              </a:rPr>
              <a:t>by</a:t>
            </a:r>
            <a:r>
              <a:rPr sz="1650" spc="10" dirty="0">
                <a:latin typeface="Arial MT"/>
                <a:cs typeface="Arial MT"/>
              </a:rPr>
              <a:t> </a:t>
            </a:r>
            <a:r>
              <a:rPr sz="1650" dirty="0">
                <a:latin typeface="Arial MT"/>
                <a:cs typeface="Arial MT"/>
              </a:rPr>
              <a:t>default</a:t>
            </a:r>
            <a:r>
              <a:rPr sz="1650" spc="80" dirty="0">
                <a:latin typeface="Arial MT"/>
                <a:cs typeface="Arial MT"/>
              </a:rPr>
              <a:t> </a:t>
            </a:r>
            <a:r>
              <a:rPr sz="1650" dirty="0">
                <a:latin typeface="Arial MT"/>
                <a:cs typeface="Arial MT"/>
              </a:rPr>
              <a:t>and</a:t>
            </a:r>
            <a:r>
              <a:rPr sz="1650" spc="30" dirty="0">
                <a:latin typeface="Arial MT"/>
                <a:cs typeface="Arial MT"/>
              </a:rPr>
              <a:t> </a:t>
            </a:r>
            <a:r>
              <a:rPr sz="1650" spc="-10" dirty="0">
                <a:solidFill>
                  <a:srgbClr val="0E0E0E"/>
                </a:solidFill>
                <a:latin typeface="Arial MT"/>
                <a:cs typeface="Arial MT"/>
              </a:rPr>
              <a:t>provides</a:t>
            </a:r>
            <a:r>
              <a:rPr sz="1650" spc="25" dirty="0">
                <a:solidFill>
                  <a:srgbClr val="0E0E0E"/>
                </a:solidFill>
                <a:latin typeface="Arial MT"/>
                <a:cs typeface="Arial MT"/>
              </a:rPr>
              <a:t> </a:t>
            </a:r>
            <a:r>
              <a:rPr sz="1650" dirty="0">
                <a:latin typeface="Arial MT"/>
                <a:cs typeface="Arial MT"/>
              </a:rPr>
              <a:t>fine</a:t>
            </a:r>
            <a:r>
              <a:rPr sz="1650" spc="195" dirty="0">
                <a:latin typeface="Arial MT"/>
                <a:cs typeface="Arial MT"/>
              </a:rPr>
              <a:t> </a:t>
            </a:r>
            <a:r>
              <a:rPr sz="1650" spc="-10" dirty="0">
                <a:latin typeface="Arial MT"/>
                <a:cs typeface="Arial MT"/>
              </a:rPr>
              <a:t>grained </a:t>
            </a:r>
            <a:r>
              <a:rPr sz="1650" dirty="0">
                <a:latin typeface="Arial MT"/>
                <a:cs typeface="Arial MT"/>
              </a:rPr>
              <a:t>identity</a:t>
            </a:r>
            <a:r>
              <a:rPr sz="1650" spc="120" dirty="0">
                <a:latin typeface="Arial MT"/>
                <a:cs typeface="Arial MT"/>
              </a:rPr>
              <a:t> </a:t>
            </a:r>
            <a:r>
              <a:rPr sz="1650" dirty="0">
                <a:solidFill>
                  <a:srgbClr val="0C0C0C"/>
                </a:solidFill>
                <a:latin typeface="Arial MT"/>
                <a:cs typeface="Arial MT"/>
              </a:rPr>
              <a:t>and</a:t>
            </a:r>
            <a:r>
              <a:rPr sz="1650" spc="65" dirty="0">
                <a:solidFill>
                  <a:srgbClr val="0C0C0C"/>
                </a:solidFill>
                <a:latin typeface="Arial MT"/>
                <a:cs typeface="Arial MT"/>
              </a:rPr>
              <a:t> </a:t>
            </a:r>
            <a:r>
              <a:rPr sz="1650" spc="-110" dirty="0">
                <a:latin typeface="Arial MT"/>
                <a:cs typeface="Arial MT"/>
              </a:rPr>
              <a:t>access</a:t>
            </a:r>
            <a:r>
              <a:rPr sz="1650" spc="114" dirty="0">
                <a:latin typeface="Arial MT"/>
                <a:cs typeface="Arial MT"/>
              </a:rPr>
              <a:t> </a:t>
            </a:r>
            <a:r>
              <a:rPr sz="1650" dirty="0">
                <a:latin typeface="Arial MT"/>
                <a:cs typeface="Arial MT"/>
              </a:rPr>
              <a:t>control</a:t>
            </a:r>
            <a:r>
              <a:rPr sz="1650" spc="40" dirty="0">
                <a:latin typeface="Arial MT"/>
                <a:cs typeface="Arial MT"/>
              </a:rPr>
              <a:t> </a:t>
            </a:r>
            <a:r>
              <a:rPr sz="1650" dirty="0">
                <a:latin typeface="Arial MT"/>
                <a:cs typeface="Arial MT"/>
              </a:rPr>
              <a:t>on</a:t>
            </a:r>
            <a:r>
              <a:rPr sz="1650" spc="50" dirty="0">
                <a:latin typeface="Arial MT"/>
                <a:cs typeface="Arial MT"/>
              </a:rPr>
              <a:t> </a:t>
            </a:r>
            <a:r>
              <a:rPr sz="1650" dirty="0">
                <a:latin typeface="Arial MT"/>
                <a:cs typeface="Arial MT"/>
              </a:rPr>
              <a:t>all</a:t>
            </a:r>
            <a:r>
              <a:rPr sz="1650" spc="-110" dirty="0">
                <a:latin typeface="Arial MT"/>
                <a:cs typeface="Arial MT"/>
              </a:rPr>
              <a:t> </a:t>
            </a:r>
            <a:r>
              <a:rPr sz="1650" dirty="0">
                <a:latin typeface="Arial MT"/>
                <a:cs typeface="Arial MT"/>
              </a:rPr>
              <a:t>your</a:t>
            </a:r>
            <a:r>
              <a:rPr sz="1650" spc="90" dirty="0">
                <a:latin typeface="Arial MT"/>
                <a:cs typeface="Arial MT"/>
              </a:rPr>
              <a:t> </a:t>
            </a:r>
            <a:r>
              <a:rPr sz="1650" spc="-10" dirty="0">
                <a:latin typeface="Arial MT"/>
                <a:cs typeface="Arial MT"/>
              </a:rPr>
              <a:t>tables.</a:t>
            </a:r>
            <a:endParaRPr sz="1650">
              <a:latin typeface="Arial MT"/>
              <a:cs typeface="Arial MT"/>
            </a:endParaRPr>
          </a:p>
        </p:txBody>
      </p:sp>
    </p:spTree>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1351914" y="365125"/>
            <a:ext cx="9478645" cy="5287010"/>
            <a:chOff x="1351914" y="365125"/>
            <a:chExt cx="9478645" cy="5287010"/>
          </a:xfrm>
        </p:grpSpPr>
        <p:pic>
          <p:nvPicPr>
            <p:cNvPr id="3" name="object 3"/>
            <p:cNvPicPr/>
            <p:nvPr/>
          </p:nvPicPr>
          <p:blipFill>
            <a:blip r:embed="rId2" cstate="print"/>
            <a:stretch>
              <a:fillRect/>
            </a:stretch>
          </p:blipFill>
          <p:spPr>
            <a:xfrm>
              <a:off x="1351914" y="365125"/>
              <a:ext cx="9478389" cy="5287009"/>
            </a:xfrm>
            <a:prstGeom prst="rect">
              <a:avLst/>
            </a:prstGeom>
          </p:spPr>
        </p:pic>
        <p:pic>
          <p:nvPicPr>
            <p:cNvPr id="4" name="object 4"/>
            <p:cNvPicPr/>
            <p:nvPr/>
          </p:nvPicPr>
          <p:blipFill>
            <a:blip r:embed="rId3" cstate="print"/>
            <a:stretch>
              <a:fillRect/>
            </a:stretch>
          </p:blipFill>
          <p:spPr>
            <a:xfrm>
              <a:off x="4800334" y="3027682"/>
              <a:ext cx="557272" cy="109550"/>
            </a:xfrm>
            <a:prstGeom prst="rect">
              <a:avLst/>
            </a:prstGeom>
          </p:spPr>
        </p:pic>
        <p:pic>
          <p:nvPicPr>
            <p:cNvPr id="5" name="object 5"/>
            <p:cNvPicPr/>
            <p:nvPr/>
          </p:nvPicPr>
          <p:blipFill>
            <a:blip r:embed="rId4" cstate="print"/>
            <a:stretch>
              <a:fillRect/>
            </a:stretch>
          </p:blipFill>
          <p:spPr>
            <a:xfrm>
              <a:off x="6972266" y="3027682"/>
              <a:ext cx="2148117" cy="128602"/>
            </a:xfrm>
            <a:prstGeom prst="rect">
              <a:avLst/>
            </a:prstGeom>
          </p:spPr>
        </p:pic>
      </p:grpSp>
      <p:sp>
        <p:nvSpPr>
          <p:cNvPr id="6" name="object 6"/>
          <p:cNvSpPr txBox="1"/>
          <p:nvPr/>
        </p:nvSpPr>
        <p:spPr>
          <a:xfrm>
            <a:off x="4806088" y="1350447"/>
            <a:ext cx="5243195" cy="578485"/>
          </a:xfrm>
          <a:prstGeom prst="rect">
            <a:avLst/>
          </a:prstGeom>
        </p:spPr>
        <p:txBody>
          <a:bodyPr vert="horz" wrap="square" lIns="0" tIns="12700" rIns="0" bIns="0" rtlCol="0">
            <a:spAutoFit/>
          </a:bodyPr>
          <a:lstStyle/>
          <a:p>
            <a:pPr marL="16510" marR="5080" indent="-4445">
              <a:lnSpc>
                <a:spcPct val="113300"/>
              </a:lnSpc>
              <a:spcBef>
                <a:spcPts val="100"/>
              </a:spcBef>
            </a:pPr>
            <a:r>
              <a:rPr sz="1600" spc="-20" dirty="0">
                <a:solidFill>
                  <a:srgbClr val="181818"/>
                </a:solidFill>
                <a:latin typeface="Arial MT"/>
                <a:cs typeface="Arial MT"/>
              </a:rPr>
              <a:t>You</a:t>
            </a:r>
            <a:r>
              <a:rPr sz="1600" spc="-15" dirty="0">
                <a:solidFill>
                  <a:srgbClr val="181818"/>
                </a:solidFill>
                <a:latin typeface="Arial MT"/>
                <a:cs typeface="Arial MT"/>
              </a:rPr>
              <a:t> </a:t>
            </a:r>
            <a:r>
              <a:rPr sz="1600" dirty="0">
                <a:latin typeface="Arial MT"/>
                <a:cs typeface="Arial MT"/>
              </a:rPr>
              <a:t>can</a:t>
            </a:r>
            <a:r>
              <a:rPr sz="1600" spc="-35" dirty="0">
                <a:latin typeface="Arial MT"/>
                <a:cs typeface="Arial MT"/>
              </a:rPr>
              <a:t> </a:t>
            </a:r>
            <a:r>
              <a:rPr sz="1600" spc="-10" dirty="0">
                <a:latin typeface="Arial MT"/>
                <a:cs typeface="Arial MT"/>
              </a:rPr>
              <a:t>use</a:t>
            </a:r>
            <a:r>
              <a:rPr sz="1600" spc="35" dirty="0">
                <a:latin typeface="Arial MT"/>
                <a:cs typeface="Arial MT"/>
              </a:rPr>
              <a:t> </a:t>
            </a:r>
            <a:r>
              <a:rPr sz="1600" dirty="0">
                <a:latin typeface="Arial MT"/>
                <a:cs typeface="Arial MT"/>
              </a:rPr>
              <a:t>Amazon</a:t>
            </a:r>
            <a:r>
              <a:rPr sz="1600" spc="10" dirty="0">
                <a:latin typeface="Arial MT"/>
                <a:cs typeface="Arial MT"/>
              </a:rPr>
              <a:t> </a:t>
            </a:r>
            <a:r>
              <a:rPr sz="1600" dirty="0">
                <a:latin typeface="Arial MT"/>
                <a:cs typeface="Arial MT"/>
              </a:rPr>
              <a:t>DynaivoDB</a:t>
            </a:r>
            <a:r>
              <a:rPr sz="1600" spc="75" dirty="0">
                <a:latin typeface="Arial MT"/>
                <a:cs typeface="Arial MT"/>
              </a:rPr>
              <a:t> </a:t>
            </a:r>
            <a:r>
              <a:rPr sz="1600" dirty="0">
                <a:solidFill>
                  <a:srgbClr val="0F0F0F"/>
                </a:solidFill>
                <a:latin typeface="Arial MT"/>
                <a:cs typeface="Arial MT"/>
              </a:rPr>
              <a:t>to</a:t>
            </a:r>
            <a:r>
              <a:rPr sz="1600" spc="95" dirty="0">
                <a:solidFill>
                  <a:srgbClr val="0F0F0F"/>
                </a:solidFill>
                <a:latin typeface="Arial MT"/>
                <a:cs typeface="Arial MT"/>
              </a:rPr>
              <a:t> </a:t>
            </a:r>
            <a:r>
              <a:rPr sz="1600" dirty="0">
                <a:latin typeface="Arial MT"/>
                <a:cs typeface="Arial MT"/>
              </a:rPr>
              <a:t>store</a:t>
            </a:r>
            <a:r>
              <a:rPr sz="1600" spc="-5" dirty="0">
                <a:latin typeface="Arial MT"/>
                <a:cs typeface="Arial MT"/>
              </a:rPr>
              <a:t> </a:t>
            </a:r>
            <a:r>
              <a:rPr sz="1600" dirty="0">
                <a:solidFill>
                  <a:srgbClr val="333333"/>
                </a:solidFill>
                <a:latin typeface="Arial MT"/>
                <a:cs typeface="Arial MT"/>
              </a:rPr>
              <a:t>an</a:t>
            </a:r>
            <a:r>
              <a:rPr sz="1600" spc="-75" dirty="0">
                <a:solidFill>
                  <a:srgbClr val="333333"/>
                </a:solidFill>
                <a:latin typeface="Arial MT"/>
                <a:cs typeface="Arial MT"/>
              </a:rPr>
              <a:t> </a:t>
            </a:r>
            <a:r>
              <a:rPr sz="1600" spc="-10" dirty="0">
                <a:latin typeface="Arial MT"/>
                <a:cs typeface="Arial MT"/>
              </a:rPr>
              <a:t>application’s </a:t>
            </a:r>
            <a:r>
              <a:rPr sz="1600" dirty="0">
                <a:latin typeface="Arial MT"/>
                <a:cs typeface="Arial MT"/>
              </a:rPr>
              <a:t>stored</a:t>
            </a:r>
            <a:r>
              <a:rPr sz="1600" spc="55" dirty="0">
                <a:latin typeface="Arial MT"/>
                <a:cs typeface="Arial MT"/>
              </a:rPr>
              <a:t> </a:t>
            </a:r>
            <a:r>
              <a:rPr sz="1600" spc="-10" dirty="0">
                <a:latin typeface="Arial MT"/>
                <a:cs typeface="Arial MT"/>
              </a:rPr>
              <a:t>data.</a:t>
            </a:r>
            <a:endParaRPr sz="1600">
              <a:latin typeface="Arial MT"/>
              <a:cs typeface="Arial MT"/>
            </a:endParaRPr>
          </a:p>
        </p:txBody>
      </p:sp>
      <p:sp>
        <p:nvSpPr>
          <p:cNvPr id="7" name="object 7"/>
          <p:cNvSpPr txBox="1"/>
          <p:nvPr/>
        </p:nvSpPr>
        <p:spPr>
          <a:xfrm>
            <a:off x="4797258" y="3503355"/>
            <a:ext cx="5508625" cy="1415415"/>
          </a:xfrm>
          <a:prstGeom prst="rect">
            <a:avLst/>
          </a:prstGeom>
        </p:spPr>
        <p:txBody>
          <a:bodyPr vert="horz" wrap="square" lIns="0" tIns="12700" rIns="0" bIns="0" rtlCol="0">
            <a:spAutoFit/>
          </a:bodyPr>
          <a:lstStyle/>
          <a:p>
            <a:pPr marL="17780" marR="5080" indent="-5715">
              <a:lnSpc>
                <a:spcPct val="113300"/>
              </a:lnSpc>
              <a:spcBef>
                <a:spcPts val="100"/>
              </a:spcBef>
            </a:pPr>
            <a:r>
              <a:rPr sz="1600" dirty="0">
                <a:solidFill>
                  <a:srgbClr val="151515"/>
                </a:solidFill>
                <a:latin typeface="Arial MT"/>
                <a:cs typeface="Arial MT"/>
              </a:rPr>
              <a:t>In</a:t>
            </a:r>
            <a:r>
              <a:rPr sz="1600" spc="-60" dirty="0">
                <a:solidFill>
                  <a:srgbClr val="151515"/>
                </a:solidFill>
                <a:latin typeface="Arial MT"/>
                <a:cs typeface="Arial MT"/>
              </a:rPr>
              <a:t> </a:t>
            </a:r>
            <a:r>
              <a:rPr sz="1600" dirty="0">
                <a:latin typeface="Arial MT"/>
                <a:cs typeface="Arial MT"/>
              </a:rPr>
              <a:t>th</a:t>
            </a:r>
            <a:r>
              <a:rPr sz="1600" spc="-250" dirty="0">
                <a:latin typeface="Arial MT"/>
                <a:cs typeface="Arial MT"/>
              </a:rPr>
              <a:t> </a:t>
            </a:r>
            <a:r>
              <a:rPr sz="1600" spc="-20" dirty="0">
                <a:latin typeface="Arial MT"/>
                <a:cs typeface="Arial MT"/>
              </a:rPr>
              <a:t>is</a:t>
            </a:r>
            <a:r>
              <a:rPr sz="1600" spc="10" dirty="0">
                <a:latin typeface="Arial MT"/>
                <a:cs typeface="Arial MT"/>
              </a:rPr>
              <a:t> </a:t>
            </a:r>
            <a:r>
              <a:rPr sz="1600" dirty="0">
                <a:latin typeface="Arial MT"/>
                <a:cs typeface="Arial MT"/>
              </a:rPr>
              <a:t>example,</a:t>
            </a:r>
            <a:r>
              <a:rPr sz="1600" spc="30" dirty="0">
                <a:latin typeface="Arial MT"/>
                <a:cs typeface="Arial MT"/>
              </a:rPr>
              <a:t> </a:t>
            </a:r>
            <a:r>
              <a:rPr sz="1600" dirty="0">
                <a:solidFill>
                  <a:srgbClr val="424242"/>
                </a:solidFill>
                <a:latin typeface="Arial MT"/>
                <a:cs typeface="Arial MT"/>
              </a:rPr>
              <a:t>a</a:t>
            </a:r>
            <a:r>
              <a:rPr sz="1600" spc="30" dirty="0">
                <a:solidFill>
                  <a:srgbClr val="424242"/>
                </a:solidFill>
                <a:latin typeface="Arial MT"/>
                <a:cs typeface="Arial MT"/>
              </a:rPr>
              <a:t> </a:t>
            </a:r>
            <a:r>
              <a:rPr sz="1600" spc="-10" dirty="0">
                <a:latin typeface="Arial MT"/>
                <a:cs typeface="Arial MT"/>
              </a:rPr>
              <a:t>user</a:t>
            </a:r>
            <a:r>
              <a:rPr sz="1600" spc="45" dirty="0">
                <a:latin typeface="Arial MT"/>
                <a:cs typeface="Arial MT"/>
              </a:rPr>
              <a:t> </a:t>
            </a:r>
            <a:r>
              <a:rPr sz="1600" spc="-80" dirty="0">
                <a:latin typeface="Arial MT"/>
                <a:cs typeface="Arial MT"/>
              </a:rPr>
              <a:t>accesses</a:t>
            </a:r>
            <a:r>
              <a:rPr sz="1600" spc="130" dirty="0">
                <a:latin typeface="Arial MT"/>
                <a:cs typeface="Arial MT"/>
              </a:rPr>
              <a:t> </a:t>
            </a:r>
            <a:r>
              <a:rPr sz="1600" dirty="0">
                <a:latin typeface="Arial MT"/>
                <a:cs typeface="Arial MT"/>
              </a:rPr>
              <a:t>an</a:t>
            </a:r>
            <a:r>
              <a:rPr sz="1600" spc="25" dirty="0">
                <a:latin typeface="Arial MT"/>
                <a:cs typeface="Arial MT"/>
              </a:rPr>
              <a:t> </a:t>
            </a:r>
            <a:r>
              <a:rPr sz="1600" dirty="0">
                <a:latin typeface="Arial MT"/>
                <a:cs typeface="Arial MT"/>
              </a:rPr>
              <a:t>application</a:t>
            </a:r>
            <a:r>
              <a:rPr sz="1600" spc="105" dirty="0">
                <a:latin typeface="Arial MT"/>
                <a:cs typeface="Arial MT"/>
              </a:rPr>
              <a:t> </a:t>
            </a:r>
            <a:r>
              <a:rPr sz="1600" dirty="0">
                <a:latin typeface="Arial MT"/>
                <a:cs typeface="Arial MT"/>
              </a:rPr>
              <a:t>that</a:t>
            </a:r>
            <a:r>
              <a:rPr sz="1600" spc="25" dirty="0">
                <a:latin typeface="Arial MT"/>
                <a:cs typeface="Arial MT"/>
              </a:rPr>
              <a:t> </a:t>
            </a:r>
            <a:r>
              <a:rPr sz="1600" dirty="0">
                <a:latin typeface="Arial MT"/>
                <a:cs typeface="Arial MT"/>
              </a:rPr>
              <a:t>is</a:t>
            </a:r>
            <a:r>
              <a:rPr sz="1600" spc="15" dirty="0">
                <a:latin typeface="Arial MT"/>
                <a:cs typeface="Arial MT"/>
              </a:rPr>
              <a:t> </a:t>
            </a:r>
            <a:r>
              <a:rPr sz="1600" spc="-10" dirty="0">
                <a:latin typeface="Arial MT"/>
                <a:cs typeface="Arial MT"/>
              </a:rPr>
              <a:t>stored </a:t>
            </a:r>
            <a:r>
              <a:rPr sz="1600" dirty="0">
                <a:solidFill>
                  <a:srgbClr val="414141"/>
                </a:solidFill>
                <a:latin typeface="Arial MT"/>
                <a:cs typeface="Arial MT"/>
              </a:rPr>
              <a:t>in </a:t>
            </a:r>
            <a:r>
              <a:rPr sz="1600" dirty="0">
                <a:solidFill>
                  <a:srgbClr val="111111"/>
                </a:solidFill>
                <a:latin typeface="Arial MT"/>
                <a:cs typeface="Arial MT"/>
              </a:rPr>
              <a:t>Amazon</a:t>
            </a:r>
            <a:r>
              <a:rPr sz="1600" spc="95" dirty="0">
                <a:solidFill>
                  <a:srgbClr val="111111"/>
                </a:solidFill>
                <a:latin typeface="Arial MT"/>
                <a:cs typeface="Arial MT"/>
              </a:rPr>
              <a:t> </a:t>
            </a:r>
            <a:r>
              <a:rPr sz="1600" spc="-85" dirty="0">
                <a:latin typeface="Arial MT"/>
                <a:cs typeface="Arial MT"/>
              </a:rPr>
              <a:t>S3.</a:t>
            </a:r>
            <a:r>
              <a:rPr sz="1600" spc="-45" dirty="0">
                <a:latin typeface="Arial MT"/>
                <a:cs typeface="Arial MT"/>
              </a:rPr>
              <a:t> </a:t>
            </a:r>
            <a:r>
              <a:rPr sz="1600" dirty="0">
                <a:latin typeface="Arial MT"/>
                <a:cs typeface="Arial MT"/>
              </a:rPr>
              <a:t>The</a:t>
            </a:r>
            <a:r>
              <a:rPr sz="1600" spc="75" dirty="0">
                <a:latin typeface="Arial MT"/>
                <a:cs typeface="Arial MT"/>
              </a:rPr>
              <a:t> </a:t>
            </a:r>
            <a:r>
              <a:rPr sz="1600" spc="-10" dirty="0">
                <a:latin typeface="Arial MT"/>
                <a:cs typeface="Arial MT"/>
              </a:rPr>
              <a:t>user</a:t>
            </a:r>
            <a:r>
              <a:rPr sz="1600" spc="75" dirty="0">
                <a:latin typeface="Arial MT"/>
                <a:cs typeface="Arial MT"/>
              </a:rPr>
              <a:t> </a:t>
            </a:r>
            <a:r>
              <a:rPr sz="1600" spc="-20" dirty="0">
                <a:latin typeface="Arial MT"/>
                <a:cs typeface="Arial MT"/>
              </a:rPr>
              <a:t>chooses</a:t>
            </a:r>
            <a:r>
              <a:rPr sz="1600" spc="25" dirty="0">
                <a:latin typeface="Arial MT"/>
                <a:cs typeface="Arial MT"/>
              </a:rPr>
              <a:t> </a:t>
            </a:r>
            <a:r>
              <a:rPr sz="1600" dirty="0">
                <a:solidFill>
                  <a:srgbClr val="2F2F2F"/>
                </a:solidFill>
                <a:latin typeface="Arial MT"/>
                <a:cs typeface="Arial MT"/>
              </a:rPr>
              <a:t>an</a:t>
            </a:r>
            <a:r>
              <a:rPr sz="1600" spc="65" dirty="0">
                <a:solidFill>
                  <a:srgbClr val="2F2F2F"/>
                </a:solidFill>
                <a:latin typeface="Arial MT"/>
                <a:cs typeface="Arial MT"/>
              </a:rPr>
              <a:t> </a:t>
            </a:r>
            <a:r>
              <a:rPr sz="1600" dirty="0">
                <a:latin typeface="Arial MT"/>
                <a:cs typeface="Arial MT"/>
              </a:rPr>
              <a:t>option</a:t>
            </a:r>
            <a:r>
              <a:rPr sz="1600" spc="60" dirty="0">
                <a:latin typeface="Arial MT"/>
                <a:cs typeface="Arial MT"/>
              </a:rPr>
              <a:t> </a:t>
            </a:r>
            <a:r>
              <a:rPr sz="1600" dirty="0">
                <a:latin typeface="Arial MT"/>
                <a:cs typeface="Arial MT"/>
              </a:rPr>
              <a:t>to</a:t>
            </a:r>
            <a:r>
              <a:rPr sz="1600" spc="60" dirty="0">
                <a:latin typeface="Arial MT"/>
                <a:cs typeface="Arial MT"/>
              </a:rPr>
              <a:t> </a:t>
            </a:r>
            <a:r>
              <a:rPr sz="1600" spc="-10" dirty="0">
                <a:solidFill>
                  <a:srgbClr val="131313"/>
                </a:solidFill>
                <a:latin typeface="Arial MT"/>
                <a:cs typeface="Arial MT"/>
              </a:rPr>
              <a:t>receive</a:t>
            </a:r>
            <a:r>
              <a:rPr sz="1600" spc="85" dirty="0">
                <a:solidFill>
                  <a:srgbClr val="131313"/>
                </a:solidFill>
                <a:latin typeface="Arial MT"/>
                <a:cs typeface="Arial MT"/>
              </a:rPr>
              <a:t> </a:t>
            </a:r>
            <a:r>
              <a:rPr sz="1600" spc="-10" dirty="0">
                <a:latin typeface="Arial MT"/>
                <a:cs typeface="Arial MT"/>
              </a:rPr>
              <a:t>data.</a:t>
            </a:r>
            <a:endParaRPr sz="1600">
              <a:latin typeface="Arial MT"/>
              <a:cs typeface="Arial MT"/>
            </a:endParaRPr>
          </a:p>
          <a:p>
            <a:pPr marL="22225">
              <a:lnSpc>
                <a:spcPct val="100000"/>
              </a:lnSpc>
              <a:spcBef>
                <a:spcPts val="254"/>
              </a:spcBef>
            </a:pPr>
            <a:r>
              <a:rPr sz="1600" dirty="0">
                <a:latin typeface="Arial MT"/>
                <a:cs typeface="Arial MT"/>
              </a:rPr>
              <a:t>Amazon</a:t>
            </a:r>
            <a:r>
              <a:rPr sz="1600" spc="215" dirty="0">
                <a:latin typeface="Arial MT"/>
                <a:cs typeface="Arial MT"/>
              </a:rPr>
              <a:t> </a:t>
            </a:r>
            <a:r>
              <a:rPr sz="1600" spc="-85" dirty="0">
                <a:solidFill>
                  <a:srgbClr val="1D1D1D"/>
                </a:solidFill>
                <a:latin typeface="Arial MT"/>
                <a:cs typeface="Arial MT"/>
              </a:rPr>
              <a:t>API</a:t>
            </a:r>
            <a:r>
              <a:rPr sz="1600" spc="45" dirty="0">
                <a:solidFill>
                  <a:srgbClr val="1D1D1D"/>
                </a:solidFill>
                <a:latin typeface="Arial MT"/>
                <a:cs typeface="Arial MT"/>
              </a:rPr>
              <a:t> </a:t>
            </a:r>
            <a:r>
              <a:rPr sz="1600" dirty="0">
                <a:latin typeface="Arial MT"/>
                <a:cs typeface="Arial MT"/>
              </a:rPr>
              <a:t>Gateway</a:t>
            </a:r>
            <a:r>
              <a:rPr sz="1600" spc="150" dirty="0">
                <a:latin typeface="Arial MT"/>
                <a:cs typeface="Arial MT"/>
              </a:rPr>
              <a:t> </a:t>
            </a:r>
            <a:r>
              <a:rPr sz="1600" spc="50" dirty="0">
                <a:latin typeface="Arial MT"/>
                <a:cs typeface="Arial MT"/>
              </a:rPr>
              <a:t>will</a:t>
            </a:r>
            <a:r>
              <a:rPr sz="1600" spc="-65" dirty="0">
                <a:latin typeface="Arial MT"/>
                <a:cs typeface="Arial MT"/>
              </a:rPr>
              <a:t> </a:t>
            </a:r>
            <a:r>
              <a:rPr sz="1600" dirty="0">
                <a:latin typeface="Arial MT"/>
                <a:cs typeface="Arial MT"/>
              </a:rPr>
              <a:t>then</a:t>
            </a:r>
            <a:r>
              <a:rPr sz="1600" spc="-25" dirty="0">
                <a:latin typeface="Arial MT"/>
                <a:cs typeface="Arial MT"/>
              </a:rPr>
              <a:t> </a:t>
            </a:r>
            <a:r>
              <a:rPr sz="1600" dirty="0">
                <a:latin typeface="Arial MT"/>
                <a:cs typeface="Arial MT"/>
              </a:rPr>
              <a:t>trigger</a:t>
            </a:r>
            <a:r>
              <a:rPr sz="1600" spc="100" dirty="0">
                <a:latin typeface="Arial MT"/>
                <a:cs typeface="Arial MT"/>
              </a:rPr>
              <a:t> </a:t>
            </a:r>
            <a:r>
              <a:rPr sz="1600" dirty="0">
                <a:latin typeface="Arial MT"/>
                <a:cs typeface="Arial MT"/>
              </a:rPr>
              <a:t>Lambda</a:t>
            </a:r>
            <a:r>
              <a:rPr sz="1600" spc="145" dirty="0">
                <a:latin typeface="Arial MT"/>
                <a:cs typeface="Arial MT"/>
              </a:rPr>
              <a:t> </a:t>
            </a:r>
            <a:r>
              <a:rPr sz="1600" dirty="0">
                <a:latin typeface="Arial MT"/>
                <a:cs typeface="Arial MT"/>
              </a:rPr>
              <a:t>to</a:t>
            </a:r>
            <a:r>
              <a:rPr sz="1600" spc="250" dirty="0">
                <a:latin typeface="Arial MT"/>
                <a:cs typeface="Arial MT"/>
              </a:rPr>
              <a:t> </a:t>
            </a:r>
            <a:r>
              <a:rPr sz="1600" spc="-10" dirty="0">
                <a:latin typeface="Arial MT"/>
                <a:cs typeface="Arial MT"/>
              </a:rPr>
              <a:t>retrieve</a:t>
            </a:r>
            <a:endParaRPr sz="1600">
              <a:latin typeface="Arial MT"/>
              <a:cs typeface="Arial MT"/>
            </a:endParaRPr>
          </a:p>
          <a:p>
            <a:pPr marL="18415" marR="749300" indent="5715">
              <a:lnSpc>
                <a:spcPct val="117000"/>
              </a:lnSpc>
              <a:spcBef>
                <a:spcPts val="65"/>
              </a:spcBef>
            </a:pPr>
            <a:r>
              <a:rPr sz="1550" dirty="0">
                <a:latin typeface="Arial MT"/>
                <a:cs typeface="Arial MT"/>
              </a:rPr>
              <a:t>data</a:t>
            </a:r>
            <a:r>
              <a:rPr sz="1550" spc="105" dirty="0">
                <a:latin typeface="Arial MT"/>
                <a:cs typeface="Arial MT"/>
              </a:rPr>
              <a:t> </a:t>
            </a:r>
            <a:r>
              <a:rPr sz="1550" spc="80" dirty="0">
                <a:latin typeface="Arial MT"/>
                <a:cs typeface="Arial MT"/>
              </a:rPr>
              <a:t>from</a:t>
            </a:r>
            <a:r>
              <a:rPr sz="1550" spc="55" dirty="0">
                <a:latin typeface="Arial MT"/>
                <a:cs typeface="Arial MT"/>
              </a:rPr>
              <a:t> </a:t>
            </a:r>
            <a:r>
              <a:rPr sz="1550" dirty="0">
                <a:latin typeface="Arial MT"/>
                <a:cs typeface="Arial MT"/>
              </a:rPr>
              <a:t>DynamoDB</a:t>
            </a:r>
            <a:r>
              <a:rPr sz="1550" spc="160" dirty="0">
                <a:latin typeface="Arial MT"/>
                <a:cs typeface="Arial MT"/>
              </a:rPr>
              <a:t> </a:t>
            </a:r>
            <a:r>
              <a:rPr sz="1550" dirty="0">
                <a:latin typeface="Arial MT"/>
                <a:cs typeface="Arial MT"/>
              </a:rPr>
              <a:t>and</a:t>
            </a:r>
            <a:r>
              <a:rPr sz="1550" spc="40" dirty="0">
                <a:latin typeface="Arial MT"/>
                <a:cs typeface="Arial MT"/>
              </a:rPr>
              <a:t> </a:t>
            </a:r>
            <a:r>
              <a:rPr sz="1550" dirty="0">
                <a:latin typeface="Arial MT"/>
                <a:cs typeface="Arial MT"/>
              </a:rPr>
              <a:t>send</a:t>
            </a:r>
            <a:r>
              <a:rPr sz="1550" spc="65" dirty="0">
                <a:latin typeface="Arial MT"/>
                <a:cs typeface="Arial MT"/>
              </a:rPr>
              <a:t> </a:t>
            </a:r>
            <a:r>
              <a:rPr sz="1550" dirty="0">
                <a:latin typeface="Arial MT"/>
                <a:cs typeface="Arial MT"/>
              </a:rPr>
              <a:t>it</a:t>
            </a:r>
            <a:r>
              <a:rPr sz="1550" spc="195" dirty="0">
                <a:latin typeface="Arial MT"/>
                <a:cs typeface="Arial MT"/>
              </a:rPr>
              <a:t> </a:t>
            </a:r>
            <a:r>
              <a:rPr sz="1550" dirty="0">
                <a:latin typeface="Arial MT"/>
                <a:cs typeface="Arial MT"/>
              </a:rPr>
              <a:t>back</a:t>
            </a:r>
            <a:r>
              <a:rPr sz="1550" spc="120" dirty="0">
                <a:latin typeface="Arial MT"/>
                <a:cs typeface="Arial MT"/>
              </a:rPr>
              <a:t> </a:t>
            </a:r>
            <a:r>
              <a:rPr sz="1550" dirty="0">
                <a:solidFill>
                  <a:srgbClr val="131313"/>
                </a:solidFill>
                <a:latin typeface="Arial MT"/>
                <a:cs typeface="Arial MT"/>
              </a:rPr>
              <a:t>to</a:t>
            </a:r>
            <a:r>
              <a:rPr sz="1550" spc="235" dirty="0">
                <a:solidFill>
                  <a:srgbClr val="131313"/>
                </a:solidFill>
                <a:latin typeface="Arial MT"/>
                <a:cs typeface="Arial MT"/>
              </a:rPr>
              <a:t> </a:t>
            </a:r>
            <a:r>
              <a:rPr sz="1550" dirty="0">
                <a:latin typeface="Arial MT"/>
                <a:cs typeface="Arial MT"/>
              </a:rPr>
              <a:t>the</a:t>
            </a:r>
            <a:r>
              <a:rPr sz="1550" spc="280" dirty="0">
                <a:latin typeface="Arial MT"/>
                <a:cs typeface="Arial MT"/>
              </a:rPr>
              <a:t> </a:t>
            </a:r>
            <a:r>
              <a:rPr sz="1550" spc="-30" dirty="0">
                <a:solidFill>
                  <a:srgbClr val="0A0A0A"/>
                </a:solidFill>
                <a:latin typeface="Arial MT"/>
                <a:cs typeface="Arial MT"/>
              </a:rPr>
              <a:t>Msr'r's </a:t>
            </a:r>
            <a:r>
              <a:rPr sz="1550" spc="-10" dirty="0">
                <a:latin typeface="Arial MT"/>
                <a:cs typeface="Arial MT"/>
              </a:rPr>
              <a:t>interface.</a:t>
            </a:r>
            <a:endParaRPr sz="1550">
              <a:latin typeface="Arial MT"/>
              <a:cs typeface="Arial MT"/>
            </a:endParaRPr>
          </a:p>
        </p:txBody>
      </p:sp>
    </p:spTree>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1370964" y="365125"/>
            <a:ext cx="9450070" cy="5267960"/>
            <a:chOff x="1370964" y="365125"/>
            <a:chExt cx="9450070" cy="5267960"/>
          </a:xfrm>
        </p:grpSpPr>
        <p:pic>
          <p:nvPicPr>
            <p:cNvPr id="3" name="object 3"/>
            <p:cNvPicPr/>
            <p:nvPr/>
          </p:nvPicPr>
          <p:blipFill>
            <a:blip r:embed="rId2" cstate="print"/>
            <a:stretch>
              <a:fillRect/>
            </a:stretch>
          </p:blipFill>
          <p:spPr>
            <a:xfrm>
              <a:off x="1370964" y="365125"/>
              <a:ext cx="9449816" cy="5267959"/>
            </a:xfrm>
            <a:prstGeom prst="rect">
              <a:avLst/>
            </a:prstGeom>
          </p:spPr>
        </p:pic>
        <p:pic>
          <p:nvPicPr>
            <p:cNvPr id="4" name="object 4"/>
            <p:cNvPicPr/>
            <p:nvPr/>
          </p:nvPicPr>
          <p:blipFill>
            <a:blip r:embed="rId3" cstate="print"/>
            <a:stretch>
              <a:fillRect/>
            </a:stretch>
          </p:blipFill>
          <p:spPr>
            <a:xfrm>
              <a:off x="1694849" y="5418747"/>
              <a:ext cx="2652998" cy="109550"/>
            </a:xfrm>
            <a:prstGeom prst="rect">
              <a:avLst/>
            </a:prstGeom>
          </p:spPr>
        </p:pic>
      </p:grpSp>
      <p:sp>
        <p:nvSpPr>
          <p:cNvPr id="5" name="object 5"/>
          <p:cNvSpPr txBox="1"/>
          <p:nvPr/>
        </p:nvSpPr>
        <p:spPr>
          <a:xfrm>
            <a:off x="4804900" y="1366959"/>
            <a:ext cx="5400040" cy="576580"/>
          </a:xfrm>
          <a:prstGeom prst="rect">
            <a:avLst/>
          </a:prstGeom>
        </p:spPr>
        <p:txBody>
          <a:bodyPr vert="horz" wrap="square" lIns="0" tIns="10795" rIns="0" bIns="0" rtlCol="0">
            <a:spAutoFit/>
          </a:bodyPr>
          <a:lstStyle/>
          <a:p>
            <a:pPr marL="12700" marR="5080" indent="2540">
              <a:lnSpc>
                <a:spcPct val="100699"/>
              </a:lnSpc>
              <a:spcBef>
                <a:spcPts val="85"/>
              </a:spcBef>
            </a:pPr>
            <a:r>
              <a:rPr sz="1800" spc="-20" dirty="0">
                <a:latin typeface="Times New Roman"/>
                <a:cs typeface="Times New Roman"/>
              </a:rPr>
              <a:t>Choose</a:t>
            </a:r>
            <a:r>
              <a:rPr sz="1800" spc="50" dirty="0">
                <a:latin typeface="Times New Roman"/>
                <a:cs typeface="Times New Roman"/>
              </a:rPr>
              <a:t> </a:t>
            </a:r>
            <a:r>
              <a:rPr sz="1800" dirty="0">
                <a:latin typeface="Times New Roman"/>
                <a:cs typeface="Times New Roman"/>
              </a:rPr>
              <a:t>each</a:t>
            </a:r>
            <a:r>
              <a:rPr sz="1800" spc="110" dirty="0">
                <a:latin typeface="Times New Roman"/>
                <a:cs typeface="Times New Roman"/>
              </a:rPr>
              <a:t> </a:t>
            </a:r>
            <a:r>
              <a:rPr sz="1800" dirty="0">
                <a:latin typeface="Times New Roman"/>
                <a:cs typeface="Times New Roman"/>
              </a:rPr>
              <a:t>button</a:t>
            </a:r>
            <a:r>
              <a:rPr sz="1800" spc="100" dirty="0">
                <a:latin typeface="Times New Roman"/>
                <a:cs typeface="Times New Roman"/>
              </a:rPr>
              <a:t> </a:t>
            </a:r>
            <a:r>
              <a:rPr sz="1800" dirty="0">
                <a:solidFill>
                  <a:srgbClr val="262626"/>
                </a:solidFill>
                <a:latin typeface="Times New Roman"/>
                <a:cs typeface="Times New Roman"/>
              </a:rPr>
              <a:t>to</a:t>
            </a:r>
            <a:r>
              <a:rPr sz="1800" spc="-30" dirty="0">
                <a:solidFill>
                  <a:srgbClr val="262626"/>
                </a:solidFill>
                <a:latin typeface="Times New Roman"/>
                <a:cs typeface="Times New Roman"/>
              </a:rPr>
              <a:t> </a:t>
            </a:r>
            <a:r>
              <a:rPr sz="1800" spc="-10" dirty="0">
                <a:solidFill>
                  <a:srgbClr val="0C0C0C"/>
                </a:solidFill>
                <a:latin typeface="Times New Roman"/>
                <a:cs typeface="Times New Roman"/>
              </a:rPr>
              <a:t>learn</a:t>
            </a:r>
            <a:r>
              <a:rPr sz="1800" spc="145" dirty="0">
                <a:solidFill>
                  <a:srgbClr val="0C0C0C"/>
                </a:solidFill>
                <a:latin typeface="Times New Roman"/>
                <a:cs typeface="Times New Roman"/>
              </a:rPr>
              <a:t> </a:t>
            </a:r>
            <a:r>
              <a:rPr sz="1800" dirty="0">
                <a:solidFill>
                  <a:srgbClr val="131313"/>
                </a:solidFill>
                <a:latin typeface="Times New Roman"/>
                <a:cs typeface="Times New Roman"/>
              </a:rPr>
              <a:t>more</a:t>
            </a:r>
            <a:r>
              <a:rPr sz="1800" spc="25" dirty="0">
                <a:solidFill>
                  <a:srgbClr val="131313"/>
                </a:solidFill>
                <a:latin typeface="Times New Roman"/>
                <a:cs typeface="Times New Roman"/>
              </a:rPr>
              <a:t> </a:t>
            </a:r>
            <a:r>
              <a:rPr sz="1800" dirty="0">
                <a:latin typeface="Times New Roman"/>
                <a:cs typeface="Times New Roman"/>
              </a:rPr>
              <a:t>about</a:t>
            </a:r>
            <a:r>
              <a:rPr sz="1800" spc="50" dirty="0">
                <a:latin typeface="Times New Roman"/>
                <a:cs typeface="Times New Roman"/>
              </a:rPr>
              <a:t> </a:t>
            </a:r>
            <a:r>
              <a:rPr sz="1800" spc="-40" dirty="0">
                <a:latin typeface="Times New Roman"/>
                <a:cs typeface="Times New Roman"/>
              </a:rPr>
              <a:t>ways</a:t>
            </a:r>
            <a:r>
              <a:rPr sz="1800" dirty="0">
                <a:latin typeface="Times New Roman"/>
                <a:cs typeface="Times New Roman"/>
              </a:rPr>
              <a:t> </a:t>
            </a:r>
            <a:r>
              <a:rPr sz="1800" spc="-10" dirty="0">
                <a:latin typeface="Times New Roman"/>
                <a:cs typeface="Times New Roman"/>
              </a:rPr>
              <a:t>you</a:t>
            </a:r>
            <a:r>
              <a:rPr sz="1800" spc="45" dirty="0">
                <a:latin typeface="Times New Roman"/>
                <a:cs typeface="Times New Roman"/>
              </a:rPr>
              <a:t> </a:t>
            </a:r>
            <a:r>
              <a:rPr sz="1800" dirty="0">
                <a:latin typeface="Times New Roman"/>
                <a:cs typeface="Times New Roman"/>
              </a:rPr>
              <a:t>can</a:t>
            </a:r>
            <a:r>
              <a:rPr sz="1800" spc="145" dirty="0">
                <a:latin typeface="Times New Roman"/>
                <a:cs typeface="Times New Roman"/>
              </a:rPr>
              <a:t> </a:t>
            </a:r>
            <a:r>
              <a:rPr sz="1800" spc="-25" dirty="0">
                <a:latin typeface="Times New Roman"/>
                <a:cs typeface="Times New Roman"/>
              </a:rPr>
              <a:t>use </a:t>
            </a:r>
            <a:r>
              <a:rPr sz="1800" spc="-40" dirty="0">
                <a:latin typeface="Times New Roman"/>
                <a:cs typeface="Times New Roman"/>
              </a:rPr>
              <a:t>Amazon</a:t>
            </a:r>
            <a:r>
              <a:rPr sz="1800" spc="135" dirty="0">
                <a:latin typeface="Times New Roman"/>
                <a:cs typeface="Times New Roman"/>
              </a:rPr>
              <a:t> </a:t>
            </a:r>
            <a:r>
              <a:rPr sz="1800" spc="-10" dirty="0">
                <a:latin typeface="Times New Roman"/>
                <a:cs typeface="Times New Roman"/>
              </a:rPr>
              <a:t>DynamoDB.</a:t>
            </a:r>
            <a:endParaRPr sz="1800">
              <a:latin typeface="Times New Roman"/>
              <a:cs typeface="Times New Roman"/>
            </a:endParaRP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365885" y="1355844"/>
            <a:ext cx="3134061" cy="3915245"/>
          </a:xfrm>
          <a:prstGeom prst="rect">
            <a:avLst/>
          </a:prstGeom>
        </p:spPr>
      </p:pic>
      <p:pic>
        <p:nvPicPr>
          <p:cNvPr id="3" name="object 3"/>
          <p:cNvPicPr/>
          <p:nvPr/>
        </p:nvPicPr>
        <p:blipFill>
          <a:blip r:embed="rId3" cstate="print"/>
          <a:stretch>
            <a:fillRect/>
          </a:stretch>
        </p:blipFill>
        <p:spPr>
          <a:xfrm>
            <a:off x="4576154" y="2070304"/>
            <a:ext cx="6191915" cy="542990"/>
          </a:xfrm>
          <a:prstGeom prst="rect">
            <a:avLst/>
          </a:prstGeom>
        </p:spPr>
      </p:pic>
      <p:sp>
        <p:nvSpPr>
          <p:cNvPr id="4" name="object 4"/>
          <p:cNvSpPr/>
          <p:nvPr/>
        </p:nvSpPr>
        <p:spPr>
          <a:xfrm>
            <a:off x="1365885" y="365125"/>
            <a:ext cx="9450070" cy="867410"/>
          </a:xfrm>
          <a:custGeom>
            <a:avLst/>
            <a:gdLst/>
            <a:ahLst/>
            <a:cxnLst/>
            <a:rect l="l" t="t" r="r" b="b"/>
            <a:pathLst>
              <a:path w="9450070" h="867410">
                <a:moveTo>
                  <a:pt x="9448800" y="866775"/>
                </a:moveTo>
                <a:lnTo>
                  <a:pt x="0" y="866775"/>
                </a:lnTo>
                <a:lnTo>
                  <a:pt x="0" y="0"/>
                </a:lnTo>
                <a:lnTo>
                  <a:pt x="9448800" y="0"/>
                </a:lnTo>
                <a:lnTo>
                  <a:pt x="9448800" y="866775"/>
                </a:lnTo>
                <a:close/>
              </a:path>
            </a:pathLst>
          </a:custGeom>
          <a:solidFill>
            <a:srgbClr val="369387"/>
          </a:solidFill>
        </p:spPr>
        <p:txBody>
          <a:bodyPr wrap="square" lIns="0" tIns="0" rIns="0" bIns="0" rtlCol="0"/>
          <a:lstStyle/>
          <a:p>
            <a:endParaRPr/>
          </a:p>
        </p:txBody>
      </p:sp>
      <p:sp>
        <p:nvSpPr>
          <p:cNvPr id="5" name="object 5" descr="$PPTXTitle"/>
          <p:cNvSpPr txBox="1">
            <a:spLocks noGrp="1"/>
          </p:cNvSpPr>
          <p:nvPr>
            <p:ph type="title"/>
          </p:nvPr>
        </p:nvSpPr>
        <p:spPr>
          <a:prstGeom prst="rect">
            <a:avLst/>
          </a:prstGeom>
        </p:spPr>
        <p:txBody>
          <a:bodyPr vert="horz" wrap="square" lIns="0" tIns="12700" rIns="0" bIns="0" rtlCol="0">
            <a:spAutoFit/>
          </a:bodyPr>
          <a:lstStyle/>
          <a:p>
            <a:pPr>
              <a:lnSpc>
                <a:spcPct val="100000"/>
              </a:lnSpc>
              <a:spcBef>
                <a:spcPts val="100"/>
              </a:spcBef>
            </a:pPr>
            <a:r>
              <a:rPr sz="3050" spc="-20" dirty="0">
                <a:solidFill>
                  <a:srgbClr val="368E82"/>
                </a:solidFill>
                <a:latin typeface="Arial MT"/>
                <a:cs typeface="Arial MT"/>
              </a:rPr>
              <a:t>Amazon</a:t>
            </a:r>
            <a:r>
              <a:rPr sz="3050" spc="-70" dirty="0">
                <a:solidFill>
                  <a:srgbClr val="368E82"/>
                </a:solidFill>
                <a:latin typeface="Arial MT"/>
                <a:cs typeface="Arial MT"/>
              </a:rPr>
              <a:t> </a:t>
            </a:r>
            <a:r>
              <a:rPr sz="3050" spc="-65" dirty="0">
                <a:solidFill>
                  <a:srgbClr val="FFFFFF"/>
                </a:solidFill>
                <a:latin typeface="Arial MT"/>
                <a:cs typeface="Arial MT"/>
              </a:rPr>
              <a:t>DynamoDB</a:t>
            </a:r>
            <a:endParaRPr sz="3050">
              <a:latin typeface="Arial MT"/>
              <a:cs typeface="Arial MT"/>
            </a:endParaRPr>
          </a:p>
        </p:txBody>
      </p:sp>
      <p:sp>
        <p:nvSpPr>
          <p:cNvPr id="6" name="object 6"/>
          <p:cNvSpPr txBox="1"/>
          <p:nvPr/>
        </p:nvSpPr>
        <p:spPr>
          <a:xfrm>
            <a:off x="9037260" y="473088"/>
            <a:ext cx="511175" cy="407034"/>
          </a:xfrm>
          <a:prstGeom prst="rect">
            <a:avLst/>
          </a:prstGeom>
        </p:spPr>
        <p:txBody>
          <a:bodyPr vert="horz" wrap="square" lIns="0" tIns="12700" rIns="0" bIns="0" rtlCol="0">
            <a:spAutoFit/>
          </a:bodyPr>
          <a:lstStyle/>
          <a:p>
            <a:pPr>
              <a:lnSpc>
                <a:spcPct val="100000"/>
              </a:lnSpc>
              <a:spcBef>
                <a:spcPts val="100"/>
              </a:spcBef>
            </a:pPr>
            <a:r>
              <a:rPr sz="2500" spc="-355" dirty="0">
                <a:solidFill>
                  <a:srgbClr val="3F8089"/>
                </a:solidFill>
                <a:latin typeface="Verdana"/>
                <a:cs typeface="Verdana"/>
              </a:rPr>
              <a:t>aws</a:t>
            </a:r>
            <a:endParaRPr sz="2500">
              <a:latin typeface="Verdana"/>
              <a:cs typeface="Verdana"/>
            </a:endParaRPr>
          </a:p>
        </p:txBody>
      </p:sp>
      <p:sp>
        <p:nvSpPr>
          <p:cNvPr id="7" name="object 7"/>
          <p:cNvSpPr txBox="1"/>
          <p:nvPr/>
        </p:nvSpPr>
        <p:spPr>
          <a:xfrm>
            <a:off x="1657861" y="5393342"/>
            <a:ext cx="2663190" cy="132715"/>
          </a:xfrm>
          <a:prstGeom prst="rect">
            <a:avLst/>
          </a:prstGeom>
        </p:spPr>
        <p:txBody>
          <a:bodyPr vert="horz" wrap="square" lIns="0" tIns="12700" rIns="0" bIns="0" rtlCol="0">
            <a:spAutoFit/>
          </a:bodyPr>
          <a:lstStyle/>
          <a:p>
            <a:pPr marL="12700">
              <a:lnSpc>
                <a:spcPct val="100000"/>
              </a:lnSpc>
              <a:spcBef>
                <a:spcPts val="100"/>
              </a:spcBef>
            </a:pPr>
            <a:r>
              <a:rPr sz="700" spc="-85" dirty="0">
                <a:solidFill>
                  <a:srgbClr val="565656"/>
                </a:solidFill>
                <a:latin typeface="Arial MT"/>
                <a:cs typeface="Arial MT"/>
              </a:rPr>
              <a:t>1</a:t>
            </a:r>
            <a:r>
              <a:rPr sz="700" spc="190" dirty="0">
                <a:solidFill>
                  <a:srgbClr val="565656"/>
                </a:solidFill>
                <a:latin typeface="Arial MT"/>
                <a:cs typeface="Arial MT"/>
              </a:rPr>
              <a:t> </a:t>
            </a:r>
            <a:r>
              <a:rPr sz="700" spc="-10" dirty="0">
                <a:solidFill>
                  <a:srgbClr val="565656"/>
                </a:solidFill>
                <a:latin typeface="Arial MT"/>
                <a:cs typeface="Arial MT"/>
              </a:rPr>
              <a:t>20?</a:t>
            </a:r>
            <a:r>
              <a:rPr sz="700" spc="-135" dirty="0">
                <a:solidFill>
                  <a:srgbClr val="565656"/>
                </a:solidFill>
                <a:latin typeface="Arial MT"/>
                <a:cs typeface="Arial MT"/>
              </a:rPr>
              <a:t> </a:t>
            </a:r>
            <a:r>
              <a:rPr sz="700" dirty="0">
                <a:solidFill>
                  <a:srgbClr val="A0A0A0"/>
                </a:solidFill>
                <a:latin typeface="Arial MT"/>
                <a:cs typeface="Arial MT"/>
              </a:rPr>
              <a:t>1</a:t>
            </a:r>
            <a:r>
              <a:rPr sz="700" spc="10" dirty="0">
                <a:solidFill>
                  <a:srgbClr val="A0A0A0"/>
                </a:solidFill>
                <a:latin typeface="Arial MT"/>
                <a:cs typeface="Arial MT"/>
              </a:rPr>
              <a:t> </a:t>
            </a:r>
            <a:r>
              <a:rPr sz="700" spc="50" dirty="0">
                <a:solidFill>
                  <a:srgbClr val="7B7B7B"/>
                </a:solidFill>
                <a:latin typeface="Arial MT"/>
                <a:cs typeface="Arial MT"/>
              </a:rPr>
              <a:t>Amaze</a:t>
            </a:r>
            <a:r>
              <a:rPr sz="700" spc="15" dirty="0">
                <a:solidFill>
                  <a:srgbClr val="7B7B7B"/>
                </a:solidFill>
                <a:latin typeface="Arial MT"/>
                <a:cs typeface="Arial MT"/>
              </a:rPr>
              <a:t> </a:t>
            </a:r>
            <a:r>
              <a:rPr sz="700" dirty="0">
                <a:solidFill>
                  <a:srgbClr val="696969"/>
                </a:solidFill>
                <a:latin typeface="Arial MT"/>
                <a:cs typeface="Arial MT"/>
              </a:rPr>
              <a:t>Weo</a:t>
            </a:r>
            <a:r>
              <a:rPr sz="700" spc="325" dirty="0">
                <a:solidFill>
                  <a:srgbClr val="696969"/>
                </a:solidFill>
                <a:latin typeface="Arial MT"/>
                <a:cs typeface="Arial MT"/>
              </a:rPr>
              <a:t> </a:t>
            </a:r>
            <a:r>
              <a:rPr sz="700" dirty="0">
                <a:solidFill>
                  <a:srgbClr val="8A8A8A"/>
                </a:solidFill>
                <a:latin typeface="Arial MT"/>
                <a:cs typeface="Arial MT"/>
              </a:rPr>
              <a:t>er</a:t>
            </a:r>
            <a:r>
              <a:rPr sz="700" spc="484" dirty="0">
                <a:solidFill>
                  <a:srgbClr val="8A8A8A"/>
                </a:solidFill>
                <a:latin typeface="Arial MT"/>
                <a:cs typeface="Arial MT"/>
              </a:rPr>
              <a:t> </a:t>
            </a:r>
            <a:r>
              <a:rPr sz="700" dirty="0">
                <a:solidFill>
                  <a:srgbClr val="8A8A8A"/>
                </a:solidFill>
                <a:latin typeface="Arial MT"/>
                <a:cs typeface="Arial MT"/>
              </a:rPr>
              <a:t>a•\</a:t>
            </a:r>
            <a:r>
              <a:rPr sz="700" spc="55" dirty="0">
                <a:solidFill>
                  <a:srgbClr val="8A8A8A"/>
                </a:solidFill>
                <a:latin typeface="Arial MT"/>
                <a:cs typeface="Arial MT"/>
              </a:rPr>
              <a:t> </a:t>
            </a:r>
            <a:r>
              <a:rPr sz="700" dirty="0">
                <a:solidFill>
                  <a:srgbClr val="898989"/>
                </a:solidFill>
                <a:latin typeface="Arial MT"/>
                <a:cs typeface="Arial MT"/>
              </a:rPr>
              <a:t>inc</a:t>
            </a:r>
            <a:r>
              <a:rPr sz="700" spc="70" dirty="0">
                <a:solidFill>
                  <a:srgbClr val="898989"/>
                </a:solidFill>
                <a:latin typeface="Arial MT"/>
                <a:cs typeface="Arial MT"/>
              </a:rPr>
              <a:t> </a:t>
            </a:r>
            <a:r>
              <a:rPr sz="700" dirty="0">
                <a:solidFill>
                  <a:srgbClr val="959595"/>
                </a:solidFill>
                <a:latin typeface="Arial MT"/>
                <a:cs typeface="Arial MT"/>
              </a:rPr>
              <a:t>or</a:t>
            </a:r>
            <a:r>
              <a:rPr sz="700" spc="-10" dirty="0">
                <a:solidFill>
                  <a:srgbClr val="959595"/>
                </a:solidFill>
                <a:latin typeface="Arial MT"/>
                <a:cs typeface="Arial MT"/>
              </a:rPr>
              <a:t> </a:t>
            </a:r>
            <a:r>
              <a:rPr sz="700" spc="-145" dirty="0">
                <a:solidFill>
                  <a:srgbClr val="626262"/>
                </a:solidFill>
                <a:latin typeface="Arial MT"/>
                <a:cs typeface="Arial MT"/>
              </a:rPr>
              <a:t>me</a:t>
            </a:r>
            <a:r>
              <a:rPr sz="700" spc="-60" dirty="0">
                <a:solidFill>
                  <a:srgbClr val="626262"/>
                </a:solidFill>
                <a:latin typeface="Arial MT"/>
                <a:cs typeface="Arial MT"/>
              </a:rPr>
              <a:t> </a:t>
            </a:r>
            <a:r>
              <a:rPr sz="700" spc="-10" dirty="0">
                <a:solidFill>
                  <a:srgbClr val="343434"/>
                </a:solidFill>
                <a:latin typeface="Arial MT"/>
                <a:cs typeface="Arial MT"/>
              </a:rPr>
              <a:t>afhliares.</a:t>
            </a:r>
            <a:r>
              <a:rPr sz="700" spc="20" dirty="0">
                <a:solidFill>
                  <a:srgbClr val="343434"/>
                </a:solidFill>
                <a:latin typeface="Arial MT"/>
                <a:cs typeface="Arial MT"/>
              </a:rPr>
              <a:t> </a:t>
            </a:r>
            <a:r>
              <a:rPr sz="700" spc="-25" dirty="0">
                <a:solidFill>
                  <a:srgbClr val="959595"/>
                </a:solidFill>
                <a:latin typeface="Arial MT"/>
                <a:cs typeface="Arial MT"/>
              </a:rPr>
              <a:t>Alt</a:t>
            </a:r>
            <a:r>
              <a:rPr sz="700" spc="-15" dirty="0">
                <a:solidFill>
                  <a:srgbClr val="959595"/>
                </a:solidFill>
                <a:latin typeface="Arial MT"/>
                <a:cs typeface="Arial MT"/>
              </a:rPr>
              <a:t> </a:t>
            </a:r>
            <a:r>
              <a:rPr sz="700" spc="60" dirty="0">
                <a:solidFill>
                  <a:srgbClr val="626262"/>
                </a:solidFill>
                <a:latin typeface="Arial MT"/>
                <a:cs typeface="Arial MT"/>
              </a:rPr>
              <a:t>nghs</a:t>
            </a:r>
            <a:r>
              <a:rPr sz="700" spc="-30" dirty="0">
                <a:solidFill>
                  <a:srgbClr val="626262"/>
                </a:solidFill>
                <a:latin typeface="Arial MT"/>
                <a:cs typeface="Arial MT"/>
              </a:rPr>
              <a:t> </a:t>
            </a:r>
            <a:r>
              <a:rPr sz="700" spc="-10" dirty="0">
                <a:solidFill>
                  <a:srgbClr val="6E6E6E"/>
                </a:solidFill>
                <a:latin typeface="Arial MT"/>
                <a:cs typeface="Arial MT"/>
              </a:rPr>
              <a:t>reserved</a:t>
            </a:r>
            <a:endParaRPr sz="700">
              <a:latin typeface="Arial MT"/>
              <a:cs typeface="Arial MT"/>
            </a:endParaRPr>
          </a:p>
        </p:txBody>
      </p:sp>
      <p:sp>
        <p:nvSpPr>
          <p:cNvPr id="8" name="object 8"/>
          <p:cNvSpPr txBox="1"/>
          <p:nvPr/>
        </p:nvSpPr>
        <p:spPr>
          <a:xfrm>
            <a:off x="4771797" y="1365121"/>
            <a:ext cx="5409565" cy="574040"/>
          </a:xfrm>
          <a:prstGeom prst="rect">
            <a:avLst/>
          </a:prstGeom>
        </p:spPr>
        <p:txBody>
          <a:bodyPr vert="horz" wrap="square" lIns="0" tIns="31750" rIns="0" bIns="0" rtlCol="0">
            <a:spAutoFit/>
          </a:bodyPr>
          <a:lstStyle/>
          <a:p>
            <a:pPr marL="12700">
              <a:lnSpc>
                <a:spcPct val="100000"/>
              </a:lnSpc>
              <a:spcBef>
                <a:spcPts val="250"/>
              </a:spcBef>
            </a:pPr>
            <a:r>
              <a:rPr sz="1700" spc="-105" dirty="0">
                <a:latin typeface="Arial MT"/>
                <a:cs typeface="Arial MT"/>
              </a:rPr>
              <a:t>Choose</a:t>
            </a:r>
            <a:r>
              <a:rPr sz="1700" spc="-10" dirty="0">
                <a:latin typeface="Arial MT"/>
                <a:cs typeface="Arial MT"/>
              </a:rPr>
              <a:t> </a:t>
            </a:r>
            <a:r>
              <a:rPr sz="1700" spc="-114" dirty="0">
                <a:solidFill>
                  <a:srgbClr val="1A1A1A"/>
                </a:solidFill>
                <a:latin typeface="Arial MT"/>
                <a:cs typeface="Arial MT"/>
              </a:rPr>
              <a:t>each</a:t>
            </a:r>
            <a:r>
              <a:rPr sz="1700" spc="-15" dirty="0">
                <a:solidFill>
                  <a:srgbClr val="1A1A1A"/>
                </a:solidFill>
                <a:latin typeface="Arial MT"/>
                <a:cs typeface="Arial MT"/>
              </a:rPr>
              <a:t> </a:t>
            </a:r>
            <a:r>
              <a:rPr sz="1700" dirty="0">
                <a:latin typeface="Arial MT"/>
                <a:cs typeface="Arial MT"/>
              </a:rPr>
              <a:t>button</a:t>
            </a:r>
            <a:r>
              <a:rPr sz="1700" spc="-30" dirty="0">
                <a:latin typeface="Arial MT"/>
                <a:cs typeface="Arial MT"/>
              </a:rPr>
              <a:t> </a:t>
            </a:r>
            <a:r>
              <a:rPr sz="1700" dirty="0">
                <a:solidFill>
                  <a:srgbClr val="0C0C0C"/>
                </a:solidFill>
                <a:latin typeface="Arial MT"/>
                <a:cs typeface="Arial MT"/>
              </a:rPr>
              <a:t>to</a:t>
            </a:r>
            <a:r>
              <a:rPr sz="1700" spc="65" dirty="0">
                <a:solidFill>
                  <a:srgbClr val="0C0C0C"/>
                </a:solidFill>
                <a:latin typeface="Arial MT"/>
                <a:cs typeface="Arial MT"/>
              </a:rPr>
              <a:t> </a:t>
            </a:r>
            <a:r>
              <a:rPr sz="1700" spc="-45" dirty="0">
                <a:latin typeface="Arial MT"/>
                <a:cs typeface="Arial MT"/>
              </a:rPr>
              <a:t>learn</a:t>
            </a:r>
            <a:r>
              <a:rPr sz="1700" spc="-40" dirty="0">
                <a:latin typeface="Arial MT"/>
                <a:cs typeface="Arial MT"/>
              </a:rPr>
              <a:t> </a:t>
            </a:r>
            <a:r>
              <a:rPr sz="1700" spc="-20" dirty="0">
                <a:latin typeface="Arial MT"/>
                <a:cs typeface="Arial MT"/>
              </a:rPr>
              <a:t>more</a:t>
            </a:r>
            <a:r>
              <a:rPr sz="1700" spc="-35" dirty="0">
                <a:latin typeface="Arial MT"/>
                <a:cs typeface="Arial MT"/>
              </a:rPr>
              <a:t> </a:t>
            </a:r>
            <a:r>
              <a:rPr sz="1700" dirty="0">
                <a:latin typeface="Arial MT"/>
                <a:cs typeface="Arial MT"/>
              </a:rPr>
              <a:t>about</a:t>
            </a:r>
            <a:r>
              <a:rPr sz="1700" spc="45" dirty="0">
                <a:latin typeface="Arial MT"/>
                <a:cs typeface="Arial MT"/>
              </a:rPr>
              <a:t> </a:t>
            </a:r>
            <a:r>
              <a:rPr sz="1700" spc="-114" dirty="0">
                <a:latin typeface="Arial MT"/>
                <a:cs typeface="Arial MT"/>
              </a:rPr>
              <a:t>ways</a:t>
            </a:r>
            <a:r>
              <a:rPr sz="1700" spc="10" dirty="0">
                <a:latin typeface="Arial MT"/>
                <a:cs typeface="Arial MT"/>
              </a:rPr>
              <a:t> </a:t>
            </a:r>
            <a:r>
              <a:rPr sz="1700" spc="-20" dirty="0">
                <a:solidFill>
                  <a:srgbClr val="111111"/>
                </a:solidFill>
                <a:latin typeface="Arial MT"/>
                <a:cs typeface="Arial MT"/>
              </a:rPr>
              <a:t>you</a:t>
            </a:r>
            <a:r>
              <a:rPr sz="1700" spc="-15" dirty="0">
                <a:solidFill>
                  <a:srgbClr val="111111"/>
                </a:solidFill>
                <a:latin typeface="Arial MT"/>
                <a:cs typeface="Arial MT"/>
              </a:rPr>
              <a:t> </a:t>
            </a:r>
            <a:r>
              <a:rPr sz="1700" spc="-95" dirty="0">
                <a:latin typeface="Arial MT"/>
                <a:cs typeface="Arial MT"/>
              </a:rPr>
              <a:t>can</a:t>
            </a:r>
            <a:r>
              <a:rPr sz="1700" spc="-40" dirty="0">
                <a:latin typeface="Arial MT"/>
                <a:cs typeface="Arial MT"/>
              </a:rPr>
              <a:t> </a:t>
            </a:r>
            <a:r>
              <a:rPr sz="1700" spc="-25" dirty="0">
                <a:solidFill>
                  <a:srgbClr val="0C0C0C"/>
                </a:solidFill>
                <a:latin typeface="Arial MT"/>
                <a:cs typeface="Arial MT"/>
              </a:rPr>
              <a:t>use</a:t>
            </a:r>
            <a:endParaRPr sz="1700">
              <a:latin typeface="Arial MT"/>
              <a:cs typeface="Arial MT"/>
            </a:endParaRPr>
          </a:p>
          <a:p>
            <a:pPr marL="13970">
              <a:lnSpc>
                <a:spcPct val="100000"/>
              </a:lnSpc>
              <a:spcBef>
                <a:spcPts val="150"/>
              </a:spcBef>
            </a:pPr>
            <a:r>
              <a:rPr sz="1650" spc="-25" dirty="0">
                <a:latin typeface="Arial MT"/>
                <a:cs typeface="Arial MT"/>
              </a:rPr>
              <a:t>Amazon</a:t>
            </a:r>
            <a:r>
              <a:rPr sz="1650" spc="-70" dirty="0">
                <a:latin typeface="Arial MT"/>
                <a:cs typeface="Arial MT"/>
              </a:rPr>
              <a:t> </a:t>
            </a:r>
            <a:r>
              <a:rPr sz="1650" spc="-10" dirty="0">
                <a:latin typeface="Arial MT"/>
                <a:cs typeface="Arial MT"/>
              </a:rPr>
              <a:t>DynamoDB.</a:t>
            </a:r>
            <a:endParaRPr sz="1650">
              <a:latin typeface="Arial MT"/>
              <a:cs typeface="Arial MT"/>
            </a:endParaRPr>
          </a:p>
        </p:txBody>
      </p:sp>
      <p:sp>
        <p:nvSpPr>
          <p:cNvPr id="9" name="object 9"/>
          <p:cNvSpPr txBox="1"/>
          <p:nvPr/>
        </p:nvSpPr>
        <p:spPr>
          <a:xfrm>
            <a:off x="4764592" y="2756189"/>
            <a:ext cx="5457825" cy="2362835"/>
          </a:xfrm>
          <a:prstGeom prst="rect">
            <a:avLst/>
          </a:prstGeom>
        </p:spPr>
        <p:txBody>
          <a:bodyPr vert="horz" wrap="square" lIns="0" tIns="12700" rIns="0" bIns="0" rtlCol="0">
            <a:spAutoFit/>
          </a:bodyPr>
          <a:lstStyle/>
          <a:p>
            <a:pPr marL="12700" marR="5080" indent="1905">
              <a:lnSpc>
                <a:spcPct val="99900"/>
              </a:lnSpc>
              <a:spcBef>
                <a:spcPts val="100"/>
              </a:spcBef>
            </a:pPr>
            <a:r>
              <a:rPr sz="1700" spc="-145" dirty="0">
                <a:solidFill>
                  <a:srgbClr val="0F0F0F"/>
                </a:solidFill>
                <a:latin typeface="Arial MT"/>
                <a:cs typeface="Arial MT"/>
              </a:rPr>
              <a:t>Many</a:t>
            </a:r>
            <a:r>
              <a:rPr sz="1700" spc="-10" dirty="0">
                <a:solidFill>
                  <a:srgbClr val="0F0F0F"/>
                </a:solidFill>
                <a:latin typeface="Arial MT"/>
                <a:cs typeface="Arial MT"/>
              </a:rPr>
              <a:t> </a:t>
            </a:r>
            <a:r>
              <a:rPr sz="1700" spc="-130" dirty="0">
                <a:latin typeface="Arial MT"/>
                <a:cs typeface="Arial MT"/>
              </a:rPr>
              <a:t>companies</a:t>
            </a:r>
            <a:r>
              <a:rPr sz="1700" spc="70" dirty="0">
                <a:latin typeface="Arial MT"/>
                <a:cs typeface="Arial MT"/>
              </a:rPr>
              <a:t> </a:t>
            </a:r>
            <a:r>
              <a:rPr sz="1700" spc="-45" dirty="0">
                <a:solidFill>
                  <a:srgbClr val="181818"/>
                </a:solidFill>
                <a:latin typeface="Arial MT"/>
                <a:cs typeface="Arial MT"/>
              </a:rPr>
              <a:t>in </a:t>
            </a:r>
            <a:r>
              <a:rPr sz="1700" spc="-65" dirty="0">
                <a:solidFill>
                  <a:srgbClr val="1F1F1F"/>
                </a:solidFill>
                <a:latin typeface="Arial MT"/>
                <a:cs typeface="Arial MT"/>
              </a:rPr>
              <a:t>the</a:t>
            </a:r>
            <a:r>
              <a:rPr sz="1700" spc="-60" dirty="0">
                <a:solidFill>
                  <a:srgbClr val="1F1F1F"/>
                </a:solidFill>
                <a:latin typeface="Arial MT"/>
                <a:cs typeface="Arial MT"/>
              </a:rPr>
              <a:t> </a:t>
            </a:r>
            <a:r>
              <a:rPr sz="1700" spc="-40" dirty="0">
                <a:latin typeface="Arial MT"/>
                <a:cs typeface="Arial MT"/>
              </a:rPr>
              <a:t>retail</a:t>
            </a:r>
            <a:r>
              <a:rPr sz="1700" spc="-120" dirty="0">
                <a:latin typeface="Arial MT"/>
                <a:cs typeface="Arial MT"/>
              </a:rPr>
              <a:t> </a:t>
            </a:r>
            <a:r>
              <a:rPr sz="1700" spc="-175" dirty="0">
                <a:latin typeface="Arial MT"/>
                <a:cs typeface="Arial MT"/>
              </a:rPr>
              <a:t>space</a:t>
            </a:r>
            <a:r>
              <a:rPr sz="1700" spc="-5" dirty="0">
                <a:latin typeface="Arial MT"/>
                <a:cs typeface="Arial MT"/>
              </a:rPr>
              <a:t> </a:t>
            </a:r>
            <a:r>
              <a:rPr sz="1700" spc="-175" dirty="0">
                <a:latin typeface="Arial MT"/>
                <a:cs typeface="Arial MT"/>
              </a:rPr>
              <a:t>use</a:t>
            </a:r>
            <a:r>
              <a:rPr sz="1700" spc="15" dirty="0">
                <a:latin typeface="Arial MT"/>
                <a:cs typeface="Arial MT"/>
              </a:rPr>
              <a:t> </a:t>
            </a:r>
            <a:r>
              <a:rPr sz="1700" spc="-120" dirty="0">
                <a:solidFill>
                  <a:srgbClr val="181818"/>
                </a:solidFill>
                <a:latin typeface="Arial MT"/>
                <a:cs typeface="Arial MT"/>
              </a:rPr>
              <a:t>common</a:t>
            </a:r>
            <a:r>
              <a:rPr sz="1700" spc="65" dirty="0">
                <a:solidFill>
                  <a:srgbClr val="181818"/>
                </a:solidFill>
                <a:latin typeface="Arial MT"/>
                <a:cs typeface="Arial MT"/>
              </a:rPr>
              <a:t> </a:t>
            </a:r>
            <a:r>
              <a:rPr sz="1700" spc="-50" dirty="0">
                <a:latin typeface="Arial MT"/>
                <a:cs typeface="Arial MT"/>
              </a:rPr>
              <a:t>Dynam.oDB </a:t>
            </a:r>
            <a:r>
              <a:rPr sz="1700" spc="-114" dirty="0">
                <a:solidFill>
                  <a:srgbClr val="0A0A0A"/>
                </a:solidFill>
                <a:latin typeface="Arial MT"/>
                <a:cs typeface="Arial MT"/>
              </a:rPr>
              <a:t>design</a:t>
            </a:r>
            <a:r>
              <a:rPr sz="1700" spc="-5" dirty="0">
                <a:solidFill>
                  <a:srgbClr val="0A0A0A"/>
                </a:solidFill>
                <a:latin typeface="Arial MT"/>
                <a:cs typeface="Arial MT"/>
              </a:rPr>
              <a:t> </a:t>
            </a:r>
            <a:r>
              <a:rPr sz="1700" spc="-75" dirty="0">
                <a:latin typeface="Arial MT"/>
                <a:cs typeface="Arial MT"/>
              </a:rPr>
              <a:t>patterns</a:t>
            </a:r>
            <a:r>
              <a:rPr sz="1700" spc="-45" dirty="0">
                <a:latin typeface="Arial MT"/>
                <a:cs typeface="Arial MT"/>
              </a:rPr>
              <a:t> </a:t>
            </a:r>
            <a:r>
              <a:rPr sz="1700" dirty="0">
                <a:solidFill>
                  <a:srgbClr val="0A0A0A"/>
                </a:solidFill>
                <a:latin typeface="Arial MT"/>
                <a:cs typeface="Arial MT"/>
              </a:rPr>
              <a:t>to</a:t>
            </a:r>
            <a:r>
              <a:rPr sz="1700" spc="-110" dirty="0">
                <a:solidFill>
                  <a:srgbClr val="0A0A0A"/>
                </a:solidFill>
                <a:latin typeface="Arial MT"/>
                <a:cs typeface="Arial MT"/>
              </a:rPr>
              <a:t> </a:t>
            </a:r>
            <a:r>
              <a:rPr sz="1700" spc="-85" dirty="0">
                <a:latin typeface="Arial MT"/>
                <a:cs typeface="Arial MT"/>
              </a:rPr>
              <a:t>deliver</a:t>
            </a:r>
            <a:r>
              <a:rPr sz="1700" spc="-35" dirty="0">
                <a:latin typeface="Arial MT"/>
                <a:cs typeface="Arial MT"/>
              </a:rPr>
              <a:t> </a:t>
            </a:r>
            <a:r>
              <a:rPr sz="1700" spc="-85" dirty="0">
                <a:latin typeface="Arial MT"/>
                <a:cs typeface="Arial MT"/>
              </a:rPr>
              <a:t>consistently</a:t>
            </a:r>
            <a:r>
              <a:rPr sz="1700" spc="85" dirty="0">
                <a:latin typeface="Arial MT"/>
                <a:cs typeface="Arial MT"/>
              </a:rPr>
              <a:t> </a:t>
            </a:r>
            <a:r>
              <a:rPr sz="1700" spc="-40" dirty="0">
                <a:latin typeface="Arial MT"/>
                <a:cs typeface="Arial MT"/>
              </a:rPr>
              <a:t>low</a:t>
            </a:r>
            <a:r>
              <a:rPr sz="1700" spc="-65" dirty="0">
                <a:latin typeface="Arial MT"/>
                <a:cs typeface="Arial MT"/>
              </a:rPr>
              <a:t> </a:t>
            </a:r>
            <a:r>
              <a:rPr sz="1700" spc="-95" dirty="0">
                <a:latin typeface="Arial MT"/>
                <a:cs typeface="Arial MT"/>
              </a:rPr>
              <a:t>latency</a:t>
            </a:r>
            <a:r>
              <a:rPr sz="1700" spc="-25" dirty="0">
                <a:latin typeface="Arial MT"/>
                <a:cs typeface="Arial MT"/>
              </a:rPr>
              <a:t> </a:t>
            </a:r>
            <a:r>
              <a:rPr sz="1700" dirty="0">
                <a:solidFill>
                  <a:srgbClr val="2B2B2B"/>
                </a:solidFill>
                <a:latin typeface="Arial MT"/>
                <a:cs typeface="Arial MT"/>
              </a:rPr>
              <a:t>for</a:t>
            </a:r>
            <a:r>
              <a:rPr sz="1700" spc="-45" dirty="0">
                <a:solidFill>
                  <a:srgbClr val="2B2B2B"/>
                </a:solidFill>
                <a:latin typeface="Arial MT"/>
                <a:cs typeface="Arial MT"/>
              </a:rPr>
              <a:t> </a:t>
            </a:r>
            <a:r>
              <a:rPr sz="1700" spc="-10" dirty="0">
                <a:latin typeface="Arial MT"/>
                <a:cs typeface="Arial MT"/>
              </a:rPr>
              <a:t>mission-</a:t>
            </a:r>
            <a:r>
              <a:rPr sz="1700" spc="-55" dirty="0">
                <a:latin typeface="Arial MT"/>
                <a:cs typeface="Arial MT"/>
              </a:rPr>
              <a:t>critical</a:t>
            </a:r>
            <a:r>
              <a:rPr sz="1700" spc="25" dirty="0">
                <a:latin typeface="Arial MT"/>
                <a:cs typeface="Arial MT"/>
              </a:rPr>
              <a:t> </a:t>
            </a:r>
            <a:r>
              <a:rPr sz="1700" spc="-175" dirty="0">
                <a:latin typeface="Arial MT"/>
                <a:cs typeface="Arial MT"/>
              </a:rPr>
              <a:t>use</a:t>
            </a:r>
            <a:r>
              <a:rPr sz="1700" spc="-5" dirty="0">
                <a:latin typeface="Arial MT"/>
                <a:cs typeface="Arial MT"/>
              </a:rPr>
              <a:t> </a:t>
            </a:r>
            <a:r>
              <a:rPr sz="1700" spc="-200" dirty="0">
                <a:latin typeface="Arial MT"/>
                <a:cs typeface="Arial MT"/>
              </a:rPr>
              <a:t>cases.</a:t>
            </a:r>
            <a:r>
              <a:rPr sz="1700" spc="-5" dirty="0">
                <a:latin typeface="Arial MT"/>
                <a:cs typeface="Arial MT"/>
              </a:rPr>
              <a:t> </a:t>
            </a:r>
            <a:r>
              <a:rPr sz="1700" spc="-120" dirty="0">
                <a:solidFill>
                  <a:srgbClr val="1C1C1C"/>
                </a:solidFill>
                <a:latin typeface="Arial MT"/>
                <a:cs typeface="Arial MT"/>
              </a:rPr>
              <a:t>Being</a:t>
            </a:r>
            <a:r>
              <a:rPr sz="1700" spc="50" dirty="0">
                <a:solidFill>
                  <a:srgbClr val="1C1C1C"/>
                </a:solidFill>
                <a:latin typeface="Arial MT"/>
                <a:cs typeface="Arial MT"/>
              </a:rPr>
              <a:t> </a:t>
            </a:r>
            <a:r>
              <a:rPr sz="1700" spc="-85" dirty="0">
                <a:latin typeface="Arial MT"/>
                <a:cs typeface="Arial MT"/>
              </a:rPr>
              <a:t>free</a:t>
            </a:r>
            <a:r>
              <a:rPr sz="1700" spc="-35" dirty="0">
                <a:latin typeface="Arial MT"/>
                <a:cs typeface="Arial MT"/>
              </a:rPr>
              <a:t> </a:t>
            </a:r>
            <a:r>
              <a:rPr sz="1700" spc="-35" dirty="0">
                <a:solidFill>
                  <a:srgbClr val="1A1A1A"/>
                </a:solidFill>
                <a:latin typeface="Arial MT"/>
                <a:cs typeface="Arial MT"/>
              </a:rPr>
              <a:t>from</a:t>
            </a:r>
            <a:r>
              <a:rPr sz="1700" spc="-55" dirty="0">
                <a:solidFill>
                  <a:srgbClr val="1A1A1A"/>
                </a:solidFill>
                <a:latin typeface="Arial MT"/>
                <a:cs typeface="Arial MT"/>
              </a:rPr>
              <a:t> </a:t>
            </a:r>
            <a:r>
              <a:rPr sz="1700" spc="-125" dirty="0">
                <a:latin typeface="Arial MT"/>
                <a:cs typeface="Arial MT"/>
              </a:rPr>
              <a:t>scaling</a:t>
            </a:r>
            <a:r>
              <a:rPr sz="1700" spc="-15" dirty="0">
                <a:latin typeface="Arial MT"/>
                <a:cs typeface="Arial MT"/>
              </a:rPr>
              <a:t> </a:t>
            </a:r>
            <a:r>
              <a:rPr sz="1700" spc="-130" dirty="0">
                <a:latin typeface="Arial MT"/>
                <a:cs typeface="Arial MT"/>
              </a:rPr>
              <a:t>concerns</a:t>
            </a:r>
            <a:r>
              <a:rPr sz="1700" spc="50" dirty="0">
                <a:latin typeface="Arial MT"/>
                <a:cs typeface="Arial MT"/>
              </a:rPr>
              <a:t> </a:t>
            </a:r>
            <a:r>
              <a:rPr sz="1700" spc="-25" dirty="0">
                <a:solidFill>
                  <a:srgbClr val="161616"/>
                </a:solidFill>
                <a:latin typeface="Arial MT"/>
                <a:cs typeface="Arial MT"/>
              </a:rPr>
              <a:t>and </a:t>
            </a:r>
            <a:r>
              <a:rPr sz="1700" spc="-80" dirty="0">
                <a:latin typeface="Arial MT"/>
                <a:cs typeface="Arial MT"/>
              </a:rPr>
              <a:t>operational</a:t>
            </a:r>
            <a:r>
              <a:rPr sz="1700" spc="10" dirty="0">
                <a:latin typeface="Arial MT"/>
                <a:cs typeface="Arial MT"/>
              </a:rPr>
              <a:t> </a:t>
            </a:r>
            <a:r>
              <a:rPr sz="1700" spc="-100" dirty="0">
                <a:solidFill>
                  <a:srgbClr val="1C1C1C"/>
                </a:solidFill>
                <a:latin typeface="Arial MT"/>
                <a:cs typeface="Arial MT"/>
              </a:rPr>
              <a:t>burden</a:t>
            </a:r>
            <a:r>
              <a:rPr sz="1700" spc="45" dirty="0">
                <a:solidFill>
                  <a:srgbClr val="1C1C1C"/>
                </a:solidFill>
                <a:latin typeface="Arial MT"/>
                <a:cs typeface="Arial MT"/>
              </a:rPr>
              <a:t> </a:t>
            </a:r>
            <a:r>
              <a:rPr sz="1700" spc="-100" dirty="0">
                <a:solidFill>
                  <a:srgbClr val="232323"/>
                </a:solidFill>
                <a:latin typeface="Arial MT"/>
                <a:cs typeface="Arial MT"/>
              </a:rPr>
              <a:t>is</a:t>
            </a:r>
            <a:r>
              <a:rPr sz="1700" spc="-85" dirty="0">
                <a:solidFill>
                  <a:srgbClr val="232323"/>
                </a:solidFill>
                <a:latin typeface="Arial MT"/>
                <a:cs typeface="Arial MT"/>
              </a:rPr>
              <a:t> </a:t>
            </a:r>
            <a:r>
              <a:rPr sz="1700" spc="-190" dirty="0">
                <a:solidFill>
                  <a:srgbClr val="313131"/>
                </a:solidFill>
                <a:latin typeface="Arial MT"/>
                <a:cs typeface="Arial MT"/>
              </a:rPr>
              <a:t>a</a:t>
            </a:r>
            <a:r>
              <a:rPr sz="1700" spc="15" dirty="0">
                <a:solidFill>
                  <a:srgbClr val="313131"/>
                </a:solidFill>
                <a:latin typeface="Arial MT"/>
                <a:cs typeface="Arial MT"/>
              </a:rPr>
              <a:t> </a:t>
            </a:r>
            <a:r>
              <a:rPr sz="1700" spc="-160" dirty="0">
                <a:solidFill>
                  <a:srgbClr val="262626"/>
                </a:solidFill>
                <a:latin typeface="Arial MT"/>
                <a:cs typeface="Arial MT"/>
              </a:rPr>
              <a:t>key</a:t>
            </a:r>
            <a:r>
              <a:rPr sz="1700" spc="5" dirty="0">
                <a:solidFill>
                  <a:srgbClr val="262626"/>
                </a:solidFill>
                <a:latin typeface="Arial MT"/>
                <a:cs typeface="Arial MT"/>
              </a:rPr>
              <a:t> </a:t>
            </a:r>
            <a:r>
              <a:rPr sz="1700" spc="-114" dirty="0">
                <a:latin typeface="Arial MT"/>
                <a:cs typeface="Arial MT"/>
              </a:rPr>
              <a:t>cOmpetitive</a:t>
            </a:r>
            <a:r>
              <a:rPr sz="1700" spc="70" dirty="0">
                <a:latin typeface="Arial MT"/>
                <a:cs typeface="Arial MT"/>
              </a:rPr>
              <a:t> </a:t>
            </a:r>
            <a:r>
              <a:rPr sz="1700" spc="-120" dirty="0">
                <a:solidFill>
                  <a:srgbClr val="111111"/>
                </a:solidFill>
                <a:latin typeface="Arial MT"/>
                <a:cs typeface="Arial MT"/>
              </a:rPr>
              <a:t>advantage.</a:t>
            </a:r>
            <a:r>
              <a:rPr sz="1700" spc="10" dirty="0">
                <a:solidFill>
                  <a:srgbClr val="111111"/>
                </a:solidFill>
                <a:latin typeface="Arial MT"/>
                <a:cs typeface="Arial MT"/>
              </a:rPr>
              <a:t> </a:t>
            </a:r>
            <a:r>
              <a:rPr sz="1700" dirty="0">
                <a:solidFill>
                  <a:srgbClr val="2F2F2F"/>
                </a:solidFill>
                <a:latin typeface="Arial MT"/>
                <a:cs typeface="Arial MT"/>
              </a:rPr>
              <a:t>It</a:t>
            </a:r>
            <a:r>
              <a:rPr sz="1700" spc="-40" dirty="0">
                <a:solidFill>
                  <a:srgbClr val="2F2F2F"/>
                </a:solidFill>
                <a:latin typeface="Arial MT"/>
                <a:cs typeface="Arial MT"/>
              </a:rPr>
              <a:t> </a:t>
            </a:r>
            <a:r>
              <a:rPr sz="1700" spc="-10" dirty="0">
                <a:latin typeface="Arial MT"/>
                <a:cs typeface="Arial MT"/>
              </a:rPr>
              <a:t>provides </a:t>
            </a:r>
            <a:r>
              <a:rPr sz="1700" spc="-35" dirty="0">
                <a:solidFill>
                  <a:srgbClr val="1C1C1C"/>
                </a:solidFill>
                <a:latin typeface="Arial MT"/>
                <a:cs typeface="Arial MT"/>
              </a:rPr>
              <a:t>for</a:t>
            </a:r>
            <a:r>
              <a:rPr sz="1700" spc="-40" dirty="0">
                <a:solidFill>
                  <a:srgbClr val="1C1C1C"/>
                </a:solidFill>
                <a:latin typeface="Arial MT"/>
                <a:cs typeface="Arial MT"/>
              </a:rPr>
              <a:t> </a:t>
            </a:r>
            <a:r>
              <a:rPr sz="1700" spc="-200" dirty="0">
                <a:latin typeface="Arial MT"/>
                <a:cs typeface="Arial MT"/>
              </a:rPr>
              <a:t>high—</a:t>
            </a:r>
            <a:r>
              <a:rPr sz="1700" spc="-140" dirty="0">
                <a:latin typeface="Arial MT"/>
                <a:cs typeface="Arial MT"/>
              </a:rPr>
              <a:t>velocity,</a:t>
            </a:r>
            <a:r>
              <a:rPr sz="1700" spc="20" dirty="0">
                <a:latin typeface="Arial MT"/>
                <a:cs typeface="Arial MT"/>
              </a:rPr>
              <a:t> </a:t>
            </a:r>
            <a:r>
              <a:rPr sz="1700" spc="-105" dirty="0">
                <a:latin typeface="Arial MT"/>
                <a:cs typeface="Arial MT"/>
              </a:rPr>
              <a:t>extreme-</a:t>
            </a:r>
            <a:r>
              <a:rPr sz="1700" spc="-100" dirty="0">
                <a:latin typeface="Arial MT"/>
                <a:cs typeface="Arial MT"/>
              </a:rPr>
              <a:t>scaled </a:t>
            </a:r>
            <a:r>
              <a:rPr sz="1700" spc="-110" dirty="0">
                <a:solidFill>
                  <a:srgbClr val="1A1A1A"/>
                </a:solidFill>
                <a:latin typeface="Arial MT"/>
                <a:cs typeface="Arial MT"/>
              </a:rPr>
              <a:t>events</a:t>
            </a:r>
            <a:r>
              <a:rPr sz="1700" spc="-5" dirty="0">
                <a:solidFill>
                  <a:srgbClr val="1A1A1A"/>
                </a:solidFill>
                <a:latin typeface="Arial MT"/>
                <a:cs typeface="Arial MT"/>
              </a:rPr>
              <a:t> </a:t>
            </a:r>
            <a:r>
              <a:rPr sz="1700" spc="-145" dirty="0">
                <a:solidFill>
                  <a:srgbClr val="1A1A1A"/>
                </a:solidFill>
                <a:latin typeface="Arial MT"/>
                <a:cs typeface="Arial MT"/>
              </a:rPr>
              <a:t>such</a:t>
            </a:r>
            <a:r>
              <a:rPr sz="1700" dirty="0">
                <a:solidFill>
                  <a:srgbClr val="1A1A1A"/>
                </a:solidFill>
                <a:latin typeface="Arial MT"/>
                <a:cs typeface="Arial MT"/>
              </a:rPr>
              <a:t> </a:t>
            </a:r>
            <a:r>
              <a:rPr sz="1700" spc="-204" dirty="0">
                <a:solidFill>
                  <a:srgbClr val="313131"/>
                </a:solidFill>
                <a:latin typeface="Arial MT"/>
                <a:cs typeface="Arial MT"/>
              </a:rPr>
              <a:t>as</a:t>
            </a:r>
            <a:r>
              <a:rPr sz="1700" spc="10" dirty="0">
                <a:solidFill>
                  <a:srgbClr val="313131"/>
                </a:solidFill>
                <a:latin typeface="Arial MT"/>
                <a:cs typeface="Arial MT"/>
              </a:rPr>
              <a:t> </a:t>
            </a:r>
            <a:r>
              <a:rPr sz="1700" spc="-150" dirty="0">
                <a:latin typeface="Arial MT"/>
                <a:cs typeface="Arial MT"/>
              </a:rPr>
              <a:t>Amazon</a:t>
            </a:r>
            <a:r>
              <a:rPr sz="1700" spc="90" dirty="0">
                <a:latin typeface="Arial MT"/>
                <a:cs typeface="Arial MT"/>
              </a:rPr>
              <a:t> </a:t>
            </a:r>
            <a:r>
              <a:rPr sz="1700" spc="-10" dirty="0">
                <a:solidFill>
                  <a:srgbClr val="0E0E0E"/>
                </a:solidFill>
                <a:latin typeface="Arial MT"/>
                <a:cs typeface="Arial MT"/>
              </a:rPr>
              <a:t>Prime </a:t>
            </a:r>
            <a:r>
              <a:rPr sz="1700" spc="-195" dirty="0">
                <a:latin typeface="Arial MT"/>
                <a:cs typeface="Arial MT"/>
              </a:rPr>
              <a:t>Day,</a:t>
            </a:r>
            <a:r>
              <a:rPr sz="1700" spc="10" dirty="0">
                <a:latin typeface="Arial MT"/>
                <a:cs typeface="Arial MT"/>
              </a:rPr>
              <a:t> </a:t>
            </a:r>
            <a:r>
              <a:rPr sz="1700" spc="-140" dirty="0">
                <a:latin typeface="Arial MT"/>
                <a:cs typeface="Arial MT"/>
              </a:rPr>
              <a:t>whose</a:t>
            </a:r>
            <a:r>
              <a:rPr sz="1700" spc="-30" dirty="0">
                <a:latin typeface="Arial MT"/>
                <a:cs typeface="Arial MT"/>
              </a:rPr>
              <a:t> </a:t>
            </a:r>
            <a:r>
              <a:rPr sz="1700" spc="-95" dirty="0">
                <a:latin typeface="Arial MT"/>
                <a:cs typeface="Arial MT"/>
              </a:rPr>
              <a:t>magnitudes</a:t>
            </a:r>
            <a:r>
              <a:rPr sz="1700" spc="25" dirty="0">
                <a:latin typeface="Arial MT"/>
                <a:cs typeface="Arial MT"/>
              </a:rPr>
              <a:t> </a:t>
            </a:r>
            <a:r>
              <a:rPr sz="1700" spc="-140" dirty="0">
                <a:solidFill>
                  <a:srgbClr val="1A1A1A"/>
                </a:solidFill>
                <a:latin typeface="Arial MT"/>
                <a:cs typeface="Arial MT"/>
              </a:rPr>
              <a:t>are</a:t>
            </a:r>
            <a:r>
              <a:rPr sz="1700" spc="-10" dirty="0">
                <a:solidFill>
                  <a:srgbClr val="1A1A1A"/>
                </a:solidFill>
                <a:latin typeface="Arial MT"/>
                <a:cs typeface="Arial MT"/>
              </a:rPr>
              <a:t> </a:t>
            </a:r>
            <a:r>
              <a:rPr sz="1700" spc="-30" dirty="0">
                <a:solidFill>
                  <a:srgbClr val="0A0A0A"/>
                </a:solidFill>
                <a:latin typeface="Arial MT"/>
                <a:cs typeface="Arial MT"/>
              </a:rPr>
              <a:t>difficult</a:t>
            </a:r>
            <a:r>
              <a:rPr sz="1700" spc="130" dirty="0">
                <a:solidFill>
                  <a:srgbClr val="0A0A0A"/>
                </a:solidFill>
                <a:latin typeface="Arial MT"/>
                <a:cs typeface="Arial MT"/>
              </a:rPr>
              <a:t> </a:t>
            </a:r>
            <a:r>
              <a:rPr sz="1700" dirty="0">
                <a:solidFill>
                  <a:srgbClr val="111111"/>
                </a:solidFill>
                <a:latin typeface="Arial MT"/>
                <a:cs typeface="Arial MT"/>
              </a:rPr>
              <a:t>to</a:t>
            </a:r>
            <a:r>
              <a:rPr sz="1700" spc="-85" dirty="0">
                <a:solidFill>
                  <a:srgbClr val="111111"/>
                </a:solidFill>
                <a:latin typeface="Arial MT"/>
                <a:cs typeface="Arial MT"/>
              </a:rPr>
              <a:t> </a:t>
            </a:r>
            <a:r>
              <a:rPr sz="1700" spc="-105" dirty="0">
                <a:latin typeface="Arial MT"/>
                <a:cs typeface="Arial MT"/>
              </a:rPr>
              <a:t>forecast.</a:t>
            </a:r>
            <a:r>
              <a:rPr sz="1700" spc="-15" dirty="0">
                <a:latin typeface="Arial MT"/>
                <a:cs typeface="Arial MT"/>
              </a:rPr>
              <a:t> </a:t>
            </a:r>
            <a:r>
              <a:rPr sz="1700" spc="-185" dirty="0">
                <a:solidFill>
                  <a:srgbClr val="161616"/>
                </a:solidFill>
                <a:latin typeface="Arial MT"/>
                <a:cs typeface="Arial MT"/>
              </a:rPr>
              <a:t>By</a:t>
            </a:r>
            <a:r>
              <a:rPr sz="1700" spc="-100" dirty="0">
                <a:solidFill>
                  <a:srgbClr val="161616"/>
                </a:solidFill>
                <a:latin typeface="Arial MT"/>
                <a:cs typeface="Arial MT"/>
              </a:rPr>
              <a:t> </a:t>
            </a:r>
            <a:r>
              <a:rPr sz="1700" spc="-105" dirty="0">
                <a:latin typeface="Arial MT"/>
                <a:cs typeface="Arial MT"/>
              </a:rPr>
              <a:t>scaling</a:t>
            </a:r>
            <a:r>
              <a:rPr sz="1700" spc="35" dirty="0">
                <a:latin typeface="Arial MT"/>
                <a:cs typeface="Arial MT"/>
              </a:rPr>
              <a:t> </a:t>
            </a:r>
            <a:r>
              <a:rPr sz="1700" spc="-25" dirty="0">
                <a:solidFill>
                  <a:srgbClr val="2A2A2A"/>
                </a:solidFill>
                <a:latin typeface="Arial MT"/>
                <a:cs typeface="Arial MT"/>
              </a:rPr>
              <a:t>up </a:t>
            </a:r>
            <a:r>
              <a:rPr sz="1700" spc="-105" dirty="0">
                <a:latin typeface="Arial MT"/>
                <a:cs typeface="Arial MT"/>
              </a:rPr>
              <a:t>and</a:t>
            </a:r>
            <a:r>
              <a:rPr sz="1700" spc="-50" dirty="0">
                <a:latin typeface="Arial MT"/>
                <a:cs typeface="Arial MT"/>
              </a:rPr>
              <a:t> </a:t>
            </a:r>
            <a:r>
              <a:rPr sz="1700" spc="-110" dirty="0">
                <a:latin typeface="Arial MT"/>
                <a:cs typeface="Arial MT"/>
              </a:rPr>
              <a:t>down,</a:t>
            </a:r>
            <a:r>
              <a:rPr sz="1700" spc="-25" dirty="0">
                <a:latin typeface="Arial MT"/>
                <a:cs typeface="Arial MT"/>
              </a:rPr>
              <a:t> </a:t>
            </a:r>
            <a:r>
              <a:rPr sz="1700" spc="-105" dirty="0">
                <a:latin typeface="Arial MT"/>
                <a:cs typeface="Arial MT"/>
              </a:rPr>
              <a:t>these</a:t>
            </a:r>
            <a:r>
              <a:rPr sz="1700" spc="-15" dirty="0">
                <a:latin typeface="Arial MT"/>
                <a:cs typeface="Arial MT"/>
              </a:rPr>
              <a:t> </a:t>
            </a:r>
            <a:r>
              <a:rPr sz="1700" spc="-120" dirty="0">
                <a:latin typeface="Arial MT"/>
                <a:cs typeface="Arial MT"/>
              </a:rPr>
              <a:t>customers</a:t>
            </a:r>
            <a:r>
              <a:rPr sz="1700" dirty="0">
                <a:latin typeface="Arial MT"/>
                <a:cs typeface="Arial MT"/>
              </a:rPr>
              <a:t> </a:t>
            </a:r>
            <a:r>
              <a:rPr sz="1700" spc="-135" dirty="0">
                <a:latin typeface="Arial MT"/>
                <a:cs typeface="Arial MT"/>
              </a:rPr>
              <a:t>pay</a:t>
            </a:r>
            <a:r>
              <a:rPr sz="1700" spc="-30" dirty="0">
                <a:latin typeface="Arial MT"/>
                <a:cs typeface="Arial MT"/>
              </a:rPr>
              <a:t> </a:t>
            </a:r>
            <a:r>
              <a:rPr sz="1700" spc="-40" dirty="0">
                <a:solidFill>
                  <a:srgbClr val="0A0A0A"/>
                </a:solidFill>
                <a:latin typeface="Arial MT"/>
                <a:cs typeface="Arial MT"/>
              </a:rPr>
              <a:t>only</a:t>
            </a:r>
            <a:r>
              <a:rPr sz="1700" spc="-45" dirty="0">
                <a:solidFill>
                  <a:srgbClr val="0A0A0A"/>
                </a:solidFill>
                <a:latin typeface="Arial MT"/>
                <a:cs typeface="Arial MT"/>
              </a:rPr>
              <a:t> </a:t>
            </a:r>
            <a:r>
              <a:rPr sz="1700" spc="-35" dirty="0">
                <a:solidFill>
                  <a:srgbClr val="2F2F2F"/>
                </a:solidFill>
                <a:latin typeface="Arial MT"/>
                <a:cs typeface="Arial MT"/>
              </a:rPr>
              <a:t>for</a:t>
            </a:r>
            <a:r>
              <a:rPr sz="1700" spc="-15" dirty="0">
                <a:solidFill>
                  <a:srgbClr val="2F2F2F"/>
                </a:solidFill>
                <a:latin typeface="Arial MT"/>
                <a:cs typeface="Arial MT"/>
              </a:rPr>
              <a:t> </a:t>
            </a:r>
            <a:r>
              <a:rPr sz="1700" spc="-45" dirty="0">
                <a:solidFill>
                  <a:srgbClr val="0F0F0F"/>
                </a:solidFill>
                <a:latin typeface="Arial MT"/>
                <a:cs typeface="Arial MT"/>
              </a:rPr>
              <a:t>the</a:t>
            </a:r>
            <a:r>
              <a:rPr sz="1700" spc="-50" dirty="0">
                <a:solidFill>
                  <a:srgbClr val="0F0F0F"/>
                </a:solidFill>
                <a:latin typeface="Arial MT"/>
                <a:cs typeface="Arial MT"/>
              </a:rPr>
              <a:t> </a:t>
            </a:r>
            <a:r>
              <a:rPr sz="1700" spc="-114" dirty="0">
                <a:solidFill>
                  <a:srgbClr val="0A0A0A"/>
                </a:solidFill>
                <a:latin typeface="Arial MT"/>
                <a:cs typeface="Arial MT"/>
              </a:rPr>
              <a:t>capacity</a:t>
            </a:r>
            <a:r>
              <a:rPr sz="1700" spc="30" dirty="0">
                <a:solidFill>
                  <a:srgbClr val="0A0A0A"/>
                </a:solidFill>
                <a:latin typeface="Arial MT"/>
                <a:cs typeface="Arial MT"/>
              </a:rPr>
              <a:t> </a:t>
            </a:r>
            <a:r>
              <a:rPr sz="1700" spc="-10" dirty="0">
                <a:solidFill>
                  <a:srgbClr val="282828"/>
                </a:solidFill>
                <a:latin typeface="Arial MT"/>
                <a:cs typeface="Arial MT"/>
              </a:rPr>
              <a:t>that</a:t>
            </a:r>
            <a:r>
              <a:rPr sz="1700" spc="-15" dirty="0">
                <a:solidFill>
                  <a:srgbClr val="282828"/>
                </a:solidFill>
                <a:latin typeface="Arial MT"/>
                <a:cs typeface="Arial MT"/>
              </a:rPr>
              <a:t> </a:t>
            </a:r>
            <a:r>
              <a:rPr sz="1700" spc="-20" dirty="0">
                <a:solidFill>
                  <a:srgbClr val="383838"/>
                </a:solidFill>
                <a:latin typeface="Arial MT"/>
                <a:cs typeface="Arial MT"/>
              </a:rPr>
              <a:t>they </a:t>
            </a:r>
            <a:r>
              <a:rPr sz="1700" spc="-140" dirty="0">
                <a:solidFill>
                  <a:srgbClr val="111111"/>
                </a:solidFill>
                <a:latin typeface="Arial MT"/>
                <a:cs typeface="Arial MT"/>
              </a:rPr>
              <a:t>need.</a:t>
            </a:r>
            <a:r>
              <a:rPr sz="1700" spc="15" dirty="0">
                <a:solidFill>
                  <a:srgbClr val="111111"/>
                </a:solidFill>
                <a:latin typeface="Arial MT"/>
                <a:cs typeface="Arial MT"/>
              </a:rPr>
              <a:t> </a:t>
            </a:r>
            <a:r>
              <a:rPr sz="1700" spc="-140" dirty="0">
                <a:latin typeface="Arial MT"/>
                <a:cs typeface="Arial MT"/>
              </a:rPr>
              <a:t>They</a:t>
            </a:r>
            <a:r>
              <a:rPr sz="1700" spc="-20" dirty="0">
                <a:latin typeface="Arial MT"/>
                <a:cs typeface="Arial MT"/>
              </a:rPr>
              <a:t> </a:t>
            </a:r>
            <a:r>
              <a:rPr sz="1700" spc="-150" dirty="0">
                <a:solidFill>
                  <a:srgbClr val="111111"/>
                </a:solidFill>
                <a:latin typeface="Arial MT"/>
                <a:cs typeface="Arial MT"/>
              </a:rPr>
              <a:t>can</a:t>
            </a:r>
            <a:r>
              <a:rPr sz="1700" spc="-5" dirty="0">
                <a:solidFill>
                  <a:srgbClr val="111111"/>
                </a:solidFill>
                <a:latin typeface="Arial MT"/>
                <a:cs typeface="Arial MT"/>
              </a:rPr>
              <a:t> </a:t>
            </a:r>
            <a:r>
              <a:rPr sz="1700" spc="-150" dirty="0">
                <a:solidFill>
                  <a:srgbClr val="1C1C1C"/>
                </a:solidFill>
                <a:latin typeface="Arial MT"/>
                <a:cs typeface="Arial MT"/>
              </a:rPr>
              <a:t>keep</a:t>
            </a:r>
            <a:r>
              <a:rPr sz="1700" spc="-25" dirty="0">
                <a:solidFill>
                  <a:srgbClr val="1C1C1C"/>
                </a:solidFill>
                <a:latin typeface="Arial MT"/>
                <a:cs typeface="Arial MT"/>
              </a:rPr>
              <a:t> </a:t>
            </a:r>
            <a:r>
              <a:rPr sz="1700" spc="-170" dirty="0">
                <a:solidFill>
                  <a:srgbClr val="0F0F0F"/>
                </a:solidFill>
                <a:latin typeface="Arial MT"/>
                <a:cs typeface="Arial MT"/>
              </a:rPr>
              <a:t>preciOus</a:t>
            </a:r>
            <a:r>
              <a:rPr sz="1700" spc="55" dirty="0">
                <a:solidFill>
                  <a:srgbClr val="0F0F0F"/>
                </a:solidFill>
                <a:latin typeface="Arial MT"/>
                <a:cs typeface="Arial MT"/>
              </a:rPr>
              <a:t> </a:t>
            </a:r>
            <a:r>
              <a:rPr sz="1700" spc="-100" dirty="0">
                <a:latin typeface="Arial MT"/>
                <a:cs typeface="Arial MT"/>
              </a:rPr>
              <a:t>technical</a:t>
            </a:r>
            <a:r>
              <a:rPr sz="1700" spc="20" dirty="0">
                <a:latin typeface="Arial MT"/>
                <a:cs typeface="Arial MT"/>
              </a:rPr>
              <a:t> </a:t>
            </a:r>
            <a:r>
              <a:rPr sz="1700" spc="-135" dirty="0">
                <a:latin typeface="Arial MT"/>
                <a:cs typeface="Arial MT"/>
              </a:rPr>
              <a:t>resources</a:t>
            </a:r>
            <a:r>
              <a:rPr sz="1700" spc="130" dirty="0">
                <a:latin typeface="Arial MT"/>
                <a:cs typeface="Arial MT"/>
              </a:rPr>
              <a:t> </a:t>
            </a:r>
            <a:r>
              <a:rPr sz="1700" spc="-114" dirty="0">
                <a:latin typeface="Arial MT"/>
                <a:cs typeface="Arial MT"/>
              </a:rPr>
              <a:t>focused</a:t>
            </a:r>
            <a:r>
              <a:rPr sz="1700" spc="45" dirty="0">
                <a:latin typeface="Arial MT"/>
                <a:cs typeface="Arial MT"/>
              </a:rPr>
              <a:t> </a:t>
            </a:r>
            <a:r>
              <a:rPr sz="1700" spc="-25" dirty="0">
                <a:solidFill>
                  <a:srgbClr val="444444"/>
                </a:solidFill>
                <a:latin typeface="Arial MT"/>
                <a:cs typeface="Arial MT"/>
              </a:rPr>
              <a:t>on </a:t>
            </a:r>
            <a:r>
              <a:rPr sz="1750" spc="-114" dirty="0">
                <a:latin typeface="Arial MT"/>
                <a:cs typeface="Arial MT"/>
              </a:rPr>
              <a:t>innovations</a:t>
            </a:r>
            <a:r>
              <a:rPr sz="1750" spc="35" dirty="0">
                <a:latin typeface="Arial MT"/>
                <a:cs typeface="Arial MT"/>
              </a:rPr>
              <a:t> </a:t>
            </a:r>
            <a:r>
              <a:rPr sz="1750" spc="-85" dirty="0">
                <a:solidFill>
                  <a:srgbClr val="131313"/>
                </a:solidFill>
                <a:latin typeface="Arial MT"/>
                <a:cs typeface="Arial MT"/>
              </a:rPr>
              <a:t>rather</a:t>
            </a:r>
            <a:r>
              <a:rPr sz="1750" spc="60" dirty="0">
                <a:solidFill>
                  <a:srgbClr val="131313"/>
                </a:solidFill>
                <a:latin typeface="Arial MT"/>
                <a:cs typeface="Arial MT"/>
              </a:rPr>
              <a:t> </a:t>
            </a:r>
            <a:r>
              <a:rPr sz="1750" spc="-105" dirty="0">
                <a:solidFill>
                  <a:srgbClr val="181818"/>
                </a:solidFill>
                <a:latin typeface="Arial MT"/>
                <a:cs typeface="Arial MT"/>
              </a:rPr>
              <a:t>than</a:t>
            </a:r>
            <a:r>
              <a:rPr sz="1750" spc="-55" dirty="0">
                <a:solidFill>
                  <a:srgbClr val="181818"/>
                </a:solidFill>
                <a:latin typeface="Arial MT"/>
                <a:cs typeface="Arial MT"/>
              </a:rPr>
              <a:t> </a:t>
            </a:r>
            <a:r>
              <a:rPr sz="1750" spc="-25" dirty="0">
                <a:latin typeface="Arial MT"/>
                <a:cs typeface="Arial MT"/>
              </a:rPr>
              <a:t>operations.</a:t>
            </a:r>
            <a:endParaRPr sz="1750">
              <a:latin typeface="Arial MT"/>
              <a:cs typeface="Arial MT"/>
            </a:endParaRPr>
          </a:p>
        </p:txBody>
      </p:sp>
    </p:spTree>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370964" y="1346318"/>
            <a:ext cx="3143587" cy="3915247"/>
          </a:xfrm>
          <a:prstGeom prst="rect">
            <a:avLst/>
          </a:prstGeom>
        </p:spPr>
      </p:pic>
      <p:pic>
        <p:nvPicPr>
          <p:cNvPr id="3" name="object 3"/>
          <p:cNvPicPr/>
          <p:nvPr/>
        </p:nvPicPr>
        <p:blipFill>
          <a:blip r:embed="rId3" cstate="print"/>
          <a:stretch>
            <a:fillRect/>
          </a:stretch>
        </p:blipFill>
        <p:spPr>
          <a:xfrm>
            <a:off x="4590761" y="2060779"/>
            <a:ext cx="3057853" cy="542990"/>
          </a:xfrm>
          <a:prstGeom prst="rect">
            <a:avLst/>
          </a:prstGeom>
        </p:spPr>
      </p:pic>
      <p:pic>
        <p:nvPicPr>
          <p:cNvPr id="4" name="object 4"/>
          <p:cNvPicPr/>
          <p:nvPr/>
        </p:nvPicPr>
        <p:blipFill>
          <a:blip r:embed="rId4" cstate="print"/>
          <a:stretch>
            <a:fillRect/>
          </a:stretch>
        </p:blipFill>
        <p:spPr>
          <a:xfrm>
            <a:off x="7724823" y="2079831"/>
            <a:ext cx="1447956" cy="504885"/>
          </a:xfrm>
          <a:prstGeom prst="rect">
            <a:avLst/>
          </a:prstGeom>
        </p:spPr>
      </p:pic>
      <p:sp>
        <p:nvSpPr>
          <p:cNvPr id="5" name="object 5" descr="$PPTXTitle"/>
          <p:cNvSpPr txBox="1">
            <a:spLocks noGrp="1"/>
          </p:cNvSpPr>
          <p:nvPr>
            <p:ph type="title"/>
          </p:nvPr>
        </p:nvSpPr>
        <p:spPr>
          <a:xfrm>
            <a:off x="1370964" y="365125"/>
            <a:ext cx="9440545" cy="857885"/>
          </a:xfrm>
          <a:prstGeom prst="rect">
            <a:avLst/>
          </a:prstGeom>
          <a:solidFill>
            <a:srgbClr val="3A9C8E"/>
          </a:solidFill>
        </p:spPr>
        <p:txBody>
          <a:bodyPr vert="horz" wrap="square" lIns="0" tIns="177800" rIns="0" bIns="0" rtlCol="0">
            <a:spAutoFit/>
          </a:bodyPr>
          <a:lstStyle/>
          <a:p>
            <a:pPr marL="409575">
              <a:lnSpc>
                <a:spcPct val="100000"/>
              </a:lnSpc>
              <a:spcBef>
                <a:spcPts val="1400"/>
              </a:spcBef>
              <a:tabLst>
                <a:tab pos="7684134" algn="l"/>
              </a:tabLst>
            </a:pPr>
            <a:r>
              <a:rPr sz="3100" spc="-75" dirty="0">
                <a:solidFill>
                  <a:srgbClr val="2D7470"/>
                </a:solidFill>
                <a:latin typeface="Arial MT"/>
                <a:cs typeface="Arial MT"/>
              </a:rPr>
              <a:t>Amazon</a:t>
            </a:r>
            <a:r>
              <a:rPr sz="3100" spc="-95" dirty="0">
                <a:solidFill>
                  <a:srgbClr val="2D7470"/>
                </a:solidFill>
                <a:latin typeface="Arial MT"/>
                <a:cs typeface="Arial MT"/>
              </a:rPr>
              <a:t> </a:t>
            </a:r>
            <a:r>
              <a:rPr sz="3100" spc="-10" dirty="0">
                <a:solidFill>
                  <a:srgbClr val="54828A"/>
                </a:solidFill>
                <a:latin typeface="Arial MT"/>
                <a:cs typeface="Arial MT"/>
              </a:rPr>
              <a:t>DynamoDB</a:t>
            </a:r>
            <a:r>
              <a:rPr sz="3100" dirty="0">
                <a:solidFill>
                  <a:srgbClr val="54828A"/>
                </a:solidFill>
                <a:latin typeface="Arial MT"/>
                <a:cs typeface="Arial MT"/>
              </a:rPr>
              <a:t>	</a:t>
            </a:r>
            <a:r>
              <a:rPr sz="3100" spc="-25" dirty="0">
                <a:solidFill>
                  <a:srgbClr val="46859A"/>
                </a:solidFill>
                <a:latin typeface="Arial MT"/>
                <a:cs typeface="Arial MT"/>
              </a:rPr>
              <a:t>*^*</a:t>
            </a:r>
            <a:endParaRPr sz="3100">
              <a:latin typeface="Arial MT"/>
              <a:cs typeface="Arial MT"/>
            </a:endParaRPr>
          </a:p>
        </p:txBody>
      </p:sp>
      <p:sp>
        <p:nvSpPr>
          <p:cNvPr id="6" name="object 6"/>
          <p:cNvSpPr txBox="1"/>
          <p:nvPr/>
        </p:nvSpPr>
        <p:spPr>
          <a:xfrm>
            <a:off x="9277564" y="2060779"/>
            <a:ext cx="1496060" cy="534035"/>
          </a:xfrm>
          <a:prstGeom prst="rect">
            <a:avLst/>
          </a:prstGeom>
          <a:solidFill>
            <a:srgbClr val="BAE4FD"/>
          </a:solidFill>
        </p:spPr>
        <p:txBody>
          <a:bodyPr vert="horz" wrap="square" lIns="0" tIns="133350" rIns="0" bIns="0" rtlCol="0">
            <a:spAutoFit/>
          </a:bodyPr>
          <a:lstStyle/>
          <a:p>
            <a:pPr marL="438150">
              <a:lnSpc>
                <a:spcPct val="100000"/>
              </a:lnSpc>
              <a:spcBef>
                <a:spcPts val="1050"/>
              </a:spcBef>
            </a:pPr>
            <a:r>
              <a:rPr sz="1500" spc="-114" dirty="0">
                <a:solidFill>
                  <a:srgbClr val="3F85A8"/>
                </a:solidFill>
                <a:latin typeface="Arial MT"/>
                <a:cs typeface="Arial MT"/>
              </a:rPr>
              <a:t>Ad</a:t>
            </a:r>
            <a:r>
              <a:rPr sz="1500" spc="10" dirty="0">
                <a:solidFill>
                  <a:srgbClr val="3F85A8"/>
                </a:solidFill>
                <a:latin typeface="Arial MT"/>
                <a:cs typeface="Arial MT"/>
              </a:rPr>
              <a:t> </a:t>
            </a:r>
            <a:r>
              <a:rPr sz="1500" spc="-10" dirty="0">
                <a:solidFill>
                  <a:srgbClr val="2485B5"/>
                </a:solidFill>
                <a:latin typeface="Arial MT"/>
                <a:cs typeface="Arial MT"/>
              </a:rPr>
              <a:t>TeclJ</a:t>
            </a:r>
            <a:endParaRPr sz="1500">
              <a:latin typeface="Arial MT"/>
              <a:cs typeface="Arial MT"/>
            </a:endParaRPr>
          </a:p>
        </p:txBody>
      </p:sp>
      <p:sp>
        <p:nvSpPr>
          <p:cNvPr id="7" name="object 7"/>
          <p:cNvSpPr txBox="1"/>
          <p:nvPr/>
        </p:nvSpPr>
        <p:spPr>
          <a:xfrm>
            <a:off x="1665645" y="5377469"/>
            <a:ext cx="514984" cy="140335"/>
          </a:xfrm>
          <a:prstGeom prst="rect">
            <a:avLst/>
          </a:prstGeom>
        </p:spPr>
        <p:txBody>
          <a:bodyPr vert="horz" wrap="square" lIns="0" tIns="12700" rIns="0" bIns="0" rtlCol="0">
            <a:spAutoFit/>
          </a:bodyPr>
          <a:lstStyle/>
          <a:p>
            <a:pPr marL="12700">
              <a:lnSpc>
                <a:spcPct val="100000"/>
              </a:lnSpc>
              <a:spcBef>
                <a:spcPts val="100"/>
              </a:spcBef>
            </a:pPr>
            <a:r>
              <a:rPr sz="750" spc="-20" dirty="0">
                <a:solidFill>
                  <a:srgbClr val="727272"/>
                </a:solidFill>
                <a:latin typeface="Arial MT"/>
                <a:cs typeface="Arial MT"/>
              </a:rPr>
              <a:t>Bi2u2</a:t>
            </a:r>
            <a:r>
              <a:rPr sz="750" spc="-20" dirty="0">
                <a:solidFill>
                  <a:srgbClr val="919191"/>
                </a:solidFill>
                <a:latin typeface="Arial MT"/>
                <a:cs typeface="Arial MT"/>
              </a:rPr>
              <a:t>1</a:t>
            </a:r>
            <a:r>
              <a:rPr sz="750" spc="10" dirty="0">
                <a:solidFill>
                  <a:srgbClr val="919191"/>
                </a:solidFill>
                <a:latin typeface="Arial MT"/>
                <a:cs typeface="Arial MT"/>
              </a:rPr>
              <a:t> </a:t>
            </a:r>
            <a:r>
              <a:rPr sz="750" spc="-25" dirty="0">
                <a:solidFill>
                  <a:srgbClr val="7E7E7E"/>
                </a:solidFill>
                <a:latin typeface="Arial MT"/>
                <a:cs typeface="Arial MT"/>
              </a:rPr>
              <a:t>Ams</a:t>
            </a:r>
            <a:endParaRPr sz="750">
              <a:latin typeface="Arial MT"/>
              <a:cs typeface="Arial MT"/>
            </a:endParaRPr>
          </a:p>
        </p:txBody>
      </p:sp>
      <p:sp>
        <p:nvSpPr>
          <p:cNvPr id="8" name="object 8"/>
          <p:cNvSpPr txBox="1"/>
          <p:nvPr/>
        </p:nvSpPr>
        <p:spPr>
          <a:xfrm>
            <a:off x="2320113" y="5377469"/>
            <a:ext cx="2011680" cy="140335"/>
          </a:xfrm>
          <a:prstGeom prst="rect">
            <a:avLst/>
          </a:prstGeom>
        </p:spPr>
        <p:txBody>
          <a:bodyPr vert="horz" wrap="square" lIns="0" tIns="12700" rIns="0" bIns="0" rtlCol="0">
            <a:spAutoFit/>
          </a:bodyPr>
          <a:lstStyle/>
          <a:p>
            <a:pPr marL="12700">
              <a:lnSpc>
                <a:spcPct val="100000"/>
              </a:lnSpc>
              <a:spcBef>
                <a:spcPts val="100"/>
              </a:spcBef>
              <a:tabLst>
                <a:tab pos="436245" algn="l"/>
              </a:tabLst>
            </a:pPr>
            <a:r>
              <a:rPr sz="750" dirty="0">
                <a:solidFill>
                  <a:srgbClr val="777777"/>
                </a:solidFill>
                <a:latin typeface="Arial MT"/>
                <a:cs typeface="Arial MT"/>
              </a:rPr>
              <a:t>web</a:t>
            </a:r>
            <a:r>
              <a:rPr sz="750" spc="-45" dirty="0">
                <a:solidFill>
                  <a:srgbClr val="777777"/>
                </a:solidFill>
                <a:latin typeface="Arial MT"/>
                <a:cs typeface="Arial MT"/>
              </a:rPr>
              <a:t> </a:t>
            </a:r>
            <a:r>
              <a:rPr sz="750" spc="-25" dirty="0">
                <a:solidFill>
                  <a:srgbClr val="878787"/>
                </a:solidFill>
                <a:latin typeface="Arial MT"/>
                <a:cs typeface="Arial MT"/>
              </a:rPr>
              <a:t>$e</a:t>
            </a:r>
            <a:r>
              <a:rPr sz="750" dirty="0">
                <a:solidFill>
                  <a:srgbClr val="878787"/>
                </a:solidFill>
                <a:latin typeface="Arial MT"/>
                <a:cs typeface="Arial MT"/>
              </a:rPr>
              <a:t>	@</a:t>
            </a:r>
            <a:r>
              <a:rPr sz="750" spc="35" dirty="0">
                <a:solidFill>
                  <a:srgbClr val="878787"/>
                </a:solidFill>
                <a:latin typeface="Arial MT"/>
                <a:cs typeface="Arial MT"/>
              </a:rPr>
              <a:t> </a:t>
            </a:r>
            <a:r>
              <a:rPr sz="750" dirty="0">
                <a:solidFill>
                  <a:srgbClr val="858585"/>
                </a:solidFill>
                <a:latin typeface="Arial MT"/>
                <a:cs typeface="Arial MT"/>
              </a:rPr>
              <a:t>inc</a:t>
            </a:r>
            <a:r>
              <a:rPr sz="750" spc="10" dirty="0">
                <a:solidFill>
                  <a:srgbClr val="858585"/>
                </a:solidFill>
                <a:latin typeface="Arial MT"/>
                <a:cs typeface="Arial MT"/>
              </a:rPr>
              <a:t> </a:t>
            </a:r>
            <a:r>
              <a:rPr sz="750" spc="-20" dirty="0">
                <a:solidFill>
                  <a:srgbClr val="7E7E7E"/>
                </a:solidFill>
                <a:latin typeface="Arial MT"/>
                <a:cs typeface="Arial MT"/>
              </a:rPr>
              <a:t>or</a:t>
            </a:r>
            <a:r>
              <a:rPr sz="750" spc="10" dirty="0">
                <a:solidFill>
                  <a:srgbClr val="7E7E7E"/>
                </a:solidFill>
                <a:latin typeface="Arial MT"/>
                <a:cs typeface="Arial MT"/>
              </a:rPr>
              <a:t> </a:t>
            </a:r>
            <a:r>
              <a:rPr sz="750" spc="-114" dirty="0">
                <a:solidFill>
                  <a:srgbClr val="8E8E8E"/>
                </a:solidFill>
                <a:latin typeface="Arial MT"/>
                <a:cs typeface="Arial MT"/>
              </a:rPr>
              <a:t>+ts</a:t>
            </a:r>
            <a:r>
              <a:rPr sz="750" spc="-70" dirty="0">
                <a:solidFill>
                  <a:srgbClr val="8E8E8E"/>
                </a:solidFill>
                <a:latin typeface="Arial MT"/>
                <a:cs typeface="Arial MT"/>
              </a:rPr>
              <a:t> </a:t>
            </a:r>
            <a:r>
              <a:rPr sz="750" spc="-85" dirty="0">
                <a:solidFill>
                  <a:srgbClr val="696969"/>
                </a:solidFill>
                <a:latin typeface="Arial MT"/>
                <a:cs typeface="Arial MT"/>
              </a:rPr>
              <a:t>a1Tilianzs.</a:t>
            </a:r>
            <a:r>
              <a:rPr sz="750" spc="75" dirty="0">
                <a:solidFill>
                  <a:srgbClr val="696969"/>
                </a:solidFill>
                <a:latin typeface="Arial MT"/>
                <a:cs typeface="Arial MT"/>
              </a:rPr>
              <a:t> </a:t>
            </a:r>
            <a:r>
              <a:rPr sz="750" spc="-80" dirty="0">
                <a:solidFill>
                  <a:srgbClr val="797979"/>
                </a:solidFill>
                <a:latin typeface="Arial MT"/>
                <a:cs typeface="Arial MT"/>
              </a:rPr>
              <a:t>Au</a:t>
            </a:r>
            <a:r>
              <a:rPr sz="750" spc="-55" dirty="0">
                <a:solidFill>
                  <a:srgbClr val="797979"/>
                </a:solidFill>
                <a:latin typeface="Arial MT"/>
                <a:cs typeface="Arial MT"/>
              </a:rPr>
              <a:t> </a:t>
            </a:r>
            <a:r>
              <a:rPr sz="750" spc="-10" dirty="0">
                <a:solidFill>
                  <a:srgbClr val="6D6D6D"/>
                </a:solidFill>
                <a:latin typeface="Arial MT"/>
                <a:cs typeface="Arial MT"/>
              </a:rPr>
              <a:t>nghts </a:t>
            </a:r>
            <a:r>
              <a:rPr sz="750" spc="-10" dirty="0">
                <a:solidFill>
                  <a:srgbClr val="6E6E6E"/>
                </a:solidFill>
                <a:latin typeface="Arial MT"/>
                <a:cs typeface="Arial MT"/>
              </a:rPr>
              <a:t>reserve)</a:t>
            </a:r>
            <a:endParaRPr sz="750">
              <a:latin typeface="Arial MT"/>
              <a:cs typeface="Arial MT"/>
            </a:endParaRPr>
          </a:p>
        </p:txBody>
      </p:sp>
      <p:sp>
        <p:nvSpPr>
          <p:cNvPr id="9" name="object 9"/>
          <p:cNvSpPr txBox="1"/>
          <p:nvPr/>
        </p:nvSpPr>
        <p:spPr>
          <a:xfrm>
            <a:off x="4785771" y="1362197"/>
            <a:ext cx="5419090" cy="570230"/>
          </a:xfrm>
          <a:prstGeom prst="rect">
            <a:avLst/>
          </a:prstGeom>
        </p:spPr>
        <p:txBody>
          <a:bodyPr vert="horz" wrap="square" lIns="0" tIns="12700" rIns="0" bIns="0" rtlCol="0">
            <a:spAutoFit/>
          </a:bodyPr>
          <a:lstStyle/>
          <a:p>
            <a:pPr marL="12700">
              <a:lnSpc>
                <a:spcPct val="100000"/>
              </a:lnSpc>
              <a:spcBef>
                <a:spcPts val="100"/>
              </a:spcBef>
            </a:pPr>
            <a:r>
              <a:rPr sz="1800" spc="-165" dirty="0">
                <a:latin typeface="Arial MT"/>
                <a:cs typeface="Arial MT"/>
              </a:rPr>
              <a:t>Choose</a:t>
            </a:r>
            <a:r>
              <a:rPr sz="1800" spc="25" dirty="0">
                <a:latin typeface="Arial MT"/>
                <a:cs typeface="Arial MT"/>
              </a:rPr>
              <a:t> </a:t>
            </a:r>
            <a:r>
              <a:rPr sz="1800" spc="-155" dirty="0">
                <a:latin typeface="Arial MT"/>
                <a:cs typeface="Arial MT"/>
              </a:rPr>
              <a:t>each</a:t>
            </a:r>
            <a:r>
              <a:rPr sz="1800" spc="35" dirty="0">
                <a:latin typeface="Arial MT"/>
                <a:cs typeface="Arial MT"/>
              </a:rPr>
              <a:t> </a:t>
            </a:r>
            <a:r>
              <a:rPr sz="1800" spc="-90" dirty="0">
                <a:latin typeface="Arial MT"/>
                <a:cs typeface="Arial MT"/>
              </a:rPr>
              <a:t>bUtton</a:t>
            </a:r>
            <a:r>
              <a:rPr sz="1800" spc="-55" dirty="0">
                <a:latin typeface="Arial MT"/>
                <a:cs typeface="Arial MT"/>
              </a:rPr>
              <a:t> </a:t>
            </a:r>
            <a:r>
              <a:rPr sz="1800" i="1" spc="-180" dirty="0">
                <a:latin typeface="Arial"/>
                <a:cs typeface="Arial"/>
              </a:rPr>
              <a:t>tO</a:t>
            </a:r>
            <a:r>
              <a:rPr sz="1800" i="1" spc="-45" dirty="0">
                <a:latin typeface="Arial"/>
                <a:cs typeface="Arial"/>
              </a:rPr>
              <a:t> </a:t>
            </a:r>
            <a:r>
              <a:rPr sz="1800" spc="-75" dirty="0">
                <a:latin typeface="Arial MT"/>
                <a:cs typeface="Arial MT"/>
              </a:rPr>
              <a:t>learn</a:t>
            </a:r>
            <a:r>
              <a:rPr sz="1800" spc="25" dirty="0">
                <a:latin typeface="Arial MT"/>
                <a:cs typeface="Arial MT"/>
              </a:rPr>
              <a:t> </a:t>
            </a:r>
            <a:r>
              <a:rPr sz="1800" spc="-85" dirty="0">
                <a:solidFill>
                  <a:srgbClr val="131313"/>
                </a:solidFill>
                <a:latin typeface="Arial MT"/>
                <a:cs typeface="Arial MT"/>
              </a:rPr>
              <a:t>more</a:t>
            </a:r>
            <a:r>
              <a:rPr sz="1800" spc="65" dirty="0">
                <a:solidFill>
                  <a:srgbClr val="131313"/>
                </a:solidFill>
                <a:latin typeface="Arial MT"/>
                <a:cs typeface="Arial MT"/>
              </a:rPr>
              <a:t> </a:t>
            </a:r>
            <a:r>
              <a:rPr sz="1800" spc="-150" dirty="0">
                <a:latin typeface="Arial MT"/>
                <a:cs typeface="Arial MT"/>
              </a:rPr>
              <a:t>abOut</a:t>
            </a:r>
            <a:r>
              <a:rPr sz="1800" spc="50" dirty="0">
                <a:latin typeface="Arial MT"/>
                <a:cs typeface="Arial MT"/>
              </a:rPr>
              <a:t> </a:t>
            </a:r>
            <a:r>
              <a:rPr sz="1800" spc="-150" dirty="0">
                <a:latin typeface="Arial MT"/>
                <a:cs typeface="Arial MT"/>
              </a:rPr>
              <a:t>ways</a:t>
            </a:r>
            <a:r>
              <a:rPr sz="1800" spc="-75" dirty="0">
                <a:latin typeface="Arial MT"/>
                <a:cs typeface="Arial MT"/>
              </a:rPr>
              <a:t> </a:t>
            </a:r>
            <a:r>
              <a:rPr sz="1800" spc="-100" dirty="0">
                <a:latin typeface="Arial MT"/>
                <a:cs typeface="Arial MT"/>
              </a:rPr>
              <a:t>you</a:t>
            </a:r>
            <a:r>
              <a:rPr sz="1800" spc="-30" dirty="0">
                <a:latin typeface="Arial MT"/>
                <a:cs typeface="Arial MT"/>
              </a:rPr>
              <a:t> </a:t>
            </a:r>
            <a:r>
              <a:rPr sz="1800" spc="-135" dirty="0">
                <a:latin typeface="Arial MT"/>
                <a:cs typeface="Arial MT"/>
              </a:rPr>
              <a:t>can</a:t>
            </a:r>
            <a:r>
              <a:rPr sz="1800" spc="-70" dirty="0">
                <a:latin typeface="Arial MT"/>
                <a:cs typeface="Arial MT"/>
              </a:rPr>
              <a:t> </a:t>
            </a:r>
            <a:r>
              <a:rPr sz="1800" spc="-85" dirty="0">
                <a:solidFill>
                  <a:srgbClr val="0F0F0F"/>
                </a:solidFill>
                <a:latin typeface="Arial MT"/>
                <a:cs typeface="Arial MT"/>
              </a:rPr>
              <a:t>use</a:t>
            </a:r>
            <a:endParaRPr sz="1800">
              <a:latin typeface="Arial MT"/>
              <a:cs typeface="Arial MT"/>
            </a:endParaRPr>
          </a:p>
          <a:p>
            <a:pPr marL="14604">
              <a:lnSpc>
                <a:spcPct val="100000"/>
              </a:lnSpc>
              <a:spcBef>
                <a:spcPts val="25"/>
              </a:spcBef>
            </a:pPr>
            <a:r>
              <a:rPr sz="1750" spc="-114" dirty="0">
                <a:latin typeface="Arial MT"/>
                <a:cs typeface="Arial MT"/>
              </a:rPr>
              <a:t>Amazon</a:t>
            </a:r>
            <a:r>
              <a:rPr sz="1750" spc="5" dirty="0">
                <a:latin typeface="Arial MT"/>
                <a:cs typeface="Arial MT"/>
              </a:rPr>
              <a:t> </a:t>
            </a:r>
            <a:r>
              <a:rPr sz="1750" spc="-55" dirty="0">
                <a:latin typeface="Arial MT"/>
                <a:cs typeface="Arial MT"/>
              </a:rPr>
              <a:t>DynamODB.</a:t>
            </a:r>
            <a:endParaRPr sz="1750">
              <a:latin typeface="Arial MT"/>
              <a:cs typeface="Arial MT"/>
            </a:endParaRPr>
          </a:p>
        </p:txBody>
      </p:sp>
      <p:sp>
        <p:nvSpPr>
          <p:cNvPr id="10" name="object 10"/>
          <p:cNvSpPr txBox="1"/>
          <p:nvPr/>
        </p:nvSpPr>
        <p:spPr>
          <a:xfrm>
            <a:off x="4778702" y="2748252"/>
            <a:ext cx="5473700" cy="1962150"/>
          </a:xfrm>
          <a:prstGeom prst="rect">
            <a:avLst/>
          </a:prstGeom>
        </p:spPr>
        <p:txBody>
          <a:bodyPr vert="horz" wrap="square" lIns="0" tIns="12065" rIns="0" bIns="0" rtlCol="0">
            <a:spAutoFit/>
          </a:bodyPr>
          <a:lstStyle/>
          <a:p>
            <a:pPr marL="12700" marR="5080" indent="6985">
              <a:lnSpc>
                <a:spcPct val="100099"/>
              </a:lnSpc>
              <a:spcBef>
                <a:spcPts val="95"/>
              </a:spcBef>
            </a:pPr>
            <a:r>
              <a:rPr sz="1800" spc="-145" dirty="0">
                <a:latin typeface="Arial MT"/>
                <a:cs typeface="Arial MT"/>
              </a:rPr>
              <a:t>Companies</a:t>
            </a:r>
            <a:r>
              <a:rPr sz="1800" spc="20" dirty="0">
                <a:latin typeface="Arial MT"/>
                <a:cs typeface="Arial MT"/>
              </a:rPr>
              <a:t> </a:t>
            </a:r>
            <a:r>
              <a:rPr sz="1800" dirty="0">
                <a:latin typeface="Arial MT"/>
                <a:cs typeface="Arial MT"/>
              </a:rPr>
              <a:t>in</a:t>
            </a:r>
            <a:r>
              <a:rPr sz="1800" spc="-95" dirty="0">
                <a:latin typeface="Arial MT"/>
                <a:cs typeface="Arial MT"/>
              </a:rPr>
              <a:t> </a:t>
            </a:r>
            <a:r>
              <a:rPr sz="1800" spc="-40" dirty="0">
                <a:latin typeface="Arial MT"/>
                <a:cs typeface="Arial MT"/>
              </a:rPr>
              <a:t>the</a:t>
            </a:r>
            <a:r>
              <a:rPr sz="1800" spc="-10" dirty="0">
                <a:latin typeface="Arial MT"/>
                <a:cs typeface="Arial MT"/>
              </a:rPr>
              <a:t> </a:t>
            </a:r>
            <a:r>
              <a:rPr sz="1800" spc="-90" dirty="0">
                <a:latin typeface="Arial MT"/>
                <a:cs typeface="Arial MT"/>
              </a:rPr>
              <a:t>gaming</a:t>
            </a:r>
            <a:r>
              <a:rPr sz="1800" spc="-20" dirty="0">
                <a:latin typeface="Arial MT"/>
                <a:cs typeface="Arial MT"/>
              </a:rPr>
              <a:t> </a:t>
            </a:r>
            <a:r>
              <a:rPr sz="1800" spc="-75" dirty="0">
                <a:latin typeface="Arial MT"/>
                <a:cs typeface="Arial MT"/>
              </a:rPr>
              <a:t>vertica[</a:t>
            </a:r>
            <a:r>
              <a:rPr sz="1800" spc="-10" dirty="0">
                <a:latin typeface="Arial MT"/>
                <a:cs typeface="Arial MT"/>
              </a:rPr>
              <a:t> </a:t>
            </a:r>
            <a:r>
              <a:rPr sz="1800" spc="-165" dirty="0">
                <a:latin typeface="Arial MT"/>
                <a:cs typeface="Arial MT"/>
              </a:rPr>
              <a:t>use</a:t>
            </a:r>
            <a:r>
              <a:rPr sz="1800" spc="-40" dirty="0">
                <a:latin typeface="Arial MT"/>
                <a:cs typeface="Arial MT"/>
              </a:rPr>
              <a:t> </a:t>
            </a:r>
            <a:r>
              <a:rPr sz="1800" spc="-155" dirty="0">
                <a:latin typeface="Arial MT"/>
                <a:cs typeface="Arial MT"/>
              </a:rPr>
              <a:t>DynamoDB</a:t>
            </a:r>
            <a:r>
              <a:rPr sz="1800" spc="35" dirty="0">
                <a:latin typeface="Arial MT"/>
                <a:cs typeface="Arial MT"/>
              </a:rPr>
              <a:t> </a:t>
            </a:r>
            <a:r>
              <a:rPr sz="1800" spc="-10" dirty="0">
                <a:solidFill>
                  <a:srgbClr val="0C0C0C"/>
                </a:solidFill>
                <a:latin typeface="Arial MT"/>
                <a:cs typeface="Arial MT"/>
              </a:rPr>
              <a:t>in</a:t>
            </a:r>
            <a:r>
              <a:rPr sz="1800" spc="-80" dirty="0">
                <a:solidFill>
                  <a:srgbClr val="0C0C0C"/>
                </a:solidFill>
                <a:latin typeface="Arial MT"/>
                <a:cs typeface="Arial MT"/>
              </a:rPr>
              <a:t> </a:t>
            </a:r>
            <a:r>
              <a:rPr sz="1800" spc="-25" dirty="0">
                <a:solidFill>
                  <a:srgbClr val="0F0F0F"/>
                </a:solidFill>
                <a:latin typeface="Arial MT"/>
                <a:cs typeface="Arial MT"/>
              </a:rPr>
              <a:t>all </a:t>
            </a:r>
            <a:r>
              <a:rPr sz="1800" spc="-95" dirty="0">
                <a:latin typeface="Arial MT"/>
                <a:cs typeface="Arial MT"/>
              </a:rPr>
              <a:t>capabi(ities</a:t>
            </a:r>
            <a:r>
              <a:rPr sz="1800" spc="-30" dirty="0">
                <a:latin typeface="Arial MT"/>
                <a:cs typeface="Arial MT"/>
              </a:rPr>
              <a:t> </a:t>
            </a:r>
            <a:r>
              <a:rPr sz="1800" dirty="0">
                <a:solidFill>
                  <a:srgbClr val="181818"/>
                </a:solidFill>
                <a:latin typeface="Arial MT"/>
                <a:cs typeface="Arial MT"/>
              </a:rPr>
              <a:t>of</a:t>
            </a:r>
            <a:r>
              <a:rPr sz="1800" spc="-60" dirty="0">
                <a:solidFill>
                  <a:srgbClr val="181818"/>
                </a:solidFill>
                <a:latin typeface="Arial MT"/>
                <a:cs typeface="Arial MT"/>
              </a:rPr>
              <a:t> </a:t>
            </a:r>
            <a:r>
              <a:rPr sz="1800" spc="-135" dirty="0">
                <a:latin typeface="Arial MT"/>
                <a:cs typeface="Arial MT"/>
              </a:rPr>
              <a:t>game</a:t>
            </a:r>
            <a:r>
              <a:rPr sz="1800" spc="-70" dirty="0">
                <a:latin typeface="Arial MT"/>
                <a:cs typeface="Arial MT"/>
              </a:rPr>
              <a:t> </a:t>
            </a:r>
            <a:r>
              <a:rPr sz="1800" spc="-60" dirty="0">
                <a:latin typeface="Arial MT"/>
                <a:cs typeface="Arial MT"/>
              </a:rPr>
              <a:t>platforms,</a:t>
            </a:r>
            <a:r>
              <a:rPr sz="1800" spc="-10" dirty="0">
                <a:latin typeface="Arial MT"/>
                <a:cs typeface="Arial MT"/>
              </a:rPr>
              <a:t> </a:t>
            </a:r>
            <a:r>
              <a:rPr sz="1800" spc="-60" dirty="0">
                <a:latin typeface="Arial MT"/>
                <a:cs typeface="Arial MT"/>
              </a:rPr>
              <a:t>including</a:t>
            </a:r>
            <a:r>
              <a:rPr sz="1800" spc="-70" dirty="0">
                <a:latin typeface="Arial MT"/>
                <a:cs typeface="Arial MT"/>
              </a:rPr>
              <a:t> </a:t>
            </a:r>
            <a:r>
              <a:rPr sz="1800" spc="-105" dirty="0">
                <a:latin typeface="Arial MT"/>
                <a:cs typeface="Arial MT"/>
              </a:rPr>
              <a:t>game</a:t>
            </a:r>
            <a:r>
              <a:rPr sz="1800" spc="20" dirty="0">
                <a:latin typeface="Arial MT"/>
                <a:cs typeface="Arial MT"/>
              </a:rPr>
              <a:t> </a:t>
            </a:r>
            <a:r>
              <a:rPr sz="1800" spc="-95" dirty="0">
                <a:latin typeface="Arial MT"/>
                <a:cs typeface="Arial MT"/>
              </a:rPr>
              <a:t>state,</a:t>
            </a:r>
            <a:r>
              <a:rPr sz="1800" spc="-85" dirty="0">
                <a:latin typeface="Arial MT"/>
                <a:cs typeface="Arial MT"/>
              </a:rPr>
              <a:t> </a:t>
            </a:r>
            <a:r>
              <a:rPr sz="1800" spc="-80" dirty="0">
                <a:latin typeface="Arial MT"/>
                <a:cs typeface="Arial MT"/>
              </a:rPr>
              <a:t>player </a:t>
            </a:r>
            <a:r>
              <a:rPr sz="1850" spc="-120" dirty="0">
                <a:latin typeface="Arial MT"/>
                <a:cs typeface="Arial MT"/>
              </a:rPr>
              <a:t>data,</a:t>
            </a:r>
            <a:r>
              <a:rPr sz="1850" dirty="0">
                <a:latin typeface="Arial MT"/>
                <a:cs typeface="Arial MT"/>
              </a:rPr>
              <a:t> </a:t>
            </a:r>
            <a:r>
              <a:rPr sz="1850" spc="-180" dirty="0">
                <a:latin typeface="Arial MT"/>
                <a:cs typeface="Arial MT"/>
              </a:rPr>
              <a:t>session</a:t>
            </a:r>
            <a:r>
              <a:rPr sz="1850" dirty="0">
                <a:latin typeface="Arial MT"/>
                <a:cs typeface="Arial MT"/>
              </a:rPr>
              <a:t> </a:t>
            </a:r>
            <a:r>
              <a:rPr sz="1850" spc="-105" dirty="0">
                <a:latin typeface="Arial MT"/>
                <a:cs typeface="Arial MT"/>
              </a:rPr>
              <a:t>history,</a:t>
            </a:r>
            <a:r>
              <a:rPr sz="1850" spc="25" dirty="0">
                <a:latin typeface="Arial MT"/>
                <a:cs typeface="Arial MT"/>
              </a:rPr>
              <a:t> </a:t>
            </a:r>
            <a:r>
              <a:rPr sz="1850" spc="-125" dirty="0">
                <a:solidFill>
                  <a:srgbClr val="0C0C0C"/>
                </a:solidFill>
                <a:latin typeface="Arial MT"/>
                <a:cs typeface="Arial MT"/>
              </a:rPr>
              <a:t>and</a:t>
            </a:r>
            <a:r>
              <a:rPr sz="1850" spc="-55" dirty="0">
                <a:solidFill>
                  <a:srgbClr val="0C0C0C"/>
                </a:solidFill>
                <a:latin typeface="Arial MT"/>
                <a:cs typeface="Arial MT"/>
              </a:rPr>
              <a:t> </a:t>
            </a:r>
            <a:r>
              <a:rPr sz="1850" spc="-140" dirty="0">
                <a:latin typeface="Arial MT"/>
                <a:cs typeface="Arial MT"/>
              </a:rPr>
              <a:t>leaderboards.</a:t>
            </a:r>
            <a:r>
              <a:rPr sz="1850" spc="50" dirty="0">
                <a:latin typeface="Arial MT"/>
                <a:cs typeface="Arial MT"/>
              </a:rPr>
              <a:t> </a:t>
            </a:r>
            <a:r>
              <a:rPr sz="1850" spc="-160" dirty="0">
                <a:solidFill>
                  <a:srgbClr val="0C0C0C"/>
                </a:solidFill>
                <a:latin typeface="Arial MT"/>
                <a:cs typeface="Arial MT"/>
              </a:rPr>
              <a:t>The</a:t>
            </a:r>
            <a:r>
              <a:rPr sz="1850" dirty="0">
                <a:solidFill>
                  <a:srgbClr val="0C0C0C"/>
                </a:solidFill>
                <a:latin typeface="Arial MT"/>
                <a:cs typeface="Arial MT"/>
              </a:rPr>
              <a:t> </a:t>
            </a:r>
            <a:r>
              <a:rPr sz="1850" spc="-130" dirty="0">
                <a:solidFill>
                  <a:srgbClr val="1F1F1F"/>
                </a:solidFill>
                <a:latin typeface="Arial MT"/>
                <a:cs typeface="Arial MT"/>
              </a:rPr>
              <a:t>main</a:t>
            </a:r>
            <a:r>
              <a:rPr sz="1850" spc="45" dirty="0">
                <a:solidFill>
                  <a:srgbClr val="1F1F1F"/>
                </a:solidFill>
                <a:latin typeface="Arial MT"/>
                <a:cs typeface="Arial MT"/>
              </a:rPr>
              <a:t> </a:t>
            </a:r>
            <a:r>
              <a:rPr sz="1850" spc="-10" dirty="0">
                <a:solidFill>
                  <a:srgbClr val="0C0C0C"/>
                </a:solidFill>
                <a:latin typeface="Arial MT"/>
                <a:cs typeface="Arial MT"/>
              </a:rPr>
              <a:t>benefit </a:t>
            </a:r>
            <a:r>
              <a:rPr sz="1800" spc="-10" dirty="0">
                <a:solidFill>
                  <a:srgbClr val="242424"/>
                </a:solidFill>
                <a:latin typeface="Arial MT"/>
                <a:cs typeface="Arial MT"/>
              </a:rPr>
              <a:t>that</a:t>
            </a:r>
            <a:r>
              <a:rPr sz="1800" spc="-114" dirty="0">
                <a:solidFill>
                  <a:srgbClr val="242424"/>
                </a:solidFill>
                <a:latin typeface="Arial MT"/>
                <a:cs typeface="Arial MT"/>
              </a:rPr>
              <a:t> </a:t>
            </a:r>
            <a:r>
              <a:rPr sz="1800" spc="-105" dirty="0">
                <a:solidFill>
                  <a:srgbClr val="0F0F0F"/>
                </a:solidFill>
                <a:latin typeface="Arial MT"/>
                <a:cs typeface="Arial MT"/>
              </a:rPr>
              <a:t>these</a:t>
            </a:r>
            <a:r>
              <a:rPr sz="1800" spc="-35" dirty="0">
                <a:solidFill>
                  <a:srgbClr val="0F0F0F"/>
                </a:solidFill>
                <a:latin typeface="Arial MT"/>
                <a:cs typeface="Arial MT"/>
              </a:rPr>
              <a:t> </a:t>
            </a:r>
            <a:r>
              <a:rPr sz="1800" spc="-105" dirty="0">
                <a:latin typeface="Arial MT"/>
                <a:cs typeface="Arial MT"/>
              </a:rPr>
              <a:t>companies</a:t>
            </a:r>
            <a:r>
              <a:rPr sz="1800" spc="5" dirty="0">
                <a:latin typeface="Arial MT"/>
                <a:cs typeface="Arial MT"/>
              </a:rPr>
              <a:t> </a:t>
            </a:r>
            <a:r>
              <a:rPr sz="1800" spc="-40" dirty="0">
                <a:solidFill>
                  <a:srgbClr val="111111"/>
                </a:solidFill>
                <a:latin typeface="Arial MT"/>
                <a:cs typeface="Arial MT"/>
              </a:rPr>
              <a:t>get</a:t>
            </a:r>
            <a:r>
              <a:rPr sz="1800" spc="-10" dirty="0">
                <a:solidFill>
                  <a:srgbClr val="111111"/>
                </a:solidFill>
                <a:latin typeface="Arial MT"/>
                <a:cs typeface="Arial MT"/>
              </a:rPr>
              <a:t> </a:t>
            </a:r>
            <a:r>
              <a:rPr sz="1800" spc="-30" dirty="0">
                <a:latin typeface="Arial MT"/>
                <a:cs typeface="Arial MT"/>
              </a:rPr>
              <a:t>from</a:t>
            </a:r>
            <a:r>
              <a:rPr sz="1800" spc="-40" dirty="0">
                <a:latin typeface="Arial MT"/>
                <a:cs typeface="Arial MT"/>
              </a:rPr>
              <a:t> </a:t>
            </a:r>
            <a:r>
              <a:rPr sz="1800" spc="-210" dirty="0">
                <a:latin typeface="Arial MT"/>
                <a:cs typeface="Arial MT"/>
              </a:rPr>
              <a:t>DynamODB</a:t>
            </a:r>
            <a:r>
              <a:rPr sz="1800" spc="85" dirty="0">
                <a:latin typeface="Arial MT"/>
                <a:cs typeface="Arial MT"/>
              </a:rPr>
              <a:t> </a:t>
            </a:r>
            <a:r>
              <a:rPr sz="1800" spc="-105" dirty="0">
                <a:solidFill>
                  <a:srgbClr val="1F1F1F"/>
                </a:solidFill>
                <a:latin typeface="Arial MT"/>
                <a:cs typeface="Arial MT"/>
              </a:rPr>
              <a:t>is</a:t>
            </a:r>
            <a:r>
              <a:rPr sz="1800" spc="-170" dirty="0">
                <a:solidFill>
                  <a:srgbClr val="1F1F1F"/>
                </a:solidFill>
                <a:latin typeface="Arial MT"/>
                <a:cs typeface="Arial MT"/>
              </a:rPr>
              <a:t> </a:t>
            </a:r>
            <a:r>
              <a:rPr sz="1800" spc="-40" dirty="0">
                <a:latin typeface="Arial MT"/>
                <a:cs typeface="Arial MT"/>
              </a:rPr>
              <a:t>Its</a:t>
            </a:r>
            <a:r>
              <a:rPr sz="1800" spc="-85" dirty="0">
                <a:latin typeface="Arial MT"/>
                <a:cs typeface="Arial MT"/>
              </a:rPr>
              <a:t> </a:t>
            </a:r>
            <a:r>
              <a:rPr sz="1800" spc="-50" dirty="0">
                <a:latin typeface="Arial MT"/>
                <a:cs typeface="Arial MT"/>
              </a:rPr>
              <a:t>ability</a:t>
            </a:r>
            <a:r>
              <a:rPr sz="1800" spc="-100" dirty="0">
                <a:latin typeface="Arial MT"/>
                <a:cs typeface="Arial MT"/>
              </a:rPr>
              <a:t> </a:t>
            </a:r>
            <a:r>
              <a:rPr sz="1800" spc="-25" dirty="0">
                <a:latin typeface="Arial MT"/>
                <a:cs typeface="Arial MT"/>
              </a:rPr>
              <a:t>to </a:t>
            </a:r>
            <a:r>
              <a:rPr sz="1850" spc="-185" dirty="0">
                <a:latin typeface="Arial MT"/>
                <a:cs typeface="Arial MT"/>
              </a:rPr>
              <a:t>scale</a:t>
            </a:r>
            <a:r>
              <a:rPr sz="1850" spc="15" dirty="0">
                <a:latin typeface="Arial MT"/>
                <a:cs typeface="Arial MT"/>
              </a:rPr>
              <a:t> </a:t>
            </a:r>
            <a:r>
              <a:rPr sz="1850" spc="-95" dirty="0">
                <a:latin typeface="Arial MT"/>
                <a:cs typeface="Arial MT"/>
              </a:rPr>
              <a:t>reliably</a:t>
            </a:r>
            <a:r>
              <a:rPr sz="1850" spc="5" dirty="0">
                <a:latin typeface="Arial MT"/>
                <a:cs typeface="Arial MT"/>
              </a:rPr>
              <a:t> </a:t>
            </a:r>
            <a:r>
              <a:rPr sz="1850" dirty="0">
                <a:solidFill>
                  <a:srgbClr val="0F0F0F"/>
                </a:solidFill>
                <a:latin typeface="Arial MT"/>
                <a:cs typeface="Arial MT"/>
              </a:rPr>
              <a:t>to</a:t>
            </a:r>
            <a:r>
              <a:rPr sz="1850" spc="-80" dirty="0">
                <a:solidFill>
                  <a:srgbClr val="0F0F0F"/>
                </a:solidFill>
                <a:latin typeface="Arial MT"/>
                <a:cs typeface="Arial MT"/>
              </a:rPr>
              <a:t> </a:t>
            </a:r>
            <a:r>
              <a:rPr sz="1850" spc="-80" dirty="0">
                <a:latin typeface="Arial MT"/>
                <a:cs typeface="Arial MT"/>
              </a:rPr>
              <a:t>millions</a:t>
            </a:r>
            <a:r>
              <a:rPr sz="1850" spc="-10" dirty="0">
                <a:latin typeface="Arial MT"/>
                <a:cs typeface="Arial MT"/>
              </a:rPr>
              <a:t> </a:t>
            </a:r>
            <a:r>
              <a:rPr sz="1850" dirty="0">
                <a:latin typeface="Arial MT"/>
                <a:cs typeface="Arial MT"/>
              </a:rPr>
              <a:t>of</a:t>
            </a:r>
            <a:r>
              <a:rPr sz="1850" spc="-40" dirty="0">
                <a:latin typeface="Arial MT"/>
                <a:cs typeface="Arial MT"/>
              </a:rPr>
              <a:t> </a:t>
            </a:r>
            <a:r>
              <a:rPr sz="1850" spc="-114" dirty="0">
                <a:latin typeface="Arial MT"/>
                <a:cs typeface="Arial MT"/>
              </a:rPr>
              <a:t>concurrent</a:t>
            </a:r>
            <a:r>
              <a:rPr sz="1850" spc="90" dirty="0">
                <a:latin typeface="Arial MT"/>
                <a:cs typeface="Arial MT"/>
              </a:rPr>
              <a:t> </a:t>
            </a:r>
            <a:r>
              <a:rPr sz="1850" spc="-180" dirty="0">
                <a:latin typeface="Arial MT"/>
                <a:cs typeface="Arial MT"/>
              </a:rPr>
              <a:t>users</a:t>
            </a:r>
            <a:r>
              <a:rPr sz="1850" spc="-5" dirty="0">
                <a:latin typeface="Arial MT"/>
                <a:cs typeface="Arial MT"/>
              </a:rPr>
              <a:t> </a:t>
            </a:r>
            <a:r>
              <a:rPr sz="1850" spc="-155" dirty="0">
                <a:latin typeface="Arial MT"/>
                <a:cs typeface="Arial MT"/>
              </a:rPr>
              <a:t>and</a:t>
            </a:r>
            <a:r>
              <a:rPr sz="1850" dirty="0">
                <a:latin typeface="Arial MT"/>
                <a:cs typeface="Arial MT"/>
              </a:rPr>
              <a:t> </a:t>
            </a:r>
            <a:r>
              <a:rPr sz="1850" spc="-10" dirty="0">
                <a:latin typeface="Arial MT"/>
                <a:cs typeface="Arial MT"/>
              </a:rPr>
              <a:t>requests </a:t>
            </a:r>
            <a:r>
              <a:rPr sz="1800" spc="-75" dirty="0">
                <a:latin typeface="Arial MT"/>
                <a:cs typeface="Arial MT"/>
              </a:rPr>
              <a:t>while</a:t>
            </a:r>
            <a:r>
              <a:rPr sz="1800" spc="-50" dirty="0">
                <a:latin typeface="Arial MT"/>
                <a:cs typeface="Arial MT"/>
              </a:rPr>
              <a:t> </a:t>
            </a:r>
            <a:r>
              <a:rPr sz="1800" spc="-100" dirty="0">
                <a:latin typeface="Arial MT"/>
                <a:cs typeface="Arial MT"/>
              </a:rPr>
              <a:t>ensuring</a:t>
            </a:r>
            <a:r>
              <a:rPr sz="1800" spc="35" dirty="0">
                <a:latin typeface="Arial MT"/>
                <a:cs typeface="Arial MT"/>
              </a:rPr>
              <a:t> </a:t>
            </a:r>
            <a:r>
              <a:rPr sz="1800" spc="-75" dirty="0">
                <a:latin typeface="Arial MT"/>
                <a:cs typeface="Arial MT"/>
              </a:rPr>
              <a:t>consistently</a:t>
            </a:r>
            <a:r>
              <a:rPr sz="1800" spc="60" dirty="0">
                <a:latin typeface="Arial MT"/>
                <a:cs typeface="Arial MT"/>
              </a:rPr>
              <a:t> </a:t>
            </a:r>
            <a:r>
              <a:rPr sz="1800" spc="-45" dirty="0">
                <a:latin typeface="Arial MT"/>
                <a:cs typeface="Arial MT"/>
              </a:rPr>
              <a:t>low</a:t>
            </a:r>
            <a:r>
              <a:rPr sz="1800" spc="-55" dirty="0">
                <a:latin typeface="Arial MT"/>
                <a:cs typeface="Arial MT"/>
              </a:rPr>
              <a:t> </a:t>
            </a:r>
            <a:r>
              <a:rPr sz="1800" spc="-105" dirty="0">
                <a:latin typeface="Arial MT"/>
                <a:cs typeface="Arial MT"/>
              </a:rPr>
              <a:t>latency.</a:t>
            </a:r>
            <a:r>
              <a:rPr sz="1800" spc="-30" dirty="0">
                <a:latin typeface="Arial MT"/>
                <a:cs typeface="Arial MT"/>
              </a:rPr>
              <a:t> </a:t>
            </a:r>
            <a:r>
              <a:rPr sz="1800" spc="-130" dirty="0">
                <a:latin typeface="Arial MT"/>
                <a:cs typeface="Arial MT"/>
              </a:rPr>
              <a:t>This</a:t>
            </a:r>
            <a:r>
              <a:rPr sz="1800" spc="-95" dirty="0">
                <a:latin typeface="Arial MT"/>
                <a:cs typeface="Arial MT"/>
              </a:rPr>
              <a:t> </a:t>
            </a:r>
            <a:r>
              <a:rPr sz="1800" spc="-75" dirty="0">
                <a:latin typeface="Arial MT"/>
                <a:cs typeface="Arial MT"/>
              </a:rPr>
              <a:t>iatency</a:t>
            </a:r>
            <a:r>
              <a:rPr sz="1800" spc="-40" dirty="0">
                <a:latin typeface="Arial MT"/>
                <a:cs typeface="Arial MT"/>
              </a:rPr>
              <a:t> </a:t>
            </a:r>
            <a:r>
              <a:rPr sz="1800" spc="-135" dirty="0">
                <a:latin typeface="Arial MT"/>
                <a:cs typeface="Arial MT"/>
              </a:rPr>
              <a:t>can</a:t>
            </a:r>
            <a:r>
              <a:rPr sz="1800" spc="-75" dirty="0">
                <a:latin typeface="Arial MT"/>
                <a:cs typeface="Arial MT"/>
              </a:rPr>
              <a:t> </a:t>
            </a:r>
            <a:r>
              <a:rPr sz="1800" spc="-25" dirty="0">
                <a:latin typeface="Arial MT"/>
                <a:cs typeface="Arial MT"/>
              </a:rPr>
              <a:t>be </a:t>
            </a:r>
            <a:r>
              <a:rPr sz="1800" spc="-125" dirty="0">
                <a:latin typeface="Arial MT"/>
                <a:cs typeface="Arial MT"/>
              </a:rPr>
              <a:t>measured</a:t>
            </a:r>
            <a:r>
              <a:rPr sz="1800" dirty="0">
                <a:latin typeface="Arial MT"/>
                <a:cs typeface="Arial MT"/>
              </a:rPr>
              <a:t> </a:t>
            </a:r>
            <a:r>
              <a:rPr sz="1800" spc="-75" dirty="0">
                <a:latin typeface="Arial MT"/>
                <a:cs typeface="Arial MT"/>
              </a:rPr>
              <a:t>in</a:t>
            </a:r>
            <a:r>
              <a:rPr sz="1800" spc="-50" dirty="0">
                <a:latin typeface="Arial MT"/>
                <a:cs typeface="Arial MT"/>
              </a:rPr>
              <a:t> </a:t>
            </a:r>
            <a:r>
              <a:rPr sz="1800" spc="-65" dirty="0">
                <a:latin typeface="Arial MT"/>
                <a:cs typeface="Arial MT"/>
              </a:rPr>
              <a:t>single</a:t>
            </a:r>
            <a:r>
              <a:rPr sz="1800" spc="95" dirty="0">
                <a:latin typeface="Arial MT"/>
                <a:cs typeface="Arial MT"/>
              </a:rPr>
              <a:t> </a:t>
            </a:r>
            <a:r>
              <a:rPr sz="1800" spc="-25" dirty="0">
                <a:latin typeface="Arial MT"/>
                <a:cs typeface="Arial MT"/>
              </a:rPr>
              <a:t>digit</a:t>
            </a:r>
            <a:r>
              <a:rPr sz="1800" spc="-100" dirty="0">
                <a:latin typeface="Arial MT"/>
                <a:cs typeface="Arial MT"/>
              </a:rPr>
              <a:t> </a:t>
            </a:r>
            <a:r>
              <a:rPr sz="1800" spc="-40" dirty="0">
                <a:latin typeface="Arial MT"/>
                <a:cs typeface="Arial MT"/>
              </a:rPr>
              <a:t>milliseconds.</a:t>
            </a:r>
            <a:endParaRPr sz="1800">
              <a:latin typeface="Arial MT"/>
              <a:cs typeface="Arial MT"/>
            </a:endParaRPr>
          </a:p>
        </p:txBody>
      </p:sp>
    </p:spTree>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356360" y="365125"/>
            <a:ext cx="9449813" cy="4896437"/>
          </a:xfrm>
          <a:prstGeom prst="rect">
            <a:avLst/>
          </a:prstGeom>
        </p:spPr>
      </p:pic>
      <p:sp>
        <p:nvSpPr>
          <p:cNvPr id="3" name="object 3"/>
          <p:cNvSpPr txBox="1"/>
          <p:nvPr/>
        </p:nvSpPr>
        <p:spPr>
          <a:xfrm>
            <a:off x="1662725" y="5383816"/>
            <a:ext cx="2668270" cy="132715"/>
          </a:xfrm>
          <a:prstGeom prst="rect">
            <a:avLst/>
          </a:prstGeom>
        </p:spPr>
        <p:txBody>
          <a:bodyPr vert="horz" wrap="square" lIns="0" tIns="12700" rIns="0" bIns="0" rtlCol="0">
            <a:spAutoFit/>
          </a:bodyPr>
          <a:lstStyle/>
          <a:p>
            <a:pPr marL="12700">
              <a:lnSpc>
                <a:spcPct val="100000"/>
              </a:lnSpc>
              <a:spcBef>
                <a:spcPts val="100"/>
              </a:spcBef>
            </a:pPr>
            <a:r>
              <a:rPr sz="700" spc="-40" dirty="0">
                <a:solidFill>
                  <a:srgbClr val="676767"/>
                </a:solidFill>
                <a:latin typeface="Arial MT"/>
                <a:cs typeface="Arial MT"/>
              </a:rPr>
              <a:t>@2o2</a:t>
            </a:r>
            <a:r>
              <a:rPr sz="700" spc="-125" dirty="0">
                <a:solidFill>
                  <a:srgbClr val="676767"/>
                </a:solidFill>
                <a:latin typeface="Arial MT"/>
                <a:cs typeface="Arial MT"/>
              </a:rPr>
              <a:t> </a:t>
            </a:r>
            <a:r>
              <a:rPr sz="700" dirty="0">
                <a:solidFill>
                  <a:srgbClr val="999999"/>
                </a:solidFill>
                <a:latin typeface="Arial MT"/>
                <a:cs typeface="Arial MT"/>
              </a:rPr>
              <a:t>1</a:t>
            </a:r>
            <a:r>
              <a:rPr sz="700" spc="50" dirty="0">
                <a:solidFill>
                  <a:srgbClr val="999999"/>
                </a:solidFill>
                <a:latin typeface="Arial MT"/>
                <a:cs typeface="Arial MT"/>
              </a:rPr>
              <a:t> </a:t>
            </a:r>
            <a:r>
              <a:rPr sz="700" spc="-10" dirty="0">
                <a:solidFill>
                  <a:srgbClr val="676767"/>
                </a:solidFill>
                <a:latin typeface="Arial MT"/>
                <a:cs typeface="Arial MT"/>
              </a:rPr>
              <a:t>Amazon</a:t>
            </a:r>
            <a:r>
              <a:rPr sz="700" spc="40" dirty="0">
                <a:solidFill>
                  <a:srgbClr val="676767"/>
                </a:solidFill>
                <a:latin typeface="Arial MT"/>
                <a:cs typeface="Arial MT"/>
              </a:rPr>
              <a:t> </a:t>
            </a:r>
            <a:r>
              <a:rPr sz="700" dirty="0">
                <a:solidFill>
                  <a:srgbClr val="565656"/>
                </a:solidFill>
                <a:latin typeface="Arial MT"/>
                <a:cs typeface="Arial MT"/>
              </a:rPr>
              <a:t>web</a:t>
            </a:r>
            <a:r>
              <a:rPr sz="700" spc="-20" dirty="0">
                <a:solidFill>
                  <a:srgbClr val="565656"/>
                </a:solidFill>
                <a:latin typeface="Arial MT"/>
                <a:cs typeface="Arial MT"/>
              </a:rPr>
              <a:t> </a:t>
            </a:r>
            <a:r>
              <a:rPr sz="700" dirty="0">
                <a:solidFill>
                  <a:srgbClr val="898989"/>
                </a:solidFill>
                <a:latin typeface="Arial MT"/>
                <a:cs typeface="Arial MT"/>
              </a:rPr>
              <a:t>mrs</a:t>
            </a:r>
            <a:r>
              <a:rPr sz="700" spc="155" dirty="0">
                <a:solidFill>
                  <a:srgbClr val="898989"/>
                </a:solidFill>
                <a:latin typeface="Arial MT"/>
                <a:cs typeface="Arial MT"/>
              </a:rPr>
              <a:t>  </a:t>
            </a:r>
            <a:r>
              <a:rPr sz="700" spc="-20" dirty="0">
                <a:solidFill>
                  <a:srgbClr val="898989"/>
                </a:solidFill>
                <a:latin typeface="Arial MT"/>
                <a:cs typeface="Arial MT"/>
              </a:rPr>
              <a:t>zg</a:t>
            </a:r>
            <a:r>
              <a:rPr sz="700" spc="-65" dirty="0">
                <a:solidFill>
                  <a:srgbClr val="898989"/>
                </a:solidFill>
                <a:latin typeface="Arial MT"/>
                <a:cs typeface="Arial MT"/>
              </a:rPr>
              <a:t> </a:t>
            </a:r>
            <a:r>
              <a:rPr sz="700" dirty="0">
                <a:solidFill>
                  <a:srgbClr val="7C7C7C"/>
                </a:solidFill>
                <a:latin typeface="Arial MT"/>
                <a:cs typeface="Arial MT"/>
              </a:rPr>
              <a:t>Inc</a:t>
            </a:r>
            <a:r>
              <a:rPr sz="700" spc="235" dirty="0">
                <a:solidFill>
                  <a:srgbClr val="7C7C7C"/>
                </a:solidFill>
                <a:latin typeface="Arial MT"/>
                <a:cs typeface="Arial MT"/>
              </a:rPr>
              <a:t> </a:t>
            </a:r>
            <a:r>
              <a:rPr sz="700" dirty="0">
                <a:solidFill>
                  <a:srgbClr val="7C7C7C"/>
                </a:solidFill>
                <a:latin typeface="Arial MT"/>
                <a:cs typeface="Arial MT"/>
              </a:rPr>
              <a:t>or</a:t>
            </a:r>
            <a:r>
              <a:rPr sz="700" spc="5" dirty="0">
                <a:solidFill>
                  <a:srgbClr val="7C7C7C"/>
                </a:solidFill>
                <a:latin typeface="Arial MT"/>
                <a:cs typeface="Arial MT"/>
              </a:rPr>
              <a:t> </a:t>
            </a:r>
            <a:r>
              <a:rPr sz="700" dirty="0">
                <a:solidFill>
                  <a:srgbClr val="575757"/>
                </a:solidFill>
                <a:latin typeface="Arial MT"/>
                <a:cs typeface="Arial MT"/>
              </a:rPr>
              <a:t>its</a:t>
            </a:r>
            <a:r>
              <a:rPr sz="700" spc="-90" dirty="0">
                <a:solidFill>
                  <a:srgbClr val="575757"/>
                </a:solidFill>
                <a:latin typeface="Arial MT"/>
                <a:cs typeface="Arial MT"/>
              </a:rPr>
              <a:t> </a:t>
            </a:r>
            <a:r>
              <a:rPr sz="700" spc="-10" dirty="0">
                <a:solidFill>
                  <a:srgbClr val="3D3D3D"/>
                </a:solidFill>
                <a:latin typeface="Arial MT"/>
                <a:cs typeface="Arial MT"/>
              </a:rPr>
              <a:t>affiliates.</a:t>
            </a:r>
            <a:r>
              <a:rPr sz="700" spc="30" dirty="0">
                <a:solidFill>
                  <a:srgbClr val="3D3D3D"/>
                </a:solidFill>
                <a:latin typeface="Arial MT"/>
                <a:cs typeface="Arial MT"/>
              </a:rPr>
              <a:t> </a:t>
            </a:r>
            <a:r>
              <a:rPr sz="700" spc="-55" dirty="0">
                <a:solidFill>
                  <a:srgbClr val="9A9A9A"/>
                </a:solidFill>
                <a:latin typeface="Arial MT"/>
                <a:cs typeface="Arial MT"/>
              </a:rPr>
              <a:t>Ab</a:t>
            </a:r>
            <a:r>
              <a:rPr sz="700" spc="-25" dirty="0">
                <a:solidFill>
                  <a:srgbClr val="9A9A9A"/>
                </a:solidFill>
                <a:latin typeface="Arial MT"/>
                <a:cs typeface="Arial MT"/>
              </a:rPr>
              <a:t> </a:t>
            </a:r>
            <a:r>
              <a:rPr sz="700" dirty="0">
                <a:solidFill>
                  <a:srgbClr val="626262"/>
                </a:solidFill>
                <a:latin typeface="Arial MT"/>
                <a:cs typeface="Arial MT"/>
              </a:rPr>
              <a:t>ngh</a:t>
            </a:r>
            <a:r>
              <a:rPr sz="700" spc="140" dirty="0">
                <a:solidFill>
                  <a:srgbClr val="626262"/>
                </a:solidFill>
                <a:latin typeface="Arial MT"/>
                <a:cs typeface="Arial MT"/>
              </a:rPr>
              <a:t> </a:t>
            </a:r>
            <a:r>
              <a:rPr sz="700" spc="-120" dirty="0">
                <a:solidFill>
                  <a:srgbClr val="626262"/>
                </a:solidFill>
                <a:latin typeface="Arial MT"/>
                <a:cs typeface="Arial MT"/>
              </a:rPr>
              <a:t>c</a:t>
            </a:r>
            <a:r>
              <a:rPr sz="700" dirty="0">
                <a:solidFill>
                  <a:srgbClr val="626262"/>
                </a:solidFill>
                <a:latin typeface="Arial MT"/>
                <a:cs typeface="Arial MT"/>
              </a:rPr>
              <a:t> </a:t>
            </a:r>
            <a:r>
              <a:rPr sz="700" spc="-10" dirty="0">
                <a:solidFill>
                  <a:srgbClr val="808080"/>
                </a:solidFill>
                <a:latin typeface="Arial MT"/>
                <a:cs typeface="Arial MT"/>
              </a:rPr>
              <a:t>reserved</a:t>
            </a:r>
            <a:endParaRPr sz="700">
              <a:latin typeface="Arial MT"/>
              <a:cs typeface="Arial MT"/>
            </a:endParaRPr>
          </a:p>
        </p:txBody>
      </p:sp>
      <p:sp>
        <p:nvSpPr>
          <p:cNvPr id="4" name="object 4"/>
          <p:cNvSpPr txBox="1"/>
          <p:nvPr/>
        </p:nvSpPr>
        <p:spPr>
          <a:xfrm>
            <a:off x="4781324" y="1374897"/>
            <a:ext cx="5410835" cy="556260"/>
          </a:xfrm>
          <a:prstGeom prst="rect">
            <a:avLst/>
          </a:prstGeom>
        </p:spPr>
        <p:txBody>
          <a:bodyPr vert="horz" wrap="square" lIns="0" tIns="0" rIns="0" bIns="0" rtlCol="0">
            <a:spAutoFit/>
          </a:bodyPr>
          <a:lstStyle/>
          <a:p>
            <a:pPr marL="13970" marR="5080" indent="-1905">
              <a:lnSpc>
                <a:spcPct val="104800"/>
              </a:lnSpc>
            </a:pPr>
            <a:r>
              <a:rPr sz="1700" spc="-105" dirty="0">
                <a:latin typeface="Arial MT"/>
                <a:cs typeface="Arial MT"/>
              </a:rPr>
              <a:t>Choose</a:t>
            </a:r>
            <a:r>
              <a:rPr sz="1700" spc="5" dirty="0">
                <a:latin typeface="Arial MT"/>
                <a:cs typeface="Arial MT"/>
              </a:rPr>
              <a:t> </a:t>
            </a:r>
            <a:r>
              <a:rPr sz="1700" spc="-114" dirty="0">
                <a:latin typeface="Arial MT"/>
                <a:cs typeface="Arial MT"/>
              </a:rPr>
              <a:t>each</a:t>
            </a:r>
            <a:r>
              <a:rPr sz="1700" spc="-15" dirty="0">
                <a:latin typeface="Arial MT"/>
                <a:cs typeface="Arial MT"/>
              </a:rPr>
              <a:t> </a:t>
            </a:r>
            <a:r>
              <a:rPr sz="1700" dirty="0">
                <a:latin typeface="Arial MT"/>
                <a:cs typeface="Arial MT"/>
              </a:rPr>
              <a:t>button</a:t>
            </a:r>
            <a:r>
              <a:rPr sz="1700" spc="-20" dirty="0">
                <a:latin typeface="Arial MT"/>
                <a:cs typeface="Arial MT"/>
              </a:rPr>
              <a:t> </a:t>
            </a:r>
            <a:r>
              <a:rPr sz="1700" dirty="0">
                <a:solidFill>
                  <a:srgbClr val="181818"/>
                </a:solidFill>
                <a:latin typeface="Arial MT"/>
                <a:cs typeface="Arial MT"/>
              </a:rPr>
              <a:t>to</a:t>
            </a:r>
            <a:r>
              <a:rPr sz="1700" spc="75" dirty="0">
                <a:solidFill>
                  <a:srgbClr val="181818"/>
                </a:solidFill>
                <a:latin typeface="Arial MT"/>
                <a:cs typeface="Arial MT"/>
              </a:rPr>
              <a:t> </a:t>
            </a:r>
            <a:r>
              <a:rPr sz="1700" spc="-45" dirty="0">
                <a:latin typeface="Arial MT"/>
                <a:cs typeface="Arial MT"/>
              </a:rPr>
              <a:t>learn</a:t>
            </a:r>
            <a:r>
              <a:rPr sz="1700" spc="-30" dirty="0">
                <a:latin typeface="Arial MT"/>
                <a:cs typeface="Arial MT"/>
              </a:rPr>
              <a:t> </a:t>
            </a:r>
            <a:r>
              <a:rPr sz="1700" spc="-20" dirty="0">
                <a:latin typeface="Arial MT"/>
                <a:cs typeface="Arial MT"/>
              </a:rPr>
              <a:t>more</a:t>
            </a:r>
            <a:r>
              <a:rPr sz="1700" spc="-30" dirty="0">
                <a:latin typeface="Arial MT"/>
                <a:cs typeface="Arial MT"/>
              </a:rPr>
              <a:t> </a:t>
            </a:r>
            <a:r>
              <a:rPr sz="1700" spc="-90" dirty="0">
                <a:latin typeface="Arial MT"/>
                <a:cs typeface="Arial MT"/>
              </a:rPr>
              <a:t>abOut</a:t>
            </a:r>
            <a:r>
              <a:rPr sz="1700" spc="55" dirty="0">
                <a:latin typeface="Arial MT"/>
                <a:cs typeface="Arial MT"/>
              </a:rPr>
              <a:t> </a:t>
            </a:r>
            <a:r>
              <a:rPr sz="1700" spc="-105" dirty="0">
                <a:latin typeface="Arial MT"/>
                <a:cs typeface="Arial MT"/>
              </a:rPr>
              <a:t>ways</a:t>
            </a:r>
            <a:r>
              <a:rPr sz="1700" spc="-45" dirty="0">
                <a:latin typeface="Arial MT"/>
                <a:cs typeface="Arial MT"/>
              </a:rPr>
              <a:t> </a:t>
            </a:r>
            <a:r>
              <a:rPr sz="1700" spc="-20" dirty="0">
                <a:latin typeface="Arial MT"/>
                <a:cs typeface="Arial MT"/>
              </a:rPr>
              <a:t>you</a:t>
            </a:r>
            <a:r>
              <a:rPr sz="1700" spc="-5" dirty="0">
                <a:latin typeface="Arial MT"/>
                <a:cs typeface="Arial MT"/>
              </a:rPr>
              <a:t> </a:t>
            </a:r>
            <a:r>
              <a:rPr sz="1700" spc="-90" dirty="0">
                <a:latin typeface="Arial MT"/>
                <a:cs typeface="Arial MT"/>
              </a:rPr>
              <a:t>can</a:t>
            </a:r>
            <a:r>
              <a:rPr sz="1700" spc="-114" dirty="0">
                <a:latin typeface="Arial MT"/>
                <a:cs typeface="Arial MT"/>
              </a:rPr>
              <a:t> </a:t>
            </a:r>
            <a:r>
              <a:rPr sz="1700" spc="-25" dirty="0">
                <a:latin typeface="Arial MT"/>
                <a:cs typeface="Arial MT"/>
              </a:rPr>
              <a:t>use </a:t>
            </a:r>
            <a:r>
              <a:rPr sz="1700" spc="-65" dirty="0">
                <a:latin typeface="Arial MT"/>
                <a:cs typeface="Arial MT"/>
              </a:rPr>
              <a:t>Amazon</a:t>
            </a:r>
            <a:r>
              <a:rPr sz="1700" spc="-20" dirty="0">
                <a:latin typeface="Arial MT"/>
                <a:cs typeface="Arial MT"/>
              </a:rPr>
              <a:t> </a:t>
            </a:r>
            <a:r>
              <a:rPr sz="1700" spc="-10" dirty="0">
                <a:latin typeface="Arial MT"/>
                <a:cs typeface="Arial MT"/>
              </a:rPr>
              <a:t>DynamoDB.</a:t>
            </a:r>
            <a:endParaRPr sz="1700">
              <a:latin typeface="Arial MT"/>
              <a:cs typeface="Arial MT"/>
            </a:endParaRPr>
          </a:p>
        </p:txBody>
      </p:sp>
      <p:sp>
        <p:nvSpPr>
          <p:cNvPr id="5" name="object 5"/>
          <p:cNvSpPr txBox="1"/>
          <p:nvPr/>
        </p:nvSpPr>
        <p:spPr>
          <a:xfrm>
            <a:off x="4773374" y="2744251"/>
            <a:ext cx="5396230" cy="1709420"/>
          </a:xfrm>
          <a:prstGeom prst="rect">
            <a:avLst/>
          </a:prstGeom>
        </p:spPr>
        <p:txBody>
          <a:bodyPr vert="horz" wrap="square" lIns="0" tIns="26670" rIns="0" bIns="0" rtlCol="0">
            <a:spAutoFit/>
          </a:bodyPr>
          <a:lstStyle/>
          <a:p>
            <a:pPr marL="12700" marR="5080" indent="1905">
              <a:lnSpc>
                <a:spcPct val="101400"/>
              </a:lnSpc>
              <a:spcBef>
                <a:spcPts val="210"/>
              </a:spcBef>
            </a:pPr>
            <a:r>
              <a:rPr sz="1800" spc="-110" dirty="0">
                <a:latin typeface="Arial MT"/>
                <a:cs typeface="Arial MT"/>
              </a:rPr>
              <a:t>Banking</a:t>
            </a:r>
            <a:r>
              <a:rPr sz="1800" spc="65" dirty="0">
                <a:latin typeface="Arial MT"/>
                <a:cs typeface="Arial MT"/>
              </a:rPr>
              <a:t> </a:t>
            </a:r>
            <a:r>
              <a:rPr sz="1800" spc="-120" dirty="0">
                <a:latin typeface="Arial MT"/>
                <a:cs typeface="Arial MT"/>
              </a:rPr>
              <a:t>and</a:t>
            </a:r>
            <a:r>
              <a:rPr sz="1800" spc="-50" dirty="0">
                <a:latin typeface="Arial MT"/>
                <a:cs typeface="Arial MT"/>
              </a:rPr>
              <a:t> </a:t>
            </a:r>
            <a:r>
              <a:rPr sz="1800" spc="-90" dirty="0">
                <a:solidFill>
                  <a:srgbClr val="0C0C0C"/>
                </a:solidFill>
                <a:latin typeface="Arial MT"/>
                <a:cs typeface="Arial MT"/>
              </a:rPr>
              <a:t>finance</a:t>
            </a:r>
            <a:r>
              <a:rPr sz="1800" spc="-5" dirty="0">
                <a:solidFill>
                  <a:srgbClr val="0C0C0C"/>
                </a:solidFill>
                <a:latin typeface="Arial MT"/>
                <a:cs typeface="Arial MT"/>
              </a:rPr>
              <a:t> </a:t>
            </a:r>
            <a:r>
              <a:rPr sz="1800" spc="-114" dirty="0">
                <a:latin typeface="Arial MT"/>
                <a:cs typeface="Arial MT"/>
              </a:rPr>
              <a:t>companies</a:t>
            </a:r>
            <a:r>
              <a:rPr sz="1800" spc="50" dirty="0">
                <a:latin typeface="Arial MT"/>
                <a:cs typeface="Arial MT"/>
              </a:rPr>
              <a:t> </a:t>
            </a:r>
            <a:r>
              <a:rPr sz="1800" spc="-165" dirty="0">
                <a:latin typeface="Arial MT"/>
                <a:cs typeface="Arial MT"/>
              </a:rPr>
              <a:t>use</a:t>
            </a:r>
            <a:r>
              <a:rPr sz="1800" spc="-40" dirty="0">
                <a:latin typeface="Arial MT"/>
                <a:cs typeface="Arial MT"/>
              </a:rPr>
              <a:t> </a:t>
            </a:r>
            <a:r>
              <a:rPr sz="1800" spc="-145" dirty="0">
                <a:latin typeface="Arial MT"/>
                <a:cs typeface="Arial MT"/>
              </a:rPr>
              <a:t>DynamoDB</a:t>
            </a:r>
            <a:r>
              <a:rPr sz="1800" spc="160" dirty="0">
                <a:latin typeface="Arial MT"/>
                <a:cs typeface="Arial MT"/>
              </a:rPr>
              <a:t> </a:t>
            </a:r>
            <a:r>
              <a:rPr sz="1800" dirty="0">
                <a:solidFill>
                  <a:srgbClr val="111111"/>
                </a:solidFill>
                <a:latin typeface="Arial MT"/>
                <a:cs typeface="Arial MT"/>
              </a:rPr>
              <a:t>to</a:t>
            </a:r>
            <a:r>
              <a:rPr sz="1800" spc="-60" dirty="0">
                <a:solidFill>
                  <a:srgbClr val="111111"/>
                </a:solidFill>
                <a:latin typeface="Arial MT"/>
                <a:cs typeface="Arial MT"/>
              </a:rPr>
              <a:t> </a:t>
            </a:r>
            <a:r>
              <a:rPr sz="1800" spc="-10" dirty="0">
                <a:latin typeface="Arial MT"/>
                <a:cs typeface="Arial MT"/>
              </a:rPr>
              <a:t>build </a:t>
            </a:r>
            <a:r>
              <a:rPr sz="1750" spc="-60" dirty="0">
                <a:latin typeface="Arial MT"/>
                <a:cs typeface="Arial MT"/>
              </a:rPr>
              <a:t>more</a:t>
            </a:r>
            <a:r>
              <a:rPr sz="1750" spc="-65" dirty="0">
                <a:latin typeface="Arial MT"/>
                <a:cs typeface="Arial MT"/>
              </a:rPr>
              <a:t> </a:t>
            </a:r>
            <a:r>
              <a:rPr sz="1750" spc="-105" dirty="0">
                <a:latin typeface="Arial MT"/>
                <a:cs typeface="Arial MT"/>
              </a:rPr>
              <a:t>clOud-</a:t>
            </a:r>
            <a:r>
              <a:rPr sz="1750" spc="-60" dirty="0">
                <a:latin typeface="Arial MT"/>
                <a:cs typeface="Arial MT"/>
              </a:rPr>
              <a:t>native</a:t>
            </a:r>
            <a:r>
              <a:rPr sz="1750" spc="50" dirty="0">
                <a:latin typeface="Arial MT"/>
                <a:cs typeface="Arial MT"/>
              </a:rPr>
              <a:t> </a:t>
            </a:r>
            <a:r>
              <a:rPr sz="1750" spc="-60" dirty="0">
                <a:latin typeface="Arial MT"/>
                <a:cs typeface="Arial MT"/>
              </a:rPr>
              <a:t>applications</a:t>
            </a:r>
            <a:r>
              <a:rPr sz="1750" spc="55" dirty="0">
                <a:latin typeface="Arial MT"/>
                <a:cs typeface="Arial MT"/>
              </a:rPr>
              <a:t> </a:t>
            </a:r>
            <a:r>
              <a:rPr sz="1750" dirty="0">
                <a:latin typeface="Arial MT"/>
                <a:cs typeface="Arial MT"/>
              </a:rPr>
              <a:t>to</a:t>
            </a:r>
            <a:r>
              <a:rPr sz="1750" spc="-95" dirty="0">
                <a:latin typeface="Arial MT"/>
                <a:cs typeface="Arial MT"/>
              </a:rPr>
              <a:t> </a:t>
            </a:r>
            <a:r>
              <a:rPr sz="1750" spc="-110" dirty="0">
                <a:latin typeface="Arial MT"/>
                <a:cs typeface="Arial MT"/>
              </a:rPr>
              <a:t>increase</a:t>
            </a:r>
            <a:r>
              <a:rPr sz="1750" spc="-5" dirty="0">
                <a:latin typeface="Arial MT"/>
                <a:cs typeface="Arial MT"/>
              </a:rPr>
              <a:t> </a:t>
            </a:r>
            <a:r>
              <a:rPr sz="1750" spc="-60" dirty="0">
                <a:solidFill>
                  <a:srgbClr val="1D1D1D"/>
                </a:solidFill>
                <a:latin typeface="Arial MT"/>
                <a:cs typeface="Arial MT"/>
              </a:rPr>
              <a:t>agility,</a:t>
            </a:r>
            <a:r>
              <a:rPr sz="1750" dirty="0">
                <a:solidFill>
                  <a:srgbClr val="1D1D1D"/>
                </a:solidFill>
                <a:latin typeface="Arial MT"/>
                <a:cs typeface="Arial MT"/>
              </a:rPr>
              <a:t> </a:t>
            </a:r>
            <a:r>
              <a:rPr sz="1750" spc="-10" dirty="0">
                <a:latin typeface="Arial MT"/>
                <a:cs typeface="Arial MT"/>
              </a:rPr>
              <a:t>reduce </a:t>
            </a:r>
            <a:r>
              <a:rPr sz="1800" spc="-45" dirty="0">
                <a:solidFill>
                  <a:srgbClr val="0F0F0F"/>
                </a:solidFill>
                <a:latin typeface="Arial MT"/>
                <a:cs typeface="Arial MT"/>
              </a:rPr>
              <a:t>time</a:t>
            </a:r>
            <a:r>
              <a:rPr sz="1800" spc="-85" dirty="0">
                <a:solidFill>
                  <a:srgbClr val="0F0F0F"/>
                </a:solidFill>
                <a:latin typeface="Arial MT"/>
                <a:cs typeface="Arial MT"/>
              </a:rPr>
              <a:t> </a:t>
            </a:r>
            <a:r>
              <a:rPr sz="1800" dirty="0">
                <a:solidFill>
                  <a:srgbClr val="282828"/>
                </a:solidFill>
                <a:latin typeface="Arial MT"/>
                <a:cs typeface="Arial MT"/>
              </a:rPr>
              <a:t>to</a:t>
            </a:r>
            <a:r>
              <a:rPr sz="1800" spc="-55" dirty="0">
                <a:solidFill>
                  <a:srgbClr val="282828"/>
                </a:solidFill>
                <a:latin typeface="Arial MT"/>
                <a:cs typeface="Arial MT"/>
              </a:rPr>
              <a:t> </a:t>
            </a:r>
            <a:r>
              <a:rPr sz="1800" spc="-90" dirty="0">
                <a:latin typeface="Arial MT"/>
                <a:cs typeface="Arial MT"/>
              </a:rPr>
              <a:t>market,</a:t>
            </a:r>
            <a:r>
              <a:rPr sz="1800" spc="25" dirty="0">
                <a:latin typeface="Arial MT"/>
                <a:cs typeface="Arial MT"/>
              </a:rPr>
              <a:t> </a:t>
            </a:r>
            <a:r>
              <a:rPr sz="1800" spc="-120" dirty="0">
                <a:solidFill>
                  <a:srgbClr val="181818"/>
                </a:solidFill>
                <a:latin typeface="Arial MT"/>
                <a:cs typeface="Arial MT"/>
              </a:rPr>
              <a:t>and</a:t>
            </a:r>
            <a:r>
              <a:rPr sz="1800" spc="-70" dirty="0">
                <a:solidFill>
                  <a:srgbClr val="181818"/>
                </a:solidFill>
                <a:latin typeface="Arial MT"/>
                <a:cs typeface="Arial MT"/>
              </a:rPr>
              <a:t> </a:t>
            </a:r>
            <a:r>
              <a:rPr sz="1800" spc="-75" dirty="0">
                <a:latin typeface="Arial MT"/>
                <a:cs typeface="Arial MT"/>
              </a:rPr>
              <a:t>minimize</a:t>
            </a:r>
            <a:r>
              <a:rPr sz="1800" spc="80" dirty="0">
                <a:latin typeface="Arial MT"/>
                <a:cs typeface="Arial MT"/>
              </a:rPr>
              <a:t> </a:t>
            </a:r>
            <a:r>
              <a:rPr sz="1800" spc="-65" dirty="0">
                <a:latin typeface="Arial MT"/>
                <a:cs typeface="Arial MT"/>
              </a:rPr>
              <a:t>operational</a:t>
            </a:r>
            <a:r>
              <a:rPr sz="1800" spc="20" dirty="0">
                <a:latin typeface="Arial MT"/>
                <a:cs typeface="Arial MT"/>
              </a:rPr>
              <a:t> </a:t>
            </a:r>
            <a:r>
              <a:rPr sz="1800" spc="-120" dirty="0">
                <a:latin typeface="Arial MT"/>
                <a:cs typeface="Arial MT"/>
              </a:rPr>
              <a:t>overhead.</a:t>
            </a:r>
            <a:r>
              <a:rPr sz="1800" spc="-10" dirty="0">
                <a:latin typeface="Arial MT"/>
                <a:cs typeface="Arial MT"/>
              </a:rPr>
              <a:t> </a:t>
            </a:r>
            <a:r>
              <a:rPr sz="1800" spc="-105" dirty="0">
                <a:latin typeface="Arial MT"/>
                <a:cs typeface="Arial MT"/>
              </a:rPr>
              <a:t>These </a:t>
            </a:r>
            <a:r>
              <a:rPr sz="1850" spc="-140" dirty="0">
                <a:latin typeface="Arial MT"/>
                <a:cs typeface="Arial MT"/>
              </a:rPr>
              <a:t>companies</a:t>
            </a:r>
            <a:r>
              <a:rPr sz="1850" spc="55" dirty="0">
                <a:latin typeface="Arial MT"/>
                <a:cs typeface="Arial MT"/>
              </a:rPr>
              <a:t> </a:t>
            </a:r>
            <a:r>
              <a:rPr sz="1850" spc="-155" dirty="0">
                <a:latin typeface="Arial MT"/>
                <a:cs typeface="Arial MT"/>
              </a:rPr>
              <a:t>also</a:t>
            </a:r>
            <a:r>
              <a:rPr sz="1850" spc="5" dirty="0">
                <a:latin typeface="Arial MT"/>
                <a:cs typeface="Arial MT"/>
              </a:rPr>
              <a:t> </a:t>
            </a:r>
            <a:r>
              <a:rPr sz="1850" spc="-200" dirty="0">
                <a:solidFill>
                  <a:srgbClr val="1D1D1D"/>
                </a:solidFill>
                <a:latin typeface="Arial MT"/>
                <a:cs typeface="Arial MT"/>
              </a:rPr>
              <a:t>use</a:t>
            </a:r>
            <a:r>
              <a:rPr sz="1850" spc="-15" dirty="0">
                <a:solidFill>
                  <a:srgbClr val="1D1D1D"/>
                </a:solidFill>
                <a:latin typeface="Arial MT"/>
                <a:cs typeface="Arial MT"/>
              </a:rPr>
              <a:t> </a:t>
            </a:r>
            <a:r>
              <a:rPr sz="1850" spc="-190" dirty="0">
                <a:latin typeface="Arial MT"/>
                <a:cs typeface="Arial MT"/>
              </a:rPr>
              <a:t>DynamoDB</a:t>
            </a:r>
            <a:r>
              <a:rPr sz="1850" spc="55" dirty="0">
                <a:latin typeface="Arial MT"/>
                <a:cs typeface="Arial MT"/>
              </a:rPr>
              <a:t> </a:t>
            </a:r>
            <a:r>
              <a:rPr sz="1850" dirty="0">
                <a:latin typeface="Arial MT"/>
                <a:cs typeface="Arial MT"/>
              </a:rPr>
              <a:t>to</a:t>
            </a:r>
            <a:r>
              <a:rPr sz="1850" spc="-15" dirty="0">
                <a:latin typeface="Arial MT"/>
                <a:cs typeface="Arial MT"/>
              </a:rPr>
              <a:t> </a:t>
            </a:r>
            <a:r>
              <a:rPr sz="1850" spc="-160" dirty="0">
                <a:latin typeface="Arial MT"/>
                <a:cs typeface="Arial MT"/>
              </a:rPr>
              <a:t>ensure</a:t>
            </a:r>
            <a:r>
              <a:rPr sz="1850" spc="-40" dirty="0">
                <a:latin typeface="Arial MT"/>
                <a:cs typeface="Arial MT"/>
              </a:rPr>
              <a:t> the</a:t>
            </a:r>
            <a:r>
              <a:rPr sz="1850" spc="35" dirty="0">
                <a:latin typeface="Arial MT"/>
                <a:cs typeface="Arial MT"/>
              </a:rPr>
              <a:t> </a:t>
            </a:r>
            <a:r>
              <a:rPr sz="1850" spc="-35" dirty="0">
                <a:latin typeface="Arial MT"/>
                <a:cs typeface="Arial MT"/>
              </a:rPr>
              <a:t>security. </a:t>
            </a:r>
            <a:r>
              <a:rPr sz="1800" spc="-65" dirty="0">
                <a:latin typeface="Arial MT"/>
                <a:cs typeface="Arial MT"/>
              </a:rPr>
              <a:t>reliability,</a:t>
            </a:r>
            <a:r>
              <a:rPr sz="1800" spc="-20" dirty="0">
                <a:latin typeface="Arial MT"/>
                <a:cs typeface="Arial MT"/>
              </a:rPr>
              <a:t> </a:t>
            </a:r>
            <a:r>
              <a:rPr sz="1800" spc="-114" dirty="0">
                <a:solidFill>
                  <a:srgbClr val="161616"/>
                </a:solidFill>
                <a:latin typeface="Arial MT"/>
                <a:cs typeface="Arial MT"/>
              </a:rPr>
              <a:t>and</a:t>
            </a:r>
            <a:r>
              <a:rPr sz="1800" spc="-30" dirty="0">
                <a:solidFill>
                  <a:srgbClr val="161616"/>
                </a:solidFill>
                <a:latin typeface="Arial MT"/>
                <a:cs typeface="Arial MT"/>
              </a:rPr>
              <a:t> </a:t>
            </a:r>
            <a:r>
              <a:rPr sz="1800" spc="-70" dirty="0">
                <a:latin typeface="Arial MT"/>
                <a:cs typeface="Arial MT"/>
              </a:rPr>
              <a:t>continued</a:t>
            </a:r>
            <a:r>
              <a:rPr sz="1800" spc="-55" dirty="0">
                <a:latin typeface="Arial MT"/>
                <a:cs typeface="Arial MT"/>
              </a:rPr>
              <a:t> high</a:t>
            </a:r>
            <a:r>
              <a:rPr sz="1800" spc="-65" dirty="0">
                <a:latin typeface="Arial MT"/>
                <a:cs typeface="Arial MT"/>
              </a:rPr>
              <a:t> </a:t>
            </a:r>
            <a:r>
              <a:rPr sz="1800" spc="-60" dirty="0">
                <a:latin typeface="Arial MT"/>
                <a:cs typeface="Arial MT"/>
              </a:rPr>
              <a:t>availability</a:t>
            </a:r>
            <a:r>
              <a:rPr sz="1800" dirty="0">
                <a:latin typeface="Arial MT"/>
                <a:cs typeface="Arial MT"/>
              </a:rPr>
              <a:t> of</a:t>
            </a:r>
            <a:r>
              <a:rPr sz="1800" spc="-45" dirty="0">
                <a:latin typeface="Arial MT"/>
                <a:cs typeface="Arial MT"/>
              </a:rPr>
              <a:t> </a:t>
            </a:r>
            <a:r>
              <a:rPr sz="1800" spc="-10" dirty="0">
                <a:solidFill>
                  <a:srgbClr val="1F1F1F"/>
                </a:solidFill>
                <a:latin typeface="Arial MT"/>
                <a:cs typeface="Arial MT"/>
              </a:rPr>
              <a:t>their </a:t>
            </a:r>
            <a:r>
              <a:rPr sz="1800" spc="-50" dirty="0">
                <a:latin typeface="Arial MT"/>
                <a:cs typeface="Arial MT"/>
              </a:rPr>
              <a:t>applicatiOns.</a:t>
            </a:r>
            <a:endParaRPr sz="1800">
              <a:latin typeface="Arial MT"/>
              <a:cs typeface="Arial MT"/>
            </a:endParaRPr>
          </a:p>
        </p:txBody>
      </p:sp>
    </p:spTree>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361439" y="365125"/>
            <a:ext cx="9468866" cy="5344159"/>
          </a:xfrm>
          <a:prstGeom prst="rect">
            <a:avLst/>
          </a:prstGeom>
        </p:spPr>
      </p:pic>
      <p:sp>
        <p:nvSpPr>
          <p:cNvPr id="3" name="object 3"/>
          <p:cNvSpPr txBox="1"/>
          <p:nvPr/>
        </p:nvSpPr>
        <p:spPr>
          <a:xfrm>
            <a:off x="4795930" y="1384028"/>
            <a:ext cx="5399405" cy="584200"/>
          </a:xfrm>
          <a:prstGeom prst="rect">
            <a:avLst/>
          </a:prstGeom>
        </p:spPr>
        <p:txBody>
          <a:bodyPr vert="horz" wrap="square" lIns="0" tIns="36830" rIns="0" bIns="0" rtlCol="0">
            <a:spAutoFit/>
          </a:bodyPr>
          <a:lstStyle/>
          <a:p>
            <a:pPr marL="12700">
              <a:lnSpc>
                <a:spcPct val="100000"/>
              </a:lnSpc>
              <a:spcBef>
                <a:spcPts val="290"/>
              </a:spcBef>
            </a:pPr>
            <a:r>
              <a:rPr sz="1700" spc="-105" dirty="0">
                <a:latin typeface="Arial MT"/>
                <a:cs typeface="Arial MT"/>
              </a:rPr>
              <a:t>Choose</a:t>
            </a:r>
            <a:r>
              <a:rPr sz="1700" spc="-15" dirty="0">
                <a:latin typeface="Arial MT"/>
                <a:cs typeface="Arial MT"/>
              </a:rPr>
              <a:t> </a:t>
            </a:r>
            <a:r>
              <a:rPr sz="1700" spc="-120" dirty="0">
                <a:latin typeface="Arial MT"/>
                <a:cs typeface="Arial MT"/>
              </a:rPr>
              <a:t>each</a:t>
            </a:r>
            <a:r>
              <a:rPr sz="1700" dirty="0">
                <a:latin typeface="Arial MT"/>
                <a:cs typeface="Arial MT"/>
              </a:rPr>
              <a:t> </a:t>
            </a:r>
            <a:r>
              <a:rPr sz="1700" spc="-10" dirty="0">
                <a:latin typeface="Arial MT"/>
                <a:cs typeface="Arial MT"/>
              </a:rPr>
              <a:t>Dutton</a:t>
            </a:r>
            <a:r>
              <a:rPr sz="1700" spc="-60" dirty="0">
                <a:latin typeface="Arial MT"/>
                <a:cs typeface="Arial MT"/>
              </a:rPr>
              <a:t> </a:t>
            </a:r>
            <a:r>
              <a:rPr sz="1700" dirty="0">
                <a:solidFill>
                  <a:srgbClr val="2F2F2F"/>
                </a:solidFill>
                <a:latin typeface="Arial MT"/>
                <a:cs typeface="Arial MT"/>
              </a:rPr>
              <a:t>to</a:t>
            </a:r>
            <a:r>
              <a:rPr sz="1700" spc="-100" dirty="0">
                <a:solidFill>
                  <a:srgbClr val="2F2F2F"/>
                </a:solidFill>
                <a:latin typeface="Arial MT"/>
                <a:cs typeface="Arial MT"/>
              </a:rPr>
              <a:t> </a:t>
            </a:r>
            <a:r>
              <a:rPr sz="1700" spc="-45" dirty="0">
                <a:latin typeface="Arial MT"/>
                <a:cs typeface="Arial MT"/>
              </a:rPr>
              <a:t>learn</a:t>
            </a:r>
            <a:r>
              <a:rPr sz="1700" spc="-25" dirty="0">
                <a:latin typeface="Arial MT"/>
                <a:cs typeface="Arial MT"/>
              </a:rPr>
              <a:t> </a:t>
            </a:r>
            <a:r>
              <a:rPr sz="1700" spc="-10" dirty="0">
                <a:solidFill>
                  <a:srgbClr val="0C0C0C"/>
                </a:solidFill>
                <a:latin typeface="Arial MT"/>
                <a:cs typeface="Arial MT"/>
              </a:rPr>
              <a:t>more</a:t>
            </a:r>
            <a:r>
              <a:rPr sz="1700" spc="-25" dirty="0">
                <a:solidFill>
                  <a:srgbClr val="0C0C0C"/>
                </a:solidFill>
                <a:latin typeface="Arial MT"/>
                <a:cs typeface="Arial MT"/>
              </a:rPr>
              <a:t> </a:t>
            </a:r>
            <a:r>
              <a:rPr sz="1700" dirty="0">
                <a:latin typeface="Arial MT"/>
                <a:cs typeface="Arial MT"/>
              </a:rPr>
              <a:t>about</a:t>
            </a:r>
            <a:r>
              <a:rPr sz="1700" spc="20" dirty="0">
                <a:latin typeface="Arial MT"/>
                <a:cs typeface="Arial MT"/>
              </a:rPr>
              <a:t> </a:t>
            </a:r>
            <a:r>
              <a:rPr sz="1700" spc="-114" dirty="0">
                <a:latin typeface="Arial MT"/>
                <a:cs typeface="Arial MT"/>
              </a:rPr>
              <a:t>ways</a:t>
            </a:r>
            <a:r>
              <a:rPr sz="1700" spc="-5" dirty="0">
                <a:latin typeface="Arial MT"/>
                <a:cs typeface="Arial MT"/>
              </a:rPr>
              <a:t> </a:t>
            </a:r>
            <a:r>
              <a:rPr sz="1700" spc="-20" dirty="0">
                <a:solidFill>
                  <a:srgbClr val="0F0F0F"/>
                </a:solidFill>
                <a:latin typeface="Arial MT"/>
                <a:cs typeface="Arial MT"/>
              </a:rPr>
              <a:t>you</a:t>
            </a:r>
            <a:r>
              <a:rPr sz="1700" spc="-70" dirty="0">
                <a:solidFill>
                  <a:srgbClr val="0F0F0F"/>
                </a:solidFill>
                <a:latin typeface="Arial MT"/>
                <a:cs typeface="Arial MT"/>
              </a:rPr>
              <a:t> </a:t>
            </a:r>
            <a:r>
              <a:rPr sz="1700" spc="-95" dirty="0">
                <a:latin typeface="Arial MT"/>
                <a:cs typeface="Arial MT"/>
              </a:rPr>
              <a:t>can</a:t>
            </a:r>
            <a:r>
              <a:rPr sz="1700" spc="-25" dirty="0">
                <a:latin typeface="Arial MT"/>
                <a:cs typeface="Arial MT"/>
              </a:rPr>
              <a:t> use</a:t>
            </a:r>
            <a:endParaRPr sz="1700">
              <a:latin typeface="Arial MT"/>
              <a:cs typeface="Arial MT"/>
            </a:endParaRPr>
          </a:p>
          <a:p>
            <a:pPr marL="13970">
              <a:lnSpc>
                <a:spcPct val="100000"/>
              </a:lnSpc>
              <a:spcBef>
                <a:spcPts val="185"/>
              </a:spcBef>
            </a:pPr>
            <a:r>
              <a:rPr sz="1650" spc="-25" dirty="0">
                <a:latin typeface="Arial MT"/>
                <a:cs typeface="Arial MT"/>
              </a:rPr>
              <a:t>Amazon</a:t>
            </a:r>
            <a:r>
              <a:rPr sz="1650" spc="5" dirty="0">
                <a:latin typeface="Arial MT"/>
                <a:cs typeface="Arial MT"/>
              </a:rPr>
              <a:t> </a:t>
            </a:r>
            <a:r>
              <a:rPr sz="1650" spc="-10" dirty="0">
                <a:latin typeface="Arial MT"/>
                <a:cs typeface="Arial MT"/>
              </a:rPr>
              <a:t>DynamoDB.</a:t>
            </a:r>
            <a:endParaRPr sz="1650">
              <a:latin typeface="Arial MT"/>
              <a:cs typeface="Arial MT"/>
            </a:endParaRPr>
          </a:p>
        </p:txBody>
      </p:sp>
      <p:sp>
        <p:nvSpPr>
          <p:cNvPr id="4" name="object 4"/>
          <p:cNvSpPr txBox="1"/>
          <p:nvPr/>
        </p:nvSpPr>
        <p:spPr>
          <a:xfrm>
            <a:off x="4791006" y="2779365"/>
            <a:ext cx="5422900" cy="1130935"/>
          </a:xfrm>
          <a:prstGeom prst="rect">
            <a:avLst/>
          </a:prstGeom>
        </p:spPr>
        <p:txBody>
          <a:bodyPr vert="horz" wrap="square" lIns="0" tIns="12700" rIns="0" bIns="0" rtlCol="0">
            <a:spAutoFit/>
          </a:bodyPr>
          <a:lstStyle/>
          <a:p>
            <a:pPr marL="12700" marR="5080" indent="5080">
              <a:lnSpc>
                <a:spcPct val="113300"/>
              </a:lnSpc>
              <a:spcBef>
                <a:spcPts val="100"/>
              </a:spcBef>
            </a:pPr>
            <a:r>
              <a:rPr sz="1600" spc="-10" dirty="0">
                <a:latin typeface="Arial MT"/>
                <a:cs typeface="Arial MT"/>
              </a:rPr>
              <a:t>Companies</a:t>
            </a:r>
            <a:r>
              <a:rPr sz="1600" spc="85" dirty="0">
                <a:latin typeface="Arial MT"/>
                <a:cs typeface="Arial MT"/>
              </a:rPr>
              <a:t> </a:t>
            </a:r>
            <a:r>
              <a:rPr sz="1600" dirty="0">
                <a:solidFill>
                  <a:srgbClr val="0C0C0C"/>
                </a:solidFill>
                <a:latin typeface="Arial MT"/>
                <a:cs typeface="Arial MT"/>
              </a:rPr>
              <a:t>in</a:t>
            </a:r>
            <a:r>
              <a:rPr sz="1600" spc="25" dirty="0">
                <a:solidFill>
                  <a:srgbClr val="0C0C0C"/>
                </a:solidFill>
                <a:latin typeface="Arial MT"/>
                <a:cs typeface="Arial MT"/>
              </a:rPr>
              <a:t> </a:t>
            </a:r>
            <a:r>
              <a:rPr sz="1600" dirty="0">
                <a:latin typeface="Arial MT"/>
                <a:cs typeface="Arial MT"/>
              </a:rPr>
              <a:t>advertising</a:t>
            </a:r>
            <a:r>
              <a:rPr sz="1600" spc="110" dirty="0">
                <a:latin typeface="Arial MT"/>
                <a:cs typeface="Arial MT"/>
              </a:rPr>
              <a:t> </a:t>
            </a:r>
            <a:r>
              <a:rPr sz="1600" dirty="0">
                <a:latin typeface="Arial MT"/>
                <a:cs typeface="Arial MT"/>
              </a:rPr>
              <a:t>technology</a:t>
            </a:r>
            <a:r>
              <a:rPr sz="1600" spc="150" dirty="0">
                <a:latin typeface="Arial MT"/>
                <a:cs typeface="Arial MT"/>
              </a:rPr>
              <a:t> </a:t>
            </a:r>
            <a:r>
              <a:rPr sz="1600" dirty="0">
                <a:latin typeface="Arial MT"/>
                <a:cs typeface="Arial MT"/>
              </a:rPr>
              <a:t>(ad</a:t>
            </a:r>
            <a:r>
              <a:rPr sz="1600" spc="20" dirty="0">
                <a:latin typeface="Arial MT"/>
                <a:cs typeface="Arial MT"/>
              </a:rPr>
              <a:t> </a:t>
            </a:r>
            <a:r>
              <a:rPr sz="1600" dirty="0">
                <a:latin typeface="Arial MT"/>
                <a:cs typeface="Arial MT"/>
              </a:rPr>
              <a:t>tech)</a:t>
            </a:r>
            <a:r>
              <a:rPr sz="1600" spc="95" dirty="0">
                <a:latin typeface="Arial MT"/>
                <a:cs typeface="Arial MT"/>
              </a:rPr>
              <a:t> </a:t>
            </a:r>
            <a:r>
              <a:rPr sz="1600" spc="-25" dirty="0">
                <a:latin typeface="Arial MT"/>
                <a:cs typeface="Arial MT"/>
              </a:rPr>
              <a:t>use </a:t>
            </a:r>
            <a:r>
              <a:rPr sz="1600" dirty="0">
                <a:latin typeface="Arial MT"/>
                <a:cs typeface="Arial MT"/>
              </a:rPr>
              <a:t>DynamoDB</a:t>
            </a:r>
            <a:r>
              <a:rPr sz="1600" spc="5" dirty="0">
                <a:latin typeface="Arial MT"/>
                <a:cs typeface="Arial MT"/>
              </a:rPr>
              <a:t> </a:t>
            </a:r>
            <a:r>
              <a:rPr sz="1600" spc="-10" dirty="0">
                <a:latin typeface="Arial MT"/>
                <a:cs typeface="Arial MT"/>
              </a:rPr>
              <a:t>as</a:t>
            </a:r>
            <a:r>
              <a:rPr sz="1600" spc="5" dirty="0">
                <a:latin typeface="Arial MT"/>
                <a:cs typeface="Arial MT"/>
              </a:rPr>
              <a:t> </a:t>
            </a:r>
            <a:r>
              <a:rPr sz="1600" dirty="0">
                <a:solidFill>
                  <a:srgbClr val="0F0F0F"/>
                </a:solidFill>
                <a:latin typeface="Arial MT"/>
                <a:cs typeface="Arial MT"/>
              </a:rPr>
              <a:t>a</a:t>
            </a:r>
            <a:r>
              <a:rPr sz="1600" spc="15" dirty="0">
                <a:solidFill>
                  <a:srgbClr val="0F0F0F"/>
                </a:solidFill>
                <a:latin typeface="Arial MT"/>
                <a:cs typeface="Arial MT"/>
              </a:rPr>
              <a:t> </a:t>
            </a:r>
            <a:r>
              <a:rPr sz="1600" spc="-30" dirty="0">
                <a:latin typeface="Arial MT"/>
                <a:cs typeface="Arial MT"/>
              </a:rPr>
              <a:t>key-</a:t>
            </a:r>
            <a:r>
              <a:rPr sz="1600" dirty="0">
                <a:latin typeface="Arial MT"/>
                <a:cs typeface="Arial MT"/>
              </a:rPr>
              <a:t>value</a:t>
            </a:r>
            <a:r>
              <a:rPr sz="1600" spc="90" dirty="0">
                <a:latin typeface="Arial MT"/>
                <a:cs typeface="Arial MT"/>
              </a:rPr>
              <a:t> </a:t>
            </a:r>
            <a:r>
              <a:rPr sz="1600" dirty="0">
                <a:latin typeface="Arial MT"/>
                <a:cs typeface="Arial MT"/>
              </a:rPr>
              <a:t>store</a:t>
            </a:r>
            <a:r>
              <a:rPr sz="1600" spc="70" dirty="0">
                <a:latin typeface="Arial MT"/>
                <a:cs typeface="Arial MT"/>
              </a:rPr>
              <a:t> </a:t>
            </a:r>
            <a:r>
              <a:rPr sz="1600" dirty="0">
                <a:solidFill>
                  <a:srgbClr val="151515"/>
                </a:solidFill>
                <a:latin typeface="Arial MT"/>
                <a:cs typeface="Arial MT"/>
              </a:rPr>
              <a:t>for</a:t>
            </a:r>
            <a:r>
              <a:rPr sz="1600" spc="20" dirty="0">
                <a:solidFill>
                  <a:srgbClr val="151515"/>
                </a:solidFill>
                <a:latin typeface="Arial MT"/>
                <a:cs typeface="Arial MT"/>
              </a:rPr>
              <a:t> </a:t>
            </a:r>
            <a:r>
              <a:rPr sz="1600" dirty="0">
                <a:latin typeface="Arial MT"/>
                <a:cs typeface="Arial MT"/>
              </a:rPr>
              <a:t>storing</a:t>
            </a:r>
            <a:r>
              <a:rPr sz="1600" spc="55" dirty="0">
                <a:latin typeface="Arial MT"/>
                <a:cs typeface="Arial MT"/>
              </a:rPr>
              <a:t> </a:t>
            </a:r>
            <a:r>
              <a:rPr sz="1600" dirty="0">
                <a:latin typeface="Arial MT"/>
                <a:cs typeface="Arial MT"/>
              </a:rPr>
              <a:t>various</a:t>
            </a:r>
            <a:r>
              <a:rPr sz="1600" spc="35" dirty="0">
                <a:latin typeface="Arial MT"/>
                <a:cs typeface="Arial MT"/>
              </a:rPr>
              <a:t> </a:t>
            </a:r>
            <a:r>
              <a:rPr sz="1600" dirty="0">
                <a:latin typeface="Arial MT"/>
                <a:cs typeface="Arial MT"/>
              </a:rPr>
              <a:t>kinds</a:t>
            </a:r>
            <a:r>
              <a:rPr sz="1600" spc="35" dirty="0">
                <a:latin typeface="Arial MT"/>
                <a:cs typeface="Arial MT"/>
              </a:rPr>
              <a:t> </a:t>
            </a:r>
            <a:r>
              <a:rPr sz="1600" spc="-25" dirty="0">
                <a:latin typeface="Arial MT"/>
                <a:cs typeface="Arial MT"/>
              </a:rPr>
              <a:t>of </a:t>
            </a:r>
            <a:r>
              <a:rPr sz="1600" dirty="0">
                <a:latin typeface="Arial MT"/>
                <a:cs typeface="Arial MT"/>
              </a:rPr>
              <a:t>marketing</a:t>
            </a:r>
            <a:r>
              <a:rPr sz="1600" spc="150" dirty="0">
                <a:latin typeface="Arial MT"/>
                <a:cs typeface="Arial MT"/>
              </a:rPr>
              <a:t> </a:t>
            </a:r>
            <a:r>
              <a:rPr sz="1600" dirty="0">
                <a:latin typeface="Arial MT"/>
                <a:cs typeface="Arial MT"/>
              </a:rPr>
              <a:t>data.</a:t>
            </a:r>
            <a:r>
              <a:rPr sz="1600" spc="35" dirty="0">
                <a:latin typeface="Arial MT"/>
                <a:cs typeface="Arial MT"/>
              </a:rPr>
              <a:t> </a:t>
            </a:r>
            <a:r>
              <a:rPr sz="1600" spc="-20" dirty="0">
                <a:latin typeface="Arial MT"/>
                <a:cs typeface="Arial MT"/>
              </a:rPr>
              <a:t>Examples</a:t>
            </a:r>
            <a:r>
              <a:rPr sz="1600" spc="70" dirty="0">
                <a:latin typeface="Arial MT"/>
                <a:cs typeface="Arial MT"/>
              </a:rPr>
              <a:t> </a:t>
            </a:r>
            <a:r>
              <a:rPr sz="1600" dirty="0">
                <a:solidFill>
                  <a:srgbClr val="383838"/>
                </a:solidFill>
                <a:latin typeface="Arial MT"/>
                <a:cs typeface="Arial MT"/>
              </a:rPr>
              <a:t>of</a:t>
            </a:r>
            <a:r>
              <a:rPr sz="1600" spc="90" dirty="0">
                <a:solidFill>
                  <a:srgbClr val="383838"/>
                </a:solidFill>
                <a:latin typeface="Arial MT"/>
                <a:cs typeface="Arial MT"/>
              </a:rPr>
              <a:t> </a:t>
            </a:r>
            <a:r>
              <a:rPr sz="1600" dirty="0">
                <a:solidFill>
                  <a:srgbClr val="1C1C1C"/>
                </a:solidFill>
                <a:latin typeface="Arial MT"/>
                <a:cs typeface="Arial MT"/>
              </a:rPr>
              <a:t>such</a:t>
            </a:r>
            <a:r>
              <a:rPr sz="1600" spc="35" dirty="0">
                <a:solidFill>
                  <a:srgbClr val="1C1C1C"/>
                </a:solidFill>
                <a:latin typeface="Arial MT"/>
                <a:cs typeface="Arial MT"/>
              </a:rPr>
              <a:t> </a:t>
            </a:r>
            <a:r>
              <a:rPr sz="1600" dirty="0">
                <a:latin typeface="Arial MT"/>
                <a:cs typeface="Arial MT"/>
              </a:rPr>
              <a:t>aata</a:t>
            </a:r>
            <a:r>
              <a:rPr sz="1600" spc="45" dirty="0">
                <a:latin typeface="Arial MT"/>
                <a:cs typeface="Arial MT"/>
              </a:rPr>
              <a:t> </a:t>
            </a:r>
            <a:r>
              <a:rPr sz="1600" dirty="0">
                <a:latin typeface="Arial MT"/>
                <a:cs typeface="Arial MT"/>
              </a:rPr>
              <a:t>would</a:t>
            </a:r>
            <a:r>
              <a:rPr sz="1600" spc="75" dirty="0">
                <a:latin typeface="Arial MT"/>
                <a:cs typeface="Arial MT"/>
              </a:rPr>
              <a:t> </a:t>
            </a:r>
            <a:r>
              <a:rPr sz="1600" dirty="0">
                <a:latin typeface="Arial MT"/>
                <a:cs typeface="Arial MT"/>
              </a:rPr>
              <a:t>include</a:t>
            </a:r>
            <a:r>
              <a:rPr sz="1600" spc="150" dirty="0">
                <a:latin typeface="Arial MT"/>
                <a:cs typeface="Arial MT"/>
              </a:rPr>
              <a:t> </a:t>
            </a:r>
            <a:r>
              <a:rPr sz="1600" spc="-20" dirty="0">
                <a:latin typeface="Arial MT"/>
                <a:cs typeface="Arial MT"/>
              </a:rPr>
              <a:t>user </a:t>
            </a:r>
            <a:r>
              <a:rPr sz="1600" dirty="0">
                <a:latin typeface="Arial MT"/>
                <a:cs typeface="Arial MT"/>
              </a:rPr>
              <a:t>proxies,</a:t>
            </a:r>
            <a:r>
              <a:rPr sz="1600" spc="10" dirty="0">
                <a:latin typeface="Arial MT"/>
                <a:cs typeface="Arial MT"/>
              </a:rPr>
              <a:t> </a:t>
            </a:r>
            <a:r>
              <a:rPr sz="1600" spc="-10" dirty="0">
                <a:latin typeface="Arial MT"/>
                <a:cs typeface="Arial MT"/>
              </a:rPr>
              <a:t>user</a:t>
            </a:r>
            <a:r>
              <a:rPr sz="1600" spc="15" dirty="0">
                <a:latin typeface="Arial MT"/>
                <a:cs typeface="Arial MT"/>
              </a:rPr>
              <a:t> </a:t>
            </a:r>
            <a:r>
              <a:rPr sz="1600" spc="-20" dirty="0">
                <a:latin typeface="Arial MT"/>
                <a:cs typeface="Arial MT"/>
              </a:rPr>
              <a:t>events,</a:t>
            </a:r>
            <a:r>
              <a:rPr sz="1600" spc="45" dirty="0">
                <a:latin typeface="Arial MT"/>
                <a:cs typeface="Arial MT"/>
              </a:rPr>
              <a:t> </a:t>
            </a:r>
            <a:r>
              <a:rPr sz="1600" spc="-30" dirty="0">
                <a:solidFill>
                  <a:srgbClr val="0F0F0F"/>
                </a:solidFill>
                <a:latin typeface="Arial MT"/>
                <a:cs typeface="Arial MT"/>
              </a:rPr>
              <a:t>clicks,</a:t>
            </a:r>
            <a:r>
              <a:rPr sz="1600" spc="30" dirty="0">
                <a:solidFill>
                  <a:srgbClr val="0F0F0F"/>
                </a:solidFill>
                <a:latin typeface="Arial MT"/>
                <a:cs typeface="Arial MT"/>
              </a:rPr>
              <a:t> </a:t>
            </a:r>
            <a:r>
              <a:rPr sz="1600" dirty="0">
                <a:latin typeface="Arial MT"/>
                <a:cs typeface="Arial MT"/>
              </a:rPr>
              <a:t>and</a:t>
            </a:r>
            <a:r>
              <a:rPr sz="1600" spc="-25" dirty="0">
                <a:latin typeface="Arial MT"/>
                <a:cs typeface="Arial MT"/>
              </a:rPr>
              <a:t> </a:t>
            </a:r>
            <a:r>
              <a:rPr sz="1600" dirty="0">
                <a:latin typeface="Arial MT"/>
                <a:cs typeface="Arial MT"/>
              </a:rPr>
              <a:t>visited</a:t>
            </a:r>
            <a:r>
              <a:rPr sz="1600" spc="-10" dirty="0">
                <a:latin typeface="Arial MT"/>
                <a:cs typeface="Arial MT"/>
              </a:rPr>
              <a:t> li</a:t>
            </a:r>
            <a:r>
              <a:rPr sz="1600" spc="-10" dirty="0">
                <a:solidFill>
                  <a:srgbClr val="232323"/>
                </a:solidFill>
                <a:latin typeface="Arial MT"/>
                <a:cs typeface="Arial MT"/>
              </a:rPr>
              <a:t>nks.</a:t>
            </a:r>
            <a:endParaRPr sz="1600">
              <a:latin typeface="Arial MT"/>
              <a:cs typeface="Arial MT"/>
            </a:endParaRP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880987" y="2346562"/>
            <a:ext cx="2648234" cy="371519"/>
          </a:xfrm>
          <a:prstGeom prst="rect">
            <a:avLst/>
          </a:prstGeom>
        </p:spPr>
      </p:pic>
      <p:pic>
        <p:nvPicPr>
          <p:cNvPr id="3" name="object 3"/>
          <p:cNvPicPr/>
          <p:nvPr/>
        </p:nvPicPr>
        <p:blipFill>
          <a:blip r:embed="rId3" cstate="print"/>
          <a:stretch>
            <a:fillRect/>
          </a:stretch>
        </p:blipFill>
        <p:spPr>
          <a:xfrm>
            <a:off x="7729268" y="2346562"/>
            <a:ext cx="2648234" cy="371519"/>
          </a:xfrm>
          <a:prstGeom prst="rect">
            <a:avLst/>
          </a:prstGeom>
        </p:spPr>
      </p:pic>
      <p:grpSp>
        <p:nvGrpSpPr>
          <p:cNvPr id="4" name="object 4"/>
          <p:cNvGrpSpPr/>
          <p:nvPr/>
        </p:nvGrpSpPr>
        <p:grpSpPr>
          <a:xfrm>
            <a:off x="1375410" y="365125"/>
            <a:ext cx="9431020" cy="886460"/>
            <a:chOff x="1375410" y="365125"/>
            <a:chExt cx="9431020" cy="886460"/>
          </a:xfrm>
        </p:grpSpPr>
        <p:pic>
          <p:nvPicPr>
            <p:cNvPr id="5" name="object 5"/>
            <p:cNvPicPr/>
            <p:nvPr/>
          </p:nvPicPr>
          <p:blipFill>
            <a:blip r:embed="rId4" cstate="print"/>
            <a:stretch>
              <a:fillRect/>
            </a:stretch>
          </p:blipFill>
          <p:spPr>
            <a:xfrm>
              <a:off x="9072437" y="574700"/>
              <a:ext cx="1200279" cy="400098"/>
            </a:xfrm>
            <a:prstGeom prst="rect">
              <a:avLst/>
            </a:prstGeom>
          </p:spPr>
        </p:pic>
        <p:sp>
          <p:nvSpPr>
            <p:cNvPr id="6" name="object 6"/>
            <p:cNvSpPr/>
            <p:nvPr/>
          </p:nvSpPr>
          <p:spPr>
            <a:xfrm>
              <a:off x="1375410" y="365125"/>
              <a:ext cx="9431020" cy="886460"/>
            </a:xfrm>
            <a:custGeom>
              <a:avLst/>
              <a:gdLst/>
              <a:ahLst/>
              <a:cxnLst/>
              <a:rect l="l" t="t" r="r" b="b"/>
              <a:pathLst>
                <a:path w="9431020" h="886460">
                  <a:moveTo>
                    <a:pt x="9429750" y="885825"/>
                  </a:moveTo>
                  <a:lnTo>
                    <a:pt x="0" y="885825"/>
                  </a:lnTo>
                  <a:lnTo>
                    <a:pt x="0" y="0"/>
                  </a:lnTo>
                  <a:lnTo>
                    <a:pt x="9429750" y="0"/>
                  </a:lnTo>
                  <a:lnTo>
                    <a:pt x="9429750" y="885825"/>
                  </a:lnTo>
                  <a:close/>
                </a:path>
              </a:pathLst>
            </a:custGeom>
            <a:solidFill>
              <a:srgbClr val="B6F2E8"/>
            </a:solidFill>
          </p:spPr>
          <p:txBody>
            <a:bodyPr wrap="square" lIns="0" tIns="0" rIns="0" bIns="0" rtlCol="0"/>
            <a:lstStyle/>
            <a:p>
              <a:endParaRPr/>
            </a:p>
          </p:txBody>
        </p:sp>
      </p:grpSp>
      <p:sp>
        <p:nvSpPr>
          <p:cNvPr id="7" name="object 7" descr="$PPTXTitle"/>
          <p:cNvSpPr txBox="1">
            <a:spLocks noGrp="1"/>
          </p:cNvSpPr>
          <p:nvPr>
            <p:ph type="title"/>
          </p:nvPr>
        </p:nvSpPr>
        <p:spPr>
          <a:xfrm>
            <a:off x="1375410" y="365125"/>
            <a:ext cx="9431020" cy="886460"/>
          </a:xfrm>
          <a:prstGeom prst="rect">
            <a:avLst/>
          </a:prstGeom>
        </p:spPr>
        <p:txBody>
          <a:bodyPr vert="horz" wrap="square" lIns="0" tIns="174625" rIns="0" bIns="0" rtlCol="0">
            <a:spAutoFit/>
          </a:bodyPr>
          <a:lstStyle/>
          <a:p>
            <a:pPr marL="391160">
              <a:lnSpc>
                <a:spcPct val="100000"/>
              </a:lnSpc>
              <a:spcBef>
                <a:spcPts val="1375"/>
              </a:spcBef>
            </a:pPr>
            <a:r>
              <a:rPr sz="3350" spc="-220" dirty="0">
                <a:solidFill>
                  <a:srgbClr val="5BAC90"/>
                </a:solidFill>
                <a:latin typeface="Arial MT"/>
                <a:cs typeface="Arial MT"/>
              </a:rPr>
              <a:t>Amazon</a:t>
            </a:r>
            <a:r>
              <a:rPr sz="3350" spc="30" dirty="0">
                <a:solidFill>
                  <a:srgbClr val="5BAC90"/>
                </a:solidFill>
                <a:latin typeface="Arial MT"/>
                <a:cs typeface="Arial MT"/>
              </a:rPr>
              <a:t> </a:t>
            </a:r>
            <a:r>
              <a:rPr sz="3350" spc="-295" dirty="0">
                <a:solidFill>
                  <a:srgbClr val="7EA3B3"/>
                </a:solidFill>
                <a:latin typeface="Arial MT"/>
                <a:cs typeface="Arial MT"/>
              </a:rPr>
              <a:t>DynamoDB</a:t>
            </a:r>
            <a:endParaRPr sz="3350">
              <a:latin typeface="Arial MT"/>
              <a:cs typeface="Arial MT"/>
            </a:endParaRPr>
          </a:p>
        </p:txBody>
      </p:sp>
      <p:grpSp>
        <p:nvGrpSpPr>
          <p:cNvPr id="8" name="object 8"/>
          <p:cNvGrpSpPr/>
          <p:nvPr/>
        </p:nvGrpSpPr>
        <p:grpSpPr>
          <a:xfrm>
            <a:off x="1375410" y="1346318"/>
            <a:ext cx="3153410" cy="3953510"/>
            <a:chOff x="1375410" y="1346318"/>
            <a:chExt cx="3153410" cy="3953510"/>
          </a:xfrm>
        </p:grpSpPr>
        <p:pic>
          <p:nvPicPr>
            <p:cNvPr id="9" name="object 9"/>
            <p:cNvPicPr/>
            <p:nvPr/>
          </p:nvPicPr>
          <p:blipFill>
            <a:blip r:embed="rId5" cstate="print"/>
            <a:stretch>
              <a:fillRect/>
            </a:stretch>
          </p:blipFill>
          <p:spPr>
            <a:xfrm>
              <a:off x="1375410" y="4718573"/>
              <a:ext cx="3153114" cy="581094"/>
            </a:xfrm>
            <a:prstGeom prst="rect">
              <a:avLst/>
            </a:prstGeom>
          </p:spPr>
        </p:pic>
        <p:sp>
          <p:nvSpPr>
            <p:cNvPr id="10" name="object 10"/>
            <p:cNvSpPr/>
            <p:nvPr/>
          </p:nvSpPr>
          <p:spPr>
            <a:xfrm>
              <a:off x="1375410" y="1346318"/>
              <a:ext cx="3143885" cy="3943985"/>
            </a:xfrm>
            <a:custGeom>
              <a:avLst/>
              <a:gdLst/>
              <a:ahLst/>
              <a:cxnLst/>
              <a:rect l="l" t="t" r="r" b="b"/>
              <a:pathLst>
                <a:path w="3143885" h="3943985">
                  <a:moveTo>
                    <a:pt x="3143250" y="3943350"/>
                  </a:moveTo>
                  <a:lnTo>
                    <a:pt x="0" y="3943350"/>
                  </a:lnTo>
                  <a:lnTo>
                    <a:pt x="0" y="0"/>
                  </a:lnTo>
                  <a:lnTo>
                    <a:pt x="3143250" y="0"/>
                  </a:lnTo>
                  <a:lnTo>
                    <a:pt x="3143250" y="3943350"/>
                  </a:lnTo>
                  <a:close/>
                </a:path>
              </a:pathLst>
            </a:custGeom>
            <a:solidFill>
              <a:srgbClr val="9EDAD8"/>
            </a:solidFill>
          </p:spPr>
          <p:txBody>
            <a:bodyPr wrap="square" lIns="0" tIns="0" rIns="0" bIns="0" rtlCol="0"/>
            <a:lstStyle/>
            <a:p>
              <a:endParaRPr/>
            </a:p>
          </p:txBody>
        </p:sp>
      </p:grpSp>
      <p:sp>
        <p:nvSpPr>
          <p:cNvPr id="11" name="object 11"/>
          <p:cNvSpPr txBox="1"/>
          <p:nvPr/>
        </p:nvSpPr>
        <p:spPr>
          <a:xfrm>
            <a:off x="1375410" y="1346318"/>
            <a:ext cx="3143885" cy="3943985"/>
          </a:xfrm>
          <a:prstGeom prst="rect">
            <a:avLst/>
          </a:prstGeom>
        </p:spPr>
        <p:txBody>
          <a:bodyPr vert="horz" wrap="square" lIns="0" tIns="15240" rIns="0" bIns="0" rtlCol="0">
            <a:spAutoFit/>
          </a:bodyPr>
          <a:lstStyle/>
          <a:p>
            <a:pPr marL="663575" marR="677545" algn="ctr">
              <a:lnSpc>
                <a:spcPts val="2100"/>
              </a:lnSpc>
              <a:spcBef>
                <a:spcPts val="120"/>
              </a:spcBef>
            </a:pPr>
            <a:r>
              <a:rPr sz="1900" spc="-165" dirty="0">
                <a:solidFill>
                  <a:srgbClr val="5BC8C3"/>
                </a:solidFill>
                <a:latin typeface="Arial MT"/>
                <a:cs typeface="Arial MT"/>
              </a:rPr>
              <a:t>What</a:t>
            </a:r>
            <a:r>
              <a:rPr sz="1900" spc="-50" dirty="0">
                <a:solidFill>
                  <a:srgbClr val="5BC8C3"/>
                </a:solidFill>
                <a:latin typeface="Arial MT"/>
                <a:cs typeface="Arial MT"/>
              </a:rPr>
              <a:t> </a:t>
            </a:r>
            <a:r>
              <a:rPr sz="1900" spc="-195" dirty="0">
                <a:solidFill>
                  <a:srgbClr val="267E79"/>
                </a:solidFill>
                <a:latin typeface="Arial MT"/>
                <a:cs typeface="Arial MT"/>
              </a:rPr>
              <a:t>does</a:t>
            </a:r>
            <a:r>
              <a:rPr sz="1900" spc="-25" dirty="0">
                <a:solidFill>
                  <a:srgbClr val="267E79"/>
                </a:solidFill>
                <a:latin typeface="Arial MT"/>
                <a:cs typeface="Arial MT"/>
              </a:rPr>
              <a:t> </a:t>
            </a:r>
            <a:r>
              <a:rPr sz="1900" spc="-175" dirty="0">
                <a:solidFill>
                  <a:srgbClr val="339791"/>
                </a:solidFill>
                <a:latin typeface="Arial MT"/>
                <a:cs typeface="Arial MT"/>
              </a:rPr>
              <a:t>Amazon </a:t>
            </a:r>
            <a:r>
              <a:rPr sz="1900" spc="-229" dirty="0">
                <a:solidFill>
                  <a:srgbClr val="488980"/>
                </a:solidFill>
                <a:latin typeface="Arial MT"/>
                <a:cs typeface="Arial MT"/>
              </a:rPr>
              <a:t>DynamoDB</a:t>
            </a:r>
            <a:r>
              <a:rPr sz="1900" spc="100" dirty="0">
                <a:solidFill>
                  <a:srgbClr val="488980"/>
                </a:solidFill>
                <a:latin typeface="Arial MT"/>
                <a:cs typeface="Arial MT"/>
              </a:rPr>
              <a:t> </a:t>
            </a:r>
            <a:r>
              <a:rPr sz="1900" spc="-25" dirty="0">
                <a:solidFill>
                  <a:srgbClr val="2A8E8C"/>
                </a:solidFill>
                <a:latin typeface="Arial MT"/>
                <a:cs typeface="Arial MT"/>
              </a:rPr>
              <a:t>do?</a:t>
            </a:r>
            <a:endParaRPr sz="1900">
              <a:latin typeface="Arial MT"/>
              <a:cs typeface="Arial MT"/>
            </a:endParaRPr>
          </a:p>
          <a:p>
            <a:pPr marR="9525" algn="ctr">
              <a:lnSpc>
                <a:spcPts val="2070"/>
              </a:lnSpc>
              <a:spcBef>
                <a:spcPts val="105"/>
              </a:spcBef>
            </a:pPr>
            <a:r>
              <a:rPr sz="1800" spc="-90" dirty="0">
                <a:solidFill>
                  <a:srgbClr val="50BFB6"/>
                </a:solidFill>
                <a:latin typeface="Arial MT"/>
                <a:cs typeface="Arial MT"/>
              </a:rPr>
              <a:t>What</a:t>
            </a:r>
            <a:r>
              <a:rPr sz="1800" spc="-35" dirty="0">
                <a:solidFill>
                  <a:srgbClr val="50BFB6"/>
                </a:solidFill>
                <a:latin typeface="Arial MT"/>
                <a:cs typeface="Arial MT"/>
              </a:rPr>
              <a:t> </a:t>
            </a:r>
            <a:r>
              <a:rPr sz="1800" spc="-50" dirty="0">
                <a:solidFill>
                  <a:srgbClr val="389791"/>
                </a:solidFill>
                <a:latin typeface="Arial MT"/>
                <a:cs typeface="Arial MT"/>
              </a:rPr>
              <a:t>problem</a:t>
            </a:r>
            <a:r>
              <a:rPr sz="1800" spc="-65" dirty="0">
                <a:solidFill>
                  <a:srgbClr val="389791"/>
                </a:solidFill>
                <a:latin typeface="Arial MT"/>
                <a:cs typeface="Arial MT"/>
              </a:rPr>
              <a:t> </a:t>
            </a:r>
            <a:r>
              <a:rPr sz="1800" spc="-20" dirty="0">
                <a:solidFill>
                  <a:srgbClr val="1F8783"/>
                </a:solidFill>
                <a:latin typeface="Arial MT"/>
                <a:cs typeface="Arial MT"/>
              </a:rPr>
              <a:t>does</a:t>
            </a:r>
            <a:endParaRPr sz="1800">
              <a:latin typeface="Arial MT"/>
              <a:cs typeface="Arial MT"/>
            </a:endParaRPr>
          </a:p>
          <a:p>
            <a:pPr marR="13335" algn="ctr">
              <a:lnSpc>
                <a:spcPts val="2130"/>
              </a:lnSpc>
            </a:pPr>
            <a:r>
              <a:rPr sz="1850" spc="-180" dirty="0">
                <a:solidFill>
                  <a:srgbClr val="289790"/>
                </a:solidFill>
                <a:latin typeface="Arial MT"/>
                <a:cs typeface="Arial MT"/>
              </a:rPr>
              <a:t>DynamoDB</a:t>
            </a:r>
            <a:r>
              <a:rPr sz="1850" spc="75" dirty="0">
                <a:solidFill>
                  <a:srgbClr val="289790"/>
                </a:solidFill>
                <a:latin typeface="Arial MT"/>
                <a:cs typeface="Arial MT"/>
              </a:rPr>
              <a:t> </a:t>
            </a:r>
            <a:r>
              <a:rPr sz="1850" spc="-10" dirty="0">
                <a:solidFill>
                  <a:srgbClr val="18978C"/>
                </a:solidFill>
                <a:latin typeface="Arial MT"/>
                <a:cs typeface="Arial MT"/>
              </a:rPr>
              <a:t>solve?</a:t>
            </a:r>
            <a:endParaRPr sz="1850">
              <a:latin typeface="Arial MT"/>
              <a:cs typeface="Arial MT"/>
            </a:endParaRPr>
          </a:p>
          <a:p>
            <a:pPr marL="444500" marR="451484" algn="ctr">
              <a:lnSpc>
                <a:spcPts val="2030"/>
              </a:lnSpc>
              <a:spcBef>
                <a:spcPts val="405"/>
              </a:spcBef>
            </a:pPr>
            <a:r>
              <a:rPr sz="1900" spc="-165" dirty="0">
                <a:solidFill>
                  <a:srgbClr val="3F8C8C"/>
                </a:solidFill>
                <a:latin typeface="Arial MT"/>
                <a:cs typeface="Arial MT"/>
              </a:rPr>
              <a:t>What</a:t>
            </a:r>
            <a:r>
              <a:rPr sz="1900" spc="-55" dirty="0">
                <a:solidFill>
                  <a:srgbClr val="3F8C8C"/>
                </a:solidFill>
                <a:latin typeface="Arial MT"/>
                <a:cs typeface="Arial MT"/>
              </a:rPr>
              <a:t> </a:t>
            </a:r>
            <a:r>
              <a:rPr sz="1900" spc="-210" dirty="0">
                <a:solidFill>
                  <a:srgbClr val="95DDDB"/>
                </a:solidFill>
                <a:latin typeface="Arial MT"/>
                <a:cs typeface="Arial MT"/>
              </a:rPr>
              <a:t>are</a:t>
            </a:r>
            <a:r>
              <a:rPr sz="1900" spc="-90" dirty="0">
                <a:solidFill>
                  <a:srgbClr val="95DDDB"/>
                </a:solidFill>
                <a:latin typeface="Arial MT"/>
                <a:cs typeface="Arial MT"/>
              </a:rPr>
              <a:t> </a:t>
            </a:r>
            <a:r>
              <a:rPr sz="1900" spc="-55" dirty="0">
                <a:solidFill>
                  <a:srgbClr val="368080"/>
                </a:solidFill>
                <a:latin typeface="Arial MT"/>
                <a:cs typeface="Arial MT"/>
              </a:rPr>
              <a:t>the</a:t>
            </a:r>
            <a:r>
              <a:rPr sz="1900" spc="-130" dirty="0">
                <a:solidFill>
                  <a:srgbClr val="368080"/>
                </a:solidFill>
                <a:latin typeface="Arial MT"/>
                <a:cs typeface="Arial MT"/>
              </a:rPr>
              <a:t> </a:t>
            </a:r>
            <a:r>
              <a:rPr sz="1900" spc="-114" dirty="0">
                <a:solidFill>
                  <a:srgbClr val="389E9A"/>
                </a:solidFill>
                <a:latin typeface="Arial MT"/>
                <a:cs typeface="Arial MT"/>
              </a:rPr>
              <a:t>benefits</a:t>
            </a:r>
            <a:r>
              <a:rPr sz="1900" spc="10" dirty="0">
                <a:solidFill>
                  <a:srgbClr val="389E9A"/>
                </a:solidFill>
                <a:latin typeface="Arial MT"/>
                <a:cs typeface="Arial MT"/>
              </a:rPr>
              <a:t> </a:t>
            </a:r>
            <a:r>
              <a:rPr sz="1900" spc="-25" dirty="0">
                <a:solidFill>
                  <a:srgbClr val="238E89"/>
                </a:solidFill>
                <a:latin typeface="Arial MT"/>
                <a:cs typeface="Arial MT"/>
              </a:rPr>
              <a:t>of </a:t>
            </a:r>
            <a:r>
              <a:rPr sz="1900" spc="-95" dirty="0">
                <a:solidFill>
                  <a:srgbClr val="59A3A5"/>
                </a:solidFill>
                <a:latin typeface="Arial MT"/>
                <a:cs typeface="Arial MT"/>
              </a:rPr>
              <a:t>DynamooB?</a:t>
            </a:r>
            <a:endParaRPr sz="1900">
              <a:latin typeface="Arial MT"/>
              <a:cs typeface="Arial MT"/>
            </a:endParaRPr>
          </a:p>
          <a:p>
            <a:pPr marL="322580" marR="342900" algn="ctr">
              <a:lnSpc>
                <a:spcPts val="2030"/>
              </a:lnSpc>
              <a:spcBef>
                <a:spcPts val="290"/>
              </a:spcBef>
              <a:tabLst>
                <a:tab pos="1663700" algn="l"/>
              </a:tabLst>
            </a:pPr>
            <a:r>
              <a:rPr sz="1950" spc="-235" dirty="0">
                <a:solidFill>
                  <a:srgbClr val="529A97"/>
                </a:solidFill>
                <a:latin typeface="Arial MT"/>
                <a:cs typeface="Arial MT"/>
              </a:rPr>
              <a:t>How</a:t>
            </a:r>
            <a:r>
              <a:rPr sz="1950" spc="-50" dirty="0">
                <a:solidFill>
                  <a:srgbClr val="529A97"/>
                </a:solidFill>
                <a:latin typeface="Arial MT"/>
                <a:cs typeface="Arial MT"/>
              </a:rPr>
              <a:t> </a:t>
            </a:r>
            <a:r>
              <a:rPr sz="1950" spc="-229" dirty="0">
                <a:solidFill>
                  <a:srgbClr val="448A85"/>
                </a:solidFill>
                <a:latin typeface="Arial MT"/>
                <a:cs typeface="Arial MT"/>
              </a:rPr>
              <a:t>can</a:t>
            </a:r>
            <a:r>
              <a:rPr sz="1950" spc="-75" dirty="0">
                <a:solidFill>
                  <a:srgbClr val="448A85"/>
                </a:solidFill>
                <a:latin typeface="Arial MT"/>
                <a:cs typeface="Arial MT"/>
              </a:rPr>
              <a:t> </a:t>
            </a:r>
            <a:r>
              <a:rPr sz="1950" spc="-120" dirty="0">
                <a:solidFill>
                  <a:srgbClr val="28908C"/>
                </a:solidFill>
                <a:latin typeface="Arial MT"/>
                <a:cs typeface="Arial MT"/>
              </a:rPr>
              <a:t>I</a:t>
            </a:r>
            <a:r>
              <a:rPr sz="1950" spc="-95" dirty="0">
                <a:solidFill>
                  <a:srgbClr val="28908C"/>
                </a:solidFill>
                <a:latin typeface="Arial MT"/>
                <a:cs typeface="Arial MT"/>
              </a:rPr>
              <a:t> </a:t>
            </a:r>
            <a:r>
              <a:rPr sz="1950" spc="-155" dirty="0">
                <a:solidFill>
                  <a:srgbClr val="28907E"/>
                </a:solidFill>
                <a:latin typeface="Arial MT"/>
                <a:cs typeface="Arial MT"/>
              </a:rPr>
              <a:t>architect</a:t>
            </a:r>
            <a:r>
              <a:rPr sz="1950" spc="45" dirty="0">
                <a:solidFill>
                  <a:srgbClr val="28907E"/>
                </a:solidFill>
                <a:latin typeface="Arial MT"/>
                <a:cs typeface="Arial MT"/>
              </a:rPr>
              <a:t> </a:t>
            </a:r>
            <a:r>
              <a:rPr sz="1950" spc="-240" dirty="0">
                <a:solidFill>
                  <a:srgbClr val="369A8E"/>
                </a:solidFill>
                <a:latin typeface="Arial MT"/>
                <a:cs typeface="Arial MT"/>
              </a:rPr>
              <a:t>a</a:t>
            </a:r>
            <a:r>
              <a:rPr sz="1950" spc="-114" dirty="0">
                <a:solidFill>
                  <a:srgbClr val="369A8E"/>
                </a:solidFill>
                <a:latin typeface="Arial MT"/>
                <a:cs typeface="Arial MT"/>
              </a:rPr>
              <a:t> </a:t>
            </a:r>
            <a:r>
              <a:rPr sz="1950" spc="-120" dirty="0">
                <a:solidFill>
                  <a:srgbClr val="59C3B8"/>
                </a:solidFill>
                <a:latin typeface="Arial MT"/>
                <a:cs typeface="Arial MT"/>
              </a:rPr>
              <a:t>cloud </a:t>
            </a:r>
            <a:r>
              <a:rPr sz="1950" spc="-145" dirty="0">
                <a:solidFill>
                  <a:srgbClr val="2A8C90"/>
                </a:solidFill>
                <a:latin typeface="Arial MT"/>
                <a:cs typeface="Arial MT"/>
              </a:rPr>
              <a:t>solution</a:t>
            </a:r>
            <a:r>
              <a:rPr sz="1950" spc="25" dirty="0">
                <a:solidFill>
                  <a:srgbClr val="2A8C90"/>
                </a:solidFill>
                <a:latin typeface="Arial MT"/>
                <a:cs typeface="Arial MT"/>
              </a:rPr>
              <a:t> </a:t>
            </a:r>
            <a:r>
              <a:rPr sz="1950" spc="-20" dirty="0">
                <a:solidFill>
                  <a:srgbClr val="26A097"/>
                </a:solidFill>
                <a:latin typeface="Arial MT"/>
                <a:cs typeface="Arial MT"/>
              </a:rPr>
              <a:t>usin</a:t>
            </a:r>
            <a:r>
              <a:rPr sz="1950" dirty="0">
                <a:solidFill>
                  <a:srgbClr val="26A097"/>
                </a:solidFill>
                <a:latin typeface="Arial MT"/>
                <a:cs typeface="Arial MT"/>
              </a:rPr>
              <a:t>	</a:t>
            </a:r>
            <a:r>
              <a:rPr sz="1950" spc="-355" dirty="0">
                <a:solidFill>
                  <a:srgbClr val="48A7A1"/>
                </a:solidFill>
                <a:latin typeface="Arial MT"/>
                <a:cs typeface="Arial MT"/>
              </a:rPr>
              <a:t>D</a:t>
            </a:r>
            <a:r>
              <a:rPr sz="1950" spc="275" dirty="0">
                <a:solidFill>
                  <a:srgbClr val="48A7A1"/>
                </a:solidFill>
                <a:latin typeface="Arial MT"/>
                <a:cs typeface="Arial MT"/>
              </a:rPr>
              <a:t> </a:t>
            </a:r>
            <a:r>
              <a:rPr sz="1950" spc="-280" dirty="0">
                <a:solidFill>
                  <a:srgbClr val="28918E"/>
                </a:solidFill>
                <a:latin typeface="Arial MT"/>
                <a:cs typeface="Arial MT"/>
              </a:rPr>
              <a:t>namoDB?</a:t>
            </a:r>
            <a:endParaRPr sz="1950">
              <a:latin typeface="Arial MT"/>
              <a:cs typeface="Arial MT"/>
            </a:endParaRPr>
          </a:p>
          <a:p>
            <a:pPr marR="36830" algn="ctr">
              <a:lnSpc>
                <a:spcPct val="100000"/>
              </a:lnSpc>
              <a:spcBef>
                <a:spcPts val="1090"/>
              </a:spcBef>
            </a:pPr>
            <a:r>
              <a:rPr sz="1950" spc="-254" dirty="0">
                <a:solidFill>
                  <a:srgbClr val="B1FFFB"/>
                </a:solidFill>
                <a:latin typeface="Arial MT"/>
                <a:cs typeface="Arial MT"/>
              </a:rPr>
              <a:t>How</a:t>
            </a:r>
            <a:r>
              <a:rPr sz="1950" spc="30" dirty="0">
                <a:solidFill>
                  <a:srgbClr val="B1FFFB"/>
                </a:solidFill>
                <a:latin typeface="Arial MT"/>
                <a:cs typeface="Arial MT"/>
              </a:rPr>
              <a:t> </a:t>
            </a:r>
            <a:r>
              <a:rPr sz="1950" spc="-229" dirty="0">
                <a:solidFill>
                  <a:srgbClr val="24918C"/>
                </a:solidFill>
                <a:latin typeface="Arial MT"/>
                <a:cs typeface="Arial MT"/>
              </a:rPr>
              <a:t>can</a:t>
            </a:r>
            <a:r>
              <a:rPr sz="1950" spc="-155" dirty="0">
                <a:solidFill>
                  <a:srgbClr val="24918C"/>
                </a:solidFill>
                <a:latin typeface="Arial MT"/>
                <a:cs typeface="Arial MT"/>
              </a:rPr>
              <a:t> </a:t>
            </a:r>
            <a:r>
              <a:rPr sz="1950" spc="-114" dirty="0">
                <a:solidFill>
                  <a:srgbClr val="318A77"/>
                </a:solidFill>
                <a:latin typeface="Arial MT"/>
                <a:cs typeface="Arial MT"/>
              </a:rPr>
              <a:t>I</a:t>
            </a:r>
            <a:r>
              <a:rPr sz="1950" spc="-85" dirty="0">
                <a:solidFill>
                  <a:srgbClr val="318A77"/>
                </a:solidFill>
                <a:latin typeface="Arial MT"/>
                <a:cs typeface="Arial MT"/>
              </a:rPr>
              <a:t> </a:t>
            </a:r>
            <a:r>
              <a:rPr sz="1950" spc="-260" dirty="0">
                <a:solidFill>
                  <a:srgbClr val="54918C"/>
                </a:solidFill>
                <a:latin typeface="Arial MT"/>
                <a:cs typeface="Arial MT"/>
              </a:rPr>
              <a:t>use</a:t>
            </a:r>
            <a:r>
              <a:rPr sz="1950" spc="-50" dirty="0">
                <a:solidFill>
                  <a:srgbClr val="54918C"/>
                </a:solidFill>
                <a:latin typeface="Arial MT"/>
                <a:cs typeface="Arial MT"/>
              </a:rPr>
              <a:t> </a:t>
            </a:r>
            <a:r>
              <a:rPr sz="1950" spc="-290" dirty="0">
                <a:solidFill>
                  <a:srgbClr val="4FA79E"/>
                </a:solidFill>
                <a:latin typeface="Arial MT"/>
                <a:cs typeface="Arial MT"/>
              </a:rPr>
              <a:t>DynamoDB?</a:t>
            </a:r>
            <a:endParaRPr sz="1950">
              <a:latin typeface="Arial MT"/>
              <a:cs typeface="Arial MT"/>
            </a:endParaRPr>
          </a:p>
          <a:p>
            <a:pPr marL="101600" marR="114300" algn="ctr">
              <a:lnSpc>
                <a:spcPts val="2030"/>
              </a:lnSpc>
              <a:spcBef>
                <a:spcPts val="1435"/>
              </a:spcBef>
            </a:pPr>
            <a:r>
              <a:rPr sz="1900" spc="-190" dirty="0">
                <a:solidFill>
                  <a:srgbClr val="C133C1"/>
                </a:solidFill>
                <a:latin typeface="Arial MT"/>
                <a:cs typeface="Arial MT"/>
              </a:rPr>
              <a:t>What</a:t>
            </a:r>
            <a:r>
              <a:rPr sz="1900" spc="35" dirty="0">
                <a:solidFill>
                  <a:srgbClr val="C133C1"/>
                </a:solidFill>
                <a:latin typeface="Arial MT"/>
                <a:cs typeface="Arial MT"/>
              </a:rPr>
              <a:t> </a:t>
            </a:r>
            <a:r>
              <a:rPr sz="1900" spc="-204" dirty="0">
                <a:solidFill>
                  <a:srgbClr val="F6A3F0"/>
                </a:solidFill>
                <a:latin typeface="Arial MT"/>
                <a:cs typeface="Arial MT"/>
              </a:rPr>
              <a:t>else</a:t>
            </a:r>
            <a:r>
              <a:rPr sz="1900" spc="-20" dirty="0">
                <a:solidFill>
                  <a:srgbClr val="F6A3F0"/>
                </a:solidFill>
                <a:latin typeface="Arial MT"/>
                <a:cs typeface="Arial MT"/>
              </a:rPr>
              <a:t> </a:t>
            </a:r>
            <a:r>
              <a:rPr sz="1900" spc="-160" dirty="0">
                <a:solidFill>
                  <a:srgbClr val="FB79F9"/>
                </a:solidFill>
                <a:latin typeface="Arial MT"/>
                <a:cs typeface="Arial MT"/>
              </a:rPr>
              <a:t>should</a:t>
            </a:r>
            <a:r>
              <a:rPr sz="1900" spc="25" dirty="0">
                <a:solidFill>
                  <a:srgbClr val="FB79F9"/>
                </a:solidFill>
                <a:latin typeface="Arial MT"/>
                <a:cs typeface="Arial MT"/>
              </a:rPr>
              <a:t> </a:t>
            </a:r>
            <a:r>
              <a:rPr sz="1900" spc="-100" dirty="0">
                <a:solidFill>
                  <a:srgbClr val="C62DC3"/>
                </a:solidFill>
                <a:latin typeface="Arial MT"/>
                <a:cs typeface="Arial MT"/>
              </a:rPr>
              <a:t>I</a:t>
            </a:r>
            <a:r>
              <a:rPr sz="1900" spc="-55" dirty="0">
                <a:solidFill>
                  <a:srgbClr val="C62DC3"/>
                </a:solidFill>
                <a:latin typeface="Arial MT"/>
                <a:cs typeface="Arial MT"/>
              </a:rPr>
              <a:t> </a:t>
            </a:r>
            <a:r>
              <a:rPr sz="1900" spc="-210" dirty="0">
                <a:solidFill>
                  <a:srgbClr val="C426A7"/>
                </a:solidFill>
                <a:latin typeface="Arial MT"/>
                <a:cs typeface="Arial MT"/>
              </a:rPr>
              <a:t>keep</a:t>
            </a:r>
            <a:r>
              <a:rPr sz="1900" spc="15" dirty="0">
                <a:solidFill>
                  <a:srgbClr val="C426A7"/>
                </a:solidFill>
                <a:latin typeface="Arial MT"/>
                <a:cs typeface="Arial MT"/>
              </a:rPr>
              <a:t> </a:t>
            </a:r>
            <a:r>
              <a:rPr sz="1900" spc="-90" dirty="0">
                <a:solidFill>
                  <a:srgbClr val="B633BC"/>
                </a:solidFill>
                <a:latin typeface="Arial MT"/>
                <a:cs typeface="Arial MT"/>
              </a:rPr>
              <a:t>in</a:t>
            </a:r>
            <a:r>
              <a:rPr sz="1900" spc="-110" dirty="0">
                <a:solidFill>
                  <a:srgbClr val="B633BC"/>
                </a:solidFill>
                <a:latin typeface="Arial MT"/>
                <a:cs typeface="Arial MT"/>
              </a:rPr>
              <a:t> </a:t>
            </a:r>
            <a:r>
              <a:rPr sz="1900" spc="-75" dirty="0">
                <a:solidFill>
                  <a:srgbClr val="EB6DF2"/>
                </a:solidFill>
                <a:latin typeface="Arial MT"/>
                <a:cs typeface="Arial MT"/>
              </a:rPr>
              <a:t>mind </a:t>
            </a:r>
            <a:r>
              <a:rPr sz="1900" spc="-170" dirty="0">
                <a:solidFill>
                  <a:srgbClr val="C62AD6"/>
                </a:solidFill>
                <a:latin typeface="Arial MT"/>
                <a:cs typeface="Arial MT"/>
              </a:rPr>
              <a:t>when</a:t>
            </a:r>
            <a:r>
              <a:rPr sz="1900" spc="-95" dirty="0">
                <a:solidFill>
                  <a:srgbClr val="C62AD6"/>
                </a:solidFill>
                <a:latin typeface="Arial MT"/>
                <a:cs typeface="Arial MT"/>
              </a:rPr>
              <a:t> </a:t>
            </a:r>
            <a:r>
              <a:rPr sz="1900" spc="-100" dirty="0">
                <a:solidFill>
                  <a:srgbClr val="B83BC6"/>
                </a:solidFill>
                <a:latin typeface="Arial MT"/>
                <a:cs typeface="Arial MT"/>
              </a:rPr>
              <a:t>using</a:t>
            </a:r>
            <a:r>
              <a:rPr sz="1900" spc="155" dirty="0">
                <a:solidFill>
                  <a:srgbClr val="B83BC6"/>
                </a:solidFill>
                <a:latin typeface="Arial MT"/>
                <a:cs typeface="Arial MT"/>
              </a:rPr>
              <a:t> </a:t>
            </a:r>
            <a:r>
              <a:rPr sz="1900" spc="-100" dirty="0">
                <a:solidFill>
                  <a:srgbClr val="B52FC6"/>
                </a:solidFill>
                <a:latin typeface="Arial MT"/>
                <a:cs typeface="Arial MT"/>
              </a:rPr>
              <a:t>DynamoDB*</a:t>
            </a:r>
            <a:endParaRPr sz="1900">
              <a:latin typeface="Arial MT"/>
              <a:cs typeface="Arial MT"/>
            </a:endParaRPr>
          </a:p>
          <a:p>
            <a:pPr marL="781050" marR="797560" indent="1905" algn="ctr">
              <a:lnSpc>
                <a:spcPts val="2030"/>
              </a:lnSpc>
              <a:spcBef>
                <a:spcPts val="370"/>
              </a:spcBef>
            </a:pPr>
            <a:r>
              <a:rPr sz="1900" spc="-190" dirty="0">
                <a:solidFill>
                  <a:srgbClr val="C3FFFF"/>
                </a:solidFill>
                <a:latin typeface="Arial MT"/>
                <a:cs typeface="Arial MT"/>
              </a:rPr>
              <a:t>How</a:t>
            </a:r>
            <a:r>
              <a:rPr sz="1900" spc="-120" dirty="0">
                <a:solidFill>
                  <a:srgbClr val="C3FFFF"/>
                </a:solidFill>
                <a:latin typeface="Arial MT"/>
                <a:cs typeface="Arial MT"/>
              </a:rPr>
              <a:t> </a:t>
            </a:r>
            <a:r>
              <a:rPr sz="1900" spc="-145" dirty="0">
                <a:solidFill>
                  <a:srgbClr val="2F9383"/>
                </a:solidFill>
                <a:latin typeface="Arial MT"/>
                <a:cs typeface="Arial MT"/>
              </a:rPr>
              <a:t>much</a:t>
            </a:r>
            <a:r>
              <a:rPr sz="1900" spc="-90" dirty="0">
                <a:solidFill>
                  <a:srgbClr val="2F9383"/>
                </a:solidFill>
                <a:latin typeface="Arial MT"/>
                <a:cs typeface="Arial MT"/>
              </a:rPr>
              <a:t> </a:t>
            </a:r>
            <a:r>
              <a:rPr sz="1900" spc="-30" dirty="0">
                <a:solidFill>
                  <a:srgbClr val="369E9A"/>
                </a:solidFill>
                <a:latin typeface="Arial MT"/>
                <a:cs typeface="Arial MT"/>
              </a:rPr>
              <a:t>does </a:t>
            </a:r>
            <a:r>
              <a:rPr sz="1900" spc="-229" dirty="0">
                <a:solidFill>
                  <a:srgbClr val="288774"/>
                </a:solidFill>
                <a:latin typeface="Arial MT"/>
                <a:cs typeface="Arial MT"/>
              </a:rPr>
              <a:t>DynamoDB</a:t>
            </a:r>
            <a:r>
              <a:rPr sz="1900" spc="90" dirty="0">
                <a:solidFill>
                  <a:srgbClr val="288774"/>
                </a:solidFill>
                <a:latin typeface="Arial MT"/>
                <a:cs typeface="Arial MT"/>
              </a:rPr>
              <a:t> </a:t>
            </a:r>
            <a:r>
              <a:rPr sz="1900" spc="-175" dirty="0">
                <a:solidFill>
                  <a:srgbClr val="18877E"/>
                </a:solidFill>
                <a:latin typeface="Arial MT"/>
                <a:cs typeface="Arial MT"/>
              </a:rPr>
              <a:t>cost?</a:t>
            </a:r>
            <a:endParaRPr sz="1900">
              <a:latin typeface="Arial MT"/>
              <a:cs typeface="Arial MT"/>
            </a:endParaRPr>
          </a:p>
        </p:txBody>
      </p:sp>
      <p:pic>
        <p:nvPicPr>
          <p:cNvPr id="12" name="object 12"/>
          <p:cNvPicPr/>
          <p:nvPr/>
        </p:nvPicPr>
        <p:blipFill>
          <a:blip r:embed="rId6" cstate="print"/>
          <a:stretch>
            <a:fillRect/>
          </a:stretch>
        </p:blipFill>
        <p:spPr>
          <a:xfrm>
            <a:off x="1689769" y="5433033"/>
            <a:ext cx="2657761" cy="104787"/>
          </a:xfrm>
          <a:prstGeom prst="rect">
            <a:avLst/>
          </a:prstGeom>
        </p:spPr>
      </p:pic>
      <p:sp>
        <p:nvSpPr>
          <p:cNvPr id="13" name="object 13"/>
          <p:cNvSpPr txBox="1"/>
          <p:nvPr/>
        </p:nvSpPr>
        <p:spPr>
          <a:xfrm>
            <a:off x="4785925" y="1369498"/>
            <a:ext cx="5878195" cy="854710"/>
          </a:xfrm>
          <a:prstGeom prst="rect">
            <a:avLst/>
          </a:prstGeom>
        </p:spPr>
        <p:txBody>
          <a:bodyPr vert="horz" wrap="square" lIns="0" tIns="12700" rIns="0" bIns="0" rtlCol="0">
            <a:spAutoFit/>
          </a:bodyPr>
          <a:lstStyle/>
          <a:p>
            <a:pPr marL="14604" marR="5080" indent="-2540">
              <a:lnSpc>
                <a:spcPct val="113300"/>
              </a:lnSpc>
              <a:spcBef>
                <a:spcPts val="100"/>
              </a:spcBef>
            </a:pPr>
            <a:r>
              <a:rPr sz="1600" dirty="0">
                <a:latin typeface="Arial MT"/>
                <a:cs typeface="Arial MT"/>
              </a:rPr>
              <a:t>DynamoDB</a:t>
            </a:r>
            <a:r>
              <a:rPr sz="1600" spc="65" dirty="0">
                <a:latin typeface="Arial MT"/>
                <a:cs typeface="Arial MT"/>
              </a:rPr>
              <a:t> </a:t>
            </a:r>
            <a:r>
              <a:rPr sz="1600" dirty="0">
                <a:latin typeface="Arial MT"/>
                <a:cs typeface="Arial MT"/>
              </a:rPr>
              <a:t>is</a:t>
            </a:r>
            <a:r>
              <a:rPr sz="1600" spc="40" dirty="0">
                <a:latin typeface="Arial MT"/>
                <a:cs typeface="Arial MT"/>
              </a:rPr>
              <a:t> </a:t>
            </a:r>
            <a:r>
              <a:rPr sz="1600" spc="-20" dirty="0">
                <a:latin typeface="Arial MT"/>
                <a:cs typeface="Arial MT"/>
              </a:rPr>
              <a:t>a</a:t>
            </a:r>
            <a:r>
              <a:rPr sz="1600" spc="55" dirty="0">
                <a:latin typeface="Arial MT"/>
                <a:cs typeface="Arial MT"/>
              </a:rPr>
              <a:t> </a:t>
            </a:r>
            <a:r>
              <a:rPr sz="1600" spc="50" dirty="0">
                <a:latin typeface="Arial MT"/>
                <a:cs typeface="Arial MT"/>
              </a:rPr>
              <a:t>non-</a:t>
            </a:r>
            <a:r>
              <a:rPr sz="1600" dirty="0">
                <a:latin typeface="Arial MT"/>
                <a:cs typeface="Arial MT"/>
              </a:rPr>
              <a:t>relational</a:t>
            </a:r>
            <a:r>
              <a:rPr sz="1600" spc="-70" dirty="0">
                <a:latin typeface="Arial MT"/>
                <a:cs typeface="Arial MT"/>
              </a:rPr>
              <a:t> </a:t>
            </a:r>
            <a:r>
              <a:rPr sz="1600" spc="-25" dirty="0">
                <a:latin typeface="Arial MT"/>
                <a:cs typeface="Arial MT"/>
              </a:rPr>
              <a:t>database.</a:t>
            </a:r>
            <a:r>
              <a:rPr sz="1600" spc="30" dirty="0">
                <a:latin typeface="Arial MT"/>
                <a:cs typeface="Arial MT"/>
              </a:rPr>
              <a:t> </a:t>
            </a:r>
            <a:r>
              <a:rPr sz="1600" dirty="0">
                <a:solidFill>
                  <a:srgbClr val="0F0F0F"/>
                </a:solidFill>
                <a:latin typeface="Arial MT"/>
                <a:cs typeface="Arial MT"/>
              </a:rPr>
              <a:t>If</a:t>
            </a:r>
            <a:r>
              <a:rPr sz="1600" spc="130" dirty="0">
                <a:solidFill>
                  <a:srgbClr val="0F0F0F"/>
                </a:solidFill>
                <a:latin typeface="Arial MT"/>
                <a:cs typeface="Arial MT"/>
              </a:rPr>
              <a:t> </a:t>
            </a:r>
            <a:r>
              <a:rPr sz="1600" dirty="0">
                <a:latin typeface="Arial MT"/>
                <a:cs typeface="Arial MT"/>
              </a:rPr>
              <a:t>you</a:t>
            </a:r>
            <a:r>
              <a:rPr sz="1600" spc="5" dirty="0">
                <a:latin typeface="Arial MT"/>
                <a:cs typeface="Arial MT"/>
              </a:rPr>
              <a:t> </a:t>
            </a:r>
            <a:r>
              <a:rPr sz="1600" dirty="0">
                <a:latin typeface="Arial MT"/>
                <a:cs typeface="Arial MT"/>
              </a:rPr>
              <a:t>need</a:t>
            </a:r>
            <a:r>
              <a:rPr sz="1600" spc="85" dirty="0">
                <a:latin typeface="Arial MT"/>
                <a:cs typeface="Arial MT"/>
              </a:rPr>
              <a:t> </a:t>
            </a:r>
            <a:r>
              <a:rPr sz="1600" dirty="0">
                <a:latin typeface="Arial MT"/>
                <a:cs typeface="Arial MT"/>
              </a:rPr>
              <a:t>a</a:t>
            </a:r>
            <a:r>
              <a:rPr sz="1600" spc="50" dirty="0">
                <a:latin typeface="Arial MT"/>
                <a:cs typeface="Arial MT"/>
              </a:rPr>
              <a:t> </a:t>
            </a:r>
            <a:r>
              <a:rPr sz="1600" spc="-10" dirty="0">
                <a:latin typeface="Arial MT"/>
                <a:cs typeface="Arial MT"/>
              </a:rPr>
              <a:t>relational database,</a:t>
            </a:r>
            <a:r>
              <a:rPr sz="1600" spc="-15" dirty="0">
                <a:latin typeface="Arial MT"/>
                <a:cs typeface="Arial MT"/>
              </a:rPr>
              <a:t> </a:t>
            </a:r>
            <a:r>
              <a:rPr sz="1600" dirty="0">
                <a:solidFill>
                  <a:srgbClr val="0E0E0E"/>
                </a:solidFill>
                <a:latin typeface="Arial MT"/>
                <a:cs typeface="Arial MT"/>
              </a:rPr>
              <a:t>you</a:t>
            </a:r>
            <a:r>
              <a:rPr sz="1600" spc="-5" dirty="0">
                <a:solidFill>
                  <a:srgbClr val="0E0E0E"/>
                </a:solidFill>
                <a:latin typeface="Arial MT"/>
                <a:cs typeface="Arial MT"/>
              </a:rPr>
              <a:t> </a:t>
            </a:r>
            <a:r>
              <a:rPr sz="1600" dirty="0">
                <a:latin typeface="Arial MT"/>
                <a:cs typeface="Arial MT"/>
              </a:rPr>
              <a:t>would </a:t>
            </a:r>
            <a:r>
              <a:rPr sz="1600" dirty="0">
                <a:solidFill>
                  <a:srgbClr val="383838"/>
                </a:solidFill>
                <a:latin typeface="Arial MT"/>
                <a:cs typeface="Arial MT"/>
              </a:rPr>
              <a:t>use</a:t>
            </a:r>
            <a:r>
              <a:rPr sz="1600" spc="-10" dirty="0">
                <a:solidFill>
                  <a:srgbClr val="383838"/>
                </a:solidFill>
                <a:latin typeface="Arial MT"/>
                <a:cs typeface="Arial MT"/>
              </a:rPr>
              <a:t> </a:t>
            </a:r>
            <a:r>
              <a:rPr sz="1600" dirty="0">
                <a:latin typeface="Arial MT"/>
                <a:cs typeface="Arial MT"/>
              </a:rPr>
              <a:t>Amazon</a:t>
            </a:r>
            <a:r>
              <a:rPr sz="1600" spc="80" dirty="0">
                <a:latin typeface="Arial MT"/>
                <a:cs typeface="Arial MT"/>
              </a:rPr>
              <a:t> </a:t>
            </a:r>
            <a:r>
              <a:rPr sz="1600" spc="-125" dirty="0">
                <a:latin typeface="Arial MT"/>
                <a:cs typeface="Arial MT"/>
              </a:rPr>
              <a:t>RDS.</a:t>
            </a:r>
            <a:r>
              <a:rPr sz="1600" spc="35" dirty="0">
                <a:latin typeface="Arial MT"/>
                <a:cs typeface="Arial MT"/>
              </a:rPr>
              <a:t> </a:t>
            </a:r>
            <a:r>
              <a:rPr sz="1600" spc="-140" dirty="0">
                <a:solidFill>
                  <a:srgbClr val="212121"/>
                </a:solidFill>
                <a:latin typeface="Arial MT"/>
                <a:cs typeface="Arial MT"/>
              </a:rPr>
              <a:t>Ch</a:t>
            </a:r>
            <a:r>
              <a:rPr sz="1600" spc="-250" dirty="0">
                <a:solidFill>
                  <a:srgbClr val="212121"/>
                </a:solidFill>
                <a:latin typeface="Arial MT"/>
                <a:cs typeface="Arial MT"/>
              </a:rPr>
              <a:t> </a:t>
            </a:r>
            <a:r>
              <a:rPr sz="1600" spc="-10" dirty="0">
                <a:latin typeface="Arial MT"/>
                <a:cs typeface="Arial MT"/>
              </a:rPr>
              <a:t>oose</a:t>
            </a:r>
            <a:r>
              <a:rPr sz="1600" spc="10" dirty="0">
                <a:latin typeface="Arial MT"/>
                <a:cs typeface="Arial MT"/>
              </a:rPr>
              <a:t> </a:t>
            </a:r>
            <a:r>
              <a:rPr sz="1600" dirty="0">
                <a:latin typeface="Arial MT"/>
                <a:cs typeface="Arial MT"/>
              </a:rPr>
              <a:t>each</a:t>
            </a:r>
            <a:r>
              <a:rPr sz="1600" spc="-35" dirty="0">
                <a:latin typeface="Arial MT"/>
                <a:cs typeface="Arial MT"/>
              </a:rPr>
              <a:t> </a:t>
            </a:r>
            <a:r>
              <a:rPr sz="1600" spc="-10" dirty="0">
                <a:solidFill>
                  <a:srgbClr val="161616"/>
                </a:solidFill>
                <a:latin typeface="Arial MT"/>
                <a:cs typeface="Arial MT"/>
              </a:rPr>
              <a:t>option </a:t>
            </a:r>
            <a:r>
              <a:rPr sz="1600" dirty="0">
                <a:latin typeface="Arial MT"/>
                <a:cs typeface="Arial MT"/>
              </a:rPr>
              <a:t>below</a:t>
            </a:r>
            <a:r>
              <a:rPr sz="1600" spc="55" dirty="0">
                <a:latin typeface="Arial MT"/>
                <a:cs typeface="Arial MT"/>
              </a:rPr>
              <a:t> </a:t>
            </a:r>
            <a:r>
              <a:rPr sz="1600" dirty="0">
                <a:solidFill>
                  <a:srgbClr val="0F0F0F"/>
                </a:solidFill>
                <a:latin typeface="Arial MT"/>
                <a:cs typeface="Arial MT"/>
              </a:rPr>
              <a:t>to</a:t>
            </a:r>
            <a:r>
              <a:rPr sz="1600" spc="215" dirty="0">
                <a:solidFill>
                  <a:srgbClr val="0F0F0F"/>
                </a:solidFill>
                <a:latin typeface="Arial MT"/>
                <a:cs typeface="Arial MT"/>
              </a:rPr>
              <a:t> </a:t>
            </a:r>
            <a:r>
              <a:rPr sz="1600" dirty="0">
                <a:latin typeface="Arial MT"/>
                <a:cs typeface="Arial MT"/>
              </a:rPr>
              <a:t>learn</a:t>
            </a:r>
            <a:r>
              <a:rPr sz="1600" spc="85" dirty="0">
                <a:latin typeface="Arial MT"/>
                <a:cs typeface="Arial MT"/>
              </a:rPr>
              <a:t> </a:t>
            </a:r>
            <a:r>
              <a:rPr sz="1600" dirty="0">
                <a:latin typeface="Arial MT"/>
                <a:cs typeface="Arial MT"/>
              </a:rPr>
              <a:t>more</a:t>
            </a:r>
            <a:r>
              <a:rPr sz="1600" spc="90" dirty="0">
                <a:latin typeface="Arial MT"/>
                <a:cs typeface="Arial MT"/>
              </a:rPr>
              <a:t> </a:t>
            </a:r>
            <a:r>
              <a:rPr sz="1600" dirty="0">
                <a:solidFill>
                  <a:srgbClr val="111111"/>
                </a:solidFill>
                <a:latin typeface="Arial MT"/>
                <a:cs typeface="Arial MT"/>
              </a:rPr>
              <a:t>about</a:t>
            </a:r>
            <a:r>
              <a:rPr sz="1600" spc="125" dirty="0">
                <a:solidFill>
                  <a:srgbClr val="111111"/>
                </a:solidFill>
                <a:latin typeface="Arial MT"/>
                <a:cs typeface="Arial MT"/>
              </a:rPr>
              <a:t> </a:t>
            </a:r>
            <a:r>
              <a:rPr sz="1600" dirty="0">
                <a:latin typeface="Arial MT"/>
                <a:cs typeface="Arial MT"/>
              </a:rPr>
              <a:t>the</a:t>
            </a:r>
            <a:r>
              <a:rPr sz="1600" spc="75" dirty="0">
                <a:latin typeface="Arial MT"/>
                <a:cs typeface="Arial MT"/>
              </a:rPr>
              <a:t> </a:t>
            </a:r>
            <a:r>
              <a:rPr sz="1600" dirty="0">
                <a:latin typeface="Arial MT"/>
                <a:cs typeface="Arial MT"/>
              </a:rPr>
              <a:t>differences</a:t>
            </a:r>
            <a:r>
              <a:rPr sz="1600" spc="170" dirty="0">
                <a:latin typeface="Arial MT"/>
                <a:cs typeface="Arial MT"/>
              </a:rPr>
              <a:t> </a:t>
            </a:r>
            <a:r>
              <a:rPr sz="1600" dirty="0">
                <a:latin typeface="Arial MT"/>
                <a:cs typeface="Arial MT"/>
              </a:rPr>
              <a:t>between</a:t>
            </a:r>
            <a:r>
              <a:rPr sz="1600" spc="140" dirty="0">
                <a:latin typeface="Arial MT"/>
                <a:cs typeface="Arial MT"/>
              </a:rPr>
              <a:t> </a:t>
            </a:r>
            <a:r>
              <a:rPr sz="1600" dirty="0">
                <a:solidFill>
                  <a:srgbClr val="151515"/>
                </a:solidFill>
                <a:latin typeface="Arial MT"/>
                <a:cs typeface="Arial MT"/>
              </a:rPr>
              <a:t>tnR</a:t>
            </a:r>
            <a:r>
              <a:rPr sz="1600" spc="100" dirty="0">
                <a:solidFill>
                  <a:srgbClr val="151515"/>
                </a:solidFill>
                <a:latin typeface="Arial MT"/>
                <a:cs typeface="Arial MT"/>
              </a:rPr>
              <a:t> </a:t>
            </a:r>
            <a:r>
              <a:rPr sz="1600" spc="-20" dirty="0">
                <a:latin typeface="Arial MT"/>
                <a:cs typeface="Arial MT"/>
              </a:rPr>
              <a:t>two.</a:t>
            </a:r>
            <a:endParaRPr sz="1600">
              <a:latin typeface="Arial MT"/>
              <a:cs typeface="Arial MT"/>
            </a:endParaRPr>
          </a:p>
        </p:txBody>
      </p:sp>
    </p:spTree>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370964" y="365125"/>
            <a:ext cx="9449816" cy="5315584"/>
          </a:xfrm>
          <a:prstGeom prst="rect">
            <a:avLst/>
          </a:prstGeom>
        </p:spPr>
      </p:pic>
      <p:sp>
        <p:nvSpPr>
          <p:cNvPr id="3" name="object 3"/>
          <p:cNvSpPr txBox="1"/>
          <p:nvPr/>
        </p:nvSpPr>
        <p:spPr>
          <a:xfrm>
            <a:off x="1700903" y="5399690"/>
            <a:ext cx="2662555" cy="147955"/>
          </a:xfrm>
          <a:prstGeom prst="rect">
            <a:avLst/>
          </a:prstGeom>
        </p:spPr>
        <p:txBody>
          <a:bodyPr vert="horz" wrap="square" lIns="0" tIns="12700" rIns="0" bIns="0" rtlCol="0">
            <a:spAutoFit/>
          </a:bodyPr>
          <a:lstStyle/>
          <a:p>
            <a:pPr marL="12700">
              <a:lnSpc>
                <a:spcPct val="100000"/>
              </a:lnSpc>
              <a:spcBef>
                <a:spcPts val="100"/>
              </a:spcBef>
            </a:pPr>
            <a:r>
              <a:rPr sz="800" spc="-30" dirty="0">
                <a:solidFill>
                  <a:srgbClr val="626262"/>
                </a:solidFill>
                <a:latin typeface="Arial MT"/>
                <a:cs typeface="Arial MT"/>
              </a:rPr>
              <a:t>Yyuy</a:t>
            </a:r>
            <a:r>
              <a:rPr sz="800" spc="-140" dirty="0">
                <a:solidFill>
                  <a:srgbClr val="626262"/>
                </a:solidFill>
                <a:latin typeface="Arial MT"/>
                <a:cs typeface="Arial MT"/>
              </a:rPr>
              <a:t> </a:t>
            </a:r>
            <a:r>
              <a:rPr sz="800" dirty="0">
                <a:solidFill>
                  <a:srgbClr val="828282"/>
                </a:solidFill>
                <a:latin typeface="Arial MT"/>
                <a:cs typeface="Arial MT"/>
              </a:rPr>
              <a:t>1</a:t>
            </a:r>
            <a:r>
              <a:rPr sz="800" spc="-75" dirty="0">
                <a:solidFill>
                  <a:srgbClr val="828282"/>
                </a:solidFill>
                <a:latin typeface="Arial MT"/>
                <a:cs typeface="Arial MT"/>
              </a:rPr>
              <a:t> </a:t>
            </a:r>
            <a:r>
              <a:rPr sz="800" spc="-70" dirty="0">
                <a:solidFill>
                  <a:srgbClr val="5D5D5D"/>
                </a:solidFill>
                <a:latin typeface="Arial MT"/>
                <a:cs typeface="Arial MT"/>
              </a:rPr>
              <a:t>Amaron</a:t>
            </a:r>
            <a:r>
              <a:rPr sz="800" spc="10" dirty="0">
                <a:solidFill>
                  <a:srgbClr val="5D5D5D"/>
                </a:solidFill>
                <a:latin typeface="Arial MT"/>
                <a:cs typeface="Arial MT"/>
              </a:rPr>
              <a:t> </a:t>
            </a:r>
            <a:r>
              <a:rPr sz="800" spc="-10" dirty="0">
                <a:solidFill>
                  <a:srgbClr val="838383"/>
                </a:solidFill>
                <a:latin typeface="Arial MT"/>
                <a:cs typeface="Arial MT"/>
              </a:rPr>
              <a:t>weo</a:t>
            </a:r>
            <a:r>
              <a:rPr sz="800" spc="125" dirty="0">
                <a:solidFill>
                  <a:srgbClr val="838383"/>
                </a:solidFill>
                <a:latin typeface="Arial MT"/>
                <a:cs typeface="Arial MT"/>
              </a:rPr>
              <a:t> </a:t>
            </a:r>
            <a:r>
              <a:rPr sz="800" spc="235" dirty="0">
                <a:solidFill>
                  <a:srgbClr val="8A8A8A"/>
                </a:solidFill>
                <a:latin typeface="Arial MT"/>
                <a:cs typeface="Arial MT"/>
              </a:rPr>
              <a:t>jens</a:t>
            </a:r>
            <a:r>
              <a:rPr sz="800" spc="30" dirty="0">
                <a:solidFill>
                  <a:srgbClr val="8A8A8A"/>
                </a:solidFill>
                <a:latin typeface="Arial MT"/>
                <a:cs typeface="Arial MT"/>
              </a:rPr>
              <a:t> </a:t>
            </a:r>
            <a:r>
              <a:rPr sz="800" spc="-75" dirty="0">
                <a:solidFill>
                  <a:srgbClr val="7E7E7E"/>
                </a:solidFill>
                <a:latin typeface="Arial MT"/>
                <a:cs typeface="Arial MT"/>
              </a:rPr>
              <a:t>inc.</a:t>
            </a:r>
            <a:r>
              <a:rPr sz="800" spc="40" dirty="0">
                <a:solidFill>
                  <a:srgbClr val="7E7E7E"/>
                </a:solidFill>
                <a:latin typeface="Arial MT"/>
                <a:cs typeface="Arial MT"/>
              </a:rPr>
              <a:t> </a:t>
            </a:r>
            <a:r>
              <a:rPr sz="800" spc="-70" dirty="0">
                <a:solidFill>
                  <a:srgbClr val="828282"/>
                </a:solidFill>
                <a:latin typeface="Arial MT"/>
                <a:cs typeface="Arial MT"/>
              </a:rPr>
              <a:t>or</a:t>
            </a:r>
            <a:r>
              <a:rPr sz="800" spc="-20" dirty="0">
                <a:solidFill>
                  <a:srgbClr val="828282"/>
                </a:solidFill>
                <a:latin typeface="Arial MT"/>
                <a:cs typeface="Arial MT"/>
              </a:rPr>
              <a:t> </a:t>
            </a:r>
            <a:r>
              <a:rPr sz="800" spc="-30" dirty="0">
                <a:solidFill>
                  <a:srgbClr val="505050"/>
                </a:solidFill>
                <a:latin typeface="Arial MT"/>
                <a:cs typeface="Arial MT"/>
              </a:rPr>
              <a:t>its</a:t>
            </a:r>
            <a:r>
              <a:rPr sz="800" spc="-105" dirty="0">
                <a:solidFill>
                  <a:srgbClr val="505050"/>
                </a:solidFill>
                <a:latin typeface="Arial MT"/>
                <a:cs typeface="Arial MT"/>
              </a:rPr>
              <a:t> </a:t>
            </a:r>
            <a:r>
              <a:rPr sz="800" spc="-50" dirty="0">
                <a:solidFill>
                  <a:srgbClr val="626262"/>
                </a:solidFill>
                <a:latin typeface="Arial MT"/>
                <a:cs typeface="Arial MT"/>
              </a:rPr>
              <a:t>affiliates.</a:t>
            </a:r>
            <a:r>
              <a:rPr sz="800" spc="25" dirty="0">
                <a:solidFill>
                  <a:srgbClr val="626262"/>
                </a:solidFill>
                <a:latin typeface="Arial MT"/>
                <a:cs typeface="Arial MT"/>
              </a:rPr>
              <a:t> </a:t>
            </a:r>
            <a:r>
              <a:rPr sz="800" spc="-65" dirty="0">
                <a:solidFill>
                  <a:srgbClr val="878787"/>
                </a:solidFill>
                <a:latin typeface="Arial MT"/>
                <a:cs typeface="Arial MT"/>
              </a:rPr>
              <a:t>Afi</a:t>
            </a:r>
            <a:r>
              <a:rPr sz="800" spc="-75" dirty="0">
                <a:solidFill>
                  <a:srgbClr val="878787"/>
                </a:solidFill>
                <a:latin typeface="Arial MT"/>
                <a:cs typeface="Arial MT"/>
              </a:rPr>
              <a:t> </a:t>
            </a:r>
            <a:r>
              <a:rPr sz="800" spc="-10" dirty="0">
                <a:solidFill>
                  <a:srgbClr val="6D6D6D"/>
                </a:solidFill>
                <a:latin typeface="Arial MT"/>
                <a:cs typeface="Arial MT"/>
              </a:rPr>
              <a:t>nphu</a:t>
            </a:r>
            <a:r>
              <a:rPr sz="800" spc="-65" dirty="0">
                <a:solidFill>
                  <a:srgbClr val="6D6D6D"/>
                </a:solidFill>
                <a:latin typeface="Arial MT"/>
                <a:cs typeface="Arial MT"/>
              </a:rPr>
              <a:t> </a:t>
            </a:r>
            <a:r>
              <a:rPr sz="800" spc="-40" dirty="0">
                <a:solidFill>
                  <a:srgbClr val="575757"/>
                </a:solidFill>
                <a:latin typeface="Arial MT"/>
                <a:cs typeface="Arial MT"/>
              </a:rPr>
              <a:t>reserved</a:t>
            </a:r>
            <a:endParaRPr sz="800">
              <a:latin typeface="Arial MT"/>
              <a:cs typeface="Arial MT"/>
            </a:endParaRPr>
          </a:p>
        </p:txBody>
      </p:sp>
      <p:sp>
        <p:nvSpPr>
          <p:cNvPr id="4" name="object 4" descr="$PPTXTitle"/>
          <p:cNvSpPr txBox="1">
            <a:spLocks noGrp="1"/>
          </p:cNvSpPr>
          <p:nvPr>
            <p:ph type="title"/>
          </p:nvPr>
        </p:nvSpPr>
        <p:spPr>
          <a:xfrm>
            <a:off x="4805086" y="1371721"/>
            <a:ext cx="5359400" cy="552450"/>
          </a:xfrm>
          <a:prstGeom prst="rect">
            <a:avLst/>
          </a:prstGeom>
        </p:spPr>
        <p:txBody>
          <a:bodyPr vert="horz" wrap="square" lIns="0" tIns="38735" rIns="0" bIns="0" rtlCol="0">
            <a:spAutoFit/>
          </a:bodyPr>
          <a:lstStyle/>
          <a:p>
            <a:pPr marL="12700" marR="5080" indent="7620">
              <a:lnSpc>
                <a:spcPts val="1989"/>
              </a:lnSpc>
              <a:spcBef>
                <a:spcPts val="305"/>
              </a:spcBef>
            </a:pPr>
            <a:r>
              <a:rPr sz="1800" spc="-290" dirty="0"/>
              <a:t>Choose</a:t>
            </a:r>
            <a:r>
              <a:rPr sz="1800" spc="-114" dirty="0"/>
              <a:t> </a:t>
            </a:r>
            <a:r>
              <a:rPr sz="1800" spc="-254" dirty="0">
                <a:solidFill>
                  <a:srgbClr val="1F1F1F"/>
                </a:solidFill>
              </a:rPr>
              <a:t>the</a:t>
            </a:r>
            <a:r>
              <a:rPr sz="1800" spc="-240" dirty="0">
                <a:solidFill>
                  <a:srgbClr val="1F1F1F"/>
                </a:solidFill>
              </a:rPr>
              <a:t> </a:t>
            </a:r>
            <a:r>
              <a:rPr sz="1800" spc="-260" dirty="0"/>
              <a:t>buttons</a:t>
            </a:r>
            <a:r>
              <a:rPr sz="1800" spc="-40" dirty="0"/>
              <a:t> </a:t>
            </a:r>
            <a:r>
              <a:rPr sz="1800" spc="-260" dirty="0"/>
              <a:t>below</a:t>
            </a:r>
            <a:r>
              <a:rPr sz="1800" spc="-120" dirty="0"/>
              <a:t> </a:t>
            </a:r>
            <a:r>
              <a:rPr sz="1800" spc="-190" dirty="0"/>
              <a:t>to</a:t>
            </a:r>
            <a:r>
              <a:rPr sz="1800" spc="-295" dirty="0"/>
              <a:t> </a:t>
            </a:r>
            <a:r>
              <a:rPr sz="1800" spc="-250" dirty="0"/>
              <a:t>learn</a:t>
            </a:r>
            <a:r>
              <a:rPr sz="1800" spc="-229" dirty="0"/>
              <a:t> </a:t>
            </a:r>
            <a:r>
              <a:rPr sz="1800" spc="-285" dirty="0">
                <a:solidFill>
                  <a:srgbClr val="111111"/>
                </a:solidFill>
              </a:rPr>
              <a:t>more</a:t>
            </a:r>
            <a:r>
              <a:rPr sz="1800" spc="-200" dirty="0">
                <a:solidFill>
                  <a:srgbClr val="111111"/>
                </a:solidFill>
              </a:rPr>
              <a:t> </a:t>
            </a:r>
            <a:r>
              <a:rPr sz="1800" spc="-250" dirty="0">
                <a:solidFill>
                  <a:srgbClr val="111111"/>
                </a:solidFill>
              </a:rPr>
              <a:t>about</a:t>
            </a:r>
            <a:r>
              <a:rPr sz="1800" spc="-190" dirty="0">
                <a:solidFill>
                  <a:srgbClr val="111111"/>
                </a:solidFill>
              </a:rPr>
              <a:t> </a:t>
            </a:r>
            <a:r>
              <a:rPr sz="1800" spc="-254" dirty="0">
                <a:solidFill>
                  <a:srgbClr val="151515"/>
                </a:solidFill>
              </a:rPr>
              <a:t>the</a:t>
            </a:r>
            <a:r>
              <a:rPr sz="1800" spc="-175" dirty="0">
                <a:solidFill>
                  <a:srgbClr val="151515"/>
                </a:solidFill>
              </a:rPr>
              <a:t> </a:t>
            </a:r>
            <a:r>
              <a:rPr sz="1800" spc="-270" dirty="0">
                <a:solidFill>
                  <a:srgbClr val="111111"/>
                </a:solidFill>
              </a:rPr>
              <a:t>differences </a:t>
            </a:r>
            <a:r>
              <a:rPr sz="1800" spc="-280" dirty="0">
                <a:solidFill>
                  <a:srgbClr val="0E0E0E"/>
                </a:solidFill>
              </a:rPr>
              <a:t>between</a:t>
            </a:r>
            <a:r>
              <a:rPr sz="1800" spc="-85" dirty="0">
                <a:solidFill>
                  <a:srgbClr val="0E0E0E"/>
                </a:solidFill>
              </a:rPr>
              <a:t> </a:t>
            </a:r>
            <a:r>
              <a:rPr sz="1800" spc="-225" dirty="0"/>
              <a:t>relational</a:t>
            </a:r>
            <a:r>
              <a:rPr sz="1800" spc="-145" dirty="0"/>
              <a:t> </a:t>
            </a:r>
            <a:r>
              <a:rPr sz="1800" spc="-305" dirty="0">
                <a:solidFill>
                  <a:srgbClr val="161616"/>
                </a:solidFill>
              </a:rPr>
              <a:t>and</a:t>
            </a:r>
            <a:r>
              <a:rPr sz="1800" spc="-165" dirty="0">
                <a:solidFill>
                  <a:srgbClr val="161616"/>
                </a:solidFill>
              </a:rPr>
              <a:t> </a:t>
            </a:r>
            <a:r>
              <a:rPr sz="1800" spc="-254" dirty="0"/>
              <a:t>non-</a:t>
            </a:r>
            <a:r>
              <a:rPr sz="1800" spc="-204" dirty="0"/>
              <a:t>relational</a:t>
            </a:r>
            <a:r>
              <a:rPr sz="1800" spc="-330" dirty="0"/>
              <a:t> </a:t>
            </a:r>
            <a:r>
              <a:rPr sz="1800" spc="-290" dirty="0"/>
              <a:t>databases.</a:t>
            </a:r>
            <a:endParaRPr sz="1800"/>
          </a:p>
        </p:txBody>
      </p:sp>
      <p:sp>
        <p:nvSpPr>
          <p:cNvPr id="5" name="object 5"/>
          <p:cNvSpPr txBox="1"/>
          <p:nvPr/>
        </p:nvSpPr>
        <p:spPr>
          <a:xfrm>
            <a:off x="4807777" y="2473578"/>
            <a:ext cx="5634990" cy="2755265"/>
          </a:xfrm>
          <a:prstGeom prst="rect">
            <a:avLst/>
          </a:prstGeom>
        </p:spPr>
        <p:txBody>
          <a:bodyPr vert="horz" wrap="square" lIns="0" tIns="28575" rIns="0" bIns="0" rtlCol="0">
            <a:spAutoFit/>
          </a:bodyPr>
          <a:lstStyle/>
          <a:p>
            <a:pPr marL="12700" marR="5080">
              <a:lnSpc>
                <a:spcPct val="94100"/>
              </a:lnSpc>
              <a:spcBef>
                <a:spcPts val="225"/>
              </a:spcBef>
            </a:pPr>
            <a:r>
              <a:rPr sz="1750" spc="-95" dirty="0">
                <a:latin typeface="Arial MT"/>
                <a:cs typeface="Arial MT"/>
              </a:rPr>
              <a:t>Relational</a:t>
            </a:r>
            <a:r>
              <a:rPr sz="1750" spc="45" dirty="0">
                <a:latin typeface="Arial MT"/>
                <a:cs typeface="Arial MT"/>
              </a:rPr>
              <a:t> </a:t>
            </a:r>
            <a:r>
              <a:rPr sz="1750" spc="-135" dirty="0">
                <a:latin typeface="Arial MT"/>
                <a:cs typeface="Arial MT"/>
              </a:rPr>
              <a:t>databases</a:t>
            </a:r>
            <a:r>
              <a:rPr sz="1750" spc="25" dirty="0">
                <a:latin typeface="Arial MT"/>
                <a:cs typeface="Arial MT"/>
              </a:rPr>
              <a:t> </a:t>
            </a:r>
            <a:r>
              <a:rPr sz="1750" spc="-125" dirty="0">
                <a:solidFill>
                  <a:srgbClr val="212121"/>
                </a:solidFill>
                <a:latin typeface="Arial MT"/>
                <a:cs typeface="Arial MT"/>
              </a:rPr>
              <a:t>store</a:t>
            </a:r>
            <a:r>
              <a:rPr sz="1750" spc="20" dirty="0">
                <a:solidFill>
                  <a:srgbClr val="212121"/>
                </a:solidFill>
                <a:latin typeface="Arial MT"/>
                <a:cs typeface="Arial MT"/>
              </a:rPr>
              <a:t> </a:t>
            </a:r>
            <a:r>
              <a:rPr sz="1750" spc="-150" dirty="0">
                <a:latin typeface="Arial MT"/>
                <a:cs typeface="Arial MT"/>
              </a:rPr>
              <a:t>data</a:t>
            </a:r>
            <a:r>
              <a:rPr sz="1750" spc="50" dirty="0">
                <a:latin typeface="Arial MT"/>
                <a:cs typeface="Arial MT"/>
              </a:rPr>
              <a:t> </a:t>
            </a:r>
            <a:r>
              <a:rPr sz="1750" spc="-75" dirty="0">
                <a:latin typeface="Arial MT"/>
                <a:cs typeface="Arial MT"/>
              </a:rPr>
              <a:t>in</a:t>
            </a:r>
            <a:r>
              <a:rPr sz="1750" spc="-45" dirty="0">
                <a:latin typeface="Arial MT"/>
                <a:cs typeface="Arial MT"/>
              </a:rPr>
              <a:t> </a:t>
            </a:r>
            <a:r>
              <a:rPr sz="1750" spc="-145" dirty="0">
                <a:latin typeface="Arial MT"/>
                <a:cs typeface="Arial MT"/>
              </a:rPr>
              <a:t>rows</a:t>
            </a:r>
            <a:r>
              <a:rPr sz="1750" spc="20" dirty="0">
                <a:latin typeface="Arial MT"/>
                <a:cs typeface="Arial MT"/>
              </a:rPr>
              <a:t> </a:t>
            </a:r>
            <a:r>
              <a:rPr sz="1750" spc="-155" dirty="0">
                <a:solidFill>
                  <a:srgbClr val="232323"/>
                </a:solidFill>
                <a:latin typeface="Arial MT"/>
                <a:cs typeface="Arial MT"/>
              </a:rPr>
              <a:t>and</a:t>
            </a:r>
            <a:r>
              <a:rPr sz="1750" spc="-50" dirty="0">
                <a:solidFill>
                  <a:srgbClr val="232323"/>
                </a:solidFill>
                <a:latin typeface="Arial MT"/>
                <a:cs typeface="Arial MT"/>
              </a:rPr>
              <a:t> </a:t>
            </a:r>
            <a:r>
              <a:rPr sz="1750" spc="-150" dirty="0">
                <a:solidFill>
                  <a:srgbClr val="111111"/>
                </a:solidFill>
                <a:latin typeface="Arial MT"/>
                <a:cs typeface="Arial MT"/>
              </a:rPr>
              <a:t>columns.</a:t>
            </a:r>
            <a:r>
              <a:rPr sz="1750" spc="65" dirty="0">
                <a:solidFill>
                  <a:srgbClr val="111111"/>
                </a:solidFill>
                <a:latin typeface="Arial MT"/>
                <a:cs typeface="Arial MT"/>
              </a:rPr>
              <a:t> </a:t>
            </a:r>
            <a:r>
              <a:rPr sz="1750" spc="-20" dirty="0">
                <a:solidFill>
                  <a:srgbClr val="1A1A1A"/>
                </a:solidFill>
                <a:latin typeface="Arial MT"/>
                <a:cs typeface="Arial MT"/>
              </a:rPr>
              <a:t>Rows </a:t>
            </a:r>
            <a:r>
              <a:rPr sz="1700" spc="-80" dirty="0">
                <a:latin typeface="Arial MT"/>
                <a:cs typeface="Arial MT"/>
              </a:rPr>
              <a:t>contain</a:t>
            </a:r>
            <a:r>
              <a:rPr sz="1700" spc="20" dirty="0">
                <a:latin typeface="Arial MT"/>
                <a:cs typeface="Arial MT"/>
              </a:rPr>
              <a:t> </a:t>
            </a:r>
            <a:r>
              <a:rPr sz="1700" spc="-45" dirty="0">
                <a:latin typeface="Arial MT"/>
                <a:cs typeface="Arial MT"/>
              </a:rPr>
              <a:t>all</a:t>
            </a:r>
            <a:r>
              <a:rPr sz="1700" spc="-65" dirty="0">
                <a:latin typeface="Arial MT"/>
                <a:cs typeface="Arial MT"/>
              </a:rPr>
              <a:t> </a:t>
            </a:r>
            <a:r>
              <a:rPr sz="1700" spc="-65" dirty="0">
                <a:solidFill>
                  <a:srgbClr val="181818"/>
                </a:solidFill>
                <a:latin typeface="Arial MT"/>
                <a:cs typeface="Arial MT"/>
              </a:rPr>
              <a:t>the</a:t>
            </a:r>
            <a:r>
              <a:rPr sz="1700" spc="-80" dirty="0">
                <a:solidFill>
                  <a:srgbClr val="181818"/>
                </a:solidFill>
                <a:latin typeface="Arial MT"/>
                <a:cs typeface="Arial MT"/>
              </a:rPr>
              <a:t> </a:t>
            </a:r>
            <a:r>
              <a:rPr sz="1700" spc="-55" dirty="0">
                <a:latin typeface="Arial MT"/>
                <a:cs typeface="Arial MT"/>
              </a:rPr>
              <a:t>information</a:t>
            </a:r>
            <a:r>
              <a:rPr sz="1700" spc="75" dirty="0">
                <a:latin typeface="Arial MT"/>
                <a:cs typeface="Arial MT"/>
              </a:rPr>
              <a:t> </a:t>
            </a:r>
            <a:r>
              <a:rPr sz="1700" spc="-70" dirty="0">
                <a:latin typeface="Arial MT"/>
                <a:cs typeface="Arial MT"/>
              </a:rPr>
              <a:t>about</a:t>
            </a:r>
            <a:r>
              <a:rPr sz="1700" spc="-25" dirty="0">
                <a:latin typeface="Arial MT"/>
                <a:cs typeface="Arial MT"/>
              </a:rPr>
              <a:t> </a:t>
            </a:r>
            <a:r>
              <a:rPr sz="1700" spc="-245" dirty="0">
                <a:solidFill>
                  <a:srgbClr val="151515"/>
                </a:solidFill>
                <a:latin typeface="Arial MT"/>
                <a:cs typeface="Arial MT"/>
              </a:rPr>
              <a:t>One</a:t>
            </a:r>
            <a:r>
              <a:rPr sz="1700" spc="5" dirty="0">
                <a:solidFill>
                  <a:srgbClr val="151515"/>
                </a:solidFill>
                <a:latin typeface="Arial MT"/>
                <a:cs typeface="Arial MT"/>
              </a:rPr>
              <a:t> </a:t>
            </a:r>
            <a:r>
              <a:rPr sz="1700" spc="-95" dirty="0">
                <a:solidFill>
                  <a:srgbClr val="1A1A1A"/>
                </a:solidFill>
                <a:latin typeface="Arial MT"/>
                <a:cs typeface="Arial MT"/>
              </a:rPr>
              <a:t>entry,</a:t>
            </a:r>
            <a:r>
              <a:rPr sz="1700" spc="-50" dirty="0">
                <a:solidFill>
                  <a:srgbClr val="1A1A1A"/>
                </a:solidFill>
                <a:latin typeface="Arial MT"/>
                <a:cs typeface="Arial MT"/>
              </a:rPr>
              <a:t> </a:t>
            </a:r>
            <a:r>
              <a:rPr sz="1700" spc="-105" dirty="0">
                <a:latin typeface="Arial MT"/>
                <a:cs typeface="Arial MT"/>
              </a:rPr>
              <a:t>and</a:t>
            </a:r>
            <a:r>
              <a:rPr sz="1700" spc="-60" dirty="0">
                <a:latin typeface="Arial MT"/>
                <a:cs typeface="Arial MT"/>
              </a:rPr>
              <a:t> </a:t>
            </a:r>
            <a:r>
              <a:rPr sz="1700" spc="-114" dirty="0">
                <a:solidFill>
                  <a:srgbClr val="151515"/>
                </a:solidFill>
                <a:latin typeface="Arial MT"/>
                <a:cs typeface="Arial MT"/>
              </a:rPr>
              <a:t>columns</a:t>
            </a:r>
            <a:r>
              <a:rPr sz="1700" spc="-30" dirty="0">
                <a:solidFill>
                  <a:srgbClr val="151515"/>
                </a:solidFill>
                <a:latin typeface="Arial MT"/>
                <a:cs typeface="Arial MT"/>
              </a:rPr>
              <a:t> </a:t>
            </a:r>
            <a:r>
              <a:rPr sz="1700" spc="-135" dirty="0">
                <a:latin typeface="Arial MT"/>
                <a:cs typeface="Arial MT"/>
              </a:rPr>
              <a:t>are</a:t>
            </a:r>
            <a:r>
              <a:rPr sz="1700" spc="15" dirty="0">
                <a:latin typeface="Arial MT"/>
                <a:cs typeface="Arial MT"/>
              </a:rPr>
              <a:t> </a:t>
            </a:r>
            <a:r>
              <a:rPr sz="1700" spc="-25" dirty="0">
                <a:solidFill>
                  <a:srgbClr val="111111"/>
                </a:solidFill>
                <a:latin typeface="Arial MT"/>
                <a:cs typeface="Arial MT"/>
              </a:rPr>
              <a:t>the </a:t>
            </a:r>
            <a:r>
              <a:rPr sz="1750" spc="-80" dirty="0">
                <a:latin typeface="Arial MT"/>
                <a:cs typeface="Arial MT"/>
              </a:rPr>
              <a:t>attributes</a:t>
            </a:r>
            <a:r>
              <a:rPr sz="1750" spc="25" dirty="0">
                <a:latin typeface="Arial MT"/>
                <a:cs typeface="Arial MT"/>
              </a:rPr>
              <a:t> </a:t>
            </a:r>
            <a:r>
              <a:rPr sz="1750" spc="-50" dirty="0">
                <a:solidFill>
                  <a:srgbClr val="131313"/>
                </a:solidFill>
                <a:latin typeface="Arial MT"/>
                <a:cs typeface="Arial MT"/>
              </a:rPr>
              <a:t>that</a:t>
            </a:r>
            <a:r>
              <a:rPr sz="1750" spc="20" dirty="0">
                <a:solidFill>
                  <a:srgbClr val="131313"/>
                </a:solidFill>
                <a:latin typeface="Arial MT"/>
                <a:cs typeface="Arial MT"/>
              </a:rPr>
              <a:t> </a:t>
            </a:r>
            <a:r>
              <a:rPr sz="1750" spc="-155" dirty="0">
                <a:latin typeface="Arial MT"/>
                <a:cs typeface="Arial MT"/>
              </a:rPr>
              <a:t>separate</a:t>
            </a:r>
            <a:r>
              <a:rPr sz="1750" spc="105" dirty="0">
                <a:latin typeface="Arial MT"/>
                <a:cs typeface="Arial MT"/>
              </a:rPr>
              <a:t> </a:t>
            </a:r>
            <a:r>
              <a:rPr sz="1750" spc="-85" dirty="0">
                <a:solidFill>
                  <a:srgbClr val="1F1F1F"/>
                </a:solidFill>
                <a:latin typeface="Arial MT"/>
                <a:cs typeface="Arial MT"/>
              </a:rPr>
              <a:t>the</a:t>
            </a:r>
            <a:r>
              <a:rPr sz="1750" spc="-105" dirty="0">
                <a:solidFill>
                  <a:srgbClr val="1F1F1F"/>
                </a:solidFill>
                <a:latin typeface="Arial MT"/>
                <a:cs typeface="Arial MT"/>
              </a:rPr>
              <a:t> </a:t>
            </a:r>
            <a:r>
              <a:rPr sz="1750" spc="-125" dirty="0">
                <a:latin typeface="Arial MT"/>
                <a:cs typeface="Arial MT"/>
              </a:rPr>
              <a:t>data</a:t>
            </a:r>
            <a:r>
              <a:rPr sz="1750" spc="15" dirty="0">
                <a:latin typeface="Arial MT"/>
                <a:cs typeface="Arial MT"/>
              </a:rPr>
              <a:t> </a:t>
            </a:r>
            <a:r>
              <a:rPr sz="1750" spc="-105" dirty="0">
                <a:latin typeface="Arial MT"/>
                <a:cs typeface="Arial MT"/>
              </a:rPr>
              <a:t>points.</a:t>
            </a:r>
            <a:r>
              <a:rPr sz="1750" spc="20" dirty="0">
                <a:latin typeface="Arial MT"/>
                <a:cs typeface="Arial MT"/>
              </a:rPr>
              <a:t> </a:t>
            </a:r>
            <a:r>
              <a:rPr sz="1750" spc="-229" dirty="0">
                <a:solidFill>
                  <a:srgbClr val="3D3D3D"/>
                </a:solidFill>
                <a:latin typeface="Arial MT"/>
                <a:cs typeface="Arial MT"/>
              </a:rPr>
              <a:t>A</a:t>
            </a:r>
            <a:r>
              <a:rPr sz="1750" spc="-125" dirty="0">
                <a:solidFill>
                  <a:srgbClr val="3D3D3D"/>
                </a:solidFill>
                <a:latin typeface="Arial MT"/>
                <a:cs typeface="Arial MT"/>
              </a:rPr>
              <a:t> </a:t>
            </a:r>
            <a:r>
              <a:rPr sz="1750" spc="-95" dirty="0">
                <a:latin typeface="Arial MT"/>
                <a:cs typeface="Arial MT"/>
              </a:rPr>
              <a:t>relational</a:t>
            </a:r>
            <a:r>
              <a:rPr sz="1750" spc="-10" dirty="0">
                <a:latin typeface="Arial MT"/>
                <a:cs typeface="Arial MT"/>
              </a:rPr>
              <a:t> database </a:t>
            </a:r>
            <a:r>
              <a:rPr sz="1700" spc="-160" dirty="0">
                <a:latin typeface="Arial MT"/>
                <a:cs typeface="Arial MT"/>
              </a:rPr>
              <a:t>schema</a:t>
            </a:r>
            <a:r>
              <a:rPr sz="1700" spc="-30" dirty="0">
                <a:latin typeface="Arial MT"/>
                <a:cs typeface="Arial MT"/>
              </a:rPr>
              <a:t> </a:t>
            </a:r>
            <a:r>
              <a:rPr sz="1700" spc="-105" dirty="0">
                <a:latin typeface="Arial MT"/>
                <a:cs typeface="Arial MT"/>
              </a:rPr>
              <a:t>is</a:t>
            </a:r>
            <a:r>
              <a:rPr sz="1700" spc="-80" dirty="0">
                <a:latin typeface="Arial MT"/>
                <a:cs typeface="Arial MT"/>
              </a:rPr>
              <a:t> </a:t>
            </a:r>
            <a:r>
              <a:rPr sz="1700" spc="-120" dirty="0">
                <a:solidFill>
                  <a:srgbClr val="0F0F0F"/>
                </a:solidFill>
                <a:latin typeface="Arial MT"/>
                <a:cs typeface="Arial MT"/>
              </a:rPr>
              <a:t>hxed:</a:t>
            </a:r>
            <a:r>
              <a:rPr sz="1700" dirty="0">
                <a:solidFill>
                  <a:srgbClr val="0F0F0F"/>
                </a:solidFill>
                <a:latin typeface="Arial MT"/>
                <a:cs typeface="Arial MT"/>
              </a:rPr>
              <a:t> </a:t>
            </a:r>
            <a:r>
              <a:rPr sz="1700" spc="-114" dirty="0">
                <a:solidFill>
                  <a:srgbClr val="131313"/>
                </a:solidFill>
                <a:latin typeface="Arial MT"/>
                <a:cs typeface="Arial MT"/>
              </a:rPr>
              <a:t>columns</a:t>
            </a:r>
            <a:r>
              <a:rPr sz="1700" spc="-5" dirty="0">
                <a:solidFill>
                  <a:srgbClr val="131313"/>
                </a:solidFill>
                <a:latin typeface="Arial MT"/>
                <a:cs typeface="Arial MT"/>
              </a:rPr>
              <a:t> </a:t>
            </a:r>
            <a:r>
              <a:rPr sz="1700" spc="-90" dirty="0">
                <a:latin typeface="Arial MT"/>
                <a:cs typeface="Arial MT"/>
              </a:rPr>
              <a:t>must</a:t>
            </a:r>
            <a:r>
              <a:rPr sz="1700" spc="-30" dirty="0">
                <a:latin typeface="Arial MT"/>
                <a:cs typeface="Arial MT"/>
              </a:rPr>
              <a:t> </a:t>
            </a:r>
            <a:r>
              <a:rPr sz="1700" spc="-145" dirty="0">
                <a:solidFill>
                  <a:srgbClr val="161616"/>
                </a:solidFill>
                <a:latin typeface="Arial MT"/>
                <a:cs typeface="Arial MT"/>
              </a:rPr>
              <a:t>be</a:t>
            </a:r>
            <a:r>
              <a:rPr sz="1700" dirty="0">
                <a:solidFill>
                  <a:srgbClr val="161616"/>
                </a:solidFill>
                <a:latin typeface="Arial MT"/>
                <a:cs typeface="Arial MT"/>
              </a:rPr>
              <a:t> </a:t>
            </a:r>
            <a:r>
              <a:rPr sz="1700" spc="-114" dirty="0">
                <a:latin typeface="Arial MT"/>
                <a:cs typeface="Arial MT"/>
              </a:rPr>
              <a:t>locked</a:t>
            </a:r>
            <a:r>
              <a:rPr sz="1700" dirty="0">
                <a:latin typeface="Arial MT"/>
                <a:cs typeface="Arial MT"/>
              </a:rPr>
              <a:t> </a:t>
            </a:r>
            <a:r>
              <a:rPr sz="1700" spc="-85" dirty="0">
                <a:solidFill>
                  <a:srgbClr val="0F0F0F"/>
                </a:solidFill>
                <a:latin typeface="Arial MT"/>
                <a:cs typeface="Arial MT"/>
              </a:rPr>
              <a:t>before</a:t>
            </a:r>
            <a:r>
              <a:rPr sz="1700" spc="30" dirty="0">
                <a:solidFill>
                  <a:srgbClr val="0F0F0F"/>
                </a:solidFill>
                <a:latin typeface="Arial MT"/>
                <a:cs typeface="Arial MT"/>
              </a:rPr>
              <a:t> </a:t>
            </a:r>
            <a:r>
              <a:rPr sz="1700" spc="-90" dirty="0">
                <a:latin typeface="Arial MT"/>
                <a:cs typeface="Arial MT"/>
              </a:rPr>
              <a:t>data</a:t>
            </a:r>
            <a:r>
              <a:rPr sz="1700" spc="55" dirty="0">
                <a:latin typeface="Arial MT"/>
                <a:cs typeface="Arial MT"/>
              </a:rPr>
              <a:t> </a:t>
            </a:r>
            <a:r>
              <a:rPr sz="1700" spc="-85" dirty="0">
                <a:latin typeface="Arial MT"/>
                <a:cs typeface="Arial MT"/>
              </a:rPr>
              <a:t>entry.</a:t>
            </a:r>
            <a:r>
              <a:rPr sz="1700" spc="-5" dirty="0">
                <a:latin typeface="Arial MT"/>
                <a:cs typeface="Arial MT"/>
              </a:rPr>
              <a:t> </a:t>
            </a:r>
            <a:r>
              <a:rPr sz="1700" spc="-25" dirty="0">
                <a:latin typeface="Arial MT"/>
                <a:cs typeface="Arial MT"/>
              </a:rPr>
              <a:t>You </a:t>
            </a:r>
            <a:r>
              <a:rPr sz="1700" spc="-150" dirty="0">
                <a:latin typeface="Arial MT"/>
                <a:cs typeface="Arial MT"/>
              </a:rPr>
              <a:t>can</a:t>
            </a:r>
            <a:r>
              <a:rPr sz="1700" spc="-45" dirty="0">
                <a:latin typeface="Arial MT"/>
                <a:cs typeface="Arial MT"/>
              </a:rPr>
              <a:t> </a:t>
            </a:r>
            <a:r>
              <a:rPr sz="1700" spc="-110" dirty="0">
                <a:latin typeface="Arial MT"/>
                <a:cs typeface="Arial MT"/>
              </a:rPr>
              <a:t>amend</a:t>
            </a:r>
            <a:r>
              <a:rPr sz="1700" spc="-90" dirty="0">
                <a:latin typeface="Arial MT"/>
                <a:cs typeface="Arial MT"/>
              </a:rPr>
              <a:t> </a:t>
            </a:r>
            <a:r>
              <a:rPr sz="1700" spc="-155" dirty="0">
                <a:solidFill>
                  <a:srgbClr val="0E0E0E"/>
                </a:solidFill>
                <a:latin typeface="Arial MT"/>
                <a:cs typeface="Arial MT"/>
              </a:rPr>
              <a:t>schemas</a:t>
            </a:r>
            <a:r>
              <a:rPr sz="1700" dirty="0">
                <a:solidFill>
                  <a:srgbClr val="0E0E0E"/>
                </a:solidFill>
                <a:latin typeface="Arial MT"/>
                <a:cs typeface="Arial MT"/>
              </a:rPr>
              <a:t> </a:t>
            </a:r>
            <a:r>
              <a:rPr sz="1700" dirty="0">
                <a:solidFill>
                  <a:srgbClr val="151515"/>
                </a:solidFill>
                <a:latin typeface="Arial MT"/>
                <a:cs typeface="Arial MT"/>
              </a:rPr>
              <a:t>if</a:t>
            </a:r>
            <a:r>
              <a:rPr sz="1700" spc="30" dirty="0">
                <a:solidFill>
                  <a:srgbClr val="151515"/>
                </a:solidFill>
                <a:latin typeface="Arial MT"/>
                <a:cs typeface="Arial MT"/>
              </a:rPr>
              <a:t> </a:t>
            </a:r>
            <a:r>
              <a:rPr sz="1700" spc="-85" dirty="0">
                <a:solidFill>
                  <a:srgbClr val="2D2D2D"/>
                </a:solidFill>
                <a:latin typeface="Arial MT"/>
                <a:cs typeface="Arial MT"/>
              </a:rPr>
              <a:t>the</a:t>
            </a:r>
            <a:r>
              <a:rPr sz="1700" spc="-20" dirty="0">
                <a:solidFill>
                  <a:srgbClr val="2D2D2D"/>
                </a:solidFill>
                <a:latin typeface="Arial MT"/>
                <a:cs typeface="Arial MT"/>
              </a:rPr>
              <a:t> </a:t>
            </a:r>
            <a:r>
              <a:rPr sz="1700" spc="-150" dirty="0">
                <a:latin typeface="Arial MT"/>
                <a:cs typeface="Arial MT"/>
              </a:rPr>
              <a:t>databa5e</a:t>
            </a:r>
            <a:r>
              <a:rPr sz="1700" spc="50" dirty="0">
                <a:latin typeface="Arial MT"/>
                <a:cs typeface="Arial MT"/>
              </a:rPr>
              <a:t> </a:t>
            </a:r>
            <a:r>
              <a:rPr sz="1700" spc="-100" dirty="0">
                <a:solidFill>
                  <a:srgbClr val="262626"/>
                </a:solidFill>
                <a:latin typeface="Arial MT"/>
                <a:cs typeface="Arial MT"/>
              </a:rPr>
              <a:t>is</a:t>
            </a:r>
            <a:r>
              <a:rPr sz="1700" spc="-95" dirty="0">
                <a:solidFill>
                  <a:srgbClr val="262626"/>
                </a:solidFill>
                <a:latin typeface="Arial MT"/>
                <a:cs typeface="Arial MT"/>
              </a:rPr>
              <a:t> </a:t>
            </a:r>
            <a:r>
              <a:rPr sz="1700" spc="-85" dirty="0">
                <a:latin typeface="Arial MT"/>
                <a:cs typeface="Arial MT"/>
              </a:rPr>
              <a:t>altered</a:t>
            </a:r>
            <a:r>
              <a:rPr sz="1700" spc="-25" dirty="0">
                <a:latin typeface="Arial MT"/>
                <a:cs typeface="Arial MT"/>
              </a:rPr>
              <a:t> </a:t>
            </a:r>
            <a:r>
              <a:rPr sz="1700" spc="-60" dirty="0">
                <a:latin typeface="Arial MT"/>
                <a:cs typeface="Arial MT"/>
              </a:rPr>
              <a:t>entirely</a:t>
            </a:r>
            <a:r>
              <a:rPr sz="1700" spc="80" dirty="0">
                <a:latin typeface="Arial MT"/>
                <a:cs typeface="Arial MT"/>
              </a:rPr>
              <a:t> </a:t>
            </a:r>
            <a:r>
              <a:rPr sz="1700" spc="-125" dirty="0">
                <a:solidFill>
                  <a:srgbClr val="111111"/>
                </a:solidFill>
                <a:latin typeface="Arial MT"/>
                <a:cs typeface="Arial MT"/>
              </a:rPr>
              <a:t>and</a:t>
            </a:r>
            <a:r>
              <a:rPr sz="1700" spc="-30" dirty="0">
                <a:solidFill>
                  <a:srgbClr val="111111"/>
                </a:solidFill>
                <a:latin typeface="Arial MT"/>
                <a:cs typeface="Arial MT"/>
              </a:rPr>
              <a:t> </a:t>
            </a:r>
            <a:r>
              <a:rPr sz="1700" spc="-10" dirty="0">
                <a:latin typeface="Arial MT"/>
                <a:cs typeface="Arial MT"/>
              </a:rPr>
              <a:t>taken </a:t>
            </a:r>
            <a:r>
              <a:rPr sz="1700" spc="-50" dirty="0">
                <a:solidFill>
                  <a:srgbClr val="0E0E0E"/>
                </a:solidFill>
                <a:latin typeface="Arial MT"/>
                <a:cs typeface="Arial MT"/>
              </a:rPr>
              <a:t>offline.</a:t>
            </a:r>
            <a:r>
              <a:rPr sz="1700" spc="-15" dirty="0">
                <a:solidFill>
                  <a:srgbClr val="0E0E0E"/>
                </a:solidFill>
                <a:latin typeface="Arial MT"/>
                <a:cs typeface="Arial MT"/>
              </a:rPr>
              <a:t> </a:t>
            </a:r>
            <a:r>
              <a:rPr sz="1700" spc="-135" dirty="0">
                <a:latin typeface="Arial MT"/>
                <a:cs typeface="Arial MT"/>
              </a:rPr>
              <a:t>Data</a:t>
            </a:r>
            <a:r>
              <a:rPr sz="1700" spc="30" dirty="0">
                <a:latin typeface="Arial MT"/>
                <a:cs typeface="Arial MT"/>
              </a:rPr>
              <a:t> </a:t>
            </a:r>
            <a:r>
              <a:rPr sz="1700" spc="-50" dirty="0">
                <a:solidFill>
                  <a:srgbClr val="333333"/>
                </a:solidFill>
                <a:latin typeface="Arial MT"/>
                <a:cs typeface="Arial MT"/>
              </a:rPr>
              <a:t>in</a:t>
            </a:r>
            <a:r>
              <a:rPr sz="1700" spc="-55" dirty="0">
                <a:solidFill>
                  <a:srgbClr val="333333"/>
                </a:solidFill>
                <a:latin typeface="Arial MT"/>
                <a:cs typeface="Arial MT"/>
              </a:rPr>
              <a:t> </a:t>
            </a:r>
            <a:r>
              <a:rPr sz="1700" spc="-80" dirty="0">
                <a:solidFill>
                  <a:srgbClr val="080808"/>
                </a:solidFill>
                <a:latin typeface="Arial MT"/>
                <a:cs typeface="Arial MT"/>
              </a:rPr>
              <a:t>relational</a:t>
            </a:r>
            <a:r>
              <a:rPr sz="1700" spc="-10" dirty="0">
                <a:solidFill>
                  <a:srgbClr val="080808"/>
                </a:solidFill>
                <a:latin typeface="Arial MT"/>
                <a:cs typeface="Arial MT"/>
              </a:rPr>
              <a:t> </a:t>
            </a:r>
            <a:r>
              <a:rPr sz="1700" spc="-140" dirty="0">
                <a:latin typeface="Arial MT"/>
                <a:cs typeface="Arial MT"/>
              </a:rPr>
              <a:t>databases</a:t>
            </a:r>
            <a:r>
              <a:rPr sz="1700" spc="90" dirty="0">
                <a:latin typeface="Arial MT"/>
                <a:cs typeface="Arial MT"/>
              </a:rPr>
              <a:t> </a:t>
            </a:r>
            <a:r>
              <a:rPr sz="1700" spc="-100" dirty="0">
                <a:solidFill>
                  <a:srgbClr val="131313"/>
                </a:solidFill>
                <a:latin typeface="Arial MT"/>
                <a:cs typeface="Arial MT"/>
              </a:rPr>
              <a:t>is </a:t>
            </a:r>
            <a:r>
              <a:rPr sz="1700" spc="-95" dirty="0">
                <a:latin typeface="Arial MT"/>
                <a:cs typeface="Arial MT"/>
              </a:rPr>
              <a:t>queried</a:t>
            </a:r>
            <a:r>
              <a:rPr sz="1700" spc="10" dirty="0">
                <a:latin typeface="Arial MT"/>
                <a:cs typeface="Arial MT"/>
              </a:rPr>
              <a:t> </a:t>
            </a:r>
            <a:r>
              <a:rPr sz="1700" spc="-125" dirty="0">
                <a:solidFill>
                  <a:srgbClr val="151515"/>
                </a:solidFill>
                <a:latin typeface="Arial MT"/>
                <a:cs typeface="Arial MT"/>
              </a:rPr>
              <a:t>by</a:t>
            </a:r>
            <a:r>
              <a:rPr sz="1700" spc="-15" dirty="0">
                <a:solidFill>
                  <a:srgbClr val="151515"/>
                </a:solidFill>
                <a:latin typeface="Arial MT"/>
                <a:cs typeface="Arial MT"/>
              </a:rPr>
              <a:t> </a:t>
            </a:r>
            <a:r>
              <a:rPr sz="1700" spc="-114" dirty="0">
                <a:solidFill>
                  <a:srgbClr val="1A1A1A"/>
                </a:solidFill>
                <a:latin typeface="Arial MT"/>
                <a:cs typeface="Arial MT"/>
              </a:rPr>
              <a:t>using</a:t>
            </a:r>
            <a:r>
              <a:rPr sz="1700" spc="-10" dirty="0">
                <a:solidFill>
                  <a:srgbClr val="1A1A1A"/>
                </a:solidFill>
                <a:latin typeface="Arial MT"/>
                <a:cs typeface="Arial MT"/>
              </a:rPr>
              <a:t> </a:t>
            </a:r>
            <a:r>
              <a:rPr sz="1700" spc="-45" dirty="0">
                <a:latin typeface="Arial MT"/>
                <a:cs typeface="Arial MT"/>
              </a:rPr>
              <a:t>structured </a:t>
            </a:r>
            <a:r>
              <a:rPr sz="1700" spc="-90" dirty="0">
                <a:latin typeface="Arial MT"/>
                <a:cs typeface="Arial MT"/>
              </a:rPr>
              <a:t>query</a:t>
            </a:r>
            <a:r>
              <a:rPr sz="1700" spc="-30" dirty="0">
                <a:latin typeface="Arial MT"/>
                <a:cs typeface="Arial MT"/>
              </a:rPr>
              <a:t> </a:t>
            </a:r>
            <a:r>
              <a:rPr sz="1700" spc="-114" dirty="0">
                <a:latin typeface="Arial MT"/>
                <a:cs typeface="Arial MT"/>
              </a:rPr>
              <a:t>language</a:t>
            </a:r>
            <a:r>
              <a:rPr sz="1700" spc="20" dirty="0">
                <a:latin typeface="Arial MT"/>
                <a:cs typeface="Arial MT"/>
              </a:rPr>
              <a:t> </a:t>
            </a:r>
            <a:r>
              <a:rPr sz="1700" spc="-180" dirty="0">
                <a:latin typeface="Arial MT"/>
                <a:cs typeface="Arial MT"/>
              </a:rPr>
              <a:t>(SQL),</a:t>
            </a:r>
            <a:r>
              <a:rPr sz="1700" spc="45" dirty="0">
                <a:latin typeface="Arial MT"/>
                <a:cs typeface="Arial MT"/>
              </a:rPr>
              <a:t> </a:t>
            </a:r>
            <a:r>
              <a:rPr sz="1700" spc="-105" dirty="0">
                <a:solidFill>
                  <a:srgbClr val="161616"/>
                </a:solidFill>
                <a:latin typeface="Arial MT"/>
                <a:cs typeface="Arial MT"/>
              </a:rPr>
              <a:t>which</a:t>
            </a:r>
            <a:r>
              <a:rPr sz="1700" spc="10" dirty="0">
                <a:solidFill>
                  <a:srgbClr val="161616"/>
                </a:solidFill>
                <a:latin typeface="Arial MT"/>
                <a:cs typeface="Arial MT"/>
              </a:rPr>
              <a:t> </a:t>
            </a:r>
            <a:r>
              <a:rPr sz="1700" spc="-175" dirty="0">
                <a:solidFill>
                  <a:srgbClr val="181818"/>
                </a:solidFill>
                <a:latin typeface="Arial MT"/>
                <a:cs typeface="Arial MT"/>
              </a:rPr>
              <a:t>can</a:t>
            </a:r>
            <a:r>
              <a:rPr sz="1700" spc="-20" dirty="0">
                <a:solidFill>
                  <a:srgbClr val="181818"/>
                </a:solidFill>
                <a:latin typeface="Arial MT"/>
                <a:cs typeface="Arial MT"/>
              </a:rPr>
              <a:t> </a:t>
            </a:r>
            <a:r>
              <a:rPr sz="1700" spc="-150" dirty="0">
                <a:latin typeface="Arial MT"/>
                <a:cs typeface="Arial MT"/>
              </a:rPr>
              <a:t>have</a:t>
            </a:r>
            <a:r>
              <a:rPr sz="1700" dirty="0">
                <a:latin typeface="Arial MT"/>
                <a:cs typeface="Arial MT"/>
              </a:rPr>
              <a:t> </a:t>
            </a:r>
            <a:r>
              <a:rPr sz="1700" spc="-105" dirty="0">
                <a:solidFill>
                  <a:srgbClr val="1C1C1C"/>
                </a:solidFill>
                <a:latin typeface="Arial MT"/>
                <a:cs typeface="Arial MT"/>
              </a:rPr>
              <a:t>complex</a:t>
            </a:r>
            <a:r>
              <a:rPr sz="1700" spc="100" dirty="0">
                <a:solidFill>
                  <a:srgbClr val="1C1C1C"/>
                </a:solidFill>
                <a:latin typeface="Arial MT"/>
                <a:cs typeface="Arial MT"/>
              </a:rPr>
              <a:t> </a:t>
            </a:r>
            <a:r>
              <a:rPr sz="1700" spc="-10" dirty="0">
                <a:latin typeface="Arial MT"/>
                <a:cs typeface="Arial MT"/>
              </a:rPr>
              <a:t>queries.</a:t>
            </a:r>
            <a:endParaRPr sz="1700">
              <a:latin typeface="Arial MT"/>
              <a:cs typeface="Arial MT"/>
            </a:endParaRPr>
          </a:p>
          <a:p>
            <a:pPr marL="12700" marR="233679">
              <a:lnSpc>
                <a:spcPct val="94800"/>
              </a:lnSpc>
              <a:spcBef>
                <a:spcPts val="15"/>
              </a:spcBef>
            </a:pPr>
            <a:r>
              <a:rPr sz="1700" spc="-100" dirty="0">
                <a:latin typeface="Arial MT"/>
                <a:cs typeface="Arial MT"/>
              </a:rPr>
              <a:t>Relational</a:t>
            </a:r>
            <a:r>
              <a:rPr sz="1700" spc="45" dirty="0">
                <a:latin typeface="Arial MT"/>
                <a:cs typeface="Arial MT"/>
              </a:rPr>
              <a:t> </a:t>
            </a:r>
            <a:r>
              <a:rPr sz="1700" spc="-140" dirty="0">
                <a:latin typeface="Arial MT"/>
                <a:cs typeface="Arial MT"/>
              </a:rPr>
              <a:t>databases</a:t>
            </a:r>
            <a:r>
              <a:rPr sz="1700" spc="55" dirty="0">
                <a:latin typeface="Arial MT"/>
                <a:cs typeface="Arial MT"/>
              </a:rPr>
              <a:t> </a:t>
            </a:r>
            <a:r>
              <a:rPr sz="1700" spc="-145" dirty="0">
                <a:solidFill>
                  <a:srgbClr val="0E0E0E"/>
                </a:solidFill>
                <a:latin typeface="Arial MT"/>
                <a:cs typeface="Arial MT"/>
              </a:rPr>
              <a:t>scale</a:t>
            </a:r>
            <a:r>
              <a:rPr sz="1700" spc="-100" dirty="0">
                <a:solidFill>
                  <a:srgbClr val="0E0E0E"/>
                </a:solidFill>
                <a:latin typeface="Arial MT"/>
                <a:cs typeface="Arial MT"/>
              </a:rPr>
              <a:t> </a:t>
            </a:r>
            <a:r>
              <a:rPr sz="1700" spc="-60" dirty="0">
                <a:latin typeface="Arial MT"/>
                <a:cs typeface="Arial MT"/>
              </a:rPr>
              <a:t>vertically</a:t>
            </a:r>
            <a:r>
              <a:rPr sz="1700" spc="80" dirty="0">
                <a:latin typeface="Arial MT"/>
                <a:cs typeface="Arial MT"/>
              </a:rPr>
              <a:t> </a:t>
            </a:r>
            <a:r>
              <a:rPr sz="1700" spc="-125" dirty="0">
                <a:solidFill>
                  <a:srgbClr val="161616"/>
                </a:solidFill>
                <a:latin typeface="Arial MT"/>
                <a:cs typeface="Arial MT"/>
              </a:rPr>
              <a:t>by</a:t>
            </a:r>
            <a:r>
              <a:rPr sz="1700" spc="-30" dirty="0">
                <a:solidFill>
                  <a:srgbClr val="161616"/>
                </a:solidFill>
                <a:latin typeface="Arial MT"/>
                <a:cs typeface="Arial MT"/>
              </a:rPr>
              <a:t> </a:t>
            </a:r>
            <a:r>
              <a:rPr sz="1700" spc="-120" dirty="0">
                <a:latin typeface="Arial MT"/>
                <a:cs typeface="Arial MT"/>
              </a:rPr>
              <a:t>increasing</a:t>
            </a:r>
            <a:r>
              <a:rPr sz="1700" spc="-15" dirty="0">
                <a:latin typeface="Arial MT"/>
                <a:cs typeface="Arial MT"/>
              </a:rPr>
              <a:t> </a:t>
            </a:r>
            <a:r>
              <a:rPr sz="1700" spc="-10" dirty="0">
                <a:latin typeface="Arial MT"/>
                <a:cs typeface="Arial MT"/>
              </a:rPr>
              <a:t>hardware </a:t>
            </a:r>
            <a:r>
              <a:rPr sz="1700" spc="-120" dirty="0">
                <a:latin typeface="Arial MT"/>
                <a:cs typeface="Arial MT"/>
              </a:rPr>
              <a:t>power.</a:t>
            </a:r>
            <a:r>
              <a:rPr sz="1700" spc="-30" dirty="0">
                <a:latin typeface="Arial MT"/>
                <a:cs typeface="Arial MT"/>
              </a:rPr>
              <a:t> </a:t>
            </a:r>
            <a:r>
              <a:rPr sz="1700" spc="-110" dirty="0">
                <a:solidFill>
                  <a:srgbClr val="111111"/>
                </a:solidFill>
                <a:latin typeface="Arial MT"/>
                <a:cs typeface="Arial MT"/>
              </a:rPr>
              <a:t>Relational</a:t>
            </a:r>
            <a:r>
              <a:rPr sz="1700" spc="-10" dirty="0">
                <a:solidFill>
                  <a:srgbClr val="111111"/>
                </a:solidFill>
                <a:latin typeface="Arial MT"/>
                <a:cs typeface="Arial MT"/>
              </a:rPr>
              <a:t> </a:t>
            </a:r>
            <a:r>
              <a:rPr sz="1700" spc="-135" dirty="0">
                <a:latin typeface="Arial MT"/>
                <a:cs typeface="Arial MT"/>
              </a:rPr>
              <a:t>databases</a:t>
            </a:r>
            <a:r>
              <a:rPr sz="1700" spc="75" dirty="0">
                <a:latin typeface="Arial MT"/>
                <a:cs typeface="Arial MT"/>
              </a:rPr>
              <a:t> </a:t>
            </a:r>
            <a:r>
              <a:rPr sz="1700" spc="-160" dirty="0">
                <a:solidFill>
                  <a:srgbClr val="161616"/>
                </a:solidFill>
                <a:latin typeface="Arial MT"/>
                <a:cs typeface="Arial MT"/>
              </a:rPr>
              <a:t>are</a:t>
            </a:r>
            <a:r>
              <a:rPr sz="1700" spc="40" dirty="0">
                <a:solidFill>
                  <a:srgbClr val="161616"/>
                </a:solidFill>
                <a:latin typeface="Arial MT"/>
                <a:cs typeface="Arial MT"/>
              </a:rPr>
              <a:t> </a:t>
            </a:r>
            <a:r>
              <a:rPr sz="1700" spc="-100" dirty="0">
                <a:latin typeface="Arial MT"/>
                <a:cs typeface="Arial MT"/>
              </a:rPr>
              <a:t>commonly</a:t>
            </a:r>
            <a:r>
              <a:rPr sz="1700" spc="65" dirty="0">
                <a:latin typeface="Arial MT"/>
                <a:cs typeface="Arial MT"/>
              </a:rPr>
              <a:t> </a:t>
            </a:r>
            <a:r>
              <a:rPr sz="1700" spc="-135" dirty="0">
                <a:latin typeface="Arial MT"/>
                <a:cs typeface="Arial MT"/>
              </a:rPr>
              <a:t>used</a:t>
            </a:r>
            <a:r>
              <a:rPr sz="1700" spc="65" dirty="0">
                <a:latin typeface="Arial MT"/>
                <a:cs typeface="Arial MT"/>
              </a:rPr>
              <a:t> </a:t>
            </a:r>
            <a:r>
              <a:rPr sz="1700" spc="-35" dirty="0">
                <a:solidFill>
                  <a:srgbClr val="343434"/>
                </a:solidFill>
                <a:latin typeface="Arial MT"/>
                <a:cs typeface="Arial MT"/>
              </a:rPr>
              <a:t>for</a:t>
            </a:r>
            <a:r>
              <a:rPr sz="1700" spc="-10" dirty="0">
                <a:solidFill>
                  <a:srgbClr val="343434"/>
                </a:solidFill>
                <a:latin typeface="Arial MT"/>
                <a:cs typeface="Arial MT"/>
              </a:rPr>
              <a:t> </a:t>
            </a:r>
            <a:r>
              <a:rPr sz="1700" spc="-10" dirty="0">
                <a:latin typeface="Arial MT"/>
                <a:cs typeface="Arial MT"/>
              </a:rPr>
              <a:t>traditional </a:t>
            </a:r>
            <a:r>
              <a:rPr sz="1700" spc="-90" dirty="0">
                <a:latin typeface="Arial MT"/>
                <a:cs typeface="Arial MT"/>
              </a:rPr>
              <a:t>applications,</a:t>
            </a:r>
            <a:r>
              <a:rPr sz="1700" spc="150" dirty="0">
                <a:latin typeface="Arial MT"/>
                <a:cs typeface="Arial MT"/>
              </a:rPr>
              <a:t> </a:t>
            </a:r>
            <a:r>
              <a:rPr sz="1700" spc="-105" dirty="0">
                <a:solidFill>
                  <a:srgbClr val="0F0F0F"/>
                </a:solidFill>
                <a:latin typeface="Arial MT"/>
                <a:cs typeface="Arial MT"/>
              </a:rPr>
              <a:t>enterprise</a:t>
            </a:r>
            <a:r>
              <a:rPr sz="1700" spc="30" dirty="0">
                <a:solidFill>
                  <a:srgbClr val="0F0F0F"/>
                </a:solidFill>
                <a:latin typeface="Arial MT"/>
                <a:cs typeface="Arial MT"/>
              </a:rPr>
              <a:t> </a:t>
            </a:r>
            <a:r>
              <a:rPr sz="1700" spc="-190" dirty="0">
                <a:latin typeface="Arial MT"/>
                <a:cs typeface="Arial MT"/>
              </a:rPr>
              <a:t>resOurce</a:t>
            </a:r>
            <a:r>
              <a:rPr sz="1700" spc="80" dirty="0">
                <a:latin typeface="Arial MT"/>
                <a:cs typeface="Arial MT"/>
              </a:rPr>
              <a:t> </a:t>
            </a:r>
            <a:r>
              <a:rPr sz="1700" spc="-90" dirty="0">
                <a:solidFill>
                  <a:srgbClr val="131313"/>
                </a:solidFill>
                <a:latin typeface="Arial MT"/>
                <a:cs typeface="Arial MT"/>
              </a:rPr>
              <a:t>planning</a:t>
            </a:r>
            <a:r>
              <a:rPr sz="1700" spc="-10" dirty="0">
                <a:solidFill>
                  <a:srgbClr val="131313"/>
                </a:solidFill>
                <a:latin typeface="Arial MT"/>
                <a:cs typeface="Arial MT"/>
              </a:rPr>
              <a:t> </a:t>
            </a:r>
            <a:r>
              <a:rPr sz="1700" spc="-240" dirty="0">
                <a:latin typeface="Arial MT"/>
                <a:cs typeface="Arial MT"/>
              </a:rPr>
              <a:t>(ERP),</a:t>
            </a:r>
            <a:r>
              <a:rPr sz="1700" spc="65" dirty="0">
                <a:latin typeface="Arial MT"/>
                <a:cs typeface="Arial MT"/>
              </a:rPr>
              <a:t> </a:t>
            </a:r>
            <a:r>
              <a:rPr sz="1700" spc="-10" dirty="0">
                <a:latin typeface="Arial MT"/>
                <a:cs typeface="Arial MT"/>
              </a:rPr>
              <a:t>customer </a:t>
            </a:r>
            <a:r>
              <a:rPr sz="1750" spc="-110" dirty="0">
                <a:latin typeface="Arial MT"/>
                <a:cs typeface="Arial MT"/>
              </a:rPr>
              <a:t>relationship</a:t>
            </a:r>
            <a:r>
              <a:rPr sz="1750" spc="60" dirty="0">
                <a:latin typeface="Arial MT"/>
                <a:cs typeface="Arial MT"/>
              </a:rPr>
              <a:t> </a:t>
            </a:r>
            <a:r>
              <a:rPr sz="1750" spc="-135" dirty="0">
                <a:latin typeface="Arial MT"/>
                <a:cs typeface="Arial MT"/>
              </a:rPr>
              <a:t>management</a:t>
            </a:r>
            <a:r>
              <a:rPr sz="1750" spc="80" dirty="0">
                <a:latin typeface="Arial MT"/>
                <a:cs typeface="Arial MT"/>
              </a:rPr>
              <a:t> </a:t>
            </a:r>
            <a:r>
              <a:rPr sz="1750" spc="-250" dirty="0">
                <a:latin typeface="Arial MT"/>
                <a:cs typeface="Arial MT"/>
              </a:rPr>
              <a:t>(CRM),</a:t>
            </a:r>
            <a:r>
              <a:rPr sz="1750" spc="-10" dirty="0">
                <a:latin typeface="Arial MT"/>
                <a:cs typeface="Arial MT"/>
              </a:rPr>
              <a:t> </a:t>
            </a:r>
            <a:r>
              <a:rPr sz="1750" spc="-130" dirty="0">
                <a:solidFill>
                  <a:srgbClr val="0F0F0F"/>
                </a:solidFill>
                <a:latin typeface="Arial MT"/>
                <a:cs typeface="Arial MT"/>
              </a:rPr>
              <a:t>and</a:t>
            </a:r>
            <a:r>
              <a:rPr sz="1750" spc="-85" dirty="0">
                <a:solidFill>
                  <a:srgbClr val="0F0F0F"/>
                </a:solidFill>
                <a:latin typeface="Arial MT"/>
                <a:cs typeface="Arial MT"/>
              </a:rPr>
              <a:t> </a:t>
            </a:r>
            <a:r>
              <a:rPr sz="1750" spc="-130" dirty="0">
                <a:latin typeface="Arial MT"/>
                <a:cs typeface="Arial MT"/>
              </a:rPr>
              <a:t>e-</a:t>
            </a:r>
            <a:r>
              <a:rPr sz="1750" spc="-25" dirty="0">
                <a:latin typeface="Arial MT"/>
                <a:cs typeface="Arial MT"/>
              </a:rPr>
              <a:t>commerce.</a:t>
            </a:r>
            <a:endParaRPr sz="1750">
              <a:latin typeface="Arial MT"/>
              <a:cs typeface="Arial MT"/>
            </a:endParaRP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375410" y="365125"/>
            <a:ext cx="9440291" cy="5153640"/>
          </a:xfrm>
          <a:prstGeom prst="rect">
            <a:avLst/>
          </a:prstGeom>
        </p:spPr>
      </p:pic>
      <p:sp>
        <p:nvSpPr>
          <p:cNvPr id="3" name="object 3"/>
          <p:cNvSpPr txBox="1"/>
          <p:nvPr/>
        </p:nvSpPr>
        <p:spPr>
          <a:xfrm>
            <a:off x="3044475" y="5412391"/>
            <a:ext cx="1310005" cy="132715"/>
          </a:xfrm>
          <a:prstGeom prst="rect">
            <a:avLst/>
          </a:prstGeom>
        </p:spPr>
        <p:txBody>
          <a:bodyPr vert="horz" wrap="square" lIns="0" tIns="12700" rIns="0" bIns="0" rtlCol="0">
            <a:spAutoFit/>
          </a:bodyPr>
          <a:lstStyle/>
          <a:p>
            <a:pPr marL="12700">
              <a:lnSpc>
                <a:spcPct val="100000"/>
              </a:lnSpc>
              <a:spcBef>
                <a:spcPts val="100"/>
              </a:spcBef>
            </a:pPr>
            <a:r>
              <a:rPr sz="700" i="1" dirty="0">
                <a:solidFill>
                  <a:srgbClr val="747474"/>
                </a:solidFill>
                <a:latin typeface="Arial"/>
                <a:cs typeface="Arial"/>
              </a:rPr>
              <a:t>or</a:t>
            </a:r>
            <a:r>
              <a:rPr sz="700" i="1" spc="60" dirty="0">
                <a:solidFill>
                  <a:srgbClr val="747474"/>
                </a:solidFill>
                <a:latin typeface="Arial"/>
                <a:cs typeface="Arial"/>
              </a:rPr>
              <a:t> </a:t>
            </a:r>
            <a:r>
              <a:rPr sz="700" dirty="0">
                <a:solidFill>
                  <a:srgbClr val="6E6E6E"/>
                </a:solidFill>
                <a:latin typeface="Arial MT"/>
                <a:cs typeface="Arial MT"/>
              </a:rPr>
              <a:t>its</a:t>
            </a:r>
            <a:r>
              <a:rPr sz="700" spc="-90" dirty="0">
                <a:solidFill>
                  <a:srgbClr val="6E6E6E"/>
                </a:solidFill>
                <a:latin typeface="Arial MT"/>
                <a:cs typeface="Arial MT"/>
              </a:rPr>
              <a:t> </a:t>
            </a:r>
            <a:r>
              <a:rPr sz="700" spc="-10" dirty="0">
                <a:solidFill>
                  <a:srgbClr val="313131"/>
                </a:solidFill>
                <a:latin typeface="Arial MT"/>
                <a:cs typeface="Arial MT"/>
              </a:rPr>
              <a:t>aGliares.</a:t>
            </a:r>
            <a:r>
              <a:rPr sz="700" spc="55" dirty="0">
                <a:solidFill>
                  <a:srgbClr val="313131"/>
                </a:solidFill>
                <a:latin typeface="Arial MT"/>
                <a:cs typeface="Arial MT"/>
              </a:rPr>
              <a:t> </a:t>
            </a:r>
            <a:r>
              <a:rPr sz="700" spc="-25" dirty="0">
                <a:solidFill>
                  <a:srgbClr val="777777"/>
                </a:solidFill>
                <a:latin typeface="Arial MT"/>
                <a:cs typeface="Arial MT"/>
              </a:rPr>
              <a:t>Alt</a:t>
            </a:r>
            <a:r>
              <a:rPr sz="700" spc="5" dirty="0">
                <a:solidFill>
                  <a:srgbClr val="777777"/>
                </a:solidFill>
                <a:latin typeface="Arial MT"/>
                <a:cs typeface="Arial MT"/>
              </a:rPr>
              <a:t> </a:t>
            </a:r>
            <a:r>
              <a:rPr sz="700" dirty="0">
                <a:solidFill>
                  <a:srgbClr val="575757"/>
                </a:solidFill>
                <a:latin typeface="Arial MT"/>
                <a:cs typeface="Arial MT"/>
              </a:rPr>
              <a:t>nghD</a:t>
            </a:r>
            <a:r>
              <a:rPr sz="700" spc="-25" dirty="0">
                <a:solidFill>
                  <a:srgbClr val="575757"/>
                </a:solidFill>
                <a:latin typeface="Arial MT"/>
                <a:cs typeface="Arial MT"/>
              </a:rPr>
              <a:t> </a:t>
            </a:r>
            <a:r>
              <a:rPr sz="700" spc="-45" dirty="0">
                <a:solidFill>
                  <a:srgbClr val="727272"/>
                </a:solidFill>
                <a:latin typeface="Arial MT"/>
                <a:cs typeface="Arial MT"/>
              </a:rPr>
              <a:t>reser</a:t>
            </a:r>
            <a:r>
              <a:rPr sz="700" spc="-110" dirty="0">
                <a:solidFill>
                  <a:srgbClr val="727272"/>
                </a:solidFill>
                <a:latin typeface="Arial MT"/>
                <a:cs typeface="Arial MT"/>
              </a:rPr>
              <a:t> </a:t>
            </a:r>
            <a:r>
              <a:rPr sz="700" spc="-25" dirty="0">
                <a:solidFill>
                  <a:srgbClr val="808080"/>
                </a:solidFill>
                <a:latin typeface="Arial MT"/>
                <a:cs typeface="Arial MT"/>
              </a:rPr>
              <a:t>ued</a:t>
            </a:r>
            <a:endParaRPr sz="700">
              <a:latin typeface="Arial MT"/>
              <a:cs typeface="Arial MT"/>
            </a:endParaRPr>
          </a:p>
        </p:txBody>
      </p:sp>
      <p:sp>
        <p:nvSpPr>
          <p:cNvPr id="4" name="object 4"/>
          <p:cNvSpPr txBox="1"/>
          <p:nvPr/>
        </p:nvSpPr>
        <p:spPr>
          <a:xfrm>
            <a:off x="4791053" y="1378071"/>
            <a:ext cx="5488305" cy="3781425"/>
          </a:xfrm>
          <a:prstGeom prst="rect">
            <a:avLst/>
          </a:prstGeom>
        </p:spPr>
        <p:txBody>
          <a:bodyPr vert="horz" wrap="square" lIns="0" tIns="28575" rIns="0" bIns="0" rtlCol="0">
            <a:spAutoFit/>
          </a:bodyPr>
          <a:lstStyle/>
          <a:p>
            <a:pPr marL="12700" marR="135255" indent="6985">
              <a:lnSpc>
                <a:spcPts val="2030"/>
              </a:lnSpc>
              <a:spcBef>
                <a:spcPts val="225"/>
              </a:spcBef>
            </a:pPr>
            <a:r>
              <a:rPr sz="1750" spc="-275" dirty="0">
                <a:latin typeface="Verdana"/>
                <a:cs typeface="Verdana"/>
              </a:rPr>
              <a:t>Choose</a:t>
            </a:r>
            <a:r>
              <a:rPr sz="1750" spc="-90" dirty="0">
                <a:latin typeface="Verdana"/>
                <a:cs typeface="Verdana"/>
              </a:rPr>
              <a:t> </a:t>
            </a:r>
            <a:r>
              <a:rPr sz="1750" spc="-210" dirty="0">
                <a:solidFill>
                  <a:srgbClr val="131313"/>
                </a:solidFill>
                <a:latin typeface="Verdana"/>
                <a:cs typeface="Verdana"/>
              </a:rPr>
              <a:t>the</a:t>
            </a:r>
            <a:r>
              <a:rPr sz="1750" spc="-245" dirty="0">
                <a:solidFill>
                  <a:srgbClr val="131313"/>
                </a:solidFill>
                <a:latin typeface="Verdana"/>
                <a:cs typeface="Verdana"/>
              </a:rPr>
              <a:t> </a:t>
            </a:r>
            <a:r>
              <a:rPr sz="1750" spc="-220" dirty="0">
                <a:latin typeface="Verdana"/>
                <a:cs typeface="Verdana"/>
              </a:rPr>
              <a:t>buttons</a:t>
            </a:r>
            <a:r>
              <a:rPr sz="1750" spc="-150" dirty="0">
                <a:latin typeface="Verdana"/>
                <a:cs typeface="Verdana"/>
              </a:rPr>
              <a:t> </a:t>
            </a:r>
            <a:r>
              <a:rPr sz="1750" spc="-215" dirty="0">
                <a:solidFill>
                  <a:srgbClr val="151515"/>
                </a:solidFill>
                <a:latin typeface="Verdana"/>
                <a:cs typeface="Verdana"/>
              </a:rPr>
              <a:t>below</a:t>
            </a:r>
            <a:r>
              <a:rPr sz="1750" spc="-145" dirty="0">
                <a:solidFill>
                  <a:srgbClr val="151515"/>
                </a:solidFill>
                <a:latin typeface="Verdana"/>
                <a:cs typeface="Verdana"/>
              </a:rPr>
              <a:t> </a:t>
            </a:r>
            <a:r>
              <a:rPr sz="1750" spc="-160" dirty="0">
                <a:latin typeface="Verdana"/>
                <a:cs typeface="Verdana"/>
              </a:rPr>
              <a:t>to</a:t>
            </a:r>
            <a:r>
              <a:rPr sz="1750" spc="-265" dirty="0">
                <a:latin typeface="Verdana"/>
                <a:cs typeface="Verdana"/>
              </a:rPr>
              <a:t> </a:t>
            </a:r>
            <a:r>
              <a:rPr sz="1750" spc="-225" dirty="0">
                <a:solidFill>
                  <a:srgbClr val="1A1A1A"/>
                </a:solidFill>
                <a:latin typeface="Verdana"/>
                <a:cs typeface="Verdana"/>
              </a:rPr>
              <a:t>learn</a:t>
            </a:r>
            <a:r>
              <a:rPr sz="1750" spc="-204" dirty="0">
                <a:solidFill>
                  <a:srgbClr val="1A1A1A"/>
                </a:solidFill>
                <a:latin typeface="Verdana"/>
                <a:cs typeface="Verdana"/>
              </a:rPr>
              <a:t> </a:t>
            </a:r>
            <a:r>
              <a:rPr sz="1750" spc="-254" dirty="0">
                <a:solidFill>
                  <a:srgbClr val="151515"/>
                </a:solidFill>
                <a:latin typeface="Verdana"/>
                <a:cs typeface="Verdana"/>
              </a:rPr>
              <a:t>more</a:t>
            </a:r>
            <a:r>
              <a:rPr sz="1750" spc="-175" dirty="0">
                <a:solidFill>
                  <a:srgbClr val="151515"/>
                </a:solidFill>
                <a:latin typeface="Verdana"/>
                <a:cs typeface="Verdana"/>
              </a:rPr>
              <a:t> </a:t>
            </a:r>
            <a:r>
              <a:rPr sz="1750" spc="-225" dirty="0">
                <a:latin typeface="Verdana"/>
                <a:cs typeface="Verdana"/>
              </a:rPr>
              <a:t>about</a:t>
            </a:r>
            <a:r>
              <a:rPr sz="1750" spc="-105" dirty="0">
                <a:latin typeface="Verdana"/>
                <a:cs typeface="Verdana"/>
              </a:rPr>
              <a:t> </a:t>
            </a:r>
            <a:r>
              <a:rPr sz="1750" spc="-210" dirty="0">
                <a:solidFill>
                  <a:srgbClr val="0F0F0F"/>
                </a:solidFill>
                <a:latin typeface="Verdana"/>
                <a:cs typeface="Verdana"/>
              </a:rPr>
              <a:t>the</a:t>
            </a:r>
            <a:r>
              <a:rPr sz="1750" spc="-175" dirty="0">
                <a:solidFill>
                  <a:srgbClr val="0F0F0F"/>
                </a:solidFill>
                <a:latin typeface="Verdana"/>
                <a:cs typeface="Verdana"/>
              </a:rPr>
              <a:t> </a:t>
            </a:r>
            <a:r>
              <a:rPr sz="1750" spc="-200" dirty="0">
                <a:solidFill>
                  <a:srgbClr val="131313"/>
                </a:solidFill>
                <a:latin typeface="Verdana"/>
                <a:cs typeface="Verdana"/>
              </a:rPr>
              <a:t>differences </a:t>
            </a:r>
            <a:r>
              <a:rPr sz="1750" spc="-240" dirty="0">
                <a:latin typeface="Verdana"/>
                <a:cs typeface="Verdana"/>
              </a:rPr>
              <a:t>between</a:t>
            </a:r>
            <a:r>
              <a:rPr sz="1750" spc="-55" dirty="0">
                <a:latin typeface="Verdana"/>
                <a:cs typeface="Verdana"/>
              </a:rPr>
              <a:t> </a:t>
            </a:r>
            <a:r>
              <a:rPr sz="1750" spc="-210" dirty="0">
                <a:latin typeface="Verdana"/>
                <a:cs typeface="Verdana"/>
              </a:rPr>
              <a:t>relational</a:t>
            </a:r>
            <a:r>
              <a:rPr sz="1750" spc="-20" dirty="0">
                <a:latin typeface="Verdana"/>
                <a:cs typeface="Verdana"/>
              </a:rPr>
              <a:t> </a:t>
            </a:r>
            <a:r>
              <a:rPr sz="1750" spc="-254" dirty="0">
                <a:solidFill>
                  <a:srgbClr val="111111"/>
                </a:solidFill>
                <a:latin typeface="Verdana"/>
                <a:cs typeface="Verdana"/>
              </a:rPr>
              <a:t>and </a:t>
            </a:r>
            <a:r>
              <a:rPr sz="1750" spc="-225" dirty="0">
                <a:latin typeface="Verdana"/>
                <a:cs typeface="Verdana"/>
              </a:rPr>
              <a:t>non-</a:t>
            </a:r>
            <a:r>
              <a:rPr sz="1750" spc="-185" dirty="0">
                <a:latin typeface="Verdana"/>
                <a:cs typeface="Verdana"/>
              </a:rPr>
              <a:t>relational</a:t>
            </a:r>
            <a:r>
              <a:rPr sz="1750" spc="-290" dirty="0">
                <a:latin typeface="Verdana"/>
                <a:cs typeface="Verdana"/>
              </a:rPr>
              <a:t> </a:t>
            </a:r>
            <a:r>
              <a:rPr sz="1750" spc="-265" dirty="0">
                <a:latin typeface="Verdana"/>
                <a:cs typeface="Verdana"/>
              </a:rPr>
              <a:t>databases.</a:t>
            </a:r>
            <a:endParaRPr sz="1750">
              <a:latin typeface="Verdana"/>
              <a:cs typeface="Verdana"/>
            </a:endParaRPr>
          </a:p>
          <a:p>
            <a:pPr>
              <a:lnSpc>
                <a:spcPct val="100000"/>
              </a:lnSpc>
            </a:pPr>
            <a:endParaRPr sz="1750">
              <a:latin typeface="Verdana"/>
              <a:cs typeface="Verdana"/>
            </a:endParaRPr>
          </a:p>
          <a:p>
            <a:pPr>
              <a:lnSpc>
                <a:spcPct val="100000"/>
              </a:lnSpc>
              <a:spcBef>
                <a:spcPts val="285"/>
              </a:spcBef>
            </a:pPr>
            <a:endParaRPr sz="1750">
              <a:latin typeface="Verdana"/>
              <a:cs typeface="Verdana"/>
            </a:endParaRPr>
          </a:p>
          <a:p>
            <a:pPr marL="13970" marR="5080" indent="635">
              <a:lnSpc>
                <a:spcPct val="94400"/>
              </a:lnSpc>
            </a:pPr>
            <a:r>
              <a:rPr sz="1850" spc="-45" dirty="0">
                <a:latin typeface="Arial MT"/>
                <a:cs typeface="Arial MT"/>
              </a:rPr>
              <a:t>Non-</a:t>
            </a:r>
            <a:r>
              <a:rPr sz="1850" spc="-40" dirty="0">
                <a:latin typeface="Arial MT"/>
                <a:cs typeface="Arial MT"/>
              </a:rPr>
              <a:t>relational</a:t>
            </a:r>
            <a:r>
              <a:rPr sz="1850" spc="-240" dirty="0">
                <a:latin typeface="Arial MT"/>
                <a:cs typeface="Arial MT"/>
              </a:rPr>
              <a:t> </a:t>
            </a:r>
            <a:r>
              <a:rPr sz="1850" spc="-110" dirty="0">
                <a:latin typeface="Arial MT"/>
                <a:cs typeface="Arial MT"/>
              </a:rPr>
              <a:t>databases</a:t>
            </a:r>
            <a:r>
              <a:rPr sz="1850" spc="80" dirty="0">
                <a:latin typeface="Arial MT"/>
                <a:cs typeface="Arial MT"/>
              </a:rPr>
              <a:t> </a:t>
            </a:r>
            <a:r>
              <a:rPr sz="1850" spc="-120" dirty="0">
                <a:latin typeface="Arial MT"/>
                <a:cs typeface="Arial MT"/>
              </a:rPr>
              <a:t>store</a:t>
            </a:r>
            <a:r>
              <a:rPr sz="1850" spc="-50" dirty="0">
                <a:latin typeface="Arial MT"/>
                <a:cs typeface="Arial MT"/>
              </a:rPr>
              <a:t> </a:t>
            </a:r>
            <a:r>
              <a:rPr sz="1850" spc="-125" dirty="0">
                <a:solidFill>
                  <a:srgbClr val="181818"/>
                </a:solidFill>
                <a:latin typeface="Arial MT"/>
                <a:cs typeface="Arial MT"/>
              </a:rPr>
              <a:t>data</a:t>
            </a:r>
            <a:r>
              <a:rPr sz="1850" spc="-25" dirty="0">
                <a:solidFill>
                  <a:srgbClr val="181818"/>
                </a:solidFill>
                <a:latin typeface="Arial MT"/>
                <a:cs typeface="Arial MT"/>
              </a:rPr>
              <a:t> </a:t>
            </a:r>
            <a:r>
              <a:rPr sz="1850" spc="-70" dirty="0">
                <a:latin typeface="Arial MT"/>
                <a:cs typeface="Arial MT"/>
              </a:rPr>
              <a:t>by</a:t>
            </a:r>
            <a:r>
              <a:rPr sz="1850" spc="-80" dirty="0">
                <a:latin typeface="Arial MT"/>
                <a:cs typeface="Arial MT"/>
              </a:rPr>
              <a:t> </a:t>
            </a:r>
            <a:r>
              <a:rPr sz="1850" spc="-125" dirty="0">
                <a:latin typeface="Arial MT"/>
                <a:cs typeface="Arial MT"/>
              </a:rPr>
              <a:t>using</a:t>
            </a:r>
            <a:r>
              <a:rPr sz="1850" spc="20" dirty="0">
                <a:latin typeface="Arial MT"/>
                <a:cs typeface="Arial MT"/>
              </a:rPr>
              <a:t> </a:t>
            </a:r>
            <a:r>
              <a:rPr sz="1850" spc="-145" dirty="0">
                <a:solidFill>
                  <a:srgbClr val="1A1A1A"/>
                </a:solidFill>
                <a:latin typeface="Arial MT"/>
                <a:cs typeface="Arial MT"/>
              </a:rPr>
              <a:t>one</a:t>
            </a:r>
            <a:r>
              <a:rPr sz="1850" spc="-45" dirty="0">
                <a:solidFill>
                  <a:srgbClr val="1A1A1A"/>
                </a:solidFill>
                <a:latin typeface="Arial MT"/>
                <a:cs typeface="Arial MT"/>
              </a:rPr>
              <a:t> </a:t>
            </a:r>
            <a:r>
              <a:rPr sz="1850" dirty="0">
                <a:solidFill>
                  <a:srgbClr val="0F0F0F"/>
                </a:solidFill>
                <a:latin typeface="Arial MT"/>
                <a:cs typeface="Arial MT"/>
              </a:rPr>
              <a:t>of</a:t>
            </a:r>
            <a:r>
              <a:rPr sz="1850" spc="-15" dirty="0">
                <a:solidFill>
                  <a:srgbClr val="0F0F0F"/>
                </a:solidFill>
                <a:latin typeface="Arial MT"/>
                <a:cs typeface="Arial MT"/>
              </a:rPr>
              <a:t> </a:t>
            </a:r>
            <a:r>
              <a:rPr sz="1850" spc="-30" dirty="0">
                <a:latin typeface="Arial MT"/>
                <a:cs typeface="Arial MT"/>
              </a:rPr>
              <a:t>many </a:t>
            </a:r>
            <a:r>
              <a:rPr sz="1850" spc="-125" dirty="0">
                <a:latin typeface="Arial MT"/>
                <a:cs typeface="Arial MT"/>
              </a:rPr>
              <a:t>storage</a:t>
            </a:r>
            <a:r>
              <a:rPr sz="1850" spc="-25" dirty="0">
                <a:latin typeface="Arial MT"/>
                <a:cs typeface="Arial MT"/>
              </a:rPr>
              <a:t> </a:t>
            </a:r>
            <a:r>
              <a:rPr sz="1850" spc="-140" dirty="0">
                <a:latin typeface="Arial MT"/>
                <a:cs typeface="Arial MT"/>
              </a:rPr>
              <a:t>models,</a:t>
            </a:r>
            <a:r>
              <a:rPr sz="1850" spc="-5" dirty="0">
                <a:latin typeface="Arial MT"/>
                <a:cs typeface="Arial MT"/>
              </a:rPr>
              <a:t> </a:t>
            </a:r>
            <a:r>
              <a:rPr sz="1850" spc="-85" dirty="0">
                <a:latin typeface="Arial MT"/>
                <a:cs typeface="Arial MT"/>
              </a:rPr>
              <a:t>including</a:t>
            </a:r>
            <a:r>
              <a:rPr sz="1850" spc="-45" dirty="0">
                <a:latin typeface="Arial MT"/>
                <a:cs typeface="Arial MT"/>
              </a:rPr>
              <a:t> </a:t>
            </a:r>
            <a:r>
              <a:rPr sz="1850" spc="-85" dirty="0">
                <a:latin typeface="Arial MT"/>
                <a:cs typeface="Arial MT"/>
              </a:rPr>
              <a:t>key</a:t>
            </a:r>
            <a:r>
              <a:rPr sz="1850" spc="85" dirty="0">
                <a:latin typeface="Arial MT"/>
                <a:cs typeface="Arial MT"/>
              </a:rPr>
              <a:t> </a:t>
            </a:r>
            <a:r>
              <a:rPr sz="1850" spc="-125" dirty="0">
                <a:latin typeface="Arial MT"/>
                <a:cs typeface="Arial MT"/>
              </a:rPr>
              <a:t>value</a:t>
            </a:r>
            <a:r>
              <a:rPr sz="1850" spc="-35" dirty="0">
                <a:latin typeface="Arial MT"/>
                <a:cs typeface="Arial MT"/>
              </a:rPr>
              <a:t> </a:t>
            </a:r>
            <a:r>
              <a:rPr sz="1850" spc="-150" dirty="0">
                <a:latin typeface="Arial MT"/>
                <a:cs typeface="Arial MT"/>
              </a:rPr>
              <a:t>pairs,</a:t>
            </a:r>
            <a:r>
              <a:rPr sz="1850" spc="10" dirty="0">
                <a:latin typeface="Arial MT"/>
                <a:cs typeface="Arial MT"/>
              </a:rPr>
              <a:t> </a:t>
            </a:r>
            <a:r>
              <a:rPr sz="1850" spc="-125" dirty="0">
                <a:latin typeface="Arial MT"/>
                <a:cs typeface="Arial MT"/>
              </a:rPr>
              <a:t>documents,</a:t>
            </a:r>
            <a:r>
              <a:rPr sz="1850" spc="75" dirty="0">
                <a:latin typeface="Arial MT"/>
                <a:cs typeface="Arial MT"/>
              </a:rPr>
              <a:t> </a:t>
            </a:r>
            <a:r>
              <a:rPr sz="1850" spc="-25" dirty="0">
                <a:solidFill>
                  <a:srgbClr val="0F0F0F"/>
                </a:solidFill>
                <a:latin typeface="Arial MT"/>
                <a:cs typeface="Arial MT"/>
              </a:rPr>
              <a:t>and </a:t>
            </a:r>
            <a:r>
              <a:rPr sz="1850" spc="-140" dirty="0">
                <a:latin typeface="Arial MT"/>
                <a:cs typeface="Arial MT"/>
              </a:rPr>
              <a:t>graphs.</a:t>
            </a:r>
            <a:r>
              <a:rPr sz="1850" spc="50" dirty="0">
                <a:latin typeface="Arial MT"/>
                <a:cs typeface="Arial MT"/>
              </a:rPr>
              <a:t> </a:t>
            </a:r>
            <a:r>
              <a:rPr sz="1850" spc="-95" dirty="0">
                <a:latin typeface="Arial MT"/>
                <a:cs typeface="Arial MT"/>
              </a:rPr>
              <a:t>Non-</a:t>
            </a:r>
            <a:r>
              <a:rPr sz="1850" spc="-80" dirty="0">
                <a:latin typeface="Arial MT"/>
                <a:cs typeface="Arial MT"/>
              </a:rPr>
              <a:t>relational</a:t>
            </a:r>
            <a:r>
              <a:rPr sz="1850" spc="-110" dirty="0">
                <a:latin typeface="Arial MT"/>
                <a:cs typeface="Arial MT"/>
              </a:rPr>
              <a:t> </a:t>
            </a:r>
            <a:r>
              <a:rPr sz="1850" spc="-235" dirty="0">
                <a:latin typeface="Arial MT"/>
                <a:cs typeface="Arial MT"/>
              </a:rPr>
              <a:t>Schemas</a:t>
            </a:r>
            <a:r>
              <a:rPr sz="1850" spc="130" dirty="0">
                <a:latin typeface="Arial MT"/>
                <a:cs typeface="Arial MT"/>
              </a:rPr>
              <a:t> </a:t>
            </a:r>
            <a:r>
              <a:rPr sz="1850" spc="-155" dirty="0">
                <a:latin typeface="Arial MT"/>
                <a:cs typeface="Arial MT"/>
              </a:rPr>
              <a:t>are</a:t>
            </a:r>
            <a:r>
              <a:rPr sz="1850" spc="-30" dirty="0">
                <a:latin typeface="Arial MT"/>
                <a:cs typeface="Arial MT"/>
              </a:rPr>
              <a:t> </a:t>
            </a:r>
            <a:r>
              <a:rPr sz="1850" spc="-135" dirty="0">
                <a:latin typeface="Arial MT"/>
                <a:cs typeface="Arial MT"/>
              </a:rPr>
              <a:t>dynamic,</a:t>
            </a:r>
            <a:r>
              <a:rPr sz="1850" spc="65" dirty="0">
                <a:latin typeface="Arial MT"/>
                <a:cs typeface="Arial MT"/>
              </a:rPr>
              <a:t> </a:t>
            </a:r>
            <a:r>
              <a:rPr sz="1850" spc="-25" dirty="0">
                <a:latin typeface="Arial MT"/>
                <a:cs typeface="Arial MT"/>
              </a:rPr>
              <a:t>and </a:t>
            </a:r>
            <a:r>
              <a:rPr sz="1800" spc="-40" dirty="0">
                <a:latin typeface="Arial MT"/>
                <a:cs typeface="Arial MT"/>
              </a:rPr>
              <a:t>information</a:t>
            </a:r>
            <a:r>
              <a:rPr sz="1800" spc="-80" dirty="0">
                <a:latin typeface="Arial MT"/>
                <a:cs typeface="Arial MT"/>
              </a:rPr>
              <a:t> </a:t>
            </a:r>
            <a:r>
              <a:rPr sz="1800" spc="-135" dirty="0">
                <a:solidFill>
                  <a:srgbClr val="0F0F0F"/>
                </a:solidFill>
                <a:latin typeface="Arial MT"/>
                <a:cs typeface="Arial MT"/>
              </a:rPr>
              <a:t>can</a:t>
            </a:r>
            <a:r>
              <a:rPr sz="1800" spc="-75" dirty="0">
                <a:solidFill>
                  <a:srgbClr val="0F0F0F"/>
                </a:solidFill>
                <a:latin typeface="Arial MT"/>
                <a:cs typeface="Arial MT"/>
              </a:rPr>
              <a:t> </a:t>
            </a:r>
            <a:r>
              <a:rPr sz="1800" spc="-80" dirty="0">
                <a:latin typeface="Arial MT"/>
                <a:cs typeface="Arial MT"/>
              </a:rPr>
              <a:t>be</a:t>
            </a:r>
            <a:r>
              <a:rPr sz="1800" spc="-15" dirty="0">
                <a:latin typeface="Arial MT"/>
                <a:cs typeface="Arial MT"/>
              </a:rPr>
              <a:t> </a:t>
            </a:r>
            <a:r>
              <a:rPr sz="1800" spc="-110" dirty="0">
                <a:latin typeface="Arial MT"/>
                <a:cs typeface="Arial MT"/>
              </a:rPr>
              <a:t>added</a:t>
            </a:r>
            <a:r>
              <a:rPr sz="1800" spc="25" dirty="0">
                <a:latin typeface="Arial MT"/>
                <a:cs typeface="Arial MT"/>
              </a:rPr>
              <a:t> </a:t>
            </a:r>
            <a:r>
              <a:rPr sz="1800" spc="-95" dirty="0">
                <a:latin typeface="Arial MT"/>
                <a:cs typeface="Arial MT"/>
              </a:rPr>
              <a:t>rapidly.</a:t>
            </a:r>
            <a:r>
              <a:rPr sz="1800" spc="-30" dirty="0">
                <a:latin typeface="Arial MT"/>
                <a:cs typeface="Arial MT"/>
              </a:rPr>
              <a:t> </a:t>
            </a:r>
            <a:r>
              <a:rPr sz="1800" spc="-195" dirty="0">
                <a:solidFill>
                  <a:srgbClr val="0E0E0E"/>
                </a:solidFill>
                <a:latin typeface="Arial MT"/>
                <a:cs typeface="Arial MT"/>
              </a:rPr>
              <a:t>Each</a:t>
            </a:r>
            <a:r>
              <a:rPr sz="1800" spc="-15" dirty="0">
                <a:solidFill>
                  <a:srgbClr val="0E0E0E"/>
                </a:solidFill>
                <a:latin typeface="Arial MT"/>
                <a:cs typeface="Arial MT"/>
              </a:rPr>
              <a:t> </a:t>
            </a:r>
            <a:r>
              <a:rPr sz="1800" spc="-100" dirty="0">
                <a:solidFill>
                  <a:srgbClr val="0F0F0F"/>
                </a:solidFill>
                <a:latin typeface="Arial MT"/>
                <a:cs typeface="Arial MT"/>
              </a:rPr>
              <a:t>row</a:t>
            </a:r>
            <a:r>
              <a:rPr sz="1800" spc="-55" dirty="0">
                <a:solidFill>
                  <a:srgbClr val="0F0F0F"/>
                </a:solidFill>
                <a:latin typeface="Arial MT"/>
                <a:cs typeface="Arial MT"/>
              </a:rPr>
              <a:t> </a:t>
            </a:r>
            <a:r>
              <a:rPr sz="1800" spc="-60" dirty="0">
                <a:latin typeface="Arial MT"/>
                <a:cs typeface="Arial MT"/>
              </a:rPr>
              <a:t>doesn't</a:t>
            </a:r>
            <a:r>
              <a:rPr sz="1800" spc="25" dirty="0">
                <a:latin typeface="Arial MT"/>
                <a:cs typeface="Arial MT"/>
              </a:rPr>
              <a:t> </a:t>
            </a:r>
            <a:r>
              <a:rPr sz="1800" spc="-150" dirty="0">
                <a:solidFill>
                  <a:srgbClr val="0F0F0F"/>
                </a:solidFill>
                <a:latin typeface="Arial MT"/>
                <a:cs typeface="Arial MT"/>
              </a:rPr>
              <a:t>have</a:t>
            </a:r>
            <a:r>
              <a:rPr sz="1800" spc="-50" dirty="0">
                <a:solidFill>
                  <a:srgbClr val="0F0F0F"/>
                </a:solidFill>
                <a:latin typeface="Arial MT"/>
                <a:cs typeface="Arial MT"/>
              </a:rPr>
              <a:t> </a:t>
            </a:r>
            <a:r>
              <a:rPr sz="1800" i="1" spc="-25" dirty="0">
                <a:latin typeface="Arial"/>
                <a:cs typeface="Arial"/>
              </a:rPr>
              <a:t>tO </a:t>
            </a:r>
            <a:r>
              <a:rPr sz="1850" spc="-90" dirty="0">
                <a:solidFill>
                  <a:srgbClr val="0F0F0F"/>
                </a:solidFill>
                <a:latin typeface="Arial MT"/>
                <a:cs typeface="Arial MT"/>
              </a:rPr>
              <a:t>contain</a:t>
            </a:r>
            <a:r>
              <a:rPr sz="1850" spc="5" dirty="0">
                <a:solidFill>
                  <a:srgbClr val="0F0F0F"/>
                </a:solidFill>
                <a:latin typeface="Arial MT"/>
                <a:cs typeface="Arial MT"/>
              </a:rPr>
              <a:t> </a:t>
            </a:r>
            <a:r>
              <a:rPr sz="1850" spc="-125" dirty="0">
                <a:latin typeface="Arial MT"/>
                <a:cs typeface="Arial MT"/>
              </a:rPr>
              <a:t>data</a:t>
            </a:r>
            <a:r>
              <a:rPr sz="1850" dirty="0">
                <a:latin typeface="Arial MT"/>
                <a:cs typeface="Arial MT"/>
              </a:rPr>
              <a:t> </a:t>
            </a:r>
            <a:r>
              <a:rPr sz="1850" spc="-25" dirty="0">
                <a:solidFill>
                  <a:srgbClr val="161616"/>
                </a:solidFill>
                <a:latin typeface="Arial MT"/>
                <a:cs typeface="Arial MT"/>
              </a:rPr>
              <a:t>for</a:t>
            </a:r>
            <a:r>
              <a:rPr sz="1850" spc="-75" dirty="0">
                <a:solidFill>
                  <a:srgbClr val="161616"/>
                </a:solidFill>
                <a:latin typeface="Arial MT"/>
                <a:cs typeface="Arial MT"/>
              </a:rPr>
              <a:t> </a:t>
            </a:r>
            <a:r>
              <a:rPr sz="1850" spc="-190" dirty="0">
                <a:latin typeface="Arial MT"/>
                <a:cs typeface="Arial MT"/>
              </a:rPr>
              <a:t>each</a:t>
            </a:r>
            <a:r>
              <a:rPr sz="1850" spc="-15" dirty="0">
                <a:latin typeface="Arial MT"/>
                <a:cs typeface="Arial MT"/>
              </a:rPr>
              <a:t> </a:t>
            </a:r>
            <a:r>
              <a:rPr sz="1850" i="1" spc="-135" dirty="0">
                <a:latin typeface="Arial"/>
                <a:cs typeface="Arial"/>
              </a:rPr>
              <a:t>column.</a:t>
            </a:r>
            <a:r>
              <a:rPr sz="1850" i="1" spc="20" dirty="0">
                <a:latin typeface="Arial"/>
                <a:cs typeface="Arial"/>
              </a:rPr>
              <a:t> </a:t>
            </a:r>
            <a:r>
              <a:rPr sz="1850" spc="-155" dirty="0">
                <a:latin typeface="Arial MT"/>
                <a:cs typeface="Arial MT"/>
              </a:rPr>
              <a:t>Data</a:t>
            </a:r>
            <a:r>
              <a:rPr sz="1850" spc="75" dirty="0">
                <a:latin typeface="Arial MT"/>
                <a:cs typeface="Arial MT"/>
              </a:rPr>
              <a:t> </a:t>
            </a:r>
            <a:r>
              <a:rPr sz="1850" spc="-60" dirty="0">
                <a:solidFill>
                  <a:srgbClr val="1C1C1C"/>
                </a:solidFill>
                <a:latin typeface="Arial MT"/>
                <a:cs typeface="Arial MT"/>
              </a:rPr>
              <a:t>in</a:t>
            </a:r>
            <a:r>
              <a:rPr sz="1850" spc="-130" dirty="0">
                <a:solidFill>
                  <a:srgbClr val="1C1C1C"/>
                </a:solidFill>
                <a:latin typeface="Arial MT"/>
                <a:cs typeface="Arial MT"/>
              </a:rPr>
              <a:t> </a:t>
            </a:r>
            <a:r>
              <a:rPr sz="1850" spc="-85" dirty="0">
                <a:latin typeface="Arial MT"/>
                <a:cs typeface="Arial MT"/>
              </a:rPr>
              <a:t>non-</a:t>
            </a:r>
            <a:r>
              <a:rPr sz="1850" spc="-10" dirty="0">
                <a:latin typeface="Arial MT"/>
                <a:cs typeface="Arial MT"/>
              </a:rPr>
              <a:t>relational </a:t>
            </a:r>
            <a:r>
              <a:rPr sz="1850" spc="-155" dirty="0">
                <a:latin typeface="Arial MT"/>
                <a:cs typeface="Arial MT"/>
              </a:rPr>
              <a:t>databases</a:t>
            </a:r>
            <a:r>
              <a:rPr sz="1850" spc="65" dirty="0">
                <a:latin typeface="Arial MT"/>
                <a:cs typeface="Arial MT"/>
              </a:rPr>
              <a:t> </a:t>
            </a:r>
            <a:r>
              <a:rPr sz="1850" spc="-170" dirty="0">
                <a:latin typeface="Arial MT"/>
                <a:cs typeface="Arial MT"/>
              </a:rPr>
              <a:t>is</a:t>
            </a:r>
            <a:r>
              <a:rPr sz="1850" spc="-50" dirty="0">
                <a:latin typeface="Arial MT"/>
                <a:cs typeface="Arial MT"/>
              </a:rPr>
              <a:t> </a:t>
            </a:r>
            <a:r>
              <a:rPr sz="1850" spc="-125" dirty="0">
                <a:latin typeface="Arial MT"/>
                <a:cs typeface="Arial MT"/>
              </a:rPr>
              <a:t>queried</a:t>
            </a:r>
            <a:r>
              <a:rPr sz="1850" spc="-5" dirty="0">
                <a:latin typeface="Arial MT"/>
                <a:cs typeface="Arial MT"/>
              </a:rPr>
              <a:t> </a:t>
            </a:r>
            <a:r>
              <a:rPr sz="1850" spc="-65" dirty="0">
                <a:solidFill>
                  <a:srgbClr val="111111"/>
                </a:solidFill>
                <a:latin typeface="Arial MT"/>
                <a:cs typeface="Arial MT"/>
              </a:rPr>
              <a:t>by</a:t>
            </a:r>
            <a:r>
              <a:rPr sz="1850" spc="-50" dirty="0">
                <a:solidFill>
                  <a:srgbClr val="111111"/>
                </a:solidFill>
                <a:latin typeface="Arial MT"/>
                <a:cs typeface="Arial MT"/>
              </a:rPr>
              <a:t> </a:t>
            </a:r>
            <a:r>
              <a:rPr sz="1850" spc="-114" dirty="0">
                <a:latin typeface="Arial MT"/>
                <a:cs typeface="Arial MT"/>
              </a:rPr>
              <a:t>focusing</a:t>
            </a:r>
            <a:r>
              <a:rPr sz="1850" spc="60" dirty="0">
                <a:latin typeface="Arial MT"/>
                <a:cs typeface="Arial MT"/>
              </a:rPr>
              <a:t> </a:t>
            </a:r>
            <a:r>
              <a:rPr sz="1850" spc="-110" dirty="0">
                <a:latin typeface="Arial MT"/>
                <a:cs typeface="Arial MT"/>
              </a:rPr>
              <a:t>on</a:t>
            </a:r>
            <a:r>
              <a:rPr sz="1850" spc="-50" dirty="0">
                <a:latin typeface="Arial MT"/>
                <a:cs typeface="Arial MT"/>
              </a:rPr>
              <a:t> </a:t>
            </a:r>
            <a:r>
              <a:rPr sz="1850" spc="-100" dirty="0">
                <a:latin typeface="Arial MT"/>
                <a:cs typeface="Arial MT"/>
              </a:rPr>
              <a:t>collections</a:t>
            </a:r>
            <a:r>
              <a:rPr sz="1850" spc="95" dirty="0">
                <a:latin typeface="Arial MT"/>
                <a:cs typeface="Arial MT"/>
              </a:rPr>
              <a:t> </a:t>
            </a:r>
            <a:r>
              <a:rPr sz="1850" spc="-25" dirty="0">
                <a:solidFill>
                  <a:srgbClr val="1C1C1C"/>
                </a:solidFill>
                <a:latin typeface="Arial MT"/>
                <a:cs typeface="Arial MT"/>
              </a:rPr>
              <a:t>of </a:t>
            </a:r>
            <a:r>
              <a:rPr sz="1850" spc="-125" dirty="0">
                <a:latin typeface="Arial MT"/>
                <a:cs typeface="Arial MT"/>
              </a:rPr>
              <a:t>documents.</a:t>
            </a:r>
            <a:r>
              <a:rPr sz="1850" spc="80" dirty="0">
                <a:latin typeface="Arial MT"/>
                <a:cs typeface="Arial MT"/>
              </a:rPr>
              <a:t> </a:t>
            </a:r>
            <a:r>
              <a:rPr sz="1850" spc="-85" dirty="0">
                <a:latin typeface="Arial MT"/>
                <a:cs typeface="Arial MT"/>
              </a:rPr>
              <a:t>Non-</a:t>
            </a:r>
            <a:r>
              <a:rPr sz="1850" spc="-70" dirty="0">
                <a:latin typeface="Arial MT"/>
                <a:cs typeface="Arial MT"/>
              </a:rPr>
              <a:t>relational</a:t>
            </a:r>
            <a:r>
              <a:rPr sz="1850" spc="-229" dirty="0">
                <a:latin typeface="Arial MT"/>
                <a:cs typeface="Arial MT"/>
              </a:rPr>
              <a:t> </a:t>
            </a:r>
            <a:r>
              <a:rPr sz="1850" spc="-155" dirty="0">
                <a:latin typeface="Arial MT"/>
                <a:cs typeface="Arial MT"/>
              </a:rPr>
              <a:t>databases</a:t>
            </a:r>
            <a:r>
              <a:rPr sz="1850" spc="40" dirty="0">
                <a:latin typeface="Arial MT"/>
                <a:cs typeface="Arial MT"/>
              </a:rPr>
              <a:t> </a:t>
            </a:r>
            <a:r>
              <a:rPr sz="1850" spc="-185" dirty="0">
                <a:latin typeface="Arial MT"/>
                <a:cs typeface="Arial MT"/>
              </a:rPr>
              <a:t>scale</a:t>
            </a:r>
            <a:r>
              <a:rPr sz="1850" spc="15" dirty="0">
                <a:latin typeface="Arial MT"/>
                <a:cs typeface="Arial MT"/>
              </a:rPr>
              <a:t> </a:t>
            </a:r>
            <a:r>
              <a:rPr sz="1850" spc="-75" dirty="0">
                <a:latin typeface="Arial MT"/>
                <a:cs typeface="Arial MT"/>
              </a:rPr>
              <a:t>horizontally</a:t>
            </a:r>
            <a:r>
              <a:rPr sz="1850" spc="145" dirty="0">
                <a:latin typeface="Arial MT"/>
                <a:cs typeface="Arial MT"/>
              </a:rPr>
              <a:t> </a:t>
            </a:r>
            <a:r>
              <a:rPr sz="1850" spc="-25" dirty="0">
                <a:solidFill>
                  <a:srgbClr val="282828"/>
                </a:solidFill>
                <a:latin typeface="Arial MT"/>
                <a:cs typeface="Arial MT"/>
              </a:rPr>
              <a:t>by </a:t>
            </a:r>
            <a:r>
              <a:rPr sz="1850" spc="-135" dirty="0">
                <a:latin typeface="Arial MT"/>
                <a:cs typeface="Arial MT"/>
              </a:rPr>
              <a:t>increasing</a:t>
            </a:r>
            <a:r>
              <a:rPr sz="1850" spc="90" dirty="0">
                <a:latin typeface="Arial MT"/>
                <a:cs typeface="Arial MT"/>
              </a:rPr>
              <a:t> </a:t>
            </a:r>
            <a:r>
              <a:rPr sz="1850" spc="-155" dirty="0">
                <a:latin typeface="Arial MT"/>
                <a:cs typeface="Arial MT"/>
              </a:rPr>
              <a:t>servers.</a:t>
            </a:r>
            <a:r>
              <a:rPr sz="1850" spc="20" dirty="0">
                <a:latin typeface="Arial MT"/>
                <a:cs typeface="Arial MT"/>
              </a:rPr>
              <a:t> </a:t>
            </a:r>
            <a:r>
              <a:rPr sz="1850" spc="-175" dirty="0">
                <a:latin typeface="Arial MT"/>
                <a:cs typeface="Arial MT"/>
              </a:rPr>
              <a:t>Key-</a:t>
            </a:r>
            <a:r>
              <a:rPr sz="1850" spc="-125" dirty="0">
                <a:latin typeface="Arial MT"/>
                <a:cs typeface="Arial MT"/>
              </a:rPr>
              <a:t>value</a:t>
            </a:r>
            <a:r>
              <a:rPr sz="1850" spc="150" dirty="0">
                <a:latin typeface="Arial MT"/>
                <a:cs typeface="Arial MT"/>
              </a:rPr>
              <a:t> </a:t>
            </a:r>
            <a:r>
              <a:rPr sz="1850" spc="-160" dirty="0">
                <a:latin typeface="Arial MT"/>
                <a:cs typeface="Arial MT"/>
              </a:rPr>
              <a:t>databases</a:t>
            </a:r>
            <a:r>
              <a:rPr sz="1850" spc="-40" dirty="0">
                <a:latin typeface="Arial MT"/>
                <a:cs typeface="Arial MT"/>
              </a:rPr>
              <a:t> </a:t>
            </a:r>
            <a:r>
              <a:rPr sz="1850" spc="-150" dirty="0">
                <a:latin typeface="Arial MT"/>
                <a:cs typeface="Arial MT"/>
              </a:rPr>
              <a:t>are</a:t>
            </a:r>
            <a:r>
              <a:rPr sz="1850" spc="10" dirty="0">
                <a:latin typeface="Arial MT"/>
                <a:cs typeface="Arial MT"/>
              </a:rPr>
              <a:t> </a:t>
            </a:r>
            <a:r>
              <a:rPr sz="1850" spc="-114" dirty="0">
                <a:latin typeface="Arial MT"/>
                <a:cs typeface="Arial MT"/>
              </a:rPr>
              <a:t>commonly</a:t>
            </a:r>
            <a:r>
              <a:rPr sz="1850" spc="25" dirty="0">
                <a:latin typeface="Arial MT"/>
                <a:cs typeface="Arial MT"/>
              </a:rPr>
              <a:t> </a:t>
            </a:r>
            <a:r>
              <a:rPr sz="1850" spc="-110" dirty="0">
                <a:latin typeface="Arial MT"/>
                <a:cs typeface="Arial MT"/>
              </a:rPr>
              <a:t>used </a:t>
            </a:r>
            <a:r>
              <a:rPr sz="1800" spc="-20" dirty="0">
                <a:latin typeface="Arial MT"/>
                <a:cs typeface="Arial MT"/>
              </a:rPr>
              <a:t>for</a:t>
            </a:r>
            <a:r>
              <a:rPr sz="1800" spc="-114" dirty="0">
                <a:latin typeface="Arial MT"/>
                <a:cs typeface="Arial MT"/>
              </a:rPr>
              <a:t> </a:t>
            </a:r>
            <a:r>
              <a:rPr sz="1800" spc="-85" dirty="0">
                <a:latin typeface="Arial MT"/>
                <a:cs typeface="Arial MT"/>
              </a:rPr>
              <a:t>internet-</a:t>
            </a:r>
            <a:r>
              <a:rPr sz="1800" spc="-100" dirty="0">
                <a:latin typeface="Arial MT"/>
                <a:cs typeface="Arial MT"/>
              </a:rPr>
              <a:t>5cafe</a:t>
            </a:r>
            <a:r>
              <a:rPr sz="1800" spc="-75" dirty="0">
                <a:latin typeface="Arial MT"/>
                <a:cs typeface="Arial MT"/>
              </a:rPr>
              <a:t> </a:t>
            </a:r>
            <a:r>
              <a:rPr sz="1800" spc="-80" dirty="0">
                <a:latin typeface="Arial MT"/>
                <a:cs typeface="Arial MT"/>
              </a:rPr>
              <a:t>applications,</a:t>
            </a:r>
            <a:r>
              <a:rPr sz="1800" spc="30" dirty="0">
                <a:latin typeface="Arial MT"/>
                <a:cs typeface="Arial MT"/>
              </a:rPr>
              <a:t> </a:t>
            </a:r>
            <a:r>
              <a:rPr sz="1800" spc="-65" dirty="0">
                <a:latin typeface="Arial MT"/>
                <a:cs typeface="Arial MT"/>
              </a:rPr>
              <a:t>real-</a:t>
            </a:r>
            <a:r>
              <a:rPr sz="1800" spc="-40" dirty="0">
                <a:latin typeface="Arial MT"/>
                <a:cs typeface="Arial MT"/>
              </a:rPr>
              <a:t>time</a:t>
            </a:r>
            <a:r>
              <a:rPr sz="1800" spc="15" dirty="0">
                <a:latin typeface="Arial MT"/>
                <a:cs typeface="Arial MT"/>
              </a:rPr>
              <a:t> </a:t>
            </a:r>
            <a:r>
              <a:rPr sz="1800" spc="-70" dirty="0">
                <a:latin typeface="Arial MT"/>
                <a:cs typeface="Arial MT"/>
              </a:rPr>
              <a:t>bidding,</a:t>
            </a:r>
            <a:r>
              <a:rPr sz="1800" spc="35" dirty="0">
                <a:latin typeface="Arial MT"/>
                <a:cs typeface="Arial MT"/>
              </a:rPr>
              <a:t> </a:t>
            </a:r>
            <a:r>
              <a:rPr sz="1800" spc="-10" dirty="0">
                <a:latin typeface="Arial MT"/>
                <a:cs typeface="Arial MT"/>
              </a:rPr>
              <a:t>shopping </a:t>
            </a:r>
            <a:r>
              <a:rPr sz="1850" spc="-114" dirty="0">
                <a:latin typeface="Arial MT"/>
                <a:cs typeface="Arial MT"/>
              </a:rPr>
              <a:t>carts,</a:t>
            </a:r>
            <a:r>
              <a:rPr sz="1850" spc="-25" dirty="0">
                <a:latin typeface="Arial MT"/>
                <a:cs typeface="Arial MT"/>
              </a:rPr>
              <a:t> </a:t>
            </a:r>
            <a:r>
              <a:rPr sz="1850" spc="-155" dirty="0">
                <a:latin typeface="Arial MT"/>
                <a:cs typeface="Arial MT"/>
              </a:rPr>
              <a:t>and</a:t>
            </a:r>
            <a:r>
              <a:rPr sz="1850" dirty="0">
                <a:latin typeface="Arial MT"/>
                <a:cs typeface="Arial MT"/>
              </a:rPr>
              <a:t> </a:t>
            </a:r>
            <a:r>
              <a:rPr sz="1850" spc="-125" dirty="0">
                <a:solidFill>
                  <a:srgbClr val="0C0C0C"/>
                </a:solidFill>
                <a:latin typeface="Arial MT"/>
                <a:cs typeface="Arial MT"/>
              </a:rPr>
              <a:t>customer</a:t>
            </a:r>
            <a:r>
              <a:rPr sz="1850" spc="40" dirty="0">
                <a:solidFill>
                  <a:srgbClr val="0C0C0C"/>
                </a:solidFill>
                <a:latin typeface="Arial MT"/>
                <a:cs typeface="Arial MT"/>
              </a:rPr>
              <a:t> </a:t>
            </a:r>
            <a:r>
              <a:rPr sz="1850" spc="-65" dirty="0">
                <a:latin typeface="Arial MT"/>
                <a:cs typeface="Arial MT"/>
              </a:rPr>
              <a:t>preferences.</a:t>
            </a:r>
            <a:endParaRPr sz="1850">
              <a:latin typeface="Arial MT"/>
              <a:cs typeface="Arial MT"/>
            </a:endParaRPr>
          </a:p>
        </p:txBody>
      </p:sp>
    </p:spTree>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403985" y="365125"/>
            <a:ext cx="9383141" cy="5334634"/>
          </a:xfrm>
          <a:prstGeom prst="rect">
            <a:avLst/>
          </a:prstGeom>
        </p:spPr>
      </p:pic>
      <p:sp>
        <p:nvSpPr>
          <p:cNvPr id="3" name="object 3" descr="$PPTXTitle"/>
          <p:cNvSpPr txBox="1">
            <a:spLocks noGrp="1"/>
          </p:cNvSpPr>
          <p:nvPr>
            <p:ph type="title"/>
          </p:nvPr>
        </p:nvSpPr>
        <p:spPr>
          <a:prstGeom prst="rect">
            <a:avLst/>
          </a:prstGeom>
        </p:spPr>
        <p:txBody>
          <a:bodyPr vert="horz" wrap="square" lIns="0" tIns="12700" rIns="0" bIns="0" rtlCol="0">
            <a:spAutoFit/>
          </a:bodyPr>
          <a:lstStyle/>
          <a:p>
            <a:pPr marL="41275">
              <a:lnSpc>
                <a:spcPct val="100000"/>
              </a:lnSpc>
              <a:spcBef>
                <a:spcPts val="100"/>
              </a:spcBef>
            </a:pPr>
            <a:r>
              <a:rPr spc="-470" dirty="0"/>
              <a:t>End</a:t>
            </a:r>
            <a:r>
              <a:rPr spc="-285" dirty="0"/>
              <a:t> </a:t>
            </a:r>
            <a:r>
              <a:rPr spc="-340" dirty="0"/>
              <a:t>of</a:t>
            </a:r>
            <a:r>
              <a:rPr spc="-310" dirty="0"/>
              <a:t> </a:t>
            </a:r>
            <a:r>
              <a:rPr spc="-425" dirty="0"/>
              <a:t>Module</a:t>
            </a:r>
            <a:r>
              <a:rPr spc="-210" dirty="0"/>
              <a:t> </a:t>
            </a:r>
            <a:r>
              <a:rPr spc="-409" dirty="0"/>
              <a:t>4</a:t>
            </a:r>
          </a:p>
        </p:txBody>
      </p:sp>
      <p:sp>
        <p:nvSpPr>
          <p:cNvPr id="4" name="object 4"/>
          <p:cNvSpPr txBox="1"/>
          <p:nvPr/>
        </p:nvSpPr>
        <p:spPr>
          <a:xfrm>
            <a:off x="1801026" y="1330046"/>
            <a:ext cx="5347335" cy="1181100"/>
          </a:xfrm>
          <a:prstGeom prst="rect">
            <a:avLst/>
          </a:prstGeom>
        </p:spPr>
        <p:txBody>
          <a:bodyPr vert="horz" wrap="square" lIns="0" tIns="109855" rIns="0" bIns="0" rtlCol="0">
            <a:spAutoFit/>
          </a:bodyPr>
          <a:lstStyle/>
          <a:p>
            <a:pPr marL="30480">
              <a:lnSpc>
                <a:spcPct val="100000"/>
              </a:lnSpc>
              <a:spcBef>
                <a:spcPts val="865"/>
              </a:spcBef>
            </a:pPr>
            <a:r>
              <a:rPr sz="1550" spc="-200" dirty="0">
                <a:solidFill>
                  <a:srgbClr val="67A597"/>
                </a:solidFill>
                <a:latin typeface="Verdana"/>
                <a:cs typeface="Verdana"/>
              </a:rPr>
              <a:t>You</a:t>
            </a:r>
            <a:r>
              <a:rPr sz="1550" spc="-135" dirty="0">
                <a:solidFill>
                  <a:srgbClr val="67A597"/>
                </a:solidFill>
                <a:latin typeface="Verdana"/>
                <a:cs typeface="Verdana"/>
              </a:rPr>
              <a:t> </a:t>
            </a:r>
            <a:r>
              <a:rPr sz="1550" spc="-140" dirty="0">
                <a:solidFill>
                  <a:srgbClr val="93BAB3"/>
                </a:solidFill>
                <a:latin typeface="Verdana"/>
                <a:cs typeface="Verdana"/>
              </a:rPr>
              <a:t>should</a:t>
            </a:r>
            <a:r>
              <a:rPr sz="1550" spc="-65" dirty="0">
                <a:solidFill>
                  <a:srgbClr val="93BAB3"/>
                </a:solidFill>
                <a:latin typeface="Verdana"/>
                <a:cs typeface="Verdana"/>
              </a:rPr>
              <a:t> </a:t>
            </a:r>
            <a:r>
              <a:rPr sz="1550" spc="-160" dirty="0">
                <a:solidFill>
                  <a:srgbClr val="90AAA8"/>
                </a:solidFill>
                <a:latin typeface="Verdana"/>
                <a:cs typeface="Verdana"/>
              </a:rPr>
              <a:t>now</a:t>
            </a:r>
            <a:r>
              <a:rPr sz="1550" spc="-200" dirty="0">
                <a:solidFill>
                  <a:srgbClr val="90AAA8"/>
                </a:solidFill>
                <a:latin typeface="Verdana"/>
                <a:cs typeface="Verdana"/>
              </a:rPr>
              <a:t> </a:t>
            </a:r>
            <a:r>
              <a:rPr sz="1550" spc="-125" dirty="0">
                <a:solidFill>
                  <a:srgbClr val="87A3A1"/>
                </a:solidFill>
                <a:latin typeface="Verdana"/>
                <a:cs typeface="Verdana"/>
              </a:rPr>
              <a:t>be</a:t>
            </a:r>
            <a:r>
              <a:rPr sz="1550" spc="-180" dirty="0">
                <a:solidFill>
                  <a:srgbClr val="87A3A1"/>
                </a:solidFill>
                <a:latin typeface="Verdana"/>
                <a:cs typeface="Verdana"/>
              </a:rPr>
              <a:t> </a:t>
            </a:r>
            <a:r>
              <a:rPr sz="1550" spc="-150" dirty="0">
                <a:solidFill>
                  <a:srgbClr val="89AFA8"/>
                </a:solidFill>
                <a:latin typeface="Verdana"/>
                <a:cs typeface="Verdana"/>
              </a:rPr>
              <a:t>able</a:t>
            </a:r>
            <a:r>
              <a:rPr sz="1550" spc="-30" dirty="0">
                <a:solidFill>
                  <a:srgbClr val="89AFA8"/>
                </a:solidFill>
                <a:latin typeface="Verdana"/>
                <a:cs typeface="Verdana"/>
              </a:rPr>
              <a:t> </a:t>
            </a:r>
            <a:r>
              <a:rPr sz="1550" spc="-25" dirty="0">
                <a:solidFill>
                  <a:srgbClr val="A5A5A5"/>
                </a:solidFill>
                <a:latin typeface="Verdana"/>
                <a:cs typeface="Verdana"/>
              </a:rPr>
              <a:t>to:</a:t>
            </a:r>
            <a:endParaRPr sz="1550">
              <a:latin typeface="Verdana"/>
              <a:cs typeface="Verdana"/>
            </a:endParaRPr>
          </a:p>
          <a:p>
            <a:pPr marL="152400" indent="-139700">
              <a:lnSpc>
                <a:spcPts val="1945"/>
              </a:lnSpc>
              <a:spcBef>
                <a:spcPts val="815"/>
              </a:spcBef>
              <a:buClr>
                <a:srgbClr val="000000"/>
              </a:buClr>
              <a:buChar char="•"/>
              <a:tabLst>
                <a:tab pos="152400" algn="l"/>
              </a:tabLst>
            </a:pPr>
            <a:r>
              <a:rPr sz="1650" spc="-210" dirty="0">
                <a:solidFill>
                  <a:srgbClr val="111111"/>
                </a:solidFill>
                <a:latin typeface="Verdana"/>
                <a:cs typeface="Verdana"/>
              </a:rPr>
              <a:t>Define</a:t>
            </a:r>
            <a:r>
              <a:rPr sz="1650" spc="-90" dirty="0">
                <a:solidFill>
                  <a:srgbClr val="111111"/>
                </a:solidFill>
                <a:latin typeface="Verdana"/>
                <a:cs typeface="Verdana"/>
              </a:rPr>
              <a:t> </a:t>
            </a:r>
            <a:r>
              <a:rPr sz="1650" spc="-215" dirty="0">
                <a:latin typeface="Verdana"/>
                <a:cs typeface="Verdana"/>
              </a:rPr>
              <a:t>the </a:t>
            </a:r>
            <a:r>
              <a:rPr sz="1650" spc="-185" dirty="0">
                <a:solidFill>
                  <a:srgbClr val="0A0A0A"/>
                </a:solidFill>
                <a:latin typeface="Verdana"/>
                <a:cs typeface="Verdana"/>
              </a:rPr>
              <a:t>different</a:t>
            </a:r>
            <a:r>
              <a:rPr sz="1650" spc="-65" dirty="0">
                <a:solidFill>
                  <a:srgbClr val="0A0A0A"/>
                </a:solidFill>
                <a:latin typeface="Verdana"/>
                <a:cs typeface="Verdana"/>
              </a:rPr>
              <a:t> </a:t>
            </a:r>
            <a:r>
              <a:rPr sz="1650" spc="-245" dirty="0">
                <a:solidFill>
                  <a:srgbClr val="0F0F0F"/>
                </a:solidFill>
                <a:latin typeface="Verdana"/>
                <a:cs typeface="Verdana"/>
              </a:rPr>
              <a:t>types</a:t>
            </a:r>
            <a:r>
              <a:rPr sz="1650" spc="-220" dirty="0">
                <a:solidFill>
                  <a:srgbClr val="0F0F0F"/>
                </a:solidFill>
                <a:latin typeface="Verdana"/>
                <a:cs typeface="Verdana"/>
              </a:rPr>
              <a:t> </a:t>
            </a:r>
            <a:r>
              <a:rPr sz="1650" spc="-130" dirty="0">
                <a:latin typeface="Verdana"/>
                <a:cs typeface="Verdana"/>
              </a:rPr>
              <a:t>of</a:t>
            </a:r>
            <a:r>
              <a:rPr sz="1650" spc="-185" dirty="0">
                <a:latin typeface="Verdana"/>
                <a:cs typeface="Verdana"/>
              </a:rPr>
              <a:t> </a:t>
            </a:r>
            <a:r>
              <a:rPr sz="1650" spc="-105" dirty="0">
                <a:latin typeface="Verdana"/>
                <a:cs typeface="Verdana"/>
              </a:rPr>
              <a:t>services</a:t>
            </a:r>
            <a:endParaRPr sz="1650">
              <a:latin typeface="Verdana"/>
              <a:cs typeface="Verdana"/>
            </a:endParaRPr>
          </a:p>
          <a:p>
            <a:pPr marL="158750" indent="-146050">
              <a:lnSpc>
                <a:spcPts val="1839"/>
              </a:lnSpc>
              <a:buChar char="•"/>
              <a:tabLst>
                <a:tab pos="158750" algn="l"/>
              </a:tabLst>
            </a:pPr>
            <a:r>
              <a:rPr sz="1650" spc="-220" dirty="0">
                <a:latin typeface="Verdana"/>
                <a:cs typeface="Verdana"/>
              </a:rPr>
              <a:t>Identify</a:t>
            </a:r>
            <a:r>
              <a:rPr sz="1650" spc="-125" dirty="0">
                <a:latin typeface="Verdana"/>
                <a:cs typeface="Verdana"/>
              </a:rPr>
              <a:t> </a:t>
            </a:r>
            <a:r>
              <a:rPr sz="1650" spc="-215" dirty="0">
                <a:solidFill>
                  <a:srgbClr val="212121"/>
                </a:solidFill>
                <a:latin typeface="Verdana"/>
                <a:cs typeface="Verdana"/>
              </a:rPr>
              <a:t>the</a:t>
            </a:r>
            <a:r>
              <a:rPr sz="1650" spc="-200" dirty="0">
                <a:solidFill>
                  <a:srgbClr val="212121"/>
                </a:solidFill>
                <a:latin typeface="Verdana"/>
                <a:cs typeface="Verdana"/>
              </a:rPr>
              <a:t> </a:t>
            </a:r>
            <a:r>
              <a:rPr sz="1650" spc="-245" dirty="0">
                <a:solidFill>
                  <a:srgbClr val="262626"/>
                </a:solidFill>
                <a:latin typeface="Verdana"/>
                <a:cs typeface="Verdana"/>
              </a:rPr>
              <a:t>main</a:t>
            </a:r>
            <a:r>
              <a:rPr sz="1650" spc="-114" dirty="0">
                <a:solidFill>
                  <a:srgbClr val="262626"/>
                </a:solidFill>
                <a:latin typeface="Verdana"/>
                <a:cs typeface="Verdana"/>
              </a:rPr>
              <a:t> </a:t>
            </a:r>
            <a:r>
              <a:rPr sz="1650" spc="-265" dirty="0">
                <a:solidFill>
                  <a:srgbClr val="111111"/>
                </a:solidFill>
                <a:latin typeface="Verdana"/>
                <a:cs typeface="Verdana"/>
              </a:rPr>
              <a:t>categoriRS</a:t>
            </a:r>
            <a:r>
              <a:rPr sz="1650" spc="-80" dirty="0">
                <a:solidFill>
                  <a:srgbClr val="111111"/>
                </a:solidFill>
                <a:latin typeface="Verdana"/>
                <a:cs typeface="Verdana"/>
              </a:rPr>
              <a:t> </a:t>
            </a:r>
            <a:r>
              <a:rPr sz="1650" spc="-160" dirty="0">
                <a:latin typeface="Verdana"/>
                <a:cs typeface="Verdana"/>
              </a:rPr>
              <a:t>of</a:t>
            </a:r>
            <a:r>
              <a:rPr sz="1650" spc="-180" dirty="0">
                <a:latin typeface="Verdana"/>
                <a:cs typeface="Verdana"/>
              </a:rPr>
              <a:t> </a:t>
            </a:r>
            <a:r>
              <a:rPr sz="1650" spc="-245" dirty="0">
                <a:latin typeface="Verdana"/>
                <a:cs typeface="Verdana"/>
              </a:rPr>
              <a:t>services</a:t>
            </a:r>
            <a:r>
              <a:rPr sz="1650" spc="-90" dirty="0">
                <a:latin typeface="Verdana"/>
                <a:cs typeface="Verdana"/>
              </a:rPr>
              <a:t> </a:t>
            </a:r>
            <a:r>
              <a:rPr sz="1650" spc="-254" dirty="0">
                <a:solidFill>
                  <a:srgbClr val="464646"/>
                </a:solidFill>
                <a:latin typeface="Verdana"/>
                <a:cs typeface="Verdana"/>
              </a:rPr>
              <a:t>as </a:t>
            </a:r>
            <a:r>
              <a:rPr sz="1650" spc="-180" dirty="0">
                <a:latin typeface="Verdana"/>
                <a:cs typeface="Verdana"/>
              </a:rPr>
              <a:t>part</a:t>
            </a:r>
            <a:r>
              <a:rPr sz="1650" spc="-195" dirty="0">
                <a:latin typeface="Verdana"/>
                <a:cs typeface="Verdana"/>
              </a:rPr>
              <a:t> </a:t>
            </a:r>
            <a:r>
              <a:rPr sz="1650" spc="-160" dirty="0">
                <a:solidFill>
                  <a:srgbClr val="383838"/>
                </a:solidFill>
                <a:latin typeface="Verdana"/>
                <a:cs typeface="Verdana"/>
              </a:rPr>
              <a:t>of</a:t>
            </a:r>
            <a:r>
              <a:rPr sz="1650" spc="-95" dirty="0">
                <a:solidFill>
                  <a:srgbClr val="383838"/>
                </a:solidFill>
                <a:latin typeface="Verdana"/>
                <a:cs typeface="Verdana"/>
              </a:rPr>
              <a:t> </a:t>
            </a:r>
            <a:r>
              <a:rPr sz="1650" spc="-254" dirty="0">
                <a:solidFill>
                  <a:srgbClr val="1A1A1A"/>
                </a:solidFill>
                <a:latin typeface="Verdana"/>
                <a:cs typeface="Verdana"/>
              </a:rPr>
              <a:t>an</a:t>
            </a:r>
            <a:r>
              <a:rPr sz="1650" spc="-260" dirty="0">
                <a:solidFill>
                  <a:srgbClr val="1A1A1A"/>
                </a:solidFill>
                <a:latin typeface="Verdana"/>
                <a:cs typeface="Verdana"/>
              </a:rPr>
              <a:t> </a:t>
            </a:r>
            <a:r>
              <a:rPr sz="1650" spc="-185" dirty="0">
                <a:latin typeface="Verdana"/>
                <a:cs typeface="Verdana"/>
              </a:rPr>
              <a:t>architecture</a:t>
            </a:r>
            <a:endParaRPr sz="1650">
              <a:latin typeface="Verdana"/>
              <a:cs typeface="Verdana"/>
            </a:endParaRPr>
          </a:p>
          <a:p>
            <a:pPr marL="152400" indent="-139700">
              <a:lnSpc>
                <a:spcPts val="1870"/>
              </a:lnSpc>
              <a:buChar char="•"/>
              <a:tabLst>
                <a:tab pos="152400" algn="l"/>
              </a:tabLst>
            </a:pPr>
            <a:r>
              <a:rPr sz="1650" spc="-254" dirty="0">
                <a:latin typeface="Verdana"/>
                <a:cs typeface="Verdana"/>
              </a:rPr>
              <a:t>Describe</a:t>
            </a:r>
            <a:r>
              <a:rPr sz="1650" spc="-45" dirty="0">
                <a:latin typeface="Verdana"/>
                <a:cs typeface="Verdana"/>
              </a:rPr>
              <a:t> </a:t>
            </a:r>
            <a:r>
              <a:rPr sz="1650" spc="-254" dirty="0">
                <a:solidFill>
                  <a:srgbClr val="0C0C0C"/>
                </a:solidFill>
                <a:latin typeface="Verdana"/>
                <a:cs typeface="Verdana"/>
              </a:rPr>
              <a:t>each</a:t>
            </a:r>
            <a:r>
              <a:rPr sz="1650" spc="-114" dirty="0">
                <a:solidFill>
                  <a:srgbClr val="0C0C0C"/>
                </a:solidFill>
                <a:latin typeface="Verdana"/>
                <a:cs typeface="Verdana"/>
              </a:rPr>
              <a:t> </a:t>
            </a:r>
            <a:r>
              <a:rPr sz="1650" spc="-254" dirty="0">
                <a:latin typeface="Verdana"/>
                <a:cs typeface="Verdana"/>
              </a:rPr>
              <a:t>service,</a:t>
            </a:r>
            <a:r>
              <a:rPr sz="1650" spc="-125" dirty="0">
                <a:latin typeface="Verdana"/>
                <a:cs typeface="Verdana"/>
              </a:rPr>
              <a:t> </a:t>
            </a:r>
            <a:r>
              <a:rPr sz="1650" spc="-175" dirty="0">
                <a:solidFill>
                  <a:srgbClr val="111111"/>
                </a:solidFill>
                <a:latin typeface="Verdana"/>
                <a:cs typeface="Verdana"/>
              </a:rPr>
              <a:t>its</a:t>
            </a:r>
            <a:r>
              <a:rPr sz="1650" spc="-229" dirty="0">
                <a:solidFill>
                  <a:srgbClr val="111111"/>
                </a:solidFill>
                <a:latin typeface="Verdana"/>
                <a:cs typeface="Verdana"/>
              </a:rPr>
              <a:t> </a:t>
            </a:r>
            <a:r>
              <a:rPr sz="1650" spc="-260" dirty="0">
                <a:latin typeface="Verdana"/>
                <a:cs typeface="Verdana"/>
              </a:rPr>
              <a:t>use.</a:t>
            </a:r>
            <a:r>
              <a:rPr sz="1650" spc="-114" dirty="0">
                <a:latin typeface="Verdana"/>
                <a:cs typeface="Verdana"/>
              </a:rPr>
              <a:t> </a:t>
            </a:r>
            <a:r>
              <a:rPr sz="1650" spc="-245" dirty="0">
                <a:solidFill>
                  <a:srgbClr val="111111"/>
                </a:solidFill>
                <a:latin typeface="Verdana"/>
                <a:cs typeface="Verdana"/>
              </a:rPr>
              <a:t>features,</a:t>
            </a:r>
            <a:r>
              <a:rPr sz="1650" spc="-35" dirty="0">
                <a:solidFill>
                  <a:srgbClr val="111111"/>
                </a:solidFill>
                <a:latin typeface="Verdana"/>
                <a:cs typeface="Verdana"/>
              </a:rPr>
              <a:t> </a:t>
            </a:r>
            <a:r>
              <a:rPr sz="1650" spc="-235" dirty="0">
                <a:solidFill>
                  <a:srgbClr val="1C1C1C"/>
                </a:solidFill>
                <a:latin typeface="Verdana"/>
                <a:cs typeface="Verdana"/>
              </a:rPr>
              <a:t>and</a:t>
            </a:r>
            <a:r>
              <a:rPr sz="1650" spc="-155" dirty="0">
                <a:solidFill>
                  <a:srgbClr val="1C1C1C"/>
                </a:solidFill>
                <a:latin typeface="Verdana"/>
                <a:cs typeface="Verdana"/>
              </a:rPr>
              <a:t> </a:t>
            </a:r>
            <a:r>
              <a:rPr sz="1650" spc="-50" dirty="0">
                <a:latin typeface="Verdana"/>
                <a:cs typeface="Verdana"/>
              </a:rPr>
              <a:t>benefits</a:t>
            </a:r>
            <a:endParaRPr sz="1650">
              <a:latin typeface="Verdana"/>
              <a:cs typeface="Verdana"/>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TotalTime>
  <Words>8706</Words>
  <Application>Microsoft Office PowerPoint</Application>
  <PresentationFormat>Widescreen</PresentationFormat>
  <Paragraphs>725</Paragraphs>
  <Slides>124</Slides>
  <Notes>1</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124</vt:i4>
      </vt:variant>
    </vt:vector>
  </HeadingPairs>
  <TitlesOfParts>
    <vt:vector size="135" baseType="lpstr">
      <vt:lpstr>Malgun Gothic</vt:lpstr>
      <vt:lpstr>Arial</vt:lpstr>
      <vt:lpstr>Arial MT</vt:lpstr>
      <vt:lpstr>Calibri</vt:lpstr>
      <vt:lpstr>Cambria</vt:lpstr>
      <vt:lpstr>Consolas</vt:lpstr>
      <vt:lpstr>Courier New</vt:lpstr>
      <vt:lpstr>Times New Roman</vt:lpstr>
      <vt:lpstr>Trebuchet MS</vt:lpstr>
      <vt:lpstr>Verdana</vt:lpstr>
      <vt:lpstr>Office Theme</vt:lpstr>
      <vt:lpstr>PowerPoint Presentation</vt:lpstr>
      <vt:lpstr>PowerPoint Presentation</vt:lpstr>
      <vt:lpstr>PowerPoint Presentation</vt:lpstr>
      <vt:lpstr>Monolithic architecture</vt:lpstr>
      <vt:lpstr>PowerPoint Presentation</vt:lpstr>
      <vt:lpstr>aws .. .</vt:lpstr>
      <vt:lpstr>PowerPoint Presentation</vt:lpstr>
      <vt:lpstr>Types of se vices</vt:lpstr>
      <vt:lpstr>PowerPoint Presentation</vt:lpstr>
      <vt:lpstr>Types of se rices</vt:lpstr>
      <vt:lpstr>Make sure to select each of the AWS service icons in the Architecture diagram to learn more about them. Choose START to begin.</vt:lpstr>
      <vt:lpstr>PowerPoint Presentation</vt:lpstr>
      <vt:lpstr>PowerPoint Presentation</vt:lpstr>
      <vt:lpstr>PowerPoint Presentation</vt:lpstr>
      <vt:lpstr>Amazon Virtual Private Cloud - VPC aWs" '</vt:lpstr>
      <vt:lpstr>Amazon Virtual Private Cloud - VPC</vt:lpstr>
      <vt:lpstr>PowerPoint Presentation</vt:lpstr>
      <vt:lpstr>Choose each button to learn mOre abOut ways you can use AmazOn VPC.</vt:lpstr>
      <vt:lpstr>Amazon Virtual Private Cloud - VPC</vt:lpstr>
      <vt:lpstr>Choose each button to learn more about ways you can use</vt:lpstr>
      <vt:lpstr>ChoOse each button to learn more about ways you can use</vt:lpstr>
      <vt:lpstr>PowerPoint Presentation</vt:lpstr>
      <vt:lpstr>*wS</vt:lpstr>
      <vt:lpstr>‘wS</vt:lpstr>
      <vt:lpstr>PowerPoint Presentation</vt:lpstr>
      <vt:lpstr>aW*</vt:lpstr>
      <vt:lpstr>Amazon ECastle Compute Cloud - EC2</vt:lpstr>
      <vt:lpstr>aW " '</vt:lpstr>
      <vt:lpstr>a^S</vt:lpstr>
      <vt:lpstr>aWS ed</vt:lpstr>
      <vt:lpstr>awe u'a</vt:lpstr>
      <vt:lpstr>Choose each button to learn more about ways you Can use Amazon EC2.</vt:lpstr>
      <vt:lpstr>Amazon Elastic Compute Cloud - EC2</vt:lpstr>
      <vt:lpstr>Amazon E łastic Compute Cloud EC2</vt:lpstr>
      <vt:lpstr>PowerPoint Presentation</vt:lpstr>
      <vt:lpstr>aWSedu e</vt:lpstr>
      <vt:lpstr>A uazon EMastic Compute Cloud - EC2 ^^S</vt:lpstr>
      <vt:lpstr>PowerPoint Presentation</vt:lpstr>
      <vt:lpstr>Reserved Instances provide you with a significant discount (up to 75 percent) compared to On-Demand Instance pricing.With Reservedlnsiances, you committO payngfOr the instance for 1 Or 3 years, depending on the conditions you agree to when purchasing them.</vt:lpstr>
      <vt:lpstr>aws educate</vt:lpstr>
      <vt:lpstr>PowerPoint Presentation</vt:lpstr>
      <vt:lpstr>aws +duca e</vt:lpstr>
      <vt:lpstr>PowerPoint Presentation</vt:lpstr>
      <vt:lpstr>PowerPoint Presentation</vt:lpstr>
      <vt:lpstr>RDS)</vt:lpstr>
      <vt:lpstr>Amazon Relational Database Service (Amazon ROS)</vt:lpstr>
      <vt:lpstr>Relational</vt:lpstr>
      <vt:lpstr>Amazon Relational Database Se vice (Amazon PDSî</vt:lpstr>
      <vt:lpstr>Amazon Relational Database Service (Amazon RDS)</vt:lpstr>
      <vt:lpstr>PowerPoint Presentation</vt:lpstr>
      <vt:lpstr>Amazon CloudWatch</vt:lpstr>
      <vt:lpstr>PowerPoint Presentation</vt:lpstr>
      <vt:lpstr>Amazon CloudWatch solves the problem of responding to events and alarms, as they occur in yOur architecture. Amazon CloudWatch co(lects monitoring and operational data in the form of logs, metrics, and events. It provides you with a united view of AWS resources, applications, and</vt:lpstr>
      <vt:lpstr>PowerPoint Presentation</vt:lpstr>
      <vt:lpstr>PowerPoint Presentation</vt:lpstr>
      <vt:lpstr>PowerPoint Presentation</vt:lpstr>
      <vt:lpstr>Choose each button to learn more about ways you can use Amazon CloudWatch.</vt:lpstr>
      <vt:lpstr>Choose each button to learn more about ways you can use Amazon CloudWatch.</vt:lpstr>
      <vt:lpstr>Amazon CloudWatch</vt:lpstr>
      <vt:lpstr>Amazon CloudWatch</vt:lpstr>
      <vt:lpstr>Amazon CloudWatch</vt:lpstr>
      <vt:lpstr>£tWS ed</vt:lpstr>
      <vt:lpstr>PowerPoint Presentation</vt:lpstr>
      <vt:lpstr>Amazon SNS SOlves the problem of the appropriate subscribers not getting important information that they should be aware of, as events occur in their applications or fnfrastructure.</vt:lpstr>
      <vt:lpstr>SWS‘</vt:lpstr>
      <vt:lpstr>You can use Amazon SNS tO create a solution to notify you of failuresin your architecture.</vt:lpstr>
      <vt:lpstr>You can use Amazon SNS to create topics. A topic is an access point, which identifies a specific subject or event type. SNS topics are defined as standard topics or First-in-First-out (FIFO) topics. Choose each topic to learn more.</vt:lpstr>
      <vt:lpstr>You can use Amazon SNS to create topics. A topic is an access point, which identifies a specific subject or event type. SNS topics are defined as standard topics or First-in-First-out (FIFO) topics. Choose each topic to learn more.</vt:lpstr>
      <vt:lpstr>Amazon Simple Notification Service - SNS</vt:lpstr>
      <vt:lpstr>PowerPoint Presentation</vt:lpstr>
      <vt:lpstr>PowerPoint Presentation</vt:lpstr>
      <vt:lpstr>£IWS• d</vt:lpstr>
      <vt:lpstr>£\WSGe u °’°</vt:lpstr>
      <vt:lpstr>PowerPoint Presentation</vt:lpstr>
      <vt:lpstr>PowerPoint Presentation</vt:lpstr>
      <vt:lpstr>AWS Identity and Access Management (IAM)</vt:lpstr>
      <vt:lpstr>PowerPoint Presentation</vt:lpstr>
      <vt:lpstr>PowerPoint Presentation</vt:lpstr>
      <vt:lpstr>Choose each button to learn more about ways you can use RAM.</vt:lpstr>
      <vt:lpstr>PowerPoint Presentation</vt:lpstr>
      <vt:lpstr>Chooseeach button to learn more about ways you can use IAM.</vt:lpstr>
      <vt:lpstr>PowerPoint Presentation</vt:lpstr>
      <vt:lpstr>PowerPoint Presentation</vt:lpstr>
      <vt:lpstr>AWS evaluates policies depends on the types of policies that apply. Choose each policy type to see how the logic is evaluated.</vt:lpstr>
      <vt:lpstr>AWS evaluates policies depends on the types of policies that apply. Choose each policy type to see how the logic is evaluated.</vt:lpstr>
      <vt:lpstr>AWS evaluates policies depends on the types of policies that apply. ChoOse each policy type to see how the logic is evaluated.</vt:lpstr>
      <vt:lpstr>AWS Identity and Access Management (IAM)</vt:lpstr>
      <vt:lpstr>IAM is a service in yOur AWS accOunt that is offered at no additional charge. You are charged only when you access other AWS services by using your IAM users' credentials.</vt:lpstr>
      <vt:lpstr>PowerPoint Presentation</vt:lpstr>
      <vt:lpstr>Amazon Simple Storage Service - S3 aW'" '</vt:lpstr>
      <vt:lpstr>PowerPoint Presentation</vt:lpstr>
      <vt:lpstr>The following list describes a few of the benefits that Amazon SP Offers.</vt:lpstr>
      <vt:lpstr>Amazon Simple Storage Se vice - SP</vt:lpstr>
      <vt:lpstr>PowerPoint Presentation</vt:lpstr>
      <vt:lpstr>PowerPoint Presentation</vt:lpstr>
      <vt:lpstr>aWS.e u  'e</vt:lpstr>
      <vt:lpstr>PowerPoint Presentation</vt:lpstr>
      <vt:lpstr>Choose each button to learn more about ways you can use Amazon S3.</vt:lpstr>
      <vt:lpstr>PowerPoint Presentation</vt:lpstr>
      <vt:lpstr>With Amazon S3, you pay only fOr what you use. It has no minimum fee. Some prices vary across Amazon 53 Regions. Billing prices are based on the location Oi your S3 bucket.</vt:lpstr>
      <vt:lpstr>AWS Lambda</vt:lpstr>
      <vt:lpstr>PowerPoint Presentation</vt:lpstr>
      <vt:lpstr>AWS Lambda</vt:lpstr>
      <vt:lpstr>The follOwing list describes the main benefits that AWS Lambda Offers.</vt:lpstr>
      <vt:lpstr>AWS Lambda</vt:lpstr>
      <vt:lpstr>AWS Lambda.</vt:lpstr>
      <vt:lpstr>AWS Lambda</vt:lpstr>
      <vt:lpstr>PowerPoint Presentation</vt:lpstr>
      <vt:lpstr>AWS Lambda</vt:lpstr>
      <vt:lpstr>AWS Lambda ***</vt:lpstr>
      <vt:lpstr>PowerPoint Presentation</vt:lpstr>
      <vt:lpstr>Amazon DynamoDB</vt:lpstr>
      <vt:lpstr>Amazon DynamoDB</vt:lpstr>
      <vt:lpstr>PowerPoint Presentation</vt:lpstr>
      <vt:lpstr>PowerPoint Presentation</vt:lpstr>
      <vt:lpstr>PowerPoint Presentation</vt:lpstr>
      <vt:lpstr>Amazon DynamoDB</vt:lpstr>
      <vt:lpstr>Amazon DynamoDB *^*</vt:lpstr>
      <vt:lpstr>PowerPoint Presentation</vt:lpstr>
      <vt:lpstr>PowerPoint Presentation</vt:lpstr>
      <vt:lpstr>Amazon DynamoDB</vt:lpstr>
      <vt:lpstr>Choose the buttons below to learn more about the differences between relational and non-relational databases.</vt:lpstr>
      <vt:lpstr>PowerPoint Presentation</vt:lpstr>
      <vt:lpstr>End of Module 4</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pds</dc:creator>
  <cp:lastModifiedBy>PDS</cp:lastModifiedBy>
  <cp:revision>1</cp:revision>
  <dcterms:created xsi:type="dcterms:W3CDTF">2026-09-17T08:08:14Z</dcterms:created>
  <dcterms:modified xsi:type="dcterms:W3CDTF">2026-09-17T08:12:13Z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verter">
    <vt:lpwstr>SolidFramework v10.0.19910.1</vt:lpwstr>
  </property>
  <property fmtid="{D5CDD505-2E9C-101B-9397-08002B2CF9AE}" pid="3" name="Created">
    <vt:filetime>2026-09-10T00:00:00Z</vt:filetime>
  </property>
  <property fmtid="{D5CDD505-2E9C-101B-9397-08002B2CF9AE}" pid="4" name="Creator">
    <vt:lpwstr>Microsoft® Word 2016</vt:lpwstr>
  </property>
  <property fmtid="{D5CDD505-2E9C-101B-9397-08002B2CF9AE}" pid="5" name="LastSaved">
    <vt:filetime>2026-09-17T00:00:00Z</vt:filetime>
  </property>
  <property fmtid="{D5CDD505-2E9C-101B-9397-08002B2CF9AE}" pid="6" name="Producer">
    <vt:lpwstr>Microsoft® Word 2016</vt:lpwstr>
  </property>
</Properties>
</file>