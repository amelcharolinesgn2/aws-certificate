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7"/>
  </p:notesMasterIdLst>
  <p:sldIdLst>
    <p:sldId id="32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114" y="9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48CE8-7206-47EA-B319-F3505EFBA7F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7899B-2FBE-4F16-A950-ADAC87824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971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85673C-CD37-4D5E-BA1D-2F9D0B2CE0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91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amelcharolinesgn2/AW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929" y="0"/>
            <a:ext cx="12153900" cy="66865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905000" y="4267200"/>
            <a:ext cx="866775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2865" algn="ctr">
              <a:lnSpc>
                <a:spcPct val="100000"/>
              </a:lnSpc>
            </a:pPr>
            <a:r>
              <a:rPr sz="1600" dirty="0" smtClean="0">
                <a:latin typeface="Trebuchet MS"/>
                <a:cs typeface="Trebuchet MS"/>
              </a:rPr>
              <a:t>Slides</a:t>
            </a:r>
            <a:r>
              <a:rPr sz="1600" spc="-215" dirty="0" smtClean="0">
                <a:latin typeface="Trebuchet MS"/>
                <a:cs typeface="Trebuchet MS"/>
              </a:rPr>
              <a:t> </a:t>
            </a:r>
            <a:r>
              <a:rPr sz="1600" spc="-90" dirty="0">
                <a:latin typeface="Trebuchet MS"/>
                <a:cs typeface="Trebuchet MS"/>
              </a:rPr>
              <a:t>are</a:t>
            </a:r>
            <a:r>
              <a:rPr sz="1600" spc="-220" dirty="0">
                <a:latin typeface="Trebuchet MS"/>
                <a:cs typeface="Trebuchet MS"/>
              </a:rPr>
              <a:t> </a:t>
            </a:r>
            <a:r>
              <a:rPr sz="1600" spc="-60" dirty="0">
                <a:latin typeface="Trebuchet MS"/>
                <a:cs typeface="Trebuchet MS"/>
              </a:rPr>
              <a:t>captured</a:t>
            </a:r>
            <a:r>
              <a:rPr sz="1600" spc="-195" dirty="0">
                <a:latin typeface="Trebuchet MS"/>
                <a:cs typeface="Trebuchet MS"/>
              </a:rPr>
              <a:t> </a:t>
            </a:r>
            <a:r>
              <a:rPr sz="1600" spc="-90" dirty="0">
                <a:latin typeface="Trebuchet MS"/>
                <a:cs typeface="Trebuchet MS"/>
              </a:rPr>
              <a:t>from</a:t>
            </a:r>
            <a:r>
              <a:rPr sz="1600" spc="-204" dirty="0">
                <a:latin typeface="Trebuchet MS"/>
                <a:cs typeface="Trebuchet MS"/>
              </a:rPr>
              <a:t> </a:t>
            </a:r>
            <a:r>
              <a:rPr sz="1600" spc="80" dirty="0">
                <a:latin typeface="Trebuchet MS"/>
                <a:cs typeface="Trebuchet MS"/>
              </a:rPr>
              <a:t>AWS</a:t>
            </a:r>
            <a:r>
              <a:rPr sz="1600" spc="-20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Educate.</a:t>
            </a:r>
            <a:endParaRPr sz="16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600" spc="-55" dirty="0">
                <a:latin typeface="Trebuchet MS"/>
                <a:cs typeface="Trebuchet MS"/>
              </a:rPr>
              <a:t>This</a:t>
            </a:r>
            <a:r>
              <a:rPr sz="1600" spc="-2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is</a:t>
            </a:r>
            <a:r>
              <a:rPr sz="1600" spc="-215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only</a:t>
            </a:r>
            <a:r>
              <a:rPr sz="1600" spc="-220" dirty="0">
                <a:latin typeface="Trebuchet MS"/>
                <a:cs typeface="Trebuchet MS"/>
              </a:rPr>
              <a:t> </a:t>
            </a:r>
            <a:r>
              <a:rPr sz="1600" spc="-130" dirty="0">
                <a:latin typeface="Trebuchet MS"/>
                <a:cs typeface="Trebuchet MS"/>
              </a:rPr>
              <a:t>for</a:t>
            </a:r>
            <a:r>
              <a:rPr sz="1600" spc="-210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learning</a:t>
            </a:r>
            <a:r>
              <a:rPr sz="1600" spc="-22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tools</a:t>
            </a:r>
            <a:r>
              <a:rPr sz="1600" spc="-215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in</a:t>
            </a:r>
            <a:r>
              <a:rPr sz="1600" spc="-2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Cloud</a:t>
            </a:r>
            <a:r>
              <a:rPr sz="1600" spc="-204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Computing</a:t>
            </a:r>
            <a:r>
              <a:rPr sz="1600" spc="-20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Course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8" name="object 7"/>
          <p:cNvSpPr txBox="1"/>
          <p:nvPr/>
        </p:nvSpPr>
        <p:spPr>
          <a:xfrm>
            <a:off x="457200" y="762000"/>
            <a:ext cx="11277600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2865" algn="just">
              <a:lnSpc>
                <a:spcPct val="100000"/>
              </a:lnSpc>
            </a:pPr>
            <a:r>
              <a:rPr lang="en-US" sz="2800" dirty="0" smtClean="0">
                <a:latin typeface="Trebuchet MS"/>
                <a:cs typeface="Trebuchet MS"/>
              </a:rPr>
              <a:t>Module 3</a:t>
            </a:r>
          </a:p>
          <a:p>
            <a:pPr marR="62865" algn="just">
              <a:lnSpc>
                <a:spcPct val="100000"/>
              </a:lnSpc>
            </a:pPr>
            <a:endParaRPr lang="en-US" sz="2800" dirty="0">
              <a:latin typeface="Trebuchet MS"/>
              <a:cs typeface="Trebuchet MS"/>
            </a:endParaRPr>
          </a:p>
          <a:p>
            <a:pPr marR="62865" algn="just">
              <a:lnSpc>
                <a:spcPct val="100000"/>
              </a:lnSpc>
            </a:pPr>
            <a:endParaRPr sz="28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lang="en-US" sz="3600" spc="-55" dirty="0" err="1" smtClean="0">
                <a:solidFill>
                  <a:schemeClr val="bg1"/>
                </a:solidFill>
                <a:latin typeface="Trebuchet MS"/>
                <a:cs typeface="Trebuchet MS"/>
              </a:rPr>
              <a:t>Introcuction</a:t>
            </a:r>
            <a:r>
              <a:rPr lang="en-US" sz="3600" spc="-55" dirty="0" smtClean="0">
                <a:solidFill>
                  <a:schemeClr val="bg1"/>
                </a:solidFill>
                <a:latin typeface="Trebuchet MS"/>
                <a:cs typeface="Trebuchet MS"/>
              </a:rPr>
              <a:t> to </a:t>
            </a:r>
            <a:r>
              <a:rPr lang="en-US" sz="3600" dirty="0" smtClean="0">
                <a:solidFill>
                  <a:schemeClr val="bg1"/>
                </a:solidFill>
                <a:latin typeface="Trebuchet MS"/>
                <a:cs typeface="Trebuchet MS"/>
              </a:rPr>
              <a:t>AWS</a:t>
            </a:r>
            <a:endParaRPr sz="36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41690" y="5716454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14085" y="5584717"/>
            <a:ext cx="185884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46758" y="5867853"/>
            <a:ext cx="27478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681" y="6003237"/>
            <a:ext cx="321594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41690" y="6110959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</a:t>
            </a:r>
            <a:r>
              <a:rPr lang="en-US" sz="800" dirty="0" smtClean="0"/>
              <a:t>github.com/amelcharolinesgn2/CCNA1</a:t>
            </a:r>
            <a:endParaRPr lang="en-US" sz="800" dirty="0"/>
          </a:p>
        </p:txBody>
      </p:sp>
      <p:sp>
        <p:nvSpPr>
          <p:cNvPr id="14" name="Rectangle 13"/>
          <p:cNvSpPr/>
          <p:nvPr/>
        </p:nvSpPr>
        <p:spPr>
          <a:xfrm>
            <a:off x="9241690" y="6241384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</a:t>
            </a:r>
            <a:r>
              <a:rPr lang="en-US" sz="800" dirty="0" smtClean="0"/>
              <a:t>github.com/amelcharolinesgn2/CCNA2</a:t>
            </a:r>
            <a:endParaRPr lang="en-US" sz="800" dirty="0"/>
          </a:p>
        </p:txBody>
      </p:sp>
      <p:sp>
        <p:nvSpPr>
          <p:cNvPr id="15" name="Rectangle 14"/>
          <p:cNvSpPr/>
          <p:nvPr/>
        </p:nvSpPr>
        <p:spPr>
          <a:xfrm>
            <a:off x="9241690" y="6339914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>
                <a:hlinkClick r:id="rId4"/>
              </a:rPr>
              <a:t>https://</a:t>
            </a:r>
            <a:r>
              <a:rPr lang="en-US" sz="800" dirty="0" smtClean="0">
                <a:hlinkClick r:id="rId4"/>
              </a:rPr>
              <a:t>github.com/amelcharolinesgn2/AWS</a:t>
            </a:r>
            <a:r>
              <a:rPr lang="en-US" sz="800" dirty="0" smtClean="0"/>
              <a:t> Certificate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4870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347"/>
            <a:ext cx="12191999" cy="68173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00" y="-1"/>
            <a:ext cx="12123037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62"/>
            <a:ext cx="12191999" cy="66757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5" y="0"/>
            <a:ext cx="12183998" cy="68579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0817"/>
            <a:ext cx="12191999" cy="67763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58"/>
            <a:ext cx="12191999" cy="68529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316"/>
            <a:ext cx="12191999" cy="68253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785"/>
            <a:ext cx="11513157" cy="6670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36" y="-1"/>
            <a:ext cx="12163933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359"/>
            <a:ext cx="12191999" cy="67972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3395"/>
            <a:ext cx="12191999" cy="68112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305"/>
            <a:ext cx="12191999" cy="67953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361"/>
            <a:ext cx="12191999" cy="68292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70" y="0"/>
            <a:ext cx="12104497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840"/>
            <a:ext cx="12191999" cy="68263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00" y="-1"/>
            <a:ext cx="12167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360"/>
            <a:ext cx="12191999" cy="67952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781"/>
            <a:ext cx="12191999" cy="66419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43"/>
            <a:ext cx="12191999" cy="663869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249"/>
            <a:ext cx="12191999" cy="680148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499"/>
            <a:ext cx="12191999" cy="667745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50" y="0"/>
            <a:ext cx="12116054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140"/>
            <a:ext cx="12191999" cy="664435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310"/>
            <a:ext cx="12191999" cy="68054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3" y="0"/>
            <a:ext cx="12184888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0" y="-1"/>
            <a:ext cx="1217701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801"/>
            <a:ext cx="12191999" cy="68343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801"/>
            <a:ext cx="12191999" cy="68343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265"/>
            <a:ext cx="12191999" cy="668558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59" y="0"/>
            <a:ext cx="11637835" cy="665921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93" y="-1"/>
            <a:ext cx="120768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" y="-1"/>
            <a:ext cx="12144375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688"/>
            <a:ext cx="12191999" cy="683259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240"/>
            <a:ext cx="12191999" cy="680948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296"/>
            <a:ext cx="12191999" cy="681342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648"/>
            <a:ext cx="12191999" cy="672911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" y="-1"/>
            <a:ext cx="1217294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363"/>
            <a:ext cx="12191999" cy="679932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873"/>
            <a:ext cx="12191999" cy="683221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66" y="0"/>
            <a:ext cx="12107672" cy="666825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92"/>
            <a:ext cx="12191999" cy="680544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860"/>
            <a:ext cx="12191999" cy="676630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0827"/>
            <a:ext cx="12191999" cy="677633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968"/>
            <a:ext cx="12191999" cy="684402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9851"/>
            <a:ext cx="12191999" cy="675830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37" y="0"/>
            <a:ext cx="12098147" cy="666924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808"/>
            <a:ext cx="12191999" cy="665179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109"/>
            <a:ext cx="12191999" cy="668070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8"/>
            <a:ext cx="12191999" cy="682751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" y="-1"/>
            <a:ext cx="12190983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678"/>
            <a:ext cx="12191999" cy="667565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8"/>
            <a:ext cx="12191999" cy="6827517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286"/>
            <a:ext cx="12191999" cy="6843393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43"/>
            <a:ext cx="12191999" cy="683767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1" y="0"/>
            <a:ext cx="12179045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432"/>
            <a:ext cx="12191999" cy="6815071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240"/>
            <a:ext cx="12191999" cy="664692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286"/>
            <a:ext cx="12191999" cy="6843393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109"/>
            <a:ext cx="12192000" cy="6805930"/>
            <a:chOff x="0" y="16109"/>
            <a:chExt cx="12192000" cy="68059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6109"/>
              <a:ext cx="12191999" cy="66444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6316"/>
              <a:ext cx="12191999" cy="67853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5"/>
            <a:ext cx="12191999" cy="685749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165"/>
            <a:ext cx="12191999" cy="682967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3" y="0"/>
            <a:ext cx="12184888" cy="66768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15" y="0"/>
            <a:ext cx="12127103" cy="6857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60311"/>
            <a:ext cx="12191999" cy="59373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48</Words>
  <Application>Microsoft Office PowerPoint</Application>
  <PresentationFormat>Widescreen</PresentationFormat>
  <Paragraphs>15</Paragraphs>
  <Slides>65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pds</dc:creator>
  <cp:lastModifiedBy>PDS</cp:lastModifiedBy>
  <cp:revision>2</cp:revision>
  <dcterms:created xsi:type="dcterms:W3CDTF">2026-09-17T08:06:48Z</dcterms:created>
  <dcterms:modified xsi:type="dcterms:W3CDTF">2026-09-17T09:04:53Z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2025-01-30T00:00:00Z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2026-09-17T00:00:00Z</vt:filetime>
  </property>
  <property fmtid="{D5CDD505-2E9C-101B-9397-08002B2CF9AE}" pid="6" name="MSIP_Label_38b525e5-f3da-4501-8f1e-526b6769fc56_ActionId">
    <vt:lpwstr>69997b65-a8ea-4c3b-81f4-dc417bb730cb</vt:lpwstr>
  </property>
  <property fmtid="{D5CDD505-2E9C-101B-9397-08002B2CF9AE}" pid="7" name="MSIP_Label_38b525e5-f3da-4501-8f1e-526b6769fc56_ContentBits">
    <vt:lpwstr>0</vt:lpwstr>
  </property>
  <property fmtid="{D5CDD505-2E9C-101B-9397-08002B2CF9AE}" pid="8" name="MSIP_Label_38b525e5-f3da-4501-8f1e-526b6769fc56_Enabled">
    <vt:lpwstr>true</vt:lpwstr>
  </property>
  <property fmtid="{D5CDD505-2E9C-101B-9397-08002B2CF9AE}" pid="9" name="MSIP_Label_38b525e5-f3da-4501-8f1e-526b6769fc56_Method">
    <vt:lpwstr>Standard</vt:lpwstr>
  </property>
  <property fmtid="{D5CDD505-2E9C-101B-9397-08002B2CF9AE}" pid="10" name="MSIP_Label_38b525e5-f3da-4501-8f1e-526b6769fc56_Name">
    <vt:lpwstr>defa4170-0d19-0005-0004-bc88714345d2</vt:lpwstr>
  </property>
  <property fmtid="{D5CDD505-2E9C-101B-9397-08002B2CF9AE}" pid="11" name="MSIP_Label_38b525e5-f3da-4501-8f1e-526b6769fc56_SetDate">
    <vt:lpwstr>2025-01-22T09:27:11Z</vt:lpwstr>
  </property>
  <property fmtid="{D5CDD505-2E9C-101B-9397-08002B2CF9AE}" pid="12" name="MSIP_Label_38b525e5-f3da-4501-8f1e-526b6769fc56_SiteId">
    <vt:lpwstr>db6e1183-4c65-405c-82ce-7cd53fa6e9dc</vt:lpwstr>
  </property>
  <property fmtid="{D5CDD505-2E9C-101B-9397-08002B2CF9AE}" pid="13" name="Producer">
    <vt:lpwstr>Microsoft® PowerPoint® for Microsoft 365</vt:lpwstr>
  </property>
</Properties>
</file>