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4"/>
  </p:notesMasterIdLst>
  <p:sldIdLst>
    <p:sldId id="29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6914" autoAdjust="0"/>
  </p:normalViewPr>
  <p:slideViewPr>
    <p:cSldViewPr>
      <p:cViewPr varScale="1">
        <p:scale>
          <a:sx n="89" d="100"/>
          <a:sy n="89" d="100"/>
        </p:scale>
        <p:origin x="1398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4A8572-6A87-4981-AB2D-A48B7F108D72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10A6E2-57BA-408A-A749-EFA54F6AE7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4675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PDS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85673C-CD37-4D5E-BA1D-2F9D0B2CE00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4938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1097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github.com/amelcharolinesgn2/AWS" TargetMode="Externa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291646" cy="6858000"/>
          </a:xfrm>
          <a:prstGeom prst="rect">
            <a:avLst/>
          </a:prstGeom>
        </p:spPr>
      </p:pic>
      <p:pic>
        <p:nvPicPr>
          <p:cNvPr id="16" name="object 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5169" y="5486400"/>
            <a:ext cx="2479431" cy="127097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905000" y="4267200"/>
            <a:ext cx="866775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62865" algn="ctr">
              <a:lnSpc>
                <a:spcPct val="100000"/>
              </a:lnSpc>
            </a:pPr>
            <a:r>
              <a:rPr sz="1600" dirty="0" smtClean="0">
                <a:latin typeface="Trebuchet MS"/>
                <a:cs typeface="Trebuchet MS"/>
              </a:rPr>
              <a:t>Slides</a:t>
            </a:r>
            <a:r>
              <a:rPr sz="1600" spc="-215" dirty="0" smtClean="0">
                <a:latin typeface="Trebuchet MS"/>
                <a:cs typeface="Trebuchet MS"/>
              </a:rPr>
              <a:t> </a:t>
            </a:r>
            <a:r>
              <a:rPr sz="1600" spc="-90" dirty="0">
                <a:latin typeface="Trebuchet MS"/>
                <a:cs typeface="Trebuchet MS"/>
              </a:rPr>
              <a:t>are</a:t>
            </a:r>
            <a:r>
              <a:rPr sz="1600" spc="-220" dirty="0">
                <a:latin typeface="Trebuchet MS"/>
                <a:cs typeface="Trebuchet MS"/>
              </a:rPr>
              <a:t> </a:t>
            </a:r>
            <a:r>
              <a:rPr sz="1600" spc="-60" dirty="0">
                <a:latin typeface="Trebuchet MS"/>
                <a:cs typeface="Trebuchet MS"/>
              </a:rPr>
              <a:t>captured</a:t>
            </a:r>
            <a:r>
              <a:rPr sz="1600" spc="-195" dirty="0">
                <a:latin typeface="Trebuchet MS"/>
                <a:cs typeface="Trebuchet MS"/>
              </a:rPr>
              <a:t> </a:t>
            </a:r>
            <a:r>
              <a:rPr sz="1600" spc="-90" dirty="0">
                <a:latin typeface="Trebuchet MS"/>
                <a:cs typeface="Trebuchet MS"/>
              </a:rPr>
              <a:t>from</a:t>
            </a:r>
            <a:r>
              <a:rPr sz="1600" spc="-204" dirty="0">
                <a:latin typeface="Trebuchet MS"/>
                <a:cs typeface="Trebuchet MS"/>
              </a:rPr>
              <a:t> </a:t>
            </a:r>
            <a:r>
              <a:rPr sz="1600" spc="80" dirty="0">
                <a:latin typeface="Trebuchet MS"/>
                <a:cs typeface="Trebuchet MS"/>
              </a:rPr>
              <a:t>AWS</a:t>
            </a:r>
            <a:r>
              <a:rPr sz="1600" spc="-200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Educate.</a:t>
            </a:r>
            <a:endParaRPr sz="1600" dirty="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</a:pPr>
            <a:r>
              <a:rPr sz="1600" spc="-55" dirty="0">
                <a:latin typeface="Trebuchet MS"/>
                <a:cs typeface="Trebuchet MS"/>
              </a:rPr>
              <a:t>This</a:t>
            </a:r>
            <a:r>
              <a:rPr sz="1600" spc="-21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is</a:t>
            </a:r>
            <a:r>
              <a:rPr sz="1600" spc="-215" dirty="0">
                <a:latin typeface="Trebuchet MS"/>
                <a:cs typeface="Trebuchet MS"/>
              </a:rPr>
              <a:t> </a:t>
            </a:r>
            <a:r>
              <a:rPr sz="1600" spc="-55" dirty="0">
                <a:latin typeface="Trebuchet MS"/>
                <a:cs typeface="Trebuchet MS"/>
              </a:rPr>
              <a:t>only</a:t>
            </a:r>
            <a:r>
              <a:rPr sz="1600" spc="-220" dirty="0">
                <a:latin typeface="Trebuchet MS"/>
                <a:cs typeface="Trebuchet MS"/>
              </a:rPr>
              <a:t> </a:t>
            </a:r>
            <a:r>
              <a:rPr sz="1600" spc="-130" dirty="0">
                <a:latin typeface="Trebuchet MS"/>
                <a:cs typeface="Trebuchet MS"/>
              </a:rPr>
              <a:t>for</a:t>
            </a:r>
            <a:r>
              <a:rPr sz="1600" spc="-210" dirty="0">
                <a:latin typeface="Trebuchet MS"/>
                <a:cs typeface="Trebuchet MS"/>
              </a:rPr>
              <a:t> </a:t>
            </a:r>
            <a:r>
              <a:rPr sz="1600" spc="-70" dirty="0">
                <a:latin typeface="Trebuchet MS"/>
                <a:cs typeface="Trebuchet MS"/>
              </a:rPr>
              <a:t>learning</a:t>
            </a:r>
            <a:r>
              <a:rPr sz="1600" spc="-220" dirty="0">
                <a:latin typeface="Trebuchet MS"/>
                <a:cs typeface="Trebuchet MS"/>
              </a:rPr>
              <a:t> </a:t>
            </a:r>
            <a:r>
              <a:rPr sz="1600" spc="-20" dirty="0">
                <a:latin typeface="Trebuchet MS"/>
                <a:cs typeface="Trebuchet MS"/>
              </a:rPr>
              <a:t>tools</a:t>
            </a:r>
            <a:r>
              <a:rPr sz="1600" spc="-215" dirty="0">
                <a:latin typeface="Trebuchet MS"/>
                <a:cs typeface="Trebuchet MS"/>
              </a:rPr>
              <a:t> </a:t>
            </a:r>
            <a:r>
              <a:rPr sz="1600" spc="-70" dirty="0">
                <a:latin typeface="Trebuchet MS"/>
                <a:cs typeface="Trebuchet MS"/>
              </a:rPr>
              <a:t>in</a:t>
            </a:r>
            <a:r>
              <a:rPr sz="1600" spc="-22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Cloud</a:t>
            </a:r>
            <a:r>
              <a:rPr sz="1600" spc="-204" dirty="0">
                <a:latin typeface="Trebuchet MS"/>
                <a:cs typeface="Trebuchet MS"/>
              </a:rPr>
              <a:t> </a:t>
            </a:r>
            <a:r>
              <a:rPr sz="1600" spc="-20" dirty="0">
                <a:latin typeface="Trebuchet MS"/>
                <a:cs typeface="Trebuchet MS"/>
              </a:rPr>
              <a:t>Computing</a:t>
            </a:r>
            <a:r>
              <a:rPr sz="1600" spc="-200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Course</a:t>
            </a:r>
            <a:endParaRPr sz="1600" dirty="0">
              <a:latin typeface="Trebuchet MS"/>
              <a:cs typeface="Trebuchet MS"/>
            </a:endParaRPr>
          </a:p>
        </p:txBody>
      </p:sp>
      <p:sp>
        <p:nvSpPr>
          <p:cNvPr id="8" name="object 7"/>
          <p:cNvSpPr txBox="1"/>
          <p:nvPr/>
        </p:nvSpPr>
        <p:spPr>
          <a:xfrm>
            <a:off x="457200" y="762000"/>
            <a:ext cx="11277600" cy="185884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62865" algn="just">
              <a:lnSpc>
                <a:spcPct val="100000"/>
              </a:lnSpc>
            </a:pPr>
            <a:r>
              <a:rPr lang="en-US" sz="2800" dirty="0" smtClean="0">
                <a:latin typeface="Trebuchet MS"/>
                <a:cs typeface="Trebuchet MS"/>
              </a:rPr>
              <a:t>Module 4</a:t>
            </a:r>
          </a:p>
          <a:p>
            <a:pPr marR="62865" algn="just">
              <a:lnSpc>
                <a:spcPct val="100000"/>
              </a:lnSpc>
            </a:pPr>
            <a:endParaRPr lang="en-US" sz="2800" dirty="0">
              <a:latin typeface="Trebuchet MS"/>
              <a:cs typeface="Trebuchet MS"/>
            </a:endParaRPr>
          </a:p>
          <a:p>
            <a:pPr marR="62865" algn="just">
              <a:lnSpc>
                <a:spcPct val="100000"/>
              </a:lnSpc>
            </a:pPr>
            <a:endParaRPr sz="2800" dirty="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</a:pPr>
            <a:r>
              <a:rPr lang="en-US" sz="3600" dirty="0" smtClean="0">
                <a:solidFill>
                  <a:schemeClr val="bg1"/>
                </a:solidFill>
                <a:latin typeface="Trebuchet MS"/>
                <a:cs typeface="Trebuchet MS"/>
              </a:rPr>
              <a:t>Machine Learning Foundations</a:t>
            </a:r>
            <a:endParaRPr sz="3600" dirty="0">
              <a:solidFill>
                <a:schemeClr val="bg1"/>
              </a:solidFill>
              <a:latin typeface="Trebuchet MS"/>
              <a:cs typeface="Trebuchet M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241690" y="5716454"/>
            <a:ext cx="2751752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800" dirty="0"/>
              <a:t>https://www.youtube.com/@AmelOline/videos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14085" y="5584717"/>
            <a:ext cx="1858842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800" dirty="0"/>
              <a:t>https://github.com/siagianp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246758" y="5867853"/>
            <a:ext cx="274786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800" dirty="0"/>
              <a:t>https://github.com/amelcharolinesgn2/Cloud-Infrastructures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78681" y="6003237"/>
            <a:ext cx="3215945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800" dirty="0"/>
              <a:t>https://github.com/amelcharolinesgn2/ClouD-Infrastructure-SISKA-2025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41690" y="6110959"/>
            <a:ext cx="2751752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800" dirty="0"/>
              <a:t>https://</a:t>
            </a:r>
            <a:r>
              <a:rPr lang="en-US" sz="800" dirty="0" smtClean="0"/>
              <a:t>github.com/amelcharolinesgn2/CCNA1</a:t>
            </a:r>
            <a:endParaRPr lang="en-US" sz="800" dirty="0"/>
          </a:p>
        </p:txBody>
      </p:sp>
      <p:sp>
        <p:nvSpPr>
          <p:cNvPr id="14" name="Rectangle 13"/>
          <p:cNvSpPr/>
          <p:nvPr/>
        </p:nvSpPr>
        <p:spPr>
          <a:xfrm>
            <a:off x="9241690" y="6241384"/>
            <a:ext cx="2751752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800" dirty="0"/>
              <a:t>https://</a:t>
            </a:r>
            <a:r>
              <a:rPr lang="en-US" sz="800" dirty="0" smtClean="0"/>
              <a:t>github.com/amelcharolinesgn2/CCNA2</a:t>
            </a:r>
            <a:endParaRPr lang="en-US" sz="800" dirty="0"/>
          </a:p>
        </p:txBody>
      </p:sp>
      <p:sp>
        <p:nvSpPr>
          <p:cNvPr id="15" name="Rectangle 14"/>
          <p:cNvSpPr/>
          <p:nvPr/>
        </p:nvSpPr>
        <p:spPr>
          <a:xfrm>
            <a:off x="9241690" y="6339914"/>
            <a:ext cx="2751752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800" dirty="0">
                <a:hlinkClick r:id="rId5"/>
              </a:rPr>
              <a:t>https://</a:t>
            </a:r>
            <a:r>
              <a:rPr lang="en-US" sz="800" dirty="0" smtClean="0">
                <a:hlinkClick r:id="rId5"/>
              </a:rPr>
              <a:t>github.com/amelcharolinesgn2/AWS</a:t>
            </a:r>
            <a:r>
              <a:rPr lang="en-US" sz="800" dirty="0" smtClean="0"/>
              <a:t> Certificate</a:t>
            </a:r>
            <a:endParaRPr lang="en-US" sz="800" dirty="0"/>
          </a:p>
        </p:txBody>
      </p:sp>
      <p:sp>
        <p:nvSpPr>
          <p:cNvPr id="17" name="object 7"/>
          <p:cNvSpPr txBox="1"/>
          <p:nvPr/>
        </p:nvSpPr>
        <p:spPr>
          <a:xfrm>
            <a:off x="3048000" y="2811299"/>
            <a:ext cx="676275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600" dirty="0" smtClean="0">
                <a:solidFill>
                  <a:schemeClr val="bg1"/>
                </a:solidFill>
                <a:latin typeface="Trebuchet MS"/>
                <a:cs typeface="Trebuchet MS"/>
              </a:rPr>
              <a:t>Machine Learning Tools and Services</a:t>
            </a:r>
            <a:endParaRPr lang="en-US" sz="1600" dirty="0">
              <a:solidFill>
                <a:schemeClr val="bg1"/>
              </a:solidFill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885890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9259"/>
            <a:ext cx="11730729" cy="681951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608" y="-1"/>
            <a:ext cx="12150725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36" y="-1"/>
            <a:ext cx="12163933" cy="67136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6709"/>
            <a:ext cx="12191999" cy="682459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59" y="0"/>
            <a:ext cx="12161899" cy="665018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2680" y="199893"/>
            <a:ext cx="11222799" cy="64582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2876" y="211078"/>
            <a:ext cx="11530277" cy="646307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1332"/>
            <a:ext cx="12191999" cy="683539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3244"/>
            <a:ext cx="11243733" cy="67914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8655"/>
            <a:ext cx="12191999" cy="66666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7186"/>
            <a:ext cx="11297257" cy="682358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8781"/>
            <a:ext cx="11803949" cy="684047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4240"/>
            <a:ext cx="11487573" cy="680948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11" y="0"/>
            <a:ext cx="12157710" cy="668586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999" y="-1"/>
            <a:ext cx="1213205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432" y="0"/>
            <a:ext cx="12089130" cy="664228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153"/>
            <a:ext cx="12191999" cy="685571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8518" y="183514"/>
            <a:ext cx="11311416" cy="647277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4856"/>
            <a:ext cx="11281206" cy="680834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2852" y="197983"/>
            <a:ext cx="10845366" cy="644395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3839" y="204338"/>
            <a:ext cx="10869539" cy="645834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1555" y="218424"/>
            <a:ext cx="10837333" cy="643919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1" y="-1"/>
            <a:ext cx="12190983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1890" y="225140"/>
            <a:ext cx="10845366" cy="644391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5428" y="204070"/>
            <a:ext cx="10885714" cy="6467961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17" y="0"/>
            <a:ext cx="12165965" cy="664171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062" y="190247"/>
            <a:ext cx="11940325" cy="6459382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17" y="0"/>
            <a:ext cx="12165965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3" y="-1"/>
            <a:ext cx="12186919" cy="6658954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3622" y="195324"/>
            <a:ext cx="11539827" cy="6458303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2876" y="197497"/>
            <a:ext cx="11584665" cy="6463062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1" y="-1"/>
            <a:ext cx="12190983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36" y="-1"/>
            <a:ext cx="12163933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1335" y="191034"/>
            <a:ext cx="11432260" cy="6448762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692"/>
            <a:ext cx="12191999" cy="6850633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9845" y="136250"/>
            <a:ext cx="10763879" cy="6549162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070" y="188338"/>
            <a:ext cx="10741650" cy="6535671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500" y="-1"/>
            <a:ext cx="1212303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0001" y="17792"/>
            <a:ext cx="11821998" cy="6822437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2736" y="222678"/>
            <a:ext cx="6294979" cy="6448772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153"/>
            <a:ext cx="12191999" cy="685571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Words>53</Words>
  <Application>Microsoft Office PowerPoint</Application>
  <PresentationFormat>Widescreen</PresentationFormat>
  <Paragraphs>16</Paragraphs>
  <Slides>42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pds</dc:creator>
  <cp:lastModifiedBy>PDS</cp:lastModifiedBy>
  <cp:revision>4</cp:revision>
  <dcterms:created xsi:type="dcterms:W3CDTF">2026-09-17T08:26:37Z</dcterms:created>
  <dcterms:modified xsi:type="dcterms:W3CDTF">2026-09-17T09:32:28Z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2025-03-24T00:00:00Z</vt:filetime>
  </property>
  <property fmtid="{D5CDD505-2E9C-101B-9397-08002B2CF9AE}" pid="4" name="Creator">
    <vt:lpwstr>Microsoft® PowerPoint® for Microsoft 365</vt:lpwstr>
  </property>
  <property fmtid="{D5CDD505-2E9C-101B-9397-08002B2CF9AE}" pid="5" name="LastSaved">
    <vt:filetime>2026-09-17T00:00:00Z</vt:filetime>
  </property>
  <property fmtid="{D5CDD505-2E9C-101B-9397-08002B2CF9AE}" pid="6" name="MSIP_Label_38b525e5-f3da-4501-8f1e-526b6769fc56_ActionId">
    <vt:lpwstr>45149456-9325-428a-a081-a30b7cb29468</vt:lpwstr>
  </property>
  <property fmtid="{D5CDD505-2E9C-101B-9397-08002B2CF9AE}" pid="7" name="MSIP_Label_38b525e5-f3da-4501-8f1e-526b6769fc56_ContentBits">
    <vt:lpwstr>0</vt:lpwstr>
  </property>
  <property fmtid="{D5CDD505-2E9C-101B-9397-08002B2CF9AE}" pid="8" name="MSIP_Label_38b525e5-f3da-4501-8f1e-526b6769fc56_Enabled">
    <vt:lpwstr>true</vt:lpwstr>
  </property>
  <property fmtid="{D5CDD505-2E9C-101B-9397-08002B2CF9AE}" pid="9" name="MSIP_Label_38b525e5-f3da-4501-8f1e-526b6769fc56_Method">
    <vt:lpwstr>Standard</vt:lpwstr>
  </property>
  <property fmtid="{D5CDD505-2E9C-101B-9397-08002B2CF9AE}" pid="10" name="MSIP_Label_38b525e5-f3da-4501-8f1e-526b6769fc56_Name">
    <vt:lpwstr>defa4170-0d19-0005-0004-bc88714345d2</vt:lpwstr>
  </property>
  <property fmtid="{D5CDD505-2E9C-101B-9397-08002B2CF9AE}" pid="11" name="MSIP_Label_38b525e5-f3da-4501-8f1e-526b6769fc56_SetDate">
    <vt:lpwstr>2025-03-24T16:21:33Z</vt:lpwstr>
  </property>
  <property fmtid="{D5CDD505-2E9C-101B-9397-08002B2CF9AE}" pid="12" name="MSIP_Label_38b525e5-f3da-4501-8f1e-526b6769fc56_SiteId">
    <vt:lpwstr>db6e1183-4c65-405c-82ce-7cd53fa6e9dc</vt:lpwstr>
  </property>
  <property fmtid="{D5CDD505-2E9C-101B-9397-08002B2CF9AE}" pid="13" name="MSIP_Label_38b525e5-f3da-4501-8f1e-526b6769fc56_Tag">
    <vt:lpwstr>10, 3, 0, 1</vt:lpwstr>
  </property>
  <property fmtid="{D5CDD505-2E9C-101B-9397-08002B2CF9AE}" pid="14" name="Producer">
    <vt:lpwstr>Microsoft® PowerPoint® for Microsoft 365</vt:lpwstr>
  </property>
</Properties>
</file>